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Masters/slideMaster1.xml" ContentType="application/vnd.openxmlformats-officedocument.presentationml.slideMaster+xml"/>
  <Override PartName="/ppt/notesSlides/notesSlide3.xml" ContentType="application/vnd.openxmlformats-officedocument.presentationml.notesSlide+xml"/>
  <Override PartName="/ppt/notesSlides/notesSlide7.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6.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ink/ink16.xml" ContentType="application/inkml+xml"/>
  <Override PartName="/ppt/ink/ink17.xml" ContentType="application/inkml+xml"/>
  <Override PartName="/ppt/ink/ink18.xml" ContentType="application/inkml+xml"/>
  <Override PartName="/ppt/ink/ink19.xml" ContentType="application/inkml+xml"/>
  <Override PartName="/ppt/ink/ink20.xml" ContentType="application/inkml+xml"/>
  <Override PartName="/ppt/ink/ink21.xml" ContentType="application/inkml+xml"/>
  <Override PartName="/ppt/ink/ink22.xml" ContentType="application/inkml+xml"/>
  <Override PartName="/ppt/ink/ink23.xml" ContentType="application/inkml+xml"/>
  <Override PartName="/ppt/ink/ink24.xml" ContentType="application/inkml+xml"/>
  <Override PartName="/ppt/ink/ink25.xml" ContentType="application/inkml+xml"/>
  <Override PartName="/ppt/ink/ink26.xml" ContentType="application/inkml+xml"/>
  <Override PartName="/ppt/ink/ink27.xml" ContentType="application/inkml+xml"/>
  <Override PartName="/ppt/ink/ink28.xml" ContentType="application/inkml+xml"/>
  <Override PartName="/ppt/ink/ink29.xml" ContentType="application/inkml+xml"/>
  <Override PartName="/ppt/ink/ink30.xml" ContentType="application/inkml+xml"/>
  <Override PartName="/ppt/ink/ink6.xml" ContentType="application/inkml+xml"/>
  <Override PartName="/ppt/notesMasters/notesMaster1.xml" ContentType="application/vnd.openxmlformats-officedocument.presentationml.notesMaster+xml"/>
  <Override PartName="/ppt/theme/theme1.xml" ContentType="application/vnd.openxmlformats-officedocument.theme+xml"/>
  <Override PartName="/ppt/theme/theme2.xml" ContentType="application/vnd.openxmlformats-officedocument.them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tableStyles.xml" ContentType="application/vnd.openxmlformats-officedocument.presentationml.tableStyles+xml"/>
  <Override PartName="/ppt/viewProps.xml" ContentType="application/vnd.openxmlformats-officedocument.presentationml.viewProps+xml"/>
  <Override PartName="/ppt/presProps.xml" ContentType="application/vnd.openxmlformats-officedocument.presentationml.presProps+xml"/>
  <Override PartName="/docProps/core.xml" ContentType="application/vnd.openxmlformats-package.core-properties+xml"/>
  <Override PartName="/docProps/app.xml" ContentType="application/vnd.openxmlformats-officedocument.extended-properties+xml"/>
  <Override PartName="/ppt/changesInfos/changesInfo1.xml" ContentType="application/vnd.ms-powerpoint.changesinfo+xml"/>
  <Override PartName="/ppt/revisionInfo.xml" ContentType="application/vnd.ms-powerpoint.revisioninfo+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3" r:id="rId1"/>
  </p:sldMasterIdLst>
  <p:notesMasterIdLst>
    <p:notesMasterId r:id="rId64"/>
  </p:notesMasterIdLst>
  <p:sldIdLst>
    <p:sldId id="256" r:id="rId2"/>
    <p:sldId id="257" r:id="rId3"/>
    <p:sldId id="321"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5" r:id="rId20"/>
    <p:sldId id="282" r:id="rId21"/>
    <p:sldId id="284" r:id="rId22"/>
    <p:sldId id="288" r:id="rId23"/>
    <p:sldId id="289" r:id="rId24"/>
    <p:sldId id="290" r:id="rId25"/>
    <p:sldId id="291" r:id="rId26"/>
    <p:sldId id="292" r:id="rId27"/>
    <p:sldId id="293" r:id="rId28"/>
    <p:sldId id="294" r:id="rId29"/>
    <p:sldId id="295" r:id="rId30"/>
    <p:sldId id="296" r:id="rId31"/>
    <p:sldId id="298" r:id="rId32"/>
    <p:sldId id="285" r:id="rId33"/>
    <p:sldId id="299" r:id="rId34"/>
    <p:sldId id="301" r:id="rId35"/>
    <p:sldId id="286" r:id="rId36"/>
    <p:sldId id="280" r:id="rId37"/>
    <p:sldId id="273" r:id="rId38"/>
    <p:sldId id="274" r:id="rId39"/>
    <p:sldId id="276" r:id="rId40"/>
    <p:sldId id="318" r:id="rId41"/>
    <p:sldId id="322" r:id="rId42"/>
    <p:sldId id="319" r:id="rId43"/>
    <p:sldId id="279" r:id="rId44"/>
    <p:sldId id="281" r:id="rId45"/>
    <p:sldId id="287" r:id="rId46"/>
    <p:sldId id="302" r:id="rId47"/>
    <p:sldId id="307" r:id="rId48"/>
    <p:sldId id="308" r:id="rId49"/>
    <p:sldId id="309" r:id="rId50"/>
    <p:sldId id="310" r:id="rId51"/>
    <p:sldId id="303" r:id="rId52"/>
    <p:sldId id="311" r:id="rId53"/>
    <p:sldId id="304" r:id="rId54"/>
    <p:sldId id="320" r:id="rId55"/>
    <p:sldId id="306" r:id="rId56"/>
    <p:sldId id="305" r:id="rId57"/>
    <p:sldId id="313" r:id="rId58"/>
    <p:sldId id="312" r:id="rId59"/>
    <p:sldId id="314" r:id="rId60"/>
    <p:sldId id="315" r:id="rId61"/>
    <p:sldId id="316" r:id="rId62"/>
    <p:sldId id="317" r:id="rId6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9FFCC"/>
    <a:srgbClr val="FF9966"/>
    <a:srgbClr val="CCCCFF"/>
    <a:srgbClr val="CCFFCC"/>
    <a:srgbClr val="FEFF80"/>
    <a:srgbClr val="80EFFF"/>
    <a:srgbClr val="FF99CC"/>
    <a:srgbClr val="CCFF99"/>
    <a:srgbClr val="C40CC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851C739-E249-4AF3-8E3D-20E1976914A2}" v="17" dt="2023-04-16T04:26:55.08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2" autoAdjust="0"/>
    <p:restoredTop sz="95109"/>
  </p:normalViewPr>
  <p:slideViewPr>
    <p:cSldViewPr snapToGrid="0">
      <p:cViewPr varScale="1">
        <p:scale>
          <a:sx n="81" d="100"/>
          <a:sy n="81" d="100"/>
        </p:scale>
        <p:origin x="754"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viewProps" Target="view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notesMaster" Target="notesMasters/notesMaster1.xml"/><Relationship Id="rId69" Type="http://schemas.microsoft.com/office/2016/11/relationships/changesInfo" Target="changesInfos/changesInfo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customXml" Target="../customXml/item2.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presProps" Target="presProps.xml"/><Relationship Id="rId73" Type="http://schemas.openxmlformats.org/officeDocument/2006/relationships/customXml" Target="../customXml/item3.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71" Type="http://schemas.openxmlformats.org/officeDocument/2006/relationships/customXml" Target="../customXml/item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tanley Rodrick" userId="8969fbcc-7c96-46fb-a663-9e2e5920ff04" providerId="ADAL" clId="{7B4E4FD5-3DA4-4140-A22B-7F9A0FC4B625}"/>
    <pc:docChg chg="undo redo custSel addSld modSld sldOrd">
      <pc:chgData name="Stanley Rodrick" userId="8969fbcc-7c96-46fb-a663-9e2e5920ff04" providerId="ADAL" clId="{7B4E4FD5-3DA4-4140-A22B-7F9A0FC4B625}" dt="2022-07-30T17:10:20.934" v="404" actId="255"/>
      <pc:docMkLst>
        <pc:docMk/>
      </pc:docMkLst>
      <pc:sldChg chg="modSp mod">
        <pc:chgData name="Stanley Rodrick" userId="8969fbcc-7c96-46fb-a663-9e2e5920ff04" providerId="ADAL" clId="{7B4E4FD5-3DA4-4140-A22B-7F9A0FC4B625}" dt="2022-07-30T04:44:36.274" v="47" actId="207"/>
        <pc:sldMkLst>
          <pc:docMk/>
          <pc:sldMk cId="3760532469" sldId="263"/>
        </pc:sldMkLst>
        <pc:spChg chg="mod">
          <ac:chgData name="Stanley Rodrick" userId="8969fbcc-7c96-46fb-a663-9e2e5920ff04" providerId="ADAL" clId="{7B4E4FD5-3DA4-4140-A22B-7F9A0FC4B625}" dt="2022-07-30T04:43:55.952" v="36" actId="207"/>
          <ac:spMkLst>
            <pc:docMk/>
            <pc:sldMk cId="3760532469" sldId="263"/>
            <ac:spMk id="2" creationId="{8BC1DA2B-FE6F-1C6E-BFA0-9B15DC40309D}"/>
          </ac:spMkLst>
        </pc:spChg>
        <pc:spChg chg="mod">
          <ac:chgData name="Stanley Rodrick" userId="8969fbcc-7c96-46fb-a663-9e2e5920ff04" providerId="ADAL" clId="{7B4E4FD5-3DA4-4140-A22B-7F9A0FC4B625}" dt="2022-07-30T04:44:36.274" v="47" actId="207"/>
          <ac:spMkLst>
            <pc:docMk/>
            <pc:sldMk cId="3760532469" sldId="263"/>
            <ac:spMk id="61" creationId="{DF27DA85-F987-F1D8-D192-5F2FDFB3E97F}"/>
          </ac:spMkLst>
        </pc:spChg>
      </pc:sldChg>
      <pc:sldChg chg="modSp add mod">
        <pc:chgData name="Stanley Rodrick" userId="8969fbcc-7c96-46fb-a663-9e2e5920ff04" providerId="ADAL" clId="{7B4E4FD5-3DA4-4140-A22B-7F9A0FC4B625}" dt="2022-07-30T04:46:27.460" v="84" actId="403"/>
        <pc:sldMkLst>
          <pc:docMk/>
          <pc:sldMk cId="499360751" sldId="264"/>
        </pc:sldMkLst>
        <pc:spChg chg="mod">
          <ac:chgData name="Stanley Rodrick" userId="8969fbcc-7c96-46fb-a663-9e2e5920ff04" providerId="ADAL" clId="{7B4E4FD5-3DA4-4140-A22B-7F9A0FC4B625}" dt="2022-07-30T04:46:27.460" v="84" actId="403"/>
          <ac:spMkLst>
            <pc:docMk/>
            <pc:sldMk cId="499360751" sldId="264"/>
            <ac:spMk id="61" creationId="{DF27DA85-F987-F1D8-D192-5F2FDFB3E97F}"/>
          </ac:spMkLst>
        </pc:spChg>
      </pc:sldChg>
      <pc:sldChg chg="modSp add mod">
        <pc:chgData name="Stanley Rodrick" userId="8969fbcc-7c96-46fb-a663-9e2e5920ff04" providerId="ADAL" clId="{7B4E4FD5-3DA4-4140-A22B-7F9A0FC4B625}" dt="2022-07-30T16:42:32.579" v="148"/>
        <pc:sldMkLst>
          <pc:docMk/>
          <pc:sldMk cId="4189160065" sldId="265"/>
        </pc:sldMkLst>
        <pc:spChg chg="mod">
          <ac:chgData name="Stanley Rodrick" userId="8969fbcc-7c96-46fb-a663-9e2e5920ff04" providerId="ADAL" clId="{7B4E4FD5-3DA4-4140-A22B-7F9A0FC4B625}" dt="2022-07-30T16:37:40.927" v="122" actId="207"/>
          <ac:spMkLst>
            <pc:docMk/>
            <pc:sldMk cId="4189160065" sldId="265"/>
            <ac:spMk id="2" creationId="{8BC1DA2B-FE6F-1C6E-BFA0-9B15DC40309D}"/>
          </ac:spMkLst>
        </pc:spChg>
        <pc:spChg chg="mod">
          <ac:chgData name="Stanley Rodrick" userId="8969fbcc-7c96-46fb-a663-9e2e5920ff04" providerId="ADAL" clId="{7B4E4FD5-3DA4-4140-A22B-7F9A0FC4B625}" dt="2022-07-30T16:42:32.579" v="148"/>
          <ac:spMkLst>
            <pc:docMk/>
            <pc:sldMk cId="4189160065" sldId="265"/>
            <ac:spMk id="61" creationId="{DF27DA85-F987-F1D8-D192-5F2FDFB3E97F}"/>
          </ac:spMkLst>
        </pc:spChg>
      </pc:sldChg>
      <pc:sldChg chg="addSp modSp add mod">
        <pc:chgData name="Stanley Rodrick" userId="8969fbcc-7c96-46fb-a663-9e2e5920ff04" providerId="ADAL" clId="{7B4E4FD5-3DA4-4140-A22B-7F9A0FC4B625}" dt="2022-07-30T16:46:21.903" v="244" actId="255"/>
        <pc:sldMkLst>
          <pc:docMk/>
          <pc:sldMk cId="3848259698" sldId="266"/>
        </pc:sldMkLst>
        <pc:spChg chg="add mod">
          <ac:chgData name="Stanley Rodrick" userId="8969fbcc-7c96-46fb-a663-9e2e5920ff04" providerId="ADAL" clId="{7B4E4FD5-3DA4-4140-A22B-7F9A0FC4B625}" dt="2022-07-30T16:46:21.903" v="244" actId="255"/>
          <ac:spMkLst>
            <pc:docMk/>
            <pc:sldMk cId="3848259698" sldId="266"/>
            <ac:spMk id="4" creationId="{4E14DD57-7888-02CB-02A7-37A5DC89ABA0}"/>
          </ac:spMkLst>
        </pc:spChg>
        <pc:spChg chg="mod">
          <ac:chgData name="Stanley Rodrick" userId="8969fbcc-7c96-46fb-a663-9e2e5920ff04" providerId="ADAL" clId="{7B4E4FD5-3DA4-4140-A22B-7F9A0FC4B625}" dt="2022-07-30T16:42:48.348" v="153" actId="20577"/>
          <ac:spMkLst>
            <pc:docMk/>
            <pc:sldMk cId="3848259698" sldId="266"/>
            <ac:spMk id="61" creationId="{DF27DA85-F987-F1D8-D192-5F2FDFB3E97F}"/>
          </ac:spMkLst>
        </pc:spChg>
      </pc:sldChg>
      <pc:sldChg chg="modSp add mod">
        <pc:chgData name="Stanley Rodrick" userId="8969fbcc-7c96-46fb-a663-9e2e5920ff04" providerId="ADAL" clId="{7B4E4FD5-3DA4-4140-A22B-7F9A0FC4B625}" dt="2022-07-30T16:47:14.593" v="278" actId="20577"/>
        <pc:sldMkLst>
          <pc:docMk/>
          <pc:sldMk cId="2050807574" sldId="267"/>
        </pc:sldMkLst>
        <pc:spChg chg="mod">
          <ac:chgData name="Stanley Rodrick" userId="8969fbcc-7c96-46fb-a663-9e2e5920ff04" providerId="ADAL" clId="{7B4E4FD5-3DA4-4140-A22B-7F9A0FC4B625}" dt="2022-07-30T16:47:14.593" v="278" actId="20577"/>
          <ac:spMkLst>
            <pc:docMk/>
            <pc:sldMk cId="2050807574" sldId="267"/>
            <ac:spMk id="4" creationId="{4E14DD57-7888-02CB-02A7-37A5DC89ABA0}"/>
          </ac:spMkLst>
        </pc:spChg>
      </pc:sldChg>
      <pc:sldChg chg="addSp delSp modSp add mod ord">
        <pc:chgData name="Stanley Rodrick" userId="8969fbcc-7c96-46fb-a663-9e2e5920ff04" providerId="ADAL" clId="{7B4E4FD5-3DA4-4140-A22B-7F9A0FC4B625}" dt="2022-07-30T17:01:52.697" v="287" actId="20578"/>
        <pc:sldMkLst>
          <pc:docMk/>
          <pc:sldMk cId="3448418550" sldId="268"/>
        </pc:sldMkLst>
        <pc:spChg chg="del">
          <ac:chgData name="Stanley Rodrick" userId="8969fbcc-7c96-46fb-a663-9e2e5920ff04" providerId="ADAL" clId="{7B4E4FD5-3DA4-4140-A22B-7F9A0FC4B625}" dt="2022-07-30T16:47:24.527" v="280" actId="478"/>
          <ac:spMkLst>
            <pc:docMk/>
            <pc:sldMk cId="3448418550" sldId="268"/>
            <ac:spMk id="4" creationId="{4E14DD57-7888-02CB-02A7-37A5DC89ABA0}"/>
          </ac:spMkLst>
        </pc:spChg>
        <pc:picChg chg="add mod">
          <ac:chgData name="Stanley Rodrick" userId="8969fbcc-7c96-46fb-a663-9e2e5920ff04" providerId="ADAL" clId="{7B4E4FD5-3DA4-4140-A22B-7F9A0FC4B625}" dt="2022-07-30T16:47:55.100" v="284" actId="1076"/>
          <ac:picMkLst>
            <pc:docMk/>
            <pc:sldMk cId="3448418550" sldId="268"/>
            <ac:picMk id="5" creationId="{6F629C49-D22D-0612-AE1E-B74A0D563292}"/>
          </ac:picMkLst>
        </pc:picChg>
      </pc:sldChg>
      <pc:sldChg chg="modSp add mod ord">
        <pc:chgData name="Stanley Rodrick" userId="8969fbcc-7c96-46fb-a663-9e2e5920ff04" providerId="ADAL" clId="{7B4E4FD5-3DA4-4140-A22B-7F9A0FC4B625}" dt="2022-07-30T17:02:57.129" v="327" actId="255"/>
        <pc:sldMkLst>
          <pc:docMk/>
          <pc:sldMk cId="577982325" sldId="269"/>
        </pc:sldMkLst>
        <pc:spChg chg="mod">
          <ac:chgData name="Stanley Rodrick" userId="8969fbcc-7c96-46fb-a663-9e2e5920ff04" providerId="ADAL" clId="{7B4E4FD5-3DA4-4140-A22B-7F9A0FC4B625}" dt="2022-07-30T17:02:57.129" v="327" actId="255"/>
          <ac:spMkLst>
            <pc:docMk/>
            <pc:sldMk cId="577982325" sldId="269"/>
            <ac:spMk id="4" creationId="{4E14DD57-7888-02CB-02A7-37A5DC89ABA0}"/>
          </ac:spMkLst>
        </pc:spChg>
        <pc:spChg chg="mod">
          <ac:chgData name="Stanley Rodrick" userId="8969fbcc-7c96-46fb-a663-9e2e5920ff04" providerId="ADAL" clId="{7B4E4FD5-3DA4-4140-A22B-7F9A0FC4B625}" dt="2022-07-30T17:02:00.480" v="298" actId="20577"/>
          <ac:spMkLst>
            <pc:docMk/>
            <pc:sldMk cId="577982325" sldId="269"/>
            <ac:spMk id="61" creationId="{DF27DA85-F987-F1D8-D192-5F2FDFB3E97F}"/>
          </ac:spMkLst>
        </pc:spChg>
      </pc:sldChg>
      <pc:sldChg chg="addSp delSp modSp add mod">
        <pc:chgData name="Stanley Rodrick" userId="8969fbcc-7c96-46fb-a663-9e2e5920ff04" providerId="ADAL" clId="{7B4E4FD5-3DA4-4140-A22B-7F9A0FC4B625}" dt="2022-07-30T17:04:07.752" v="344" actId="478"/>
        <pc:sldMkLst>
          <pc:docMk/>
          <pc:sldMk cId="3314881612" sldId="270"/>
        </pc:sldMkLst>
        <pc:spChg chg="add del mod">
          <ac:chgData name="Stanley Rodrick" userId="8969fbcc-7c96-46fb-a663-9e2e5920ff04" providerId="ADAL" clId="{7B4E4FD5-3DA4-4140-A22B-7F9A0FC4B625}" dt="2022-07-30T17:03:57.727" v="338"/>
          <ac:spMkLst>
            <pc:docMk/>
            <pc:sldMk cId="3314881612" sldId="270"/>
            <ac:spMk id="3" creationId="{E1B3EC78-AF07-8A37-B218-94DF35BE2087}"/>
          </ac:spMkLst>
        </pc:spChg>
        <pc:spChg chg="mod">
          <ac:chgData name="Stanley Rodrick" userId="8969fbcc-7c96-46fb-a663-9e2e5920ff04" providerId="ADAL" clId="{7B4E4FD5-3DA4-4140-A22B-7F9A0FC4B625}" dt="2022-07-30T17:03:25.839" v="333" actId="255"/>
          <ac:spMkLst>
            <pc:docMk/>
            <pc:sldMk cId="3314881612" sldId="270"/>
            <ac:spMk id="4" creationId="{4E14DD57-7888-02CB-02A7-37A5DC89ABA0}"/>
          </ac:spMkLst>
        </pc:spChg>
        <pc:picChg chg="add del mod">
          <ac:chgData name="Stanley Rodrick" userId="8969fbcc-7c96-46fb-a663-9e2e5920ff04" providerId="ADAL" clId="{7B4E4FD5-3DA4-4140-A22B-7F9A0FC4B625}" dt="2022-07-30T17:04:07.752" v="344" actId="478"/>
          <ac:picMkLst>
            <pc:docMk/>
            <pc:sldMk cId="3314881612" sldId="270"/>
            <ac:picMk id="6" creationId="{BA3705A9-94D2-4B39-FD7D-A57C10AB6EDC}"/>
          </ac:picMkLst>
        </pc:picChg>
      </pc:sldChg>
      <pc:sldChg chg="delSp modSp add mod">
        <pc:chgData name="Stanley Rodrick" userId="8969fbcc-7c96-46fb-a663-9e2e5920ff04" providerId="ADAL" clId="{7B4E4FD5-3DA4-4140-A22B-7F9A0FC4B625}" dt="2022-07-30T17:04:05.985" v="343" actId="1076"/>
        <pc:sldMkLst>
          <pc:docMk/>
          <pc:sldMk cId="2992802981" sldId="271"/>
        </pc:sldMkLst>
        <pc:spChg chg="del">
          <ac:chgData name="Stanley Rodrick" userId="8969fbcc-7c96-46fb-a663-9e2e5920ff04" providerId="ADAL" clId="{7B4E4FD5-3DA4-4140-A22B-7F9A0FC4B625}" dt="2022-07-30T17:04:01.870" v="340" actId="478"/>
          <ac:spMkLst>
            <pc:docMk/>
            <pc:sldMk cId="2992802981" sldId="271"/>
            <ac:spMk id="4" creationId="{4E14DD57-7888-02CB-02A7-37A5DC89ABA0}"/>
          </ac:spMkLst>
        </pc:spChg>
        <pc:picChg chg="mod">
          <ac:chgData name="Stanley Rodrick" userId="8969fbcc-7c96-46fb-a663-9e2e5920ff04" providerId="ADAL" clId="{7B4E4FD5-3DA4-4140-A22B-7F9A0FC4B625}" dt="2022-07-30T17:04:05.985" v="343" actId="1076"/>
          <ac:picMkLst>
            <pc:docMk/>
            <pc:sldMk cId="2992802981" sldId="271"/>
            <ac:picMk id="6" creationId="{BA3705A9-94D2-4B39-FD7D-A57C10AB6EDC}"/>
          </ac:picMkLst>
        </pc:picChg>
      </pc:sldChg>
      <pc:sldChg chg="addSp delSp modSp add mod">
        <pc:chgData name="Stanley Rodrick" userId="8969fbcc-7c96-46fb-a663-9e2e5920ff04" providerId="ADAL" clId="{7B4E4FD5-3DA4-4140-A22B-7F9A0FC4B625}" dt="2022-07-30T17:10:20.934" v="404" actId="255"/>
        <pc:sldMkLst>
          <pc:docMk/>
          <pc:sldMk cId="1931495676" sldId="272"/>
        </pc:sldMkLst>
        <pc:spChg chg="add del mod">
          <ac:chgData name="Stanley Rodrick" userId="8969fbcc-7c96-46fb-a663-9e2e5920ff04" providerId="ADAL" clId="{7B4E4FD5-3DA4-4140-A22B-7F9A0FC4B625}" dt="2022-07-30T17:09:49.671" v="396" actId="478"/>
          <ac:spMkLst>
            <pc:docMk/>
            <pc:sldMk cId="1931495676" sldId="272"/>
            <ac:spMk id="4" creationId="{DB249EF9-37D9-6DFF-2B02-D76DB42E1892}"/>
          </ac:spMkLst>
        </pc:spChg>
        <pc:spChg chg="add mod">
          <ac:chgData name="Stanley Rodrick" userId="8969fbcc-7c96-46fb-a663-9e2e5920ff04" providerId="ADAL" clId="{7B4E4FD5-3DA4-4140-A22B-7F9A0FC4B625}" dt="2022-07-30T17:10:20.934" v="404" actId="255"/>
          <ac:spMkLst>
            <pc:docMk/>
            <pc:sldMk cId="1931495676" sldId="272"/>
            <ac:spMk id="7" creationId="{1BB0982F-98B5-EC11-3B26-FB8D70144202}"/>
          </ac:spMkLst>
        </pc:spChg>
        <pc:spChg chg="mod">
          <ac:chgData name="Stanley Rodrick" userId="8969fbcc-7c96-46fb-a663-9e2e5920ff04" providerId="ADAL" clId="{7B4E4FD5-3DA4-4140-A22B-7F9A0FC4B625}" dt="2022-07-30T17:07:37.702" v="371" actId="1076"/>
          <ac:spMkLst>
            <pc:docMk/>
            <pc:sldMk cId="1931495676" sldId="272"/>
            <ac:spMk id="61" creationId="{DF27DA85-F987-F1D8-D192-5F2FDFB3E97F}"/>
          </ac:spMkLst>
        </pc:spChg>
        <pc:picChg chg="del">
          <ac:chgData name="Stanley Rodrick" userId="8969fbcc-7c96-46fb-a663-9e2e5920ff04" providerId="ADAL" clId="{7B4E4FD5-3DA4-4140-A22B-7F9A0FC4B625}" dt="2022-07-30T17:06:30.759" v="346" actId="478"/>
          <ac:picMkLst>
            <pc:docMk/>
            <pc:sldMk cId="1931495676" sldId="272"/>
            <ac:picMk id="6" creationId="{BA3705A9-94D2-4B39-FD7D-A57C10AB6EDC}"/>
          </ac:picMkLst>
        </pc:picChg>
        <pc:picChg chg="add del mod">
          <ac:chgData name="Stanley Rodrick" userId="8969fbcc-7c96-46fb-a663-9e2e5920ff04" providerId="ADAL" clId="{7B4E4FD5-3DA4-4140-A22B-7F9A0FC4B625}" dt="2022-07-30T17:07:06.552" v="364" actId="478"/>
          <ac:picMkLst>
            <pc:docMk/>
            <pc:sldMk cId="1931495676" sldId="272"/>
            <ac:picMk id="1026" creationId="{AFB5DA8F-D13E-5B6E-D538-EA4D8C5ABB2B}"/>
          </ac:picMkLst>
        </pc:picChg>
      </pc:sldChg>
    </pc:docChg>
  </pc:docChgLst>
  <pc:docChgLst>
    <pc:chgData name="Stanley Rodrick" userId="8969fbcc-7c96-46fb-a663-9e2e5920ff04" providerId="ADAL" clId="{24A06C1B-BBF0-496F-87EA-07F67FE66881}"/>
    <pc:docChg chg="undo custSel addSld modSld">
      <pc:chgData name="Stanley Rodrick" userId="8969fbcc-7c96-46fb-a663-9e2e5920ff04" providerId="ADAL" clId="{24A06C1B-BBF0-496F-87EA-07F67FE66881}" dt="2022-07-29T15:01:11.580" v="402" actId="20577"/>
      <pc:docMkLst>
        <pc:docMk/>
      </pc:docMkLst>
      <pc:sldChg chg="addSp delSp modSp mod">
        <pc:chgData name="Stanley Rodrick" userId="8969fbcc-7c96-46fb-a663-9e2e5920ff04" providerId="ADAL" clId="{24A06C1B-BBF0-496F-87EA-07F67FE66881}" dt="2022-07-29T14:41:13.145" v="71" actId="1076"/>
        <pc:sldMkLst>
          <pc:docMk/>
          <pc:sldMk cId="1108166910" sldId="257"/>
        </pc:sldMkLst>
        <pc:spChg chg="mod">
          <ac:chgData name="Stanley Rodrick" userId="8969fbcc-7c96-46fb-a663-9e2e5920ff04" providerId="ADAL" clId="{24A06C1B-BBF0-496F-87EA-07F67FE66881}" dt="2022-07-29T14:37:20.634" v="11" actId="207"/>
          <ac:spMkLst>
            <pc:docMk/>
            <pc:sldMk cId="1108166910" sldId="257"/>
            <ac:spMk id="25" creationId="{2038B6E4-91AF-8B14-FD1D-03C5C5FA6DEE}"/>
          </ac:spMkLst>
        </pc:spChg>
        <pc:spChg chg="mod">
          <ac:chgData name="Stanley Rodrick" userId="8969fbcc-7c96-46fb-a663-9e2e5920ff04" providerId="ADAL" clId="{24A06C1B-BBF0-496F-87EA-07F67FE66881}" dt="2022-07-29T14:36:57.385" v="5" actId="2711"/>
          <ac:spMkLst>
            <pc:docMk/>
            <pc:sldMk cId="1108166910" sldId="257"/>
            <ac:spMk id="28" creationId="{26171760-E40F-4E57-EF5D-44FE9040F41F}"/>
          </ac:spMkLst>
        </pc:spChg>
        <pc:spChg chg="mod">
          <ac:chgData name="Stanley Rodrick" userId="8969fbcc-7c96-46fb-a663-9e2e5920ff04" providerId="ADAL" clId="{24A06C1B-BBF0-496F-87EA-07F67FE66881}" dt="2022-07-29T14:36:57.385" v="5" actId="2711"/>
          <ac:spMkLst>
            <pc:docMk/>
            <pc:sldMk cId="1108166910" sldId="257"/>
            <ac:spMk id="30" creationId="{43DCD0FF-1413-1BD9-C43C-12E5A7A13467}"/>
          </ac:spMkLst>
        </pc:spChg>
        <pc:spChg chg="mod">
          <ac:chgData name="Stanley Rodrick" userId="8969fbcc-7c96-46fb-a663-9e2e5920ff04" providerId="ADAL" clId="{24A06C1B-BBF0-496F-87EA-07F67FE66881}" dt="2022-07-29T14:36:57.385" v="5" actId="2711"/>
          <ac:spMkLst>
            <pc:docMk/>
            <pc:sldMk cId="1108166910" sldId="257"/>
            <ac:spMk id="32" creationId="{49909C7D-9904-E23D-97B8-70F305B84ED6}"/>
          </ac:spMkLst>
        </pc:spChg>
        <pc:spChg chg="mod">
          <ac:chgData name="Stanley Rodrick" userId="8969fbcc-7c96-46fb-a663-9e2e5920ff04" providerId="ADAL" clId="{24A06C1B-BBF0-496F-87EA-07F67FE66881}" dt="2022-07-29T14:37:42.961" v="15" actId="207"/>
          <ac:spMkLst>
            <pc:docMk/>
            <pc:sldMk cId="1108166910" sldId="257"/>
            <ac:spMk id="34" creationId="{043F9C9E-2AC1-2A7E-9112-223353C322D1}"/>
          </ac:spMkLst>
        </pc:spChg>
        <pc:spChg chg="mod">
          <ac:chgData name="Stanley Rodrick" userId="8969fbcc-7c96-46fb-a663-9e2e5920ff04" providerId="ADAL" clId="{24A06C1B-BBF0-496F-87EA-07F67FE66881}" dt="2022-07-29T14:37:35.786" v="14"/>
          <ac:spMkLst>
            <pc:docMk/>
            <pc:sldMk cId="1108166910" sldId="257"/>
            <ac:spMk id="35" creationId="{B059643F-63BB-CFAF-1BE2-7EFC61ACE638}"/>
          </ac:spMkLst>
        </pc:spChg>
        <pc:spChg chg="mod">
          <ac:chgData name="Stanley Rodrick" userId="8969fbcc-7c96-46fb-a663-9e2e5920ff04" providerId="ADAL" clId="{24A06C1B-BBF0-496F-87EA-07F67FE66881}" dt="2022-07-29T14:36:57.385" v="5" actId="2711"/>
          <ac:spMkLst>
            <pc:docMk/>
            <pc:sldMk cId="1108166910" sldId="257"/>
            <ac:spMk id="36" creationId="{6C30782C-0566-CAB4-1BCF-2002227A8B48}"/>
          </ac:spMkLst>
        </pc:spChg>
        <pc:spChg chg="mod">
          <ac:chgData name="Stanley Rodrick" userId="8969fbcc-7c96-46fb-a663-9e2e5920ff04" providerId="ADAL" clId="{24A06C1B-BBF0-496F-87EA-07F67FE66881}" dt="2022-07-29T14:36:57.385" v="5" actId="2711"/>
          <ac:spMkLst>
            <pc:docMk/>
            <pc:sldMk cId="1108166910" sldId="257"/>
            <ac:spMk id="37" creationId="{5447F250-AAC3-AA77-04A3-93AF8C49C8F0}"/>
          </ac:spMkLst>
        </pc:spChg>
        <pc:spChg chg="mod">
          <ac:chgData name="Stanley Rodrick" userId="8969fbcc-7c96-46fb-a663-9e2e5920ff04" providerId="ADAL" clId="{24A06C1B-BBF0-496F-87EA-07F67FE66881}" dt="2022-07-29T14:36:57.385" v="5" actId="2711"/>
          <ac:spMkLst>
            <pc:docMk/>
            <pc:sldMk cId="1108166910" sldId="257"/>
            <ac:spMk id="38" creationId="{7E8839A5-F353-D7CB-F991-21D364DBE153}"/>
          </ac:spMkLst>
        </pc:spChg>
        <pc:spChg chg="mod">
          <ac:chgData name="Stanley Rodrick" userId="8969fbcc-7c96-46fb-a663-9e2e5920ff04" providerId="ADAL" clId="{24A06C1B-BBF0-496F-87EA-07F67FE66881}" dt="2022-07-29T14:36:57.385" v="5" actId="2711"/>
          <ac:spMkLst>
            <pc:docMk/>
            <pc:sldMk cId="1108166910" sldId="257"/>
            <ac:spMk id="39" creationId="{F7CDCE69-56C6-494A-8ECB-F5D7A8C2BF35}"/>
          </ac:spMkLst>
        </pc:spChg>
        <pc:spChg chg="mod">
          <ac:chgData name="Stanley Rodrick" userId="8969fbcc-7c96-46fb-a663-9e2e5920ff04" providerId="ADAL" clId="{24A06C1B-BBF0-496F-87EA-07F67FE66881}" dt="2022-07-29T14:36:57.385" v="5" actId="2711"/>
          <ac:spMkLst>
            <pc:docMk/>
            <pc:sldMk cId="1108166910" sldId="257"/>
            <ac:spMk id="40" creationId="{12F7B802-73EF-63A1-B934-F78D39F1249A}"/>
          </ac:spMkLst>
        </pc:spChg>
        <pc:spChg chg="mod">
          <ac:chgData name="Stanley Rodrick" userId="8969fbcc-7c96-46fb-a663-9e2e5920ff04" providerId="ADAL" clId="{24A06C1B-BBF0-496F-87EA-07F67FE66881}" dt="2022-07-29T14:36:57.385" v="5" actId="2711"/>
          <ac:spMkLst>
            <pc:docMk/>
            <pc:sldMk cId="1108166910" sldId="257"/>
            <ac:spMk id="41" creationId="{0FBBFDC6-4CEF-F815-3F3A-7A722FDEE1FF}"/>
          </ac:spMkLst>
        </pc:spChg>
        <pc:spChg chg="mod">
          <ac:chgData name="Stanley Rodrick" userId="8969fbcc-7c96-46fb-a663-9e2e5920ff04" providerId="ADAL" clId="{24A06C1B-BBF0-496F-87EA-07F67FE66881}" dt="2022-07-29T14:36:57.385" v="5" actId="2711"/>
          <ac:spMkLst>
            <pc:docMk/>
            <pc:sldMk cId="1108166910" sldId="257"/>
            <ac:spMk id="42" creationId="{E43C704A-7EAF-F112-B01C-71088A6317D6}"/>
          </ac:spMkLst>
        </pc:spChg>
        <pc:spChg chg="mod">
          <ac:chgData name="Stanley Rodrick" userId="8969fbcc-7c96-46fb-a663-9e2e5920ff04" providerId="ADAL" clId="{24A06C1B-BBF0-496F-87EA-07F67FE66881}" dt="2022-07-29T14:36:57.385" v="5" actId="2711"/>
          <ac:spMkLst>
            <pc:docMk/>
            <pc:sldMk cId="1108166910" sldId="257"/>
            <ac:spMk id="43" creationId="{5EE7D9CD-D44E-1786-4A95-B21FEFB497B0}"/>
          </ac:spMkLst>
        </pc:spChg>
        <pc:spChg chg="mod">
          <ac:chgData name="Stanley Rodrick" userId="8969fbcc-7c96-46fb-a663-9e2e5920ff04" providerId="ADAL" clId="{24A06C1B-BBF0-496F-87EA-07F67FE66881}" dt="2022-07-29T14:36:57.385" v="5" actId="2711"/>
          <ac:spMkLst>
            <pc:docMk/>
            <pc:sldMk cId="1108166910" sldId="257"/>
            <ac:spMk id="44" creationId="{01CA361B-6BF7-839F-4C0A-9AE8BB9CD67C}"/>
          </ac:spMkLst>
        </pc:spChg>
        <pc:spChg chg="mod">
          <ac:chgData name="Stanley Rodrick" userId="8969fbcc-7c96-46fb-a663-9e2e5920ff04" providerId="ADAL" clId="{24A06C1B-BBF0-496F-87EA-07F67FE66881}" dt="2022-07-29T14:36:57.385" v="5" actId="2711"/>
          <ac:spMkLst>
            <pc:docMk/>
            <pc:sldMk cId="1108166910" sldId="257"/>
            <ac:spMk id="45" creationId="{48E75292-D4C7-0426-A771-8E8AD4DE1ED2}"/>
          </ac:spMkLst>
        </pc:spChg>
        <pc:spChg chg="mod">
          <ac:chgData name="Stanley Rodrick" userId="8969fbcc-7c96-46fb-a663-9e2e5920ff04" providerId="ADAL" clId="{24A06C1B-BBF0-496F-87EA-07F67FE66881}" dt="2022-07-29T14:36:57.385" v="5" actId="2711"/>
          <ac:spMkLst>
            <pc:docMk/>
            <pc:sldMk cId="1108166910" sldId="257"/>
            <ac:spMk id="46" creationId="{8314BC0D-94C4-14A2-ACA9-35202FA84488}"/>
          </ac:spMkLst>
        </pc:spChg>
        <pc:spChg chg="mod">
          <ac:chgData name="Stanley Rodrick" userId="8969fbcc-7c96-46fb-a663-9e2e5920ff04" providerId="ADAL" clId="{24A06C1B-BBF0-496F-87EA-07F67FE66881}" dt="2022-07-29T14:36:57.385" v="5" actId="2711"/>
          <ac:spMkLst>
            <pc:docMk/>
            <pc:sldMk cId="1108166910" sldId="257"/>
            <ac:spMk id="47" creationId="{5B4FE30A-1EE0-6E27-6CC9-A69E4CE4833F}"/>
          </ac:spMkLst>
        </pc:spChg>
        <pc:spChg chg="mod">
          <ac:chgData name="Stanley Rodrick" userId="8969fbcc-7c96-46fb-a663-9e2e5920ff04" providerId="ADAL" clId="{24A06C1B-BBF0-496F-87EA-07F67FE66881}" dt="2022-07-29T14:36:57.385" v="5" actId="2711"/>
          <ac:spMkLst>
            <pc:docMk/>
            <pc:sldMk cId="1108166910" sldId="257"/>
            <ac:spMk id="48" creationId="{DA201E6D-47F4-2848-57D4-376EC10B99D8}"/>
          </ac:spMkLst>
        </pc:spChg>
        <pc:spChg chg="mod">
          <ac:chgData name="Stanley Rodrick" userId="8969fbcc-7c96-46fb-a663-9e2e5920ff04" providerId="ADAL" clId="{24A06C1B-BBF0-496F-87EA-07F67FE66881}" dt="2022-07-29T14:36:57.385" v="5" actId="2711"/>
          <ac:spMkLst>
            <pc:docMk/>
            <pc:sldMk cId="1108166910" sldId="257"/>
            <ac:spMk id="49" creationId="{12470BDA-F36A-4D27-874F-BA89ED663DDA}"/>
          </ac:spMkLst>
        </pc:spChg>
        <pc:spChg chg="mod">
          <ac:chgData name="Stanley Rodrick" userId="8969fbcc-7c96-46fb-a663-9e2e5920ff04" providerId="ADAL" clId="{24A06C1B-BBF0-496F-87EA-07F67FE66881}" dt="2022-07-29T14:36:57.385" v="5" actId="2711"/>
          <ac:spMkLst>
            <pc:docMk/>
            <pc:sldMk cId="1108166910" sldId="257"/>
            <ac:spMk id="50" creationId="{EE04A601-C927-0B03-6FC8-C144E8AF04E3}"/>
          </ac:spMkLst>
        </pc:spChg>
        <pc:spChg chg="mod">
          <ac:chgData name="Stanley Rodrick" userId="8969fbcc-7c96-46fb-a663-9e2e5920ff04" providerId="ADAL" clId="{24A06C1B-BBF0-496F-87EA-07F67FE66881}" dt="2022-07-29T14:36:57.385" v="5" actId="2711"/>
          <ac:spMkLst>
            <pc:docMk/>
            <pc:sldMk cId="1108166910" sldId="257"/>
            <ac:spMk id="51" creationId="{27069C3B-0E10-14CB-6290-8F5A901D26A0}"/>
          </ac:spMkLst>
        </pc:spChg>
        <pc:spChg chg="mod">
          <ac:chgData name="Stanley Rodrick" userId="8969fbcc-7c96-46fb-a663-9e2e5920ff04" providerId="ADAL" clId="{24A06C1B-BBF0-496F-87EA-07F67FE66881}" dt="2022-07-29T14:36:57.385" v="5" actId="2711"/>
          <ac:spMkLst>
            <pc:docMk/>
            <pc:sldMk cId="1108166910" sldId="257"/>
            <ac:spMk id="52" creationId="{DB6B6E4B-6A5C-4F06-4CA9-CE92052B6D5C}"/>
          </ac:spMkLst>
        </pc:spChg>
        <pc:spChg chg="mod">
          <ac:chgData name="Stanley Rodrick" userId="8969fbcc-7c96-46fb-a663-9e2e5920ff04" providerId="ADAL" clId="{24A06C1B-BBF0-496F-87EA-07F67FE66881}" dt="2022-07-29T14:36:57.385" v="5" actId="2711"/>
          <ac:spMkLst>
            <pc:docMk/>
            <pc:sldMk cId="1108166910" sldId="257"/>
            <ac:spMk id="53" creationId="{043CD6E6-6ACD-4C03-B01A-82FF189626CC}"/>
          </ac:spMkLst>
        </pc:spChg>
        <pc:spChg chg="mod">
          <ac:chgData name="Stanley Rodrick" userId="8969fbcc-7c96-46fb-a663-9e2e5920ff04" providerId="ADAL" clId="{24A06C1B-BBF0-496F-87EA-07F67FE66881}" dt="2022-07-29T14:36:57.385" v="5" actId="2711"/>
          <ac:spMkLst>
            <pc:docMk/>
            <pc:sldMk cId="1108166910" sldId="257"/>
            <ac:spMk id="54" creationId="{046BC93D-69BC-429E-A88E-5440E3906120}"/>
          </ac:spMkLst>
        </pc:spChg>
        <pc:spChg chg="mod">
          <ac:chgData name="Stanley Rodrick" userId="8969fbcc-7c96-46fb-a663-9e2e5920ff04" providerId="ADAL" clId="{24A06C1B-BBF0-496F-87EA-07F67FE66881}" dt="2022-07-29T14:36:57.385" v="5" actId="2711"/>
          <ac:spMkLst>
            <pc:docMk/>
            <pc:sldMk cId="1108166910" sldId="257"/>
            <ac:spMk id="55" creationId="{F63F1919-186E-6F4A-CF0E-129048B17EB4}"/>
          </ac:spMkLst>
        </pc:spChg>
        <pc:spChg chg="mod">
          <ac:chgData name="Stanley Rodrick" userId="8969fbcc-7c96-46fb-a663-9e2e5920ff04" providerId="ADAL" clId="{24A06C1B-BBF0-496F-87EA-07F67FE66881}" dt="2022-07-29T14:36:57.385" v="5" actId="2711"/>
          <ac:spMkLst>
            <pc:docMk/>
            <pc:sldMk cId="1108166910" sldId="257"/>
            <ac:spMk id="56" creationId="{CDF50EF2-9953-3580-C5B6-9C408CBDEC0B}"/>
          </ac:spMkLst>
        </pc:spChg>
        <pc:spChg chg="mod">
          <ac:chgData name="Stanley Rodrick" userId="8969fbcc-7c96-46fb-a663-9e2e5920ff04" providerId="ADAL" clId="{24A06C1B-BBF0-496F-87EA-07F67FE66881}" dt="2022-07-29T14:36:57.385" v="5" actId="2711"/>
          <ac:spMkLst>
            <pc:docMk/>
            <pc:sldMk cId="1108166910" sldId="257"/>
            <ac:spMk id="57" creationId="{E881C3C8-0992-9B3D-AA45-50D38938225C}"/>
          </ac:spMkLst>
        </pc:spChg>
        <pc:spChg chg="mod">
          <ac:chgData name="Stanley Rodrick" userId="8969fbcc-7c96-46fb-a663-9e2e5920ff04" providerId="ADAL" clId="{24A06C1B-BBF0-496F-87EA-07F67FE66881}" dt="2022-07-29T14:36:57.385" v="5" actId="2711"/>
          <ac:spMkLst>
            <pc:docMk/>
            <pc:sldMk cId="1108166910" sldId="257"/>
            <ac:spMk id="58" creationId="{3A058DF9-C566-E9A0-4528-2E16E538A563}"/>
          </ac:spMkLst>
        </pc:spChg>
        <pc:spChg chg="mod">
          <ac:chgData name="Stanley Rodrick" userId="8969fbcc-7c96-46fb-a663-9e2e5920ff04" providerId="ADAL" clId="{24A06C1B-BBF0-496F-87EA-07F67FE66881}" dt="2022-07-29T14:36:57.385" v="5" actId="2711"/>
          <ac:spMkLst>
            <pc:docMk/>
            <pc:sldMk cId="1108166910" sldId="257"/>
            <ac:spMk id="59" creationId="{0D195FEC-FF8E-CC01-5F30-25B430E04F03}"/>
          </ac:spMkLst>
        </pc:spChg>
        <pc:spChg chg="mod">
          <ac:chgData name="Stanley Rodrick" userId="8969fbcc-7c96-46fb-a663-9e2e5920ff04" providerId="ADAL" clId="{24A06C1B-BBF0-496F-87EA-07F67FE66881}" dt="2022-07-29T14:36:57.385" v="5" actId="2711"/>
          <ac:spMkLst>
            <pc:docMk/>
            <pc:sldMk cId="1108166910" sldId="257"/>
            <ac:spMk id="60" creationId="{151E5DDC-D415-2E72-FC5C-94A5DB8E9C86}"/>
          </ac:spMkLst>
        </pc:spChg>
        <pc:spChg chg="add mod">
          <ac:chgData name="Stanley Rodrick" userId="8969fbcc-7c96-46fb-a663-9e2e5920ff04" providerId="ADAL" clId="{24A06C1B-BBF0-496F-87EA-07F67FE66881}" dt="2022-07-29T14:41:07.994" v="70" actId="255"/>
          <ac:spMkLst>
            <pc:docMk/>
            <pc:sldMk cId="1108166910" sldId="257"/>
            <ac:spMk id="61" creationId="{DF27DA85-F987-F1D8-D192-5F2FDFB3E97F}"/>
          </ac:spMkLst>
        </pc:spChg>
        <pc:grpChg chg="add mod">
          <ac:chgData name="Stanley Rodrick" userId="8969fbcc-7c96-46fb-a663-9e2e5920ff04" providerId="ADAL" clId="{24A06C1B-BBF0-496F-87EA-07F67FE66881}" dt="2022-07-29T14:41:13.145" v="71" actId="1076"/>
          <ac:grpSpMkLst>
            <pc:docMk/>
            <pc:sldMk cId="1108166910" sldId="257"/>
            <ac:grpSpMk id="24" creationId="{4345AABC-D8E2-6AA0-51A7-90DDE13474DD}"/>
          </ac:grpSpMkLst>
        </pc:grpChg>
        <pc:grpChg chg="mod">
          <ac:chgData name="Stanley Rodrick" userId="8969fbcc-7c96-46fb-a663-9e2e5920ff04" providerId="ADAL" clId="{24A06C1B-BBF0-496F-87EA-07F67FE66881}" dt="2022-07-29T14:36:36.759" v="2"/>
          <ac:grpSpMkLst>
            <pc:docMk/>
            <pc:sldMk cId="1108166910" sldId="257"/>
            <ac:grpSpMk id="26" creationId="{87211780-698B-E494-B969-39D90E0BB6F5}"/>
          </ac:grpSpMkLst>
        </pc:grpChg>
        <pc:grpChg chg="mod">
          <ac:chgData name="Stanley Rodrick" userId="8969fbcc-7c96-46fb-a663-9e2e5920ff04" providerId="ADAL" clId="{24A06C1B-BBF0-496F-87EA-07F67FE66881}" dt="2022-07-29T14:36:36.759" v="2"/>
          <ac:grpSpMkLst>
            <pc:docMk/>
            <pc:sldMk cId="1108166910" sldId="257"/>
            <ac:grpSpMk id="27" creationId="{B914FE76-9819-6045-B90E-C5564574DCC6}"/>
          </ac:grpSpMkLst>
        </pc:grpChg>
        <pc:grpChg chg="mod">
          <ac:chgData name="Stanley Rodrick" userId="8969fbcc-7c96-46fb-a663-9e2e5920ff04" providerId="ADAL" clId="{24A06C1B-BBF0-496F-87EA-07F67FE66881}" dt="2022-07-29T14:36:36.759" v="2"/>
          <ac:grpSpMkLst>
            <pc:docMk/>
            <pc:sldMk cId="1108166910" sldId="257"/>
            <ac:grpSpMk id="29" creationId="{C3CD9DB6-D7D4-3720-785F-3089D4A5DDC7}"/>
          </ac:grpSpMkLst>
        </pc:grpChg>
        <pc:grpChg chg="mod">
          <ac:chgData name="Stanley Rodrick" userId="8969fbcc-7c96-46fb-a663-9e2e5920ff04" providerId="ADAL" clId="{24A06C1B-BBF0-496F-87EA-07F67FE66881}" dt="2022-07-29T14:36:36.759" v="2"/>
          <ac:grpSpMkLst>
            <pc:docMk/>
            <pc:sldMk cId="1108166910" sldId="257"/>
            <ac:grpSpMk id="31" creationId="{E9018E7F-F00B-8B01-62FE-7285DC257893}"/>
          </ac:grpSpMkLst>
        </pc:grpChg>
        <pc:grpChg chg="mod">
          <ac:chgData name="Stanley Rodrick" userId="8969fbcc-7c96-46fb-a663-9e2e5920ff04" providerId="ADAL" clId="{24A06C1B-BBF0-496F-87EA-07F67FE66881}" dt="2022-07-29T14:36:36.759" v="2"/>
          <ac:grpSpMkLst>
            <pc:docMk/>
            <pc:sldMk cId="1108166910" sldId="257"/>
            <ac:grpSpMk id="33" creationId="{7A58F417-74A7-5936-5C01-62667DA22FD0}"/>
          </ac:grpSpMkLst>
        </pc:grpChg>
        <pc:picChg chg="add del">
          <ac:chgData name="Stanley Rodrick" userId="8969fbcc-7c96-46fb-a663-9e2e5920ff04" providerId="ADAL" clId="{24A06C1B-BBF0-496F-87EA-07F67FE66881}" dt="2022-07-29T14:36:35.919" v="1"/>
          <ac:picMkLst>
            <pc:docMk/>
            <pc:sldMk cId="1108166910" sldId="257"/>
            <ac:picMk id="3" creationId="{9BFB9769-6D12-76C5-8580-CF6FA6D75500}"/>
          </ac:picMkLst>
        </pc:picChg>
      </pc:sldChg>
      <pc:sldChg chg="addSp delSp modSp add mod">
        <pc:chgData name="Stanley Rodrick" userId="8969fbcc-7c96-46fb-a663-9e2e5920ff04" providerId="ADAL" clId="{24A06C1B-BBF0-496F-87EA-07F67FE66881}" dt="2022-07-29T14:45:26.225" v="101" actId="113"/>
        <pc:sldMkLst>
          <pc:docMk/>
          <pc:sldMk cId="880809305" sldId="258"/>
        </pc:sldMkLst>
        <pc:spChg chg="mod">
          <ac:chgData name="Stanley Rodrick" userId="8969fbcc-7c96-46fb-a663-9e2e5920ff04" providerId="ADAL" clId="{24A06C1B-BBF0-496F-87EA-07F67FE66881}" dt="2022-07-29T14:42:05.135" v="73"/>
          <ac:spMkLst>
            <pc:docMk/>
            <pc:sldMk cId="880809305" sldId="258"/>
            <ac:spMk id="2" creationId="{8BC1DA2B-FE6F-1C6E-BFA0-9B15DC40309D}"/>
          </ac:spMkLst>
        </pc:spChg>
        <pc:spChg chg="mod">
          <ac:chgData name="Stanley Rodrick" userId="8969fbcc-7c96-46fb-a663-9e2e5920ff04" providerId="ADAL" clId="{24A06C1B-BBF0-496F-87EA-07F67FE66881}" dt="2022-07-29T14:45:26.225" v="101" actId="113"/>
          <ac:spMkLst>
            <pc:docMk/>
            <pc:sldMk cId="880809305" sldId="258"/>
            <ac:spMk id="61" creationId="{DF27DA85-F987-F1D8-D192-5F2FDFB3E97F}"/>
          </ac:spMkLst>
        </pc:spChg>
        <pc:grpChg chg="del">
          <ac:chgData name="Stanley Rodrick" userId="8969fbcc-7c96-46fb-a663-9e2e5920ff04" providerId="ADAL" clId="{24A06C1B-BBF0-496F-87EA-07F67FE66881}" dt="2022-07-29T14:42:08.124" v="74" actId="478"/>
          <ac:grpSpMkLst>
            <pc:docMk/>
            <pc:sldMk cId="880809305" sldId="258"/>
            <ac:grpSpMk id="24" creationId="{4345AABC-D8E2-6AA0-51A7-90DDE13474DD}"/>
          </ac:grpSpMkLst>
        </pc:grpChg>
        <pc:picChg chg="add mod">
          <ac:chgData name="Stanley Rodrick" userId="8969fbcc-7c96-46fb-a663-9e2e5920ff04" providerId="ADAL" clId="{24A06C1B-BBF0-496F-87EA-07F67FE66881}" dt="2022-07-29T14:45:01.998" v="95" actId="1076"/>
          <ac:picMkLst>
            <pc:docMk/>
            <pc:sldMk cId="880809305" sldId="258"/>
            <ac:picMk id="4" creationId="{14164729-CAFB-9E98-F71E-098005085FA1}"/>
          </ac:picMkLst>
        </pc:picChg>
      </pc:sldChg>
      <pc:sldChg chg="delSp modSp add mod">
        <pc:chgData name="Stanley Rodrick" userId="8969fbcc-7c96-46fb-a663-9e2e5920ff04" providerId="ADAL" clId="{24A06C1B-BBF0-496F-87EA-07F67FE66881}" dt="2022-07-29T14:51:05.308" v="271" actId="15"/>
        <pc:sldMkLst>
          <pc:docMk/>
          <pc:sldMk cId="3476628832" sldId="259"/>
        </pc:sldMkLst>
        <pc:spChg chg="mod">
          <ac:chgData name="Stanley Rodrick" userId="8969fbcc-7c96-46fb-a663-9e2e5920ff04" providerId="ADAL" clId="{24A06C1B-BBF0-496F-87EA-07F67FE66881}" dt="2022-07-29T14:51:05.308" v="271" actId="15"/>
          <ac:spMkLst>
            <pc:docMk/>
            <pc:sldMk cId="3476628832" sldId="259"/>
            <ac:spMk id="61" creationId="{DF27DA85-F987-F1D8-D192-5F2FDFB3E97F}"/>
          </ac:spMkLst>
        </pc:spChg>
        <pc:picChg chg="del">
          <ac:chgData name="Stanley Rodrick" userId="8969fbcc-7c96-46fb-a663-9e2e5920ff04" providerId="ADAL" clId="{24A06C1B-BBF0-496F-87EA-07F67FE66881}" dt="2022-07-29T14:45:53.832" v="103" actId="478"/>
          <ac:picMkLst>
            <pc:docMk/>
            <pc:sldMk cId="3476628832" sldId="259"/>
            <ac:picMk id="4" creationId="{14164729-CAFB-9E98-F71E-098005085FA1}"/>
          </ac:picMkLst>
        </pc:picChg>
      </pc:sldChg>
      <pc:sldChg chg="modSp add mod">
        <pc:chgData name="Stanley Rodrick" userId="8969fbcc-7c96-46fb-a663-9e2e5920ff04" providerId="ADAL" clId="{24A06C1B-BBF0-496F-87EA-07F67FE66881}" dt="2022-07-29T14:50:34.523" v="259" actId="255"/>
        <pc:sldMkLst>
          <pc:docMk/>
          <pc:sldMk cId="3075533555" sldId="260"/>
        </pc:sldMkLst>
        <pc:spChg chg="mod">
          <ac:chgData name="Stanley Rodrick" userId="8969fbcc-7c96-46fb-a663-9e2e5920ff04" providerId="ADAL" clId="{24A06C1B-BBF0-496F-87EA-07F67FE66881}" dt="2022-07-29T14:50:34.523" v="259" actId="255"/>
          <ac:spMkLst>
            <pc:docMk/>
            <pc:sldMk cId="3075533555" sldId="260"/>
            <ac:spMk id="61" creationId="{DF27DA85-F987-F1D8-D192-5F2FDFB3E97F}"/>
          </ac:spMkLst>
        </pc:spChg>
      </pc:sldChg>
      <pc:sldChg chg="modSp add mod">
        <pc:chgData name="Stanley Rodrick" userId="8969fbcc-7c96-46fb-a663-9e2e5920ff04" providerId="ADAL" clId="{24A06C1B-BBF0-496F-87EA-07F67FE66881}" dt="2022-07-29T14:53:43.664" v="333" actId="207"/>
        <pc:sldMkLst>
          <pc:docMk/>
          <pc:sldMk cId="488210269" sldId="261"/>
        </pc:sldMkLst>
        <pc:spChg chg="mod">
          <ac:chgData name="Stanley Rodrick" userId="8969fbcc-7c96-46fb-a663-9e2e5920ff04" providerId="ADAL" clId="{24A06C1B-BBF0-496F-87EA-07F67FE66881}" dt="2022-07-29T14:53:43.664" v="333" actId="207"/>
          <ac:spMkLst>
            <pc:docMk/>
            <pc:sldMk cId="488210269" sldId="261"/>
            <ac:spMk id="61" creationId="{DF27DA85-F987-F1D8-D192-5F2FDFB3E97F}"/>
          </ac:spMkLst>
        </pc:spChg>
      </pc:sldChg>
      <pc:sldChg chg="modSp add mod">
        <pc:chgData name="Stanley Rodrick" userId="8969fbcc-7c96-46fb-a663-9e2e5920ff04" providerId="ADAL" clId="{24A06C1B-BBF0-496F-87EA-07F67FE66881}" dt="2022-07-29T14:56:56.543" v="390" actId="255"/>
        <pc:sldMkLst>
          <pc:docMk/>
          <pc:sldMk cId="845077234" sldId="262"/>
        </pc:sldMkLst>
        <pc:spChg chg="mod">
          <ac:chgData name="Stanley Rodrick" userId="8969fbcc-7c96-46fb-a663-9e2e5920ff04" providerId="ADAL" clId="{24A06C1B-BBF0-496F-87EA-07F67FE66881}" dt="2022-07-29T14:55:15.719" v="337" actId="207"/>
          <ac:spMkLst>
            <pc:docMk/>
            <pc:sldMk cId="845077234" sldId="262"/>
            <ac:spMk id="2" creationId="{8BC1DA2B-FE6F-1C6E-BFA0-9B15DC40309D}"/>
          </ac:spMkLst>
        </pc:spChg>
        <pc:spChg chg="mod">
          <ac:chgData name="Stanley Rodrick" userId="8969fbcc-7c96-46fb-a663-9e2e5920ff04" providerId="ADAL" clId="{24A06C1B-BBF0-496F-87EA-07F67FE66881}" dt="2022-07-29T14:56:56.543" v="390" actId="255"/>
          <ac:spMkLst>
            <pc:docMk/>
            <pc:sldMk cId="845077234" sldId="262"/>
            <ac:spMk id="61" creationId="{DF27DA85-F987-F1D8-D192-5F2FDFB3E97F}"/>
          </ac:spMkLst>
        </pc:spChg>
      </pc:sldChg>
      <pc:sldChg chg="modSp add mod">
        <pc:chgData name="Stanley Rodrick" userId="8969fbcc-7c96-46fb-a663-9e2e5920ff04" providerId="ADAL" clId="{24A06C1B-BBF0-496F-87EA-07F67FE66881}" dt="2022-07-29T15:01:11.580" v="402" actId="20577"/>
        <pc:sldMkLst>
          <pc:docMk/>
          <pc:sldMk cId="3760532469" sldId="263"/>
        </pc:sldMkLst>
        <pc:spChg chg="mod">
          <ac:chgData name="Stanley Rodrick" userId="8969fbcc-7c96-46fb-a663-9e2e5920ff04" providerId="ADAL" clId="{24A06C1B-BBF0-496F-87EA-07F67FE66881}" dt="2022-07-29T15:01:11.580" v="402" actId="20577"/>
          <ac:spMkLst>
            <pc:docMk/>
            <pc:sldMk cId="3760532469" sldId="263"/>
            <ac:spMk id="2" creationId="{8BC1DA2B-FE6F-1C6E-BFA0-9B15DC40309D}"/>
          </ac:spMkLst>
        </pc:spChg>
      </pc:sldChg>
    </pc:docChg>
  </pc:docChgLst>
  <pc:docChgLst>
    <pc:chgData name="Stanley Rodrick" userId="8969fbcc-7c96-46fb-a663-9e2e5920ff04" providerId="ADAL" clId="{7C03ADE2-4F50-47C0-B720-7B68675E77E5}"/>
    <pc:docChg chg="undo custSel addSld modSld sldOrd">
      <pc:chgData name="Stanley Rodrick" userId="8969fbcc-7c96-46fb-a663-9e2e5920ff04" providerId="ADAL" clId="{7C03ADE2-4F50-47C0-B720-7B68675E77E5}" dt="2022-08-02T07:49:26.258" v="1531" actId="1076"/>
      <pc:docMkLst>
        <pc:docMk/>
      </pc:docMkLst>
      <pc:sldChg chg="addSp delSp modSp mod">
        <pc:chgData name="Stanley Rodrick" userId="8969fbcc-7c96-46fb-a663-9e2e5920ff04" providerId="ADAL" clId="{7C03ADE2-4F50-47C0-B720-7B68675E77E5}" dt="2022-08-02T07:07:41.858" v="464" actId="20577"/>
        <pc:sldMkLst>
          <pc:docMk/>
          <pc:sldMk cId="2285829932" sldId="304"/>
        </pc:sldMkLst>
        <pc:spChg chg="mod">
          <ac:chgData name="Stanley Rodrick" userId="8969fbcc-7c96-46fb-a663-9e2e5920ff04" providerId="ADAL" clId="{7C03ADE2-4F50-47C0-B720-7B68675E77E5}" dt="2022-08-02T07:03:48.463" v="421" actId="404"/>
          <ac:spMkLst>
            <pc:docMk/>
            <pc:sldMk cId="2285829932" sldId="304"/>
            <ac:spMk id="2" creationId="{8BC1DA2B-FE6F-1C6E-BFA0-9B15DC40309D}"/>
          </ac:spMkLst>
        </pc:spChg>
        <pc:spChg chg="add mod">
          <ac:chgData name="Stanley Rodrick" userId="8969fbcc-7c96-46fb-a663-9e2e5920ff04" providerId="ADAL" clId="{7C03ADE2-4F50-47C0-B720-7B68675E77E5}" dt="2022-08-02T04:05:01.575" v="17" actId="1076"/>
          <ac:spMkLst>
            <pc:docMk/>
            <pc:sldMk cId="2285829932" sldId="304"/>
            <ac:spMk id="4" creationId="{B2CE74E2-FB43-99A9-1D2F-A7F94C110830}"/>
          </ac:spMkLst>
        </pc:spChg>
        <pc:spChg chg="mod">
          <ac:chgData name="Stanley Rodrick" userId="8969fbcc-7c96-46fb-a663-9e2e5920ff04" providerId="ADAL" clId="{7C03ADE2-4F50-47C0-B720-7B68675E77E5}" dt="2022-08-02T07:04:34.462" v="431" actId="1076"/>
          <ac:spMkLst>
            <pc:docMk/>
            <pc:sldMk cId="2285829932" sldId="304"/>
            <ac:spMk id="6" creationId="{64B1276E-BA45-6442-B26A-39DCBF97369A}"/>
          </ac:spMkLst>
        </pc:spChg>
        <pc:spChg chg="mod">
          <ac:chgData name="Stanley Rodrick" userId="8969fbcc-7c96-46fb-a663-9e2e5920ff04" providerId="ADAL" clId="{7C03ADE2-4F50-47C0-B720-7B68675E77E5}" dt="2022-08-02T07:03:51.349" v="422" actId="1076"/>
          <ac:spMkLst>
            <pc:docMk/>
            <pc:sldMk cId="2285829932" sldId="304"/>
            <ac:spMk id="25" creationId="{D856AD59-8AD1-B85F-4827-7B31CC175126}"/>
          </ac:spMkLst>
        </pc:spChg>
        <pc:spChg chg="mod">
          <ac:chgData name="Stanley Rodrick" userId="8969fbcc-7c96-46fb-a663-9e2e5920ff04" providerId="ADAL" clId="{7C03ADE2-4F50-47C0-B720-7B68675E77E5}" dt="2022-08-02T04:59:43.792" v="414" actId="1036"/>
          <ac:spMkLst>
            <pc:docMk/>
            <pc:sldMk cId="2285829932" sldId="304"/>
            <ac:spMk id="27" creationId="{A42FE439-5F76-6887-4650-34EB9380ED35}"/>
          </ac:spMkLst>
        </pc:spChg>
        <pc:spChg chg="mod">
          <ac:chgData name="Stanley Rodrick" userId="8969fbcc-7c96-46fb-a663-9e2e5920ff04" providerId="ADAL" clId="{7C03ADE2-4F50-47C0-B720-7B68675E77E5}" dt="2022-08-02T07:06:53.856" v="458" actId="1076"/>
          <ac:spMkLst>
            <pc:docMk/>
            <pc:sldMk cId="2285829932" sldId="304"/>
            <ac:spMk id="31" creationId="{2BD0817A-FF06-061C-1F86-E815B049AA84}"/>
          </ac:spMkLst>
        </pc:spChg>
        <pc:spChg chg="mod">
          <ac:chgData name="Stanley Rodrick" userId="8969fbcc-7c96-46fb-a663-9e2e5920ff04" providerId="ADAL" clId="{7C03ADE2-4F50-47C0-B720-7B68675E77E5}" dt="2022-08-02T07:05:56.398" v="443" actId="1076"/>
          <ac:spMkLst>
            <pc:docMk/>
            <pc:sldMk cId="2285829932" sldId="304"/>
            <ac:spMk id="32" creationId="{893F9A6A-19A9-242F-DEDD-F82161D57097}"/>
          </ac:spMkLst>
        </pc:spChg>
        <pc:spChg chg="mod">
          <ac:chgData name="Stanley Rodrick" userId="8969fbcc-7c96-46fb-a663-9e2e5920ff04" providerId="ADAL" clId="{7C03ADE2-4F50-47C0-B720-7B68675E77E5}" dt="2022-08-02T07:05:26.678" v="437" actId="1076"/>
          <ac:spMkLst>
            <pc:docMk/>
            <pc:sldMk cId="2285829932" sldId="304"/>
            <ac:spMk id="33" creationId="{80E3ADB8-D254-94C7-3746-745EC21DE1E4}"/>
          </ac:spMkLst>
        </pc:spChg>
        <pc:spChg chg="mod">
          <ac:chgData name="Stanley Rodrick" userId="8969fbcc-7c96-46fb-a663-9e2e5920ff04" providerId="ADAL" clId="{7C03ADE2-4F50-47C0-B720-7B68675E77E5}" dt="2022-08-02T07:06:07.104" v="446" actId="1076"/>
          <ac:spMkLst>
            <pc:docMk/>
            <pc:sldMk cId="2285829932" sldId="304"/>
            <ac:spMk id="35" creationId="{3046C4AC-C0EA-758D-6D65-7E8F5B9C4788}"/>
          </ac:spMkLst>
        </pc:spChg>
        <pc:spChg chg="mod">
          <ac:chgData name="Stanley Rodrick" userId="8969fbcc-7c96-46fb-a663-9e2e5920ff04" providerId="ADAL" clId="{7C03ADE2-4F50-47C0-B720-7B68675E77E5}" dt="2022-08-02T07:04:43.289" v="433" actId="1076"/>
          <ac:spMkLst>
            <pc:docMk/>
            <pc:sldMk cId="2285829932" sldId="304"/>
            <ac:spMk id="102" creationId="{AB617828-F51D-D812-8AD6-97654F2B70B9}"/>
          </ac:spMkLst>
        </pc:spChg>
        <pc:spChg chg="mod">
          <ac:chgData name="Stanley Rodrick" userId="8969fbcc-7c96-46fb-a663-9e2e5920ff04" providerId="ADAL" clId="{7C03ADE2-4F50-47C0-B720-7B68675E77E5}" dt="2022-08-02T07:04:38.122" v="432" actId="1076"/>
          <ac:spMkLst>
            <pc:docMk/>
            <pc:sldMk cId="2285829932" sldId="304"/>
            <ac:spMk id="103" creationId="{1D20C9A3-C688-B235-9A65-1A97FDC14A3D}"/>
          </ac:spMkLst>
        </pc:spChg>
        <pc:spChg chg="mod">
          <ac:chgData name="Stanley Rodrick" userId="8969fbcc-7c96-46fb-a663-9e2e5920ff04" providerId="ADAL" clId="{7C03ADE2-4F50-47C0-B720-7B68675E77E5}" dt="2022-08-02T07:04:38.122" v="432" actId="1076"/>
          <ac:spMkLst>
            <pc:docMk/>
            <pc:sldMk cId="2285829932" sldId="304"/>
            <ac:spMk id="104" creationId="{8502DB29-17E0-D27B-C41B-427ADF585587}"/>
          </ac:spMkLst>
        </pc:spChg>
        <pc:spChg chg="mod">
          <ac:chgData name="Stanley Rodrick" userId="8969fbcc-7c96-46fb-a663-9e2e5920ff04" providerId="ADAL" clId="{7C03ADE2-4F50-47C0-B720-7B68675E77E5}" dt="2022-08-02T07:04:10.445" v="425" actId="1076"/>
          <ac:spMkLst>
            <pc:docMk/>
            <pc:sldMk cId="2285829932" sldId="304"/>
            <ac:spMk id="113" creationId="{EB271207-315B-A35B-B8F8-19EBBB3A7848}"/>
          </ac:spMkLst>
        </pc:spChg>
        <pc:spChg chg="del">
          <ac:chgData name="Stanley Rodrick" userId="8969fbcc-7c96-46fb-a663-9e2e5920ff04" providerId="ADAL" clId="{7C03ADE2-4F50-47C0-B720-7B68675E77E5}" dt="2022-08-02T04:05:09.677" v="19" actId="478"/>
          <ac:spMkLst>
            <pc:docMk/>
            <pc:sldMk cId="2285829932" sldId="304"/>
            <ac:spMk id="120" creationId="{6CCE61F9-2CBB-CD6C-A4BC-F71D0520C310}"/>
          </ac:spMkLst>
        </pc:spChg>
        <pc:spChg chg="mod">
          <ac:chgData name="Stanley Rodrick" userId="8969fbcc-7c96-46fb-a663-9e2e5920ff04" providerId="ADAL" clId="{7C03ADE2-4F50-47C0-B720-7B68675E77E5}" dt="2022-08-02T07:06:13.202" v="447" actId="1076"/>
          <ac:spMkLst>
            <pc:docMk/>
            <pc:sldMk cId="2285829932" sldId="304"/>
            <ac:spMk id="126" creationId="{A7AD6765-C701-14AB-A563-0A21D8738814}"/>
          </ac:spMkLst>
        </pc:spChg>
        <pc:spChg chg="mod">
          <ac:chgData name="Stanley Rodrick" userId="8969fbcc-7c96-46fb-a663-9e2e5920ff04" providerId="ADAL" clId="{7C03ADE2-4F50-47C0-B720-7B68675E77E5}" dt="2022-08-02T07:06:15.678" v="448" actId="1076"/>
          <ac:spMkLst>
            <pc:docMk/>
            <pc:sldMk cId="2285829932" sldId="304"/>
            <ac:spMk id="127" creationId="{D1F3B68B-77DF-14E3-C6DC-4FFECF30DA81}"/>
          </ac:spMkLst>
        </pc:spChg>
        <pc:spChg chg="mod">
          <ac:chgData name="Stanley Rodrick" userId="8969fbcc-7c96-46fb-a663-9e2e5920ff04" providerId="ADAL" clId="{7C03ADE2-4F50-47C0-B720-7B68675E77E5}" dt="2022-08-02T07:05:41.242" v="441" actId="1076"/>
          <ac:spMkLst>
            <pc:docMk/>
            <pc:sldMk cId="2285829932" sldId="304"/>
            <ac:spMk id="128" creationId="{798DCABF-A297-B276-B095-742E842573A2}"/>
          </ac:spMkLst>
        </pc:spChg>
        <pc:spChg chg="add mod">
          <ac:chgData name="Stanley Rodrick" userId="8969fbcc-7c96-46fb-a663-9e2e5920ff04" providerId="ADAL" clId="{7C03ADE2-4F50-47C0-B720-7B68675E77E5}" dt="2022-08-02T04:05:33.843" v="23" actId="1076"/>
          <ac:spMkLst>
            <pc:docMk/>
            <pc:sldMk cId="2285829932" sldId="304"/>
            <ac:spMk id="129" creationId="{441F6004-87DA-6818-85A5-5F3F712C0784}"/>
          </ac:spMkLst>
        </pc:spChg>
        <pc:spChg chg="add mod">
          <ac:chgData name="Stanley Rodrick" userId="8969fbcc-7c96-46fb-a663-9e2e5920ff04" providerId="ADAL" clId="{7C03ADE2-4F50-47C0-B720-7B68675E77E5}" dt="2022-08-02T07:05:38.302" v="440" actId="1076"/>
          <ac:spMkLst>
            <pc:docMk/>
            <pc:sldMk cId="2285829932" sldId="304"/>
            <ac:spMk id="130" creationId="{BE4590B0-63FC-3B4B-B8EC-E53209192F5A}"/>
          </ac:spMkLst>
        </pc:spChg>
        <pc:spChg chg="mod">
          <ac:chgData name="Stanley Rodrick" userId="8969fbcc-7c96-46fb-a663-9e2e5920ff04" providerId="ADAL" clId="{7C03ADE2-4F50-47C0-B720-7B68675E77E5}" dt="2022-08-02T07:05:45.143" v="442" actId="1076"/>
          <ac:spMkLst>
            <pc:docMk/>
            <pc:sldMk cId="2285829932" sldId="304"/>
            <ac:spMk id="138" creationId="{02C8D1F1-1999-D895-BF7D-13A475492788}"/>
          </ac:spMkLst>
        </pc:spChg>
        <pc:spChg chg="mod">
          <ac:chgData name="Stanley Rodrick" userId="8969fbcc-7c96-46fb-a663-9e2e5920ff04" providerId="ADAL" clId="{7C03ADE2-4F50-47C0-B720-7B68675E77E5}" dt="2022-08-02T07:06:40.952" v="455" actId="1076"/>
          <ac:spMkLst>
            <pc:docMk/>
            <pc:sldMk cId="2285829932" sldId="304"/>
            <ac:spMk id="141" creationId="{8DC09326-2DC0-BBFE-F2D5-C67992C563D6}"/>
          </ac:spMkLst>
        </pc:spChg>
        <pc:spChg chg="mod">
          <ac:chgData name="Stanley Rodrick" userId="8969fbcc-7c96-46fb-a663-9e2e5920ff04" providerId="ADAL" clId="{7C03ADE2-4F50-47C0-B720-7B68675E77E5}" dt="2022-08-02T07:06:46.433" v="456" actId="1076"/>
          <ac:spMkLst>
            <pc:docMk/>
            <pc:sldMk cId="2285829932" sldId="304"/>
            <ac:spMk id="142" creationId="{488888F7-3104-6E98-9D45-912840DB30E4}"/>
          </ac:spMkLst>
        </pc:spChg>
        <pc:spChg chg="mod">
          <ac:chgData name="Stanley Rodrick" userId="8969fbcc-7c96-46fb-a663-9e2e5920ff04" providerId="ADAL" clId="{7C03ADE2-4F50-47C0-B720-7B68675E77E5}" dt="2022-08-02T07:05:35.565" v="439" actId="1076"/>
          <ac:spMkLst>
            <pc:docMk/>
            <pc:sldMk cId="2285829932" sldId="304"/>
            <ac:spMk id="147" creationId="{0E6BE3FA-90C3-FE9F-7005-0AA2FD5FEFDA}"/>
          </ac:spMkLst>
        </pc:spChg>
        <pc:spChg chg="mod">
          <ac:chgData name="Stanley Rodrick" userId="8969fbcc-7c96-46fb-a663-9e2e5920ff04" providerId="ADAL" clId="{7C03ADE2-4F50-47C0-B720-7B68675E77E5}" dt="2022-08-02T07:05:30.856" v="438" actId="1076"/>
          <ac:spMkLst>
            <pc:docMk/>
            <pc:sldMk cId="2285829932" sldId="304"/>
            <ac:spMk id="148" creationId="{27D60070-5B98-80D9-3398-DA55D3E60D61}"/>
          </ac:spMkLst>
        </pc:spChg>
        <pc:spChg chg="add mod">
          <ac:chgData name="Stanley Rodrick" userId="8969fbcc-7c96-46fb-a663-9e2e5920ff04" providerId="ADAL" clId="{7C03ADE2-4F50-47C0-B720-7B68675E77E5}" dt="2022-08-02T07:07:41.858" v="464" actId="20577"/>
          <ac:spMkLst>
            <pc:docMk/>
            <pc:sldMk cId="2285829932" sldId="304"/>
            <ac:spMk id="149" creationId="{88D103A2-C189-2216-480D-0C6092D66DD0}"/>
          </ac:spMkLst>
        </pc:spChg>
        <pc:spChg chg="mod">
          <ac:chgData name="Stanley Rodrick" userId="8969fbcc-7c96-46fb-a663-9e2e5920ff04" providerId="ADAL" clId="{7C03ADE2-4F50-47C0-B720-7B68675E77E5}" dt="2022-08-02T07:06:19.797" v="449" actId="1076"/>
          <ac:spMkLst>
            <pc:docMk/>
            <pc:sldMk cId="2285829932" sldId="304"/>
            <ac:spMk id="151" creationId="{6597A2AE-5688-B894-ACCE-1576CCB94BEB}"/>
          </ac:spMkLst>
        </pc:spChg>
        <pc:spChg chg="mod">
          <ac:chgData name="Stanley Rodrick" userId="8969fbcc-7c96-46fb-a663-9e2e5920ff04" providerId="ADAL" clId="{7C03ADE2-4F50-47C0-B720-7B68675E77E5}" dt="2022-08-02T07:06:19.797" v="449" actId="1076"/>
          <ac:spMkLst>
            <pc:docMk/>
            <pc:sldMk cId="2285829932" sldId="304"/>
            <ac:spMk id="152" creationId="{330AAF91-4B18-E5E0-B885-D8C7595B2B22}"/>
          </ac:spMkLst>
        </pc:spChg>
        <pc:spChg chg="mod">
          <ac:chgData name="Stanley Rodrick" userId="8969fbcc-7c96-46fb-a663-9e2e5920ff04" providerId="ADAL" clId="{7C03ADE2-4F50-47C0-B720-7B68675E77E5}" dt="2022-08-02T07:04:21.388" v="427" actId="1076"/>
          <ac:spMkLst>
            <pc:docMk/>
            <pc:sldMk cId="2285829932" sldId="304"/>
            <ac:spMk id="165" creationId="{A1B55871-397A-3AD2-C79D-C9706BA16032}"/>
          </ac:spMkLst>
        </pc:spChg>
        <pc:spChg chg="mod">
          <ac:chgData name="Stanley Rodrick" userId="8969fbcc-7c96-46fb-a663-9e2e5920ff04" providerId="ADAL" clId="{7C03ADE2-4F50-47C0-B720-7B68675E77E5}" dt="2022-08-02T07:04:21.388" v="427" actId="1076"/>
          <ac:spMkLst>
            <pc:docMk/>
            <pc:sldMk cId="2285829932" sldId="304"/>
            <ac:spMk id="166" creationId="{07A0876C-4FFC-A889-CC46-463508F825AC}"/>
          </ac:spMkLst>
        </pc:spChg>
        <pc:spChg chg="mod">
          <ac:chgData name="Stanley Rodrick" userId="8969fbcc-7c96-46fb-a663-9e2e5920ff04" providerId="ADAL" clId="{7C03ADE2-4F50-47C0-B720-7B68675E77E5}" dt="2022-08-02T04:05:28.709" v="22" actId="1076"/>
          <ac:spMkLst>
            <pc:docMk/>
            <pc:sldMk cId="2285829932" sldId="304"/>
            <ac:spMk id="187" creationId="{C8A49038-C429-4AEC-9346-316B46D5BFA6}"/>
          </ac:spMkLst>
        </pc:spChg>
        <pc:spChg chg="mod">
          <ac:chgData name="Stanley Rodrick" userId="8969fbcc-7c96-46fb-a663-9e2e5920ff04" providerId="ADAL" clId="{7C03ADE2-4F50-47C0-B720-7B68675E77E5}" dt="2022-08-02T07:03:53.246" v="423" actId="1076"/>
          <ac:spMkLst>
            <pc:docMk/>
            <pc:sldMk cId="2285829932" sldId="304"/>
            <ac:spMk id="188" creationId="{41A92D42-CD08-814D-81A2-4F85294E5724}"/>
          </ac:spMkLst>
        </pc:spChg>
        <pc:cxnChg chg="mod">
          <ac:chgData name="Stanley Rodrick" userId="8969fbcc-7c96-46fb-a663-9e2e5920ff04" providerId="ADAL" clId="{7C03ADE2-4F50-47C0-B720-7B68675E77E5}" dt="2022-08-02T07:04:48.298" v="435" actId="14100"/>
          <ac:cxnSpMkLst>
            <pc:docMk/>
            <pc:sldMk cId="2285829932" sldId="304"/>
            <ac:cxnSpMk id="40" creationId="{87A16DD3-57D0-F0B1-C926-122099DD464F}"/>
          </ac:cxnSpMkLst>
        </pc:cxnChg>
        <pc:cxnChg chg="del mod">
          <ac:chgData name="Stanley Rodrick" userId="8969fbcc-7c96-46fb-a663-9e2e5920ff04" providerId="ADAL" clId="{7C03ADE2-4F50-47C0-B720-7B68675E77E5}" dt="2022-08-02T07:04:24.729" v="428" actId="478"/>
          <ac:cxnSpMkLst>
            <pc:docMk/>
            <pc:sldMk cId="2285829932" sldId="304"/>
            <ac:cxnSpMk id="50" creationId="{D20FDDC8-9FFE-0CAD-6001-A90F71AEF65E}"/>
          </ac:cxnSpMkLst>
        </pc:cxnChg>
        <pc:cxnChg chg="mod">
          <ac:chgData name="Stanley Rodrick" userId="8969fbcc-7c96-46fb-a663-9e2e5920ff04" providerId="ADAL" clId="{7C03ADE2-4F50-47C0-B720-7B68675E77E5}" dt="2022-08-02T07:06:07.104" v="446" actId="1076"/>
          <ac:cxnSpMkLst>
            <pc:docMk/>
            <pc:sldMk cId="2285829932" sldId="304"/>
            <ac:cxnSpMk id="63" creationId="{3167A8A4-1FA0-C3DB-6A2C-D73615B064B8}"/>
          </ac:cxnSpMkLst>
        </pc:cxnChg>
        <pc:cxnChg chg="mod">
          <ac:chgData name="Stanley Rodrick" userId="8969fbcc-7c96-46fb-a663-9e2e5920ff04" providerId="ADAL" clId="{7C03ADE2-4F50-47C0-B720-7B68675E77E5}" dt="2022-08-02T07:06:53.856" v="458" actId="1076"/>
          <ac:cxnSpMkLst>
            <pc:docMk/>
            <pc:sldMk cId="2285829932" sldId="304"/>
            <ac:cxnSpMk id="69" creationId="{3D49F545-30CE-9514-0F7A-9A1FE2A7E7A9}"/>
          </ac:cxnSpMkLst>
        </pc:cxnChg>
        <pc:cxnChg chg="mod">
          <ac:chgData name="Stanley Rodrick" userId="8969fbcc-7c96-46fb-a663-9e2e5920ff04" providerId="ADAL" clId="{7C03ADE2-4F50-47C0-B720-7B68675E77E5}" dt="2022-08-02T04:59:43.792" v="414" actId="1036"/>
          <ac:cxnSpMkLst>
            <pc:docMk/>
            <pc:sldMk cId="2285829932" sldId="304"/>
            <ac:cxnSpMk id="78" creationId="{D41507B2-267D-4959-302C-5523DCA51436}"/>
          </ac:cxnSpMkLst>
        </pc:cxnChg>
        <pc:cxnChg chg="mod">
          <ac:chgData name="Stanley Rodrick" userId="8969fbcc-7c96-46fb-a663-9e2e5920ff04" providerId="ADAL" clId="{7C03ADE2-4F50-47C0-B720-7B68675E77E5}" dt="2022-08-02T07:05:56.398" v="443" actId="1076"/>
          <ac:cxnSpMkLst>
            <pc:docMk/>
            <pc:sldMk cId="2285829932" sldId="304"/>
            <ac:cxnSpMk id="80" creationId="{6EBCAF43-70E8-3293-3BCB-EA2EB1F5FE32}"/>
          </ac:cxnSpMkLst>
        </pc:cxnChg>
        <pc:cxnChg chg="mod">
          <ac:chgData name="Stanley Rodrick" userId="8969fbcc-7c96-46fb-a663-9e2e5920ff04" providerId="ADAL" clId="{7C03ADE2-4F50-47C0-B720-7B68675E77E5}" dt="2022-08-02T07:05:56.398" v="443" actId="1076"/>
          <ac:cxnSpMkLst>
            <pc:docMk/>
            <pc:sldMk cId="2285829932" sldId="304"/>
            <ac:cxnSpMk id="82" creationId="{E08FF52B-3A24-0D84-1047-93029B31526B}"/>
          </ac:cxnSpMkLst>
        </pc:cxnChg>
        <pc:cxnChg chg="mod">
          <ac:chgData name="Stanley Rodrick" userId="8969fbcc-7c96-46fb-a663-9e2e5920ff04" providerId="ADAL" clId="{7C03ADE2-4F50-47C0-B720-7B68675E77E5}" dt="2022-08-02T07:06:53.856" v="458" actId="1076"/>
          <ac:cxnSpMkLst>
            <pc:docMk/>
            <pc:sldMk cId="2285829932" sldId="304"/>
            <ac:cxnSpMk id="84" creationId="{69DF27FB-CC44-618D-2996-39A47D83D3B4}"/>
          </ac:cxnSpMkLst>
        </pc:cxnChg>
        <pc:cxnChg chg="mod">
          <ac:chgData name="Stanley Rodrick" userId="8969fbcc-7c96-46fb-a663-9e2e5920ff04" providerId="ADAL" clId="{7C03ADE2-4F50-47C0-B720-7B68675E77E5}" dt="2022-08-02T07:05:26.678" v="437" actId="1076"/>
          <ac:cxnSpMkLst>
            <pc:docMk/>
            <pc:sldMk cId="2285829932" sldId="304"/>
            <ac:cxnSpMk id="86" creationId="{F174DF5A-E979-6C6D-9996-667ADBB71EF9}"/>
          </ac:cxnSpMkLst>
        </pc:cxnChg>
        <pc:cxnChg chg="del">
          <ac:chgData name="Stanley Rodrick" userId="8969fbcc-7c96-46fb-a663-9e2e5920ff04" providerId="ADAL" clId="{7C03ADE2-4F50-47C0-B720-7B68675E77E5}" dt="2022-08-02T04:05:08.037" v="18" actId="478"/>
          <ac:cxnSpMkLst>
            <pc:docMk/>
            <pc:sldMk cId="2285829932" sldId="304"/>
            <ac:cxnSpMk id="90" creationId="{D426D4FC-0EEF-2058-D140-E46080FE008E}"/>
          </ac:cxnSpMkLst>
        </pc:cxnChg>
        <pc:cxnChg chg="del">
          <ac:chgData name="Stanley Rodrick" userId="8969fbcc-7c96-46fb-a663-9e2e5920ff04" providerId="ADAL" clId="{7C03ADE2-4F50-47C0-B720-7B68675E77E5}" dt="2022-08-02T04:05:36.350" v="25" actId="478"/>
          <ac:cxnSpMkLst>
            <pc:docMk/>
            <pc:sldMk cId="2285829932" sldId="304"/>
            <ac:cxnSpMk id="92" creationId="{2997F187-5326-82A4-B3DC-F9CE59003269}"/>
          </ac:cxnSpMkLst>
        </pc:cxnChg>
        <pc:cxnChg chg="del">
          <ac:chgData name="Stanley Rodrick" userId="8969fbcc-7c96-46fb-a663-9e2e5920ff04" providerId="ADAL" clId="{7C03ADE2-4F50-47C0-B720-7B68675E77E5}" dt="2022-08-02T07:06:21.585" v="450" actId="478"/>
          <ac:cxnSpMkLst>
            <pc:docMk/>
            <pc:sldMk cId="2285829932" sldId="304"/>
            <ac:cxnSpMk id="96" creationId="{4D16201D-0431-0270-DBC5-E34B06682021}"/>
          </ac:cxnSpMkLst>
        </pc:cxnChg>
        <pc:cxnChg chg="mod">
          <ac:chgData name="Stanley Rodrick" userId="8969fbcc-7c96-46fb-a663-9e2e5920ff04" providerId="ADAL" clId="{7C03ADE2-4F50-47C0-B720-7B68675E77E5}" dt="2022-08-02T07:06:37.446" v="454" actId="14100"/>
          <ac:cxnSpMkLst>
            <pc:docMk/>
            <pc:sldMk cId="2285829932" sldId="304"/>
            <ac:cxnSpMk id="97" creationId="{335AF94D-4016-0B02-F407-E4428B8873B2}"/>
          </ac:cxnSpMkLst>
        </pc:cxnChg>
        <pc:cxnChg chg="add mod">
          <ac:chgData name="Stanley Rodrick" userId="8969fbcc-7c96-46fb-a663-9e2e5920ff04" providerId="ADAL" clId="{7C03ADE2-4F50-47C0-B720-7B68675E77E5}" dt="2022-08-02T07:04:30.603" v="430" actId="1076"/>
          <ac:cxnSpMkLst>
            <pc:docMk/>
            <pc:sldMk cId="2285829932" sldId="304"/>
            <ac:cxnSpMk id="131" creationId="{C19988A0-819E-9076-7322-BCE6F8825FDE}"/>
          </ac:cxnSpMkLst>
        </pc:cxnChg>
        <pc:cxnChg chg="add mod">
          <ac:chgData name="Stanley Rodrick" userId="8969fbcc-7c96-46fb-a663-9e2e5920ff04" providerId="ADAL" clId="{7C03ADE2-4F50-47C0-B720-7B68675E77E5}" dt="2022-08-02T07:06:31.164" v="452" actId="1076"/>
          <ac:cxnSpMkLst>
            <pc:docMk/>
            <pc:sldMk cId="2285829932" sldId="304"/>
            <ac:cxnSpMk id="134" creationId="{86F7D020-075E-DBFC-D670-7EAC12A139AD}"/>
          </ac:cxnSpMkLst>
        </pc:cxnChg>
        <pc:cxnChg chg="del">
          <ac:chgData name="Stanley Rodrick" userId="8969fbcc-7c96-46fb-a663-9e2e5920ff04" providerId="ADAL" clId="{7C03ADE2-4F50-47C0-B720-7B68675E77E5}" dt="2022-08-02T04:03:44.090" v="0" actId="478"/>
          <ac:cxnSpMkLst>
            <pc:docMk/>
            <pc:sldMk cId="2285829932" sldId="304"/>
            <ac:cxnSpMk id="179" creationId="{20039241-CD8A-5A8D-CF75-48267817B08C}"/>
          </ac:cxnSpMkLst>
        </pc:cxnChg>
      </pc:sldChg>
      <pc:sldChg chg="modSp mod">
        <pc:chgData name="Stanley Rodrick" userId="8969fbcc-7c96-46fb-a663-9e2e5920ff04" providerId="ADAL" clId="{7C03ADE2-4F50-47C0-B720-7B68675E77E5}" dt="2022-08-02T07:16:09.118" v="722" actId="20577"/>
        <pc:sldMkLst>
          <pc:docMk/>
          <pc:sldMk cId="2243754831" sldId="305"/>
        </pc:sldMkLst>
        <pc:spChg chg="mod">
          <ac:chgData name="Stanley Rodrick" userId="8969fbcc-7c96-46fb-a663-9e2e5920ff04" providerId="ADAL" clId="{7C03ADE2-4F50-47C0-B720-7B68675E77E5}" dt="2022-08-02T07:16:09.118" v="722" actId="20577"/>
          <ac:spMkLst>
            <pc:docMk/>
            <pc:sldMk cId="2243754831" sldId="305"/>
            <ac:spMk id="36" creationId="{77BC1568-08E3-4891-21BC-20C524B6D7B6}"/>
          </ac:spMkLst>
        </pc:spChg>
      </pc:sldChg>
      <pc:sldChg chg="modSp mod">
        <pc:chgData name="Stanley Rodrick" userId="8969fbcc-7c96-46fb-a663-9e2e5920ff04" providerId="ADAL" clId="{7C03ADE2-4F50-47C0-B720-7B68675E77E5}" dt="2022-08-02T07:27:14.679" v="1174" actId="20577"/>
        <pc:sldMkLst>
          <pc:docMk/>
          <pc:sldMk cId="2651998341" sldId="306"/>
        </pc:sldMkLst>
        <pc:spChg chg="mod">
          <ac:chgData name="Stanley Rodrick" userId="8969fbcc-7c96-46fb-a663-9e2e5920ff04" providerId="ADAL" clId="{7C03ADE2-4F50-47C0-B720-7B68675E77E5}" dt="2022-08-02T07:17:35.004" v="755" actId="20577"/>
          <ac:spMkLst>
            <pc:docMk/>
            <pc:sldMk cId="2651998341" sldId="306"/>
            <ac:spMk id="5" creationId="{1143F972-EA42-D368-D471-03382E2BEC39}"/>
          </ac:spMkLst>
        </pc:spChg>
        <pc:spChg chg="mod">
          <ac:chgData name="Stanley Rodrick" userId="8969fbcc-7c96-46fb-a663-9e2e5920ff04" providerId="ADAL" clId="{7C03ADE2-4F50-47C0-B720-7B68675E77E5}" dt="2022-08-02T07:17:10.989" v="754" actId="1076"/>
          <ac:spMkLst>
            <pc:docMk/>
            <pc:sldMk cId="2651998341" sldId="306"/>
            <ac:spMk id="36" creationId="{77BC1568-08E3-4891-21BC-20C524B6D7B6}"/>
          </ac:spMkLst>
        </pc:spChg>
        <pc:spChg chg="mod">
          <ac:chgData name="Stanley Rodrick" userId="8969fbcc-7c96-46fb-a663-9e2e5920ff04" providerId="ADAL" clId="{7C03ADE2-4F50-47C0-B720-7B68675E77E5}" dt="2022-08-02T07:27:14.679" v="1174" actId="20577"/>
          <ac:spMkLst>
            <pc:docMk/>
            <pc:sldMk cId="2651998341" sldId="306"/>
            <ac:spMk id="38" creationId="{0C3F6562-1EC3-F6DA-009E-B6BE2311D916}"/>
          </ac:spMkLst>
        </pc:spChg>
      </pc:sldChg>
      <pc:sldChg chg="addSp delSp modSp add mod">
        <pc:chgData name="Stanley Rodrick" userId="8969fbcc-7c96-46fb-a663-9e2e5920ff04" providerId="ADAL" clId="{7C03ADE2-4F50-47C0-B720-7B68675E77E5}" dt="2022-08-02T04:27:44.088" v="374"/>
        <pc:sldMkLst>
          <pc:docMk/>
          <pc:sldMk cId="1000509673" sldId="307"/>
        </pc:sldMkLst>
        <pc:spChg chg="mod">
          <ac:chgData name="Stanley Rodrick" userId="8969fbcc-7c96-46fb-a663-9e2e5920ff04" providerId="ADAL" clId="{7C03ADE2-4F50-47C0-B720-7B68675E77E5}" dt="2022-08-02T04:17:42.626" v="125" actId="1076"/>
          <ac:spMkLst>
            <pc:docMk/>
            <pc:sldMk cId="1000509673" sldId="307"/>
            <ac:spMk id="7" creationId="{6AEC2EB2-ACB1-D3A8-0738-7DFBC8F7874C}"/>
          </ac:spMkLst>
        </pc:spChg>
        <pc:spChg chg="mod">
          <ac:chgData name="Stanley Rodrick" userId="8969fbcc-7c96-46fb-a663-9e2e5920ff04" providerId="ADAL" clId="{7C03ADE2-4F50-47C0-B720-7B68675E77E5}" dt="2022-08-02T04:17:42.626" v="125" actId="1076"/>
          <ac:spMkLst>
            <pc:docMk/>
            <pc:sldMk cId="1000509673" sldId="307"/>
            <ac:spMk id="9" creationId="{E07F881F-2660-B8BD-EE97-601BAE788256}"/>
          </ac:spMkLst>
        </pc:spChg>
        <pc:spChg chg="mod">
          <ac:chgData name="Stanley Rodrick" userId="8969fbcc-7c96-46fb-a663-9e2e5920ff04" providerId="ADAL" clId="{7C03ADE2-4F50-47C0-B720-7B68675E77E5}" dt="2022-08-02T04:17:42.626" v="125" actId="1076"/>
          <ac:spMkLst>
            <pc:docMk/>
            <pc:sldMk cId="1000509673" sldId="307"/>
            <ac:spMk id="24" creationId="{FF0EBC21-45C9-932B-DFF2-2E76BDF37AB8}"/>
          </ac:spMkLst>
        </pc:spChg>
        <pc:spChg chg="del mod">
          <ac:chgData name="Stanley Rodrick" userId="8969fbcc-7c96-46fb-a663-9e2e5920ff04" providerId="ADAL" clId="{7C03ADE2-4F50-47C0-B720-7B68675E77E5}" dt="2022-08-02T04:13:19.652" v="49" actId="478"/>
          <ac:spMkLst>
            <pc:docMk/>
            <pc:sldMk cId="1000509673" sldId="307"/>
            <ac:spMk id="26" creationId="{5249A9F4-F686-DB7D-1A5B-1B22BAFC3F4F}"/>
          </ac:spMkLst>
        </pc:spChg>
        <pc:spChg chg="del mod">
          <ac:chgData name="Stanley Rodrick" userId="8969fbcc-7c96-46fb-a663-9e2e5920ff04" providerId="ADAL" clId="{7C03ADE2-4F50-47C0-B720-7B68675E77E5}" dt="2022-08-02T04:14:01.600" v="69" actId="478"/>
          <ac:spMkLst>
            <pc:docMk/>
            <pc:sldMk cId="1000509673" sldId="307"/>
            <ac:spMk id="27" creationId="{829B370A-AF58-7304-CDBD-5B00D3B7BC73}"/>
          </ac:spMkLst>
        </pc:spChg>
        <pc:spChg chg="del mod">
          <ac:chgData name="Stanley Rodrick" userId="8969fbcc-7c96-46fb-a663-9e2e5920ff04" providerId="ADAL" clId="{7C03ADE2-4F50-47C0-B720-7B68675E77E5}" dt="2022-08-02T04:14:04.833" v="70" actId="478"/>
          <ac:spMkLst>
            <pc:docMk/>
            <pc:sldMk cId="1000509673" sldId="307"/>
            <ac:spMk id="28" creationId="{03FC41B1-1F4F-4AE8-FA72-EAEE6F792C4F}"/>
          </ac:spMkLst>
        </pc:spChg>
        <pc:spChg chg="del mod">
          <ac:chgData name="Stanley Rodrick" userId="8969fbcc-7c96-46fb-a663-9e2e5920ff04" providerId="ADAL" clId="{7C03ADE2-4F50-47C0-B720-7B68675E77E5}" dt="2022-08-02T04:16:42.004" v="113" actId="478"/>
          <ac:spMkLst>
            <pc:docMk/>
            <pc:sldMk cId="1000509673" sldId="307"/>
            <ac:spMk id="29" creationId="{C58AA318-29EF-C056-7647-AF856DBDB0CC}"/>
          </ac:spMkLst>
        </pc:spChg>
        <pc:spChg chg="del mod">
          <ac:chgData name="Stanley Rodrick" userId="8969fbcc-7c96-46fb-a663-9e2e5920ff04" providerId="ADAL" clId="{7C03ADE2-4F50-47C0-B720-7B68675E77E5}" dt="2022-08-02T04:17:27.331" v="123" actId="478"/>
          <ac:spMkLst>
            <pc:docMk/>
            <pc:sldMk cId="1000509673" sldId="307"/>
            <ac:spMk id="30" creationId="{A211460E-C764-E85A-73C2-3A0D8917C00F}"/>
          </ac:spMkLst>
        </pc:spChg>
        <pc:spChg chg="del mod">
          <ac:chgData name="Stanley Rodrick" userId="8969fbcc-7c96-46fb-a663-9e2e5920ff04" providerId="ADAL" clId="{7C03ADE2-4F50-47C0-B720-7B68675E77E5}" dt="2022-08-02T04:16:57.055" v="115" actId="478"/>
          <ac:spMkLst>
            <pc:docMk/>
            <pc:sldMk cId="1000509673" sldId="307"/>
            <ac:spMk id="31" creationId="{6C4D9D93-6EE1-49C4-CCFB-85F01DF9A38D}"/>
          </ac:spMkLst>
        </pc:spChg>
        <pc:spChg chg="del mod">
          <ac:chgData name="Stanley Rodrick" userId="8969fbcc-7c96-46fb-a663-9e2e5920ff04" providerId="ADAL" clId="{7C03ADE2-4F50-47C0-B720-7B68675E77E5}" dt="2022-08-02T04:17:10.984" v="120" actId="478"/>
          <ac:spMkLst>
            <pc:docMk/>
            <pc:sldMk cId="1000509673" sldId="307"/>
            <ac:spMk id="32" creationId="{A53EB45D-D1D7-1CFE-0EEA-79DF844EBB10}"/>
          </ac:spMkLst>
        </pc:spChg>
        <pc:spChg chg="mod">
          <ac:chgData name="Stanley Rodrick" userId="8969fbcc-7c96-46fb-a663-9e2e5920ff04" providerId="ADAL" clId="{7C03ADE2-4F50-47C0-B720-7B68675E77E5}" dt="2022-08-02T04:17:42.626" v="125" actId="1076"/>
          <ac:spMkLst>
            <pc:docMk/>
            <pc:sldMk cId="1000509673" sldId="307"/>
            <ac:spMk id="33" creationId="{07F2643A-DCB9-BCEB-ECF6-A143CB741896}"/>
          </ac:spMkLst>
        </pc:spChg>
        <pc:spChg chg="mod">
          <ac:chgData name="Stanley Rodrick" userId="8969fbcc-7c96-46fb-a663-9e2e5920ff04" providerId="ADAL" clId="{7C03ADE2-4F50-47C0-B720-7B68675E77E5}" dt="2022-08-02T04:18:46.103" v="149" actId="20577"/>
          <ac:spMkLst>
            <pc:docMk/>
            <pc:sldMk cId="1000509673" sldId="307"/>
            <ac:spMk id="34" creationId="{8E57F07E-A35A-93A1-EACB-0511A15AE6A8}"/>
          </ac:spMkLst>
        </pc:spChg>
        <pc:spChg chg="del mod">
          <ac:chgData name="Stanley Rodrick" userId="8969fbcc-7c96-46fb-a663-9e2e5920ff04" providerId="ADAL" clId="{7C03ADE2-4F50-47C0-B720-7B68675E77E5}" dt="2022-08-02T04:15:22.765" v="99" actId="478"/>
          <ac:spMkLst>
            <pc:docMk/>
            <pc:sldMk cId="1000509673" sldId="307"/>
            <ac:spMk id="35" creationId="{EAD52B49-0002-BA24-CB05-597788C122A4}"/>
          </ac:spMkLst>
        </pc:spChg>
        <pc:spChg chg="del mod">
          <ac:chgData name="Stanley Rodrick" userId="8969fbcc-7c96-46fb-a663-9e2e5920ff04" providerId="ADAL" clId="{7C03ADE2-4F50-47C0-B720-7B68675E77E5}" dt="2022-08-02T04:15:25.042" v="100" actId="478"/>
          <ac:spMkLst>
            <pc:docMk/>
            <pc:sldMk cId="1000509673" sldId="307"/>
            <ac:spMk id="36" creationId="{E0401C13-5ECE-A745-4FCB-78BA04FF53BE}"/>
          </ac:spMkLst>
        </pc:spChg>
        <pc:spChg chg="del mod">
          <ac:chgData name="Stanley Rodrick" userId="8969fbcc-7c96-46fb-a663-9e2e5920ff04" providerId="ADAL" clId="{7C03ADE2-4F50-47C0-B720-7B68675E77E5}" dt="2022-08-02T04:15:27.088" v="101" actId="478"/>
          <ac:spMkLst>
            <pc:docMk/>
            <pc:sldMk cId="1000509673" sldId="307"/>
            <ac:spMk id="37" creationId="{13F68234-3719-B9C4-C7DC-76FA785371B1}"/>
          </ac:spMkLst>
        </pc:spChg>
        <pc:spChg chg="del mod">
          <ac:chgData name="Stanley Rodrick" userId="8969fbcc-7c96-46fb-a663-9e2e5920ff04" providerId="ADAL" clId="{7C03ADE2-4F50-47C0-B720-7B68675E77E5}" dt="2022-08-02T04:15:29.550" v="102" actId="478"/>
          <ac:spMkLst>
            <pc:docMk/>
            <pc:sldMk cId="1000509673" sldId="307"/>
            <ac:spMk id="38" creationId="{EC5F1C28-3258-7361-BC96-AE6A00BE60C8}"/>
          </ac:spMkLst>
        </pc:spChg>
        <pc:spChg chg="del mod">
          <ac:chgData name="Stanley Rodrick" userId="8969fbcc-7c96-46fb-a663-9e2e5920ff04" providerId="ADAL" clId="{7C03ADE2-4F50-47C0-B720-7B68675E77E5}" dt="2022-08-02T04:18:54.415" v="152" actId="478"/>
          <ac:spMkLst>
            <pc:docMk/>
            <pc:sldMk cId="1000509673" sldId="307"/>
            <ac:spMk id="39" creationId="{8DDA914E-F7D3-68CF-CE62-5393EF533DD9}"/>
          </ac:spMkLst>
        </pc:spChg>
        <pc:spChg chg="del mod">
          <ac:chgData name="Stanley Rodrick" userId="8969fbcc-7c96-46fb-a663-9e2e5920ff04" providerId="ADAL" clId="{7C03ADE2-4F50-47C0-B720-7B68675E77E5}" dt="2022-08-02T04:18:56.176" v="153" actId="478"/>
          <ac:spMkLst>
            <pc:docMk/>
            <pc:sldMk cId="1000509673" sldId="307"/>
            <ac:spMk id="40" creationId="{A104322B-C4AF-7DA5-B5D3-E5AAF860D9D1}"/>
          </ac:spMkLst>
        </pc:spChg>
        <pc:spChg chg="del mod">
          <ac:chgData name="Stanley Rodrick" userId="8969fbcc-7c96-46fb-a663-9e2e5920ff04" providerId="ADAL" clId="{7C03ADE2-4F50-47C0-B720-7B68675E77E5}" dt="2022-08-02T04:18:50.422" v="150" actId="478"/>
          <ac:spMkLst>
            <pc:docMk/>
            <pc:sldMk cId="1000509673" sldId="307"/>
            <ac:spMk id="41" creationId="{F5B1C768-E8E5-DCD7-1848-50802CC8FBEE}"/>
          </ac:spMkLst>
        </pc:spChg>
        <pc:spChg chg="del mod">
          <ac:chgData name="Stanley Rodrick" userId="8969fbcc-7c96-46fb-a663-9e2e5920ff04" providerId="ADAL" clId="{7C03ADE2-4F50-47C0-B720-7B68675E77E5}" dt="2022-08-02T04:18:52.157" v="151" actId="478"/>
          <ac:spMkLst>
            <pc:docMk/>
            <pc:sldMk cId="1000509673" sldId="307"/>
            <ac:spMk id="42" creationId="{C8D5D77B-A319-5DCC-294A-20F877E7C048}"/>
          </ac:spMkLst>
        </pc:spChg>
        <pc:spChg chg="mod">
          <ac:chgData name="Stanley Rodrick" userId="8969fbcc-7c96-46fb-a663-9e2e5920ff04" providerId="ADAL" clId="{7C03ADE2-4F50-47C0-B720-7B68675E77E5}" dt="2022-08-02T04:19:16.383" v="158" actId="14100"/>
          <ac:spMkLst>
            <pc:docMk/>
            <pc:sldMk cId="1000509673" sldId="307"/>
            <ac:spMk id="43" creationId="{4596C38F-1B88-2C15-F291-91C4063B7E5A}"/>
          </ac:spMkLst>
        </pc:spChg>
        <pc:spChg chg="del">
          <ac:chgData name="Stanley Rodrick" userId="8969fbcc-7c96-46fb-a663-9e2e5920ff04" providerId="ADAL" clId="{7C03ADE2-4F50-47C0-B720-7B68675E77E5}" dt="2022-08-02T04:12:32.120" v="39" actId="478"/>
          <ac:spMkLst>
            <pc:docMk/>
            <pc:sldMk cId="1000509673" sldId="307"/>
            <ac:spMk id="44" creationId="{37A805F9-E9CF-9811-9E0E-4E73B367A553}"/>
          </ac:spMkLst>
        </pc:spChg>
        <pc:spChg chg="del">
          <ac:chgData name="Stanley Rodrick" userId="8969fbcc-7c96-46fb-a663-9e2e5920ff04" providerId="ADAL" clId="{7C03ADE2-4F50-47C0-B720-7B68675E77E5}" dt="2022-08-02T04:12:33.807" v="40" actId="478"/>
          <ac:spMkLst>
            <pc:docMk/>
            <pc:sldMk cId="1000509673" sldId="307"/>
            <ac:spMk id="45" creationId="{ED122BD1-8D09-35E3-9C1F-965231AB0BA5}"/>
          </ac:spMkLst>
        </pc:spChg>
        <pc:spChg chg="add mod">
          <ac:chgData name="Stanley Rodrick" userId="8969fbcc-7c96-46fb-a663-9e2e5920ff04" providerId="ADAL" clId="{7C03ADE2-4F50-47C0-B720-7B68675E77E5}" dt="2022-08-02T04:17:36.574" v="124" actId="1076"/>
          <ac:spMkLst>
            <pc:docMk/>
            <pc:sldMk cId="1000509673" sldId="307"/>
            <ac:spMk id="46" creationId="{F8DF97AD-3153-B113-4B72-2AAC93C5B5DA}"/>
          </ac:spMkLst>
        </pc:spChg>
        <pc:spChg chg="add mod">
          <ac:chgData name="Stanley Rodrick" userId="8969fbcc-7c96-46fb-a663-9e2e5920ff04" providerId="ADAL" clId="{7C03ADE2-4F50-47C0-B720-7B68675E77E5}" dt="2022-08-02T04:17:02.740" v="116" actId="1076"/>
          <ac:spMkLst>
            <pc:docMk/>
            <pc:sldMk cId="1000509673" sldId="307"/>
            <ac:spMk id="47" creationId="{1A44C4CD-88B2-9B5A-8111-CB0C321CE588}"/>
          </ac:spMkLst>
        </pc:spChg>
        <pc:spChg chg="add mod">
          <ac:chgData name="Stanley Rodrick" userId="8969fbcc-7c96-46fb-a663-9e2e5920ff04" providerId="ADAL" clId="{7C03ADE2-4F50-47C0-B720-7B68675E77E5}" dt="2022-08-02T04:17:18.760" v="121" actId="1076"/>
          <ac:spMkLst>
            <pc:docMk/>
            <pc:sldMk cId="1000509673" sldId="307"/>
            <ac:spMk id="48" creationId="{E10BD1BA-56B0-05A5-D1CF-792A159B043B}"/>
          </ac:spMkLst>
        </pc:spChg>
        <pc:spChg chg="add mod">
          <ac:chgData name="Stanley Rodrick" userId="8969fbcc-7c96-46fb-a663-9e2e5920ff04" providerId="ADAL" clId="{7C03ADE2-4F50-47C0-B720-7B68675E77E5}" dt="2022-08-02T04:18:31.973" v="141" actId="20577"/>
          <ac:spMkLst>
            <pc:docMk/>
            <pc:sldMk cId="1000509673" sldId="307"/>
            <ac:spMk id="49" creationId="{C2BD4A45-1587-F196-8D93-819BEF248F51}"/>
          </ac:spMkLst>
        </pc:spChg>
        <pc:spChg chg="add mod">
          <ac:chgData name="Stanley Rodrick" userId="8969fbcc-7c96-46fb-a663-9e2e5920ff04" providerId="ADAL" clId="{7C03ADE2-4F50-47C0-B720-7B68675E77E5}" dt="2022-08-02T04:18:08.441" v="133" actId="1076"/>
          <ac:spMkLst>
            <pc:docMk/>
            <pc:sldMk cId="1000509673" sldId="307"/>
            <ac:spMk id="50" creationId="{510BE6A1-5EB6-0405-450C-5078F3B67CEA}"/>
          </ac:spMkLst>
        </pc:spChg>
        <pc:spChg chg="add mod">
          <ac:chgData name="Stanley Rodrick" userId="8969fbcc-7c96-46fb-a663-9e2e5920ff04" providerId="ADAL" clId="{7C03ADE2-4F50-47C0-B720-7B68675E77E5}" dt="2022-08-02T04:17:56.817" v="129" actId="20577"/>
          <ac:spMkLst>
            <pc:docMk/>
            <pc:sldMk cId="1000509673" sldId="307"/>
            <ac:spMk id="51" creationId="{FF699762-7415-FDE8-4017-40BE7B44A561}"/>
          </ac:spMkLst>
        </pc:spChg>
        <pc:spChg chg="add mod">
          <ac:chgData name="Stanley Rodrick" userId="8969fbcc-7c96-46fb-a663-9e2e5920ff04" providerId="ADAL" clId="{7C03ADE2-4F50-47C0-B720-7B68675E77E5}" dt="2022-08-02T04:18:20.468" v="137" actId="20577"/>
          <ac:spMkLst>
            <pc:docMk/>
            <pc:sldMk cId="1000509673" sldId="307"/>
            <ac:spMk id="52" creationId="{3CD6A51B-7587-888D-6371-E14D9F19D0E2}"/>
          </ac:spMkLst>
        </pc:spChg>
        <pc:spChg chg="add mod">
          <ac:chgData name="Stanley Rodrick" userId="8969fbcc-7c96-46fb-a663-9e2e5920ff04" providerId="ADAL" clId="{7C03ADE2-4F50-47C0-B720-7B68675E77E5}" dt="2022-08-02T04:18:40.034" v="145" actId="20577"/>
          <ac:spMkLst>
            <pc:docMk/>
            <pc:sldMk cId="1000509673" sldId="307"/>
            <ac:spMk id="53" creationId="{3836A8C7-59E4-0C0E-B60E-EBCD866247FB}"/>
          </ac:spMkLst>
        </pc:spChg>
        <pc:spChg chg="add mod">
          <ac:chgData name="Stanley Rodrick" userId="8969fbcc-7c96-46fb-a663-9e2e5920ff04" providerId="ADAL" clId="{7C03ADE2-4F50-47C0-B720-7B68675E77E5}" dt="2022-08-02T04:19:07.021" v="156" actId="14100"/>
          <ac:spMkLst>
            <pc:docMk/>
            <pc:sldMk cId="1000509673" sldId="307"/>
            <ac:spMk id="54" creationId="{AA9C4EBA-D53E-8229-FB84-C2395F645E50}"/>
          </ac:spMkLst>
        </pc:spChg>
        <pc:spChg chg="add mod">
          <ac:chgData name="Stanley Rodrick" userId="8969fbcc-7c96-46fb-a663-9e2e5920ff04" providerId="ADAL" clId="{7C03ADE2-4F50-47C0-B720-7B68675E77E5}" dt="2022-08-02T04:19:31.240" v="162" actId="20577"/>
          <ac:spMkLst>
            <pc:docMk/>
            <pc:sldMk cId="1000509673" sldId="307"/>
            <ac:spMk id="55" creationId="{86389E2F-B89A-C016-B558-AF51BC7EEC03}"/>
          </ac:spMkLst>
        </pc:spChg>
        <pc:spChg chg="add mod">
          <ac:chgData name="Stanley Rodrick" userId="8969fbcc-7c96-46fb-a663-9e2e5920ff04" providerId="ADAL" clId="{7C03ADE2-4F50-47C0-B720-7B68675E77E5}" dt="2022-08-02T04:19:44.359" v="164" actId="1076"/>
          <ac:spMkLst>
            <pc:docMk/>
            <pc:sldMk cId="1000509673" sldId="307"/>
            <ac:spMk id="56" creationId="{4B8DD84F-230F-CA85-DE73-28AFDEA9FBE2}"/>
          </ac:spMkLst>
        </pc:spChg>
        <pc:spChg chg="add mod">
          <ac:chgData name="Stanley Rodrick" userId="8969fbcc-7c96-46fb-a663-9e2e5920ff04" providerId="ADAL" clId="{7C03ADE2-4F50-47C0-B720-7B68675E77E5}" dt="2022-08-02T04:27:44.088" v="374"/>
          <ac:spMkLst>
            <pc:docMk/>
            <pc:sldMk cId="1000509673" sldId="307"/>
            <ac:spMk id="57" creationId="{4F2BD928-9420-08E8-4F11-19D8292103FA}"/>
          </ac:spMkLst>
        </pc:spChg>
        <pc:grpChg chg="add del mod">
          <ac:chgData name="Stanley Rodrick" userId="8969fbcc-7c96-46fb-a663-9e2e5920ff04" providerId="ADAL" clId="{7C03ADE2-4F50-47C0-B720-7B68675E77E5}" dt="2022-08-02T04:17:42.626" v="125" actId="1076"/>
          <ac:grpSpMkLst>
            <pc:docMk/>
            <pc:sldMk cId="1000509673" sldId="307"/>
            <ac:grpSpMk id="5" creationId="{9EF9C62D-21EC-A05B-678D-09881909D75F}"/>
          </ac:grpSpMkLst>
        </pc:grpChg>
      </pc:sldChg>
      <pc:sldChg chg="addSp modSp add mod">
        <pc:chgData name="Stanley Rodrick" userId="8969fbcc-7c96-46fb-a663-9e2e5920ff04" providerId="ADAL" clId="{7C03ADE2-4F50-47C0-B720-7B68675E77E5}" dt="2022-08-02T04:28:36.796" v="399" actId="20577"/>
        <pc:sldMkLst>
          <pc:docMk/>
          <pc:sldMk cId="3406137599" sldId="308"/>
        </pc:sldMkLst>
        <pc:spChg chg="add mod">
          <ac:chgData name="Stanley Rodrick" userId="8969fbcc-7c96-46fb-a663-9e2e5920ff04" providerId="ADAL" clId="{7C03ADE2-4F50-47C0-B720-7B68675E77E5}" dt="2022-08-02T04:28:36.796" v="399" actId="20577"/>
          <ac:spMkLst>
            <pc:docMk/>
            <pc:sldMk cId="3406137599" sldId="308"/>
            <ac:spMk id="4" creationId="{FA2610A3-F6F9-34B7-BF0F-5B6FED717C8A}"/>
          </ac:spMkLst>
        </pc:spChg>
        <pc:spChg chg="add mod">
          <ac:chgData name="Stanley Rodrick" userId="8969fbcc-7c96-46fb-a663-9e2e5920ff04" providerId="ADAL" clId="{7C03ADE2-4F50-47C0-B720-7B68675E77E5}" dt="2022-08-02T04:22:43.551" v="283" actId="207"/>
          <ac:spMkLst>
            <pc:docMk/>
            <pc:sldMk cId="3406137599" sldId="308"/>
            <ac:spMk id="39" creationId="{BF97DDE7-224A-E14B-55A4-F48464D46B5C}"/>
          </ac:spMkLst>
        </pc:spChg>
        <pc:spChg chg="mod">
          <ac:chgData name="Stanley Rodrick" userId="8969fbcc-7c96-46fb-a663-9e2e5920ff04" providerId="ADAL" clId="{7C03ADE2-4F50-47C0-B720-7B68675E77E5}" dt="2022-08-02T04:25:28.574" v="314" actId="207"/>
          <ac:spMkLst>
            <pc:docMk/>
            <pc:sldMk cId="3406137599" sldId="308"/>
            <ac:spMk id="55" creationId="{86389E2F-B89A-C016-B558-AF51BC7EEC03}"/>
          </ac:spMkLst>
        </pc:spChg>
        <pc:spChg chg="mod">
          <ac:chgData name="Stanley Rodrick" userId="8969fbcc-7c96-46fb-a663-9e2e5920ff04" providerId="ADAL" clId="{7C03ADE2-4F50-47C0-B720-7B68675E77E5}" dt="2022-08-02T04:20:09.760" v="172" actId="1076"/>
          <ac:spMkLst>
            <pc:docMk/>
            <pc:sldMk cId="3406137599" sldId="308"/>
            <ac:spMk id="56" creationId="{4B8DD84F-230F-CA85-DE73-28AFDEA9FBE2}"/>
          </ac:spMkLst>
        </pc:spChg>
      </pc:sldChg>
      <pc:sldChg chg="addSp modSp add mod ord">
        <pc:chgData name="Stanley Rodrick" userId="8969fbcc-7c96-46fb-a663-9e2e5920ff04" providerId="ADAL" clId="{7C03ADE2-4F50-47C0-B720-7B68675E77E5}" dt="2022-08-02T04:27:50.090" v="383" actId="20577"/>
        <pc:sldMkLst>
          <pc:docMk/>
          <pc:sldMk cId="2533712584" sldId="309"/>
        </pc:sldMkLst>
        <pc:spChg chg="mod">
          <ac:chgData name="Stanley Rodrick" userId="8969fbcc-7c96-46fb-a663-9e2e5920ff04" providerId="ADAL" clId="{7C03ADE2-4F50-47C0-B720-7B68675E77E5}" dt="2022-08-02T04:24:46.054" v="303" actId="20577"/>
          <ac:spMkLst>
            <pc:docMk/>
            <pc:sldMk cId="2533712584" sldId="309"/>
            <ac:spMk id="9" creationId="{E07F881F-2660-B8BD-EE97-601BAE788256}"/>
          </ac:spMkLst>
        </pc:spChg>
        <pc:spChg chg="mod">
          <ac:chgData name="Stanley Rodrick" userId="8969fbcc-7c96-46fb-a663-9e2e5920ff04" providerId="ADAL" clId="{7C03ADE2-4F50-47C0-B720-7B68675E77E5}" dt="2022-08-02T04:25:07.293" v="313" actId="20577"/>
          <ac:spMkLst>
            <pc:docMk/>
            <pc:sldMk cId="2533712584" sldId="309"/>
            <ac:spMk id="24" creationId="{FF0EBC21-45C9-932B-DFF2-2E76BDF37AB8}"/>
          </ac:spMkLst>
        </pc:spChg>
        <pc:spChg chg="mod">
          <ac:chgData name="Stanley Rodrick" userId="8969fbcc-7c96-46fb-a663-9e2e5920ff04" providerId="ADAL" clId="{7C03ADE2-4F50-47C0-B720-7B68675E77E5}" dt="2022-08-02T04:26:23.266" v="344" actId="20577"/>
          <ac:spMkLst>
            <pc:docMk/>
            <pc:sldMk cId="2533712584" sldId="309"/>
            <ac:spMk id="34" creationId="{8E57F07E-A35A-93A1-EACB-0511A15AE6A8}"/>
          </ac:spMkLst>
        </pc:spChg>
        <pc:spChg chg="add mod">
          <ac:chgData name="Stanley Rodrick" userId="8969fbcc-7c96-46fb-a663-9e2e5920ff04" providerId="ADAL" clId="{7C03ADE2-4F50-47C0-B720-7B68675E77E5}" dt="2022-08-02T04:26:37.839" v="350" actId="20577"/>
          <ac:spMkLst>
            <pc:docMk/>
            <pc:sldMk cId="2533712584" sldId="309"/>
            <ac:spMk id="38" creationId="{E5DF1B56-06BC-CF96-07DC-2EC922482664}"/>
          </ac:spMkLst>
        </pc:spChg>
        <pc:spChg chg="add mod">
          <ac:chgData name="Stanley Rodrick" userId="8969fbcc-7c96-46fb-a663-9e2e5920ff04" providerId="ADAL" clId="{7C03ADE2-4F50-47C0-B720-7B68675E77E5}" dt="2022-08-02T04:26:41.233" v="354" actId="6549"/>
          <ac:spMkLst>
            <pc:docMk/>
            <pc:sldMk cId="2533712584" sldId="309"/>
            <ac:spMk id="39" creationId="{E6CE5E69-03FE-B560-AAA7-B3A568C19ED8}"/>
          </ac:spMkLst>
        </pc:spChg>
        <pc:spChg chg="add mod">
          <ac:chgData name="Stanley Rodrick" userId="8969fbcc-7c96-46fb-a663-9e2e5920ff04" providerId="ADAL" clId="{7C03ADE2-4F50-47C0-B720-7B68675E77E5}" dt="2022-08-02T04:27:50.090" v="383" actId="20577"/>
          <ac:spMkLst>
            <pc:docMk/>
            <pc:sldMk cId="2533712584" sldId="309"/>
            <ac:spMk id="40" creationId="{4C6C399B-A680-805D-D4B6-503887AAC41A}"/>
          </ac:spMkLst>
        </pc:spChg>
        <pc:spChg chg="mod">
          <ac:chgData name="Stanley Rodrick" userId="8969fbcc-7c96-46fb-a663-9e2e5920ff04" providerId="ADAL" clId="{7C03ADE2-4F50-47C0-B720-7B68675E77E5}" dt="2022-08-02T04:25:50.714" v="323" actId="6549"/>
          <ac:spMkLst>
            <pc:docMk/>
            <pc:sldMk cId="2533712584" sldId="309"/>
            <ac:spMk id="46" creationId="{F8DF97AD-3153-B113-4B72-2AAC93C5B5DA}"/>
          </ac:spMkLst>
        </pc:spChg>
        <pc:spChg chg="mod">
          <ac:chgData name="Stanley Rodrick" userId="8969fbcc-7c96-46fb-a663-9e2e5920ff04" providerId="ADAL" clId="{7C03ADE2-4F50-47C0-B720-7B68675E77E5}" dt="2022-08-02T04:27:07.133" v="365" actId="20577"/>
          <ac:spMkLst>
            <pc:docMk/>
            <pc:sldMk cId="2533712584" sldId="309"/>
            <ac:spMk id="47" creationId="{1A44C4CD-88B2-9B5A-8111-CB0C321CE588}"/>
          </ac:spMkLst>
        </pc:spChg>
        <pc:spChg chg="mod">
          <ac:chgData name="Stanley Rodrick" userId="8969fbcc-7c96-46fb-a663-9e2e5920ff04" providerId="ADAL" clId="{7C03ADE2-4F50-47C0-B720-7B68675E77E5}" dt="2022-08-02T04:25:41.359" v="315" actId="20577"/>
          <ac:spMkLst>
            <pc:docMk/>
            <pc:sldMk cId="2533712584" sldId="309"/>
            <ac:spMk id="48" creationId="{E10BD1BA-56B0-05A5-D1CF-792A159B043B}"/>
          </ac:spMkLst>
        </pc:spChg>
        <pc:spChg chg="mod">
          <ac:chgData name="Stanley Rodrick" userId="8969fbcc-7c96-46fb-a663-9e2e5920ff04" providerId="ADAL" clId="{7C03ADE2-4F50-47C0-B720-7B68675E77E5}" dt="2022-08-02T04:23:25.067" v="291" actId="1076"/>
          <ac:spMkLst>
            <pc:docMk/>
            <pc:sldMk cId="2533712584" sldId="309"/>
            <ac:spMk id="49" creationId="{C2BD4A45-1587-F196-8D93-819BEF248F51}"/>
          </ac:spMkLst>
        </pc:spChg>
        <pc:spChg chg="mod">
          <ac:chgData name="Stanley Rodrick" userId="8969fbcc-7c96-46fb-a663-9e2e5920ff04" providerId="ADAL" clId="{7C03ADE2-4F50-47C0-B720-7B68675E77E5}" dt="2022-08-02T04:26:48.161" v="356" actId="20577"/>
          <ac:spMkLst>
            <pc:docMk/>
            <pc:sldMk cId="2533712584" sldId="309"/>
            <ac:spMk id="50" creationId="{510BE6A1-5EB6-0405-450C-5078F3B67CEA}"/>
          </ac:spMkLst>
        </pc:spChg>
        <pc:spChg chg="mod">
          <ac:chgData name="Stanley Rodrick" userId="8969fbcc-7c96-46fb-a663-9e2e5920ff04" providerId="ADAL" clId="{7C03ADE2-4F50-47C0-B720-7B68675E77E5}" dt="2022-08-02T04:26:53.015" v="360" actId="6549"/>
          <ac:spMkLst>
            <pc:docMk/>
            <pc:sldMk cId="2533712584" sldId="309"/>
            <ac:spMk id="51" creationId="{FF699762-7415-FDE8-4017-40BE7B44A561}"/>
          </ac:spMkLst>
        </pc:spChg>
        <pc:spChg chg="mod">
          <ac:chgData name="Stanley Rodrick" userId="8969fbcc-7c96-46fb-a663-9e2e5920ff04" providerId="ADAL" clId="{7C03ADE2-4F50-47C0-B720-7B68675E77E5}" dt="2022-08-02T04:27:00.309" v="362" actId="20577"/>
          <ac:spMkLst>
            <pc:docMk/>
            <pc:sldMk cId="2533712584" sldId="309"/>
            <ac:spMk id="52" creationId="{3CD6A51B-7587-888D-6371-E14D9F19D0E2}"/>
          </ac:spMkLst>
        </pc:spChg>
        <pc:spChg chg="mod">
          <ac:chgData name="Stanley Rodrick" userId="8969fbcc-7c96-46fb-a663-9e2e5920ff04" providerId="ADAL" clId="{7C03ADE2-4F50-47C0-B720-7B68675E77E5}" dt="2022-08-02T04:27:02.997" v="364" actId="20577"/>
          <ac:spMkLst>
            <pc:docMk/>
            <pc:sldMk cId="2533712584" sldId="309"/>
            <ac:spMk id="53" creationId="{3836A8C7-59E4-0C0E-B60E-EBCD866247FB}"/>
          </ac:spMkLst>
        </pc:spChg>
        <pc:spChg chg="mod">
          <ac:chgData name="Stanley Rodrick" userId="8969fbcc-7c96-46fb-a663-9e2e5920ff04" providerId="ADAL" clId="{7C03ADE2-4F50-47C0-B720-7B68675E77E5}" dt="2022-08-02T04:24:33.009" v="298" actId="692"/>
          <ac:spMkLst>
            <pc:docMk/>
            <pc:sldMk cId="2533712584" sldId="309"/>
            <ac:spMk id="54" creationId="{AA9C4EBA-D53E-8229-FB84-C2395F645E50}"/>
          </ac:spMkLst>
        </pc:spChg>
        <pc:spChg chg="mod">
          <ac:chgData name="Stanley Rodrick" userId="8969fbcc-7c96-46fb-a663-9e2e5920ff04" providerId="ADAL" clId="{7C03ADE2-4F50-47C0-B720-7B68675E77E5}" dt="2022-08-02T04:26:04.331" v="331" actId="6549"/>
          <ac:spMkLst>
            <pc:docMk/>
            <pc:sldMk cId="2533712584" sldId="309"/>
            <ac:spMk id="55" creationId="{86389E2F-B89A-C016-B558-AF51BC7EEC03}"/>
          </ac:spMkLst>
        </pc:spChg>
        <pc:spChg chg="mod">
          <ac:chgData name="Stanley Rodrick" userId="8969fbcc-7c96-46fb-a663-9e2e5920ff04" providerId="ADAL" clId="{7C03ADE2-4F50-47C0-B720-7B68675E77E5}" dt="2022-08-02T04:26:17.577" v="340" actId="1076"/>
          <ac:spMkLst>
            <pc:docMk/>
            <pc:sldMk cId="2533712584" sldId="309"/>
            <ac:spMk id="56" creationId="{4B8DD84F-230F-CA85-DE73-28AFDEA9FBE2}"/>
          </ac:spMkLst>
        </pc:spChg>
      </pc:sldChg>
      <pc:sldChg chg="addSp modSp add mod">
        <pc:chgData name="Stanley Rodrick" userId="8969fbcc-7c96-46fb-a663-9e2e5920ff04" providerId="ADAL" clId="{7C03ADE2-4F50-47C0-B720-7B68675E77E5}" dt="2022-08-02T04:29:08.973" v="411" actId="20577"/>
        <pc:sldMkLst>
          <pc:docMk/>
          <pc:sldMk cId="1329746299" sldId="310"/>
        </pc:sldMkLst>
        <pc:spChg chg="add mod">
          <ac:chgData name="Stanley Rodrick" userId="8969fbcc-7c96-46fb-a663-9e2e5920ff04" providerId="ADAL" clId="{7C03ADE2-4F50-47C0-B720-7B68675E77E5}" dt="2022-08-02T04:27:53.543" v="384"/>
          <ac:spMkLst>
            <pc:docMk/>
            <pc:sldMk cId="1329746299" sldId="310"/>
            <ac:spMk id="40" creationId="{D92BBD99-2131-FD2B-5F86-4D20CE705BEC}"/>
          </ac:spMkLst>
        </pc:spChg>
        <pc:spChg chg="add mod">
          <ac:chgData name="Stanley Rodrick" userId="8969fbcc-7c96-46fb-a663-9e2e5920ff04" providerId="ADAL" clId="{7C03ADE2-4F50-47C0-B720-7B68675E77E5}" dt="2022-08-02T04:29:08.973" v="411" actId="20577"/>
          <ac:spMkLst>
            <pc:docMk/>
            <pc:sldMk cId="1329746299" sldId="310"/>
            <ac:spMk id="41" creationId="{0BF9AFC5-B0EF-2750-55B3-D3FE1BFA4D36}"/>
          </ac:spMkLst>
        </pc:spChg>
        <pc:spChg chg="mod">
          <ac:chgData name="Stanley Rodrick" userId="8969fbcc-7c96-46fb-a663-9e2e5920ff04" providerId="ADAL" clId="{7C03ADE2-4F50-47C0-B720-7B68675E77E5}" dt="2022-08-02T04:27:30.346" v="371" actId="20577"/>
          <ac:spMkLst>
            <pc:docMk/>
            <pc:sldMk cId="1329746299" sldId="310"/>
            <ac:spMk id="47" creationId="{1A44C4CD-88B2-9B5A-8111-CB0C321CE588}"/>
          </ac:spMkLst>
        </pc:spChg>
        <pc:spChg chg="mod">
          <ac:chgData name="Stanley Rodrick" userId="8969fbcc-7c96-46fb-a663-9e2e5920ff04" providerId="ADAL" clId="{7C03ADE2-4F50-47C0-B720-7B68675E77E5}" dt="2022-08-02T04:27:27.799" v="369" actId="207"/>
          <ac:spMkLst>
            <pc:docMk/>
            <pc:sldMk cId="1329746299" sldId="310"/>
            <ac:spMk id="48" creationId="{E10BD1BA-56B0-05A5-D1CF-792A159B043B}"/>
          </ac:spMkLst>
        </pc:spChg>
      </pc:sldChg>
      <pc:sldChg chg="addSp delSp modSp add mod">
        <pc:chgData name="Stanley Rodrick" userId="8969fbcc-7c96-46fb-a663-9e2e5920ff04" providerId="ADAL" clId="{7C03ADE2-4F50-47C0-B720-7B68675E77E5}" dt="2022-08-02T07:11:52.235" v="583" actId="403"/>
        <pc:sldMkLst>
          <pc:docMk/>
          <pc:sldMk cId="1002970372" sldId="311"/>
        </pc:sldMkLst>
        <pc:spChg chg="add mod">
          <ac:chgData name="Stanley Rodrick" userId="8969fbcc-7c96-46fb-a663-9e2e5920ff04" providerId="ADAL" clId="{7C03ADE2-4F50-47C0-B720-7B68675E77E5}" dt="2022-08-02T07:11:52.235" v="583" actId="403"/>
          <ac:spMkLst>
            <pc:docMk/>
            <pc:sldMk cId="1002970372" sldId="311"/>
            <ac:spMk id="24" creationId="{4546B23A-CEC3-DF5F-FB11-951B99936476}"/>
          </ac:spMkLst>
        </pc:spChg>
        <pc:spChg chg="mod">
          <ac:chgData name="Stanley Rodrick" userId="8969fbcc-7c96-46fb-a663-9e2e5920ff04" providerId="ADAL" clId="{7C03ADE2-4F50-47C0-B720-7B68675E77E5}" dt="2022-08-02T07:11:39.146" v="578" actId="1076"/>
          <ac:spMkLst>
            <pc:docMk/>
            <pc:sldMk cId="1002970372" sldId="311"/>
            <ac:spMk id="25" creationId="{D856AD59-8AD1-B85F-4827-7B31CC175126}"/>
          </ac:spMkLst>
        </pc:spChg>
        <pc:graphicFrameChg chg="del">
          <ac:chgData name="Stanley Rodrick" userId="8969fbcc-7c96-46fb-a663-9e2e5920ff04" providerId="ADAL" clId="{7C03ADE2-4F50-47C0-B720-7B68675E77E5}" dt="2022-08-02T07:11:27.551" v="573" actId="478"/>
          <ac:graphicFrameMkLst>
            <pc:docMk/>
            <pc:sldMk cId="1002970372" sldId="311"/>
            <ac:graphicFrameMk id="46" creationId="{34BCE682-56EF-C814-1702-A47A9229CDA9}"/>
          </ac:graphicFrameMkLst>
        </pc:graphicFrameChg>
      </pc:sldChg>
      <pc:sldChg chg="addSp delSp modSp add mod">
        <pc:chgData name="Stanley Rodrick" userId="8969fbcc-7c96-46fb-a663-9e2e5920ff04" providerId="ADAL" clId="{7C03ADE2-4F50-47C0-B720-7B68675E77E5}" dt="2022-08-02T07:21:19.631" v="912" actId="207"/>
        <pc:sldMkLst>
          <pc:docMk/>
          <pc:sldMk cId="2280837002" sldId="312"/>
        </pc:sldMkLst>
        <pc:spChg chg="mod">
          <ac:chgData name="Stanley Rodrick" userId="8969fbcc-7c96-46fb-a663-9e2e5920ff04" providerId="ADAL" clId="{7C03ADE2-4F50-47C0-B720-7B68675E77E5}" dt="2022-08-02T07:14:11.815" v="586" actId="1076"/>
          <ac:spMkLst>
            <pc:docMk/>
            <pc:sldMk cId="2280837002" sldId="312"/>
            <ac:spMk id="5" creationId="{1143F972-EA42-D368-D471-03382E2BEC39}"/>
          </ac:spMkLst>
        </pc:spChg>
        <pc:spChg chg="add mod">
          <ac:chgData name="Stanley Rodrick" userId="8969fbcc-7c96-46fb-a663-9e2e5920ff04" providerId="ADAL" clId="{7C03ADE2-4F50-47C0-B720-7B68675E77E5}" dt="2022-08-02T07:21:19.631" v="912" actId="207"/>
          <ac:spMkLst>
            <pc:docMk/>
            <pc:sldMk cId="2280837002" sldId="312"/>
            <ac:spMk id="24" creationId="{C78B0A0D-FD06-342F-77E3-CE8F194E7009}"/>
          </ac:spMkLst>
        </pc:spChg>
        <pc:spChg chg="del mod">
          <ac:chgData name="Stanley Rodrick" userId="8969fbcc-7c96-46fb-a663-9e2e5920ff04" providerId="ADAL" clId="{7C03ADE2-4F50-47C0-B720-7B68675E77E5}" dt="2022-08-02T07:14:15.577" v="588" actId="478"/>
          <ac:spMkLst>
            <pc:docMk/>
            <pc:sldMk cId="2280837002" sldId="312"/>
            <ac:spMk id="36" creationId="{77BC1568-08E3-4891-21BC-20C524B6D7B6}"/>
          </ac:spMkLst>
        </pc:spChg>
        <pc:spChg chg="del">
          <ac:chgData name="Stanley Rodrick" userId="8969fbcc-7c96-46fb-a663-9e2e5920ff04" providerId="ADAL" clId="{7C03ADE2-4F50-47C0-B720-7B68675E77E5}" dt="2022-08-02T07:14:09.526" v="585" actId="478"/>
          <ac:spMkLst>
            <pc:docMk/>
            <pc:sldMk cId="2280837002" sldId="312"/>
            <ac:spMk id="38" creationId="{0C3F6562-1EC3-F6DA-009E-B6BE2311D916}"/>
          </ac:spMkLst>
        </pc:spChg>
      </pc:sldChg>
      <pc:sldChg chg="modSp add mod ord">
        <pc:chgData name="Stanley Rodrick" userId="8969fbcc-7c96-46fb-a663-9e2e5920ff04" providerId="ADAL" clId="{7C03ADE2-4F50-47C0-B720-7B68675E77E5}" dt="2022-08-02T07:23:16.256" v="944" actId="255"/>
        <pc:sldMkLst>
          <pc:docMk/>
          <pc:sldMk cId="2368521612" sldId="313"/>
        </pc:sldMkLst>
        <pc:spChg chg="mod">
          <ac:chgData name="Stanley Rodrick" userId="8969fbcc-7c96-46fb-a663-9e2e5920ff04" providerId="ADAL" clId="{7C03ADE2-4F50-47C0-B720-7B68675E77E5}" dt="2022-08-02T07:23:16.256" v="944" actId="255"/>
          <ac:spMkLst>
            <pc:docMk/>
            <pc:sldMk cId="2368521612" sldId="313"/>
            <ac:spMk id="24" creationId="{C78B0A0D-FD06-342F-77E3-CE8F194E7009}"/>
          </ac:spMkLst>
        </pc:spChg>
      </pc:sldChg>
      <pc:sldChg chg="modSp add mod">
        <pc:chgData name="Stanley Rodrick" userId="8969fbcc-7c96-46fb-a663-9e2e5920ff04" providerId="ADAL" clId="{7C03ADE2-4F50-47C0-B720-7B68675E77E5}" dt="2022-08-02T07:28:57.619" v="1441" actId="14100"/>
        <pc:sldMkLst>
          <pc:docMk/>
          <pc:sldMk cId="10583354" sldId="314"/>
        </pc:sldMkLst>
        <pc:spChg chg="mod">
          <ac:chgData name="Stanley Rodrick" userId="8969fbcc-7c96-46fb-a663-9e2e5920ff04" providerId="ADAL" clId="{7C03ADE2-4F50-47C0-B720-7B68675E77E5}" dt="2022-08-02T07:28:57.619" v="1441" actId="14100"/>
          <ac:spMkLst>
            <pc:docMk/>
            <pc:sldMk cId="10583354" sldId="314"/>
            <ac:spMk id="5" creationId="{1143F972-EA42-D368-D471-03382E2BEC39}"/>
          </ac:spMkLst>
        </pc:spChg>
        <pc:spChg chg="mod">
          <ac:chgData name="Stanley Rodrick" userId="8969fbcc-7c96-46fb-a663-9e2e5920ff04" providerId="ADAL" clId="{7C03ADE2-4F50-47C0-B720-7B68675E77E5}" dt="2022-08-02T07:28:49.808" v="1440" actId="20577"/>
          <ac:spMkLst>
            <pc:docMk/>
            <pc:sldMk cId="10583354" sldId="314"/>
            <ac:spMk id="24" creationId="{C78B0A0D-FD06-342F-77E3-CE8F194E7009}"/>
          </ac:spMkLst>
        </pc:spChg>
      </pc:sldChg>
      <pc:sldChg chg="addSp delSp modSp add mod ord">
        <pc:chgData name="Stanley Rodrick" userId="8969fbcc-7c96-46fb-a663-9e2e5920ff04" providerId="ADAL" clId="{7C03ADE2-4F50-47C0-B720-7B68675E77E5}" dt="2022-08-02T07:31:13.414" v="1467" actId="2062"/>
        <pc:sldMkLst>
          <pc:docMk/>
          <pc:sldMk cId="3085713789" sldId="315"/>
        </pc:sldMkLst>
        <pc:spChg chg="mod">
          <ac:chgData name="Stanley Rodrick" userId="8969fbcc-7c96-46fb-a663-9e2e5920ff04" providerId="ADAL" clId="{7C03ADE2-4F50-47C0-B720-7B68675E77E5}" dt="2022-08-02T07:29:44.864" v="1447" actId="20577"/>
          <ac:spMkLst>
            <pc:docMk/>
            <pc:sldMk cId="3085713789" sldId="315"/>
            <ac:spMk id="4" creationId="{1D1EBD71-B577-0908-79BD-AB02DC387319}"/>
          </ac:spMkLst>
        </pc:spChg>
        <pc:graphicFrameChg chg="add mod modGraphic">
          <ac:chgData name="Stanley Rodrick" userId="8969fbcc-7c96-46fb-a663-9e2e5920ff04" providerId="ADAL" clId="{7C03ADE2-4F50-47C0-B720-7B68675E77E5}" dt="2022-08-02T07:31:13.414" v="1467" actId="2062"/>
          <ac:graphicFrameMkLst>
            <pc:docMk/>
            <pc:sldMk cId="3085713789" sldId="315"/>
            <ac:graphicFrameMk id="3" creationId="{402603B4-BA9E-AE4F-9BEC-B57C75C2BC05}"/>
          </ac:graphicFrameMkLst>
        </pc:graphicFrameChg>
        <pc:graphicFrameChg chg="del">
          <ac:chgData name="Stanley Rodrick" userId="8969fbcc-7c96-46fb-a663-9e2e5920ff04" providerId="ADAL" clId="{7C03ADE2-4F50-47C0-B720-7B68675E77E5}" dt="2022-08-02T07:30:19.018" v="1448" actId="478"/>
          <ac:graphicFrameMkLst>
            <pc:docMk/>
            <pc:sldMk cId="3085713789" sldId="315"/>
            <ac:graphicFrameMk id="46" creationId="{34BCE682-56EF-C814-1702-A47A9229CDA9}"/>
          </ac:graphicFrameMkLst>
        </pc:graphicFrameChg>
      </pc:sldChg>
      <pc:sldChg chg="addSp delSp modSp add mod">
        <pc:chgData name="Stanley Rodrick" userId="8969fbcc-7c96-46fb-a663-9e2e5920ff04" providerId="ADAL" clId="{7C03ADE2-4F50-47C0-B720-7B68675E77E5}" dt="2022-08-02T07:34:09.319" v="1498" actId="1076"/>
        <pc:sldMkLst>
          <pc:docMk/>
          <pc:sldMk cId="1552382393" sldId="316"/>
        </pc:sldMkLst>
        <pc:spChg chg="mod">
          <ac:chgData name="Stanley Rodrick" userId="8969fbcc-7c96-46fb-a663-9e2e5920ff04" providerId="ADAL" clId="{7C03ADE2-4F50-47C0-B720-7B68675E77E5}" dt="2022-08-02T07:33:03.820" v="1497" actId="14100"/>
          <ac:spMkLst>
            <pc:docMk/>
            <pc:sldMk cId="1552382393" sldId="316"/>
            <ac:spMk id="4" creationId="{1D1EBD71-B577-0908-79BD-AB02DC387319}"/>
          </ac:spMkLst>
        </pc:spChg>
        <pc:spChg chg="add mod">
          <ac:chgData name="Stanley Rodrick" userId="8969fbcc-7c96-46fb-a663-9e2e5920ff04" providerId="ADAL" clId="{7C03ADE2-4F50-47C0-B720-7B68675E77E5}" dt="2022-08-02T07:34:09.319" v="1498" actId="1076"/>
          <ac:spMkLst>
            <pc:docMk/>
            <pc:sldMk cId="1552382393" sldId="316"/>
            <ac:spMk id="24" creationId="{B09A22B4-4B12-58BB-5D8B-AB322F85FE99}"/>
          </ac:spMkLst>
        </pc:spChg>
        <pc:spChg chg="mod">
          <ac:chgData name="Stanley Rodrick" userId="8969fbcc-7c96-46fb-a663-9e2e5920ff04" providerId="ADAL" clId="{7C03ADE2-4F50-47C0-B720-7B68675E77E5}" dt="2022-08-02T07:32:57.857" v="1495" actId="1076"/>
          <ac:spMkLst>
            <pc:docMk/>
            <pc:sldMk cId="1552382393" sldId="316"/>
            <ac:spMk id="25" creationId="{D856AD59-8AD1-B85F-4827-7B31CC175126}"/>
          </ac:spMkLst>
        </pc:spChg>
        <pc:graphicFrameChg chg="del">
          <ac:chgData name="Stanley Rodrick" userId="8969fbcc-7c96-46fb-a663-9e2e5920ff04" providerId="ADAL" clId="{7C03ADE2-4F50-47C0-B720-7B68675E77E5}" dt="2022-08-02T07:31:58.850" v="1469" actId="478"/>
          <ac:graphicFrameMkLst>
            <pc:docMk/>
            <pc:sldMk cId="1552382393" sldId="316"/>
            <ac:graphicFrameMk id="3" creationId="{402603B4-BA9E-AE4F-9BEC-B57C75C2BC05}"/>
          </ac:graphicFrameMkLst>
        </pc:graphicFrameChg>
      </pc:sldChg>
      <pc:sldChg chg="addSp delSp modSp add mod">
        <pc:chgData name="Stanley Rodrick" userId="8969fbcc-7c96-46fb-a663-9e2e5920ff04" providerId="ADAL" clId="{7C03ADE2-4F50-47C0-B720-7B68675E77E5}" dt="2022-08-02T07:49:26.258" v="1531" actId="1076"/>
        <pc:sldMkLst>
          <pc:docMk/>
          <pc:sldMk cId="2975291773" sldId="317"/>
        </pc:sldMkLst>
        <pc:spChg chg="del">
          <ac:chgData name="Stanley Rodrick" userId="8969fbcc-7c96-46fb-a663-9e2e5920ff04" providerId="ADAL" clId="{7C03ADE2-4F50-47C0-B720-7B68675E77E5}" dt="2022-08-02T07:49:04.462" v="1503" actId="478"/>
          <ac:spMkLst>
            <pc:docMk/>
            <pc:sldMk cId="2975291773" sldId="317"/>
            <ac:spMk id="2" creationId="{8BC1DA2B-FE6F-1C6E-BFA0-9B15DC40309D}"/>
          </ac:spMkLst>
        </pc:spChg>
        <pc:spChg chg="mod">
          <ac:chgData name="Stanley Rodrick" userId="8969fbcc-7c96-46fb-a663-9e2e5920ff04" providerId="ADAL" clId="{7C03ADE2-4F50-47C0-B720-7B68675E77E5}" dt="2022-08-02T07:49:26.258" v="1531" actId="1076"/>
          <ac:spMkLst>
            <pc:docMk/>
            <pc:sldMk cId="2975291773" sldId="317"/>
            <ac:spMk id="4" creationId="{1D1EBD71-B577-0908-79BD-AB02DC387319}"/>
          </ac:spMkLst>
        </pc:spChg>
        <pc:spChg chg="add del mod">
          <ac:chgData name="Stanley Rodrick" userId="8969fbcc-7c96-46fb-a663-9e2e5920ff04" providerId="ADAL" clId="{7C03ADE2-4F50-47C0-B720-7B68675E77E5}" dt="2022-08-02T07:49:06.800" v="1504" actId="478"/>
          <ac:spMkLst>
            <pc:docMk/>
            <pc:sldMk cId="2975291773" sldId="317"/>
            <ac:spMk id="5" creationId="{FCD5EF3D-61A7-FEB2-B312-B6996587DA24}"/>
          </ac:spMkLst>
        </pc:spChg>
        <pc:spChg chg="del">
          <ac:chgData name="Stanley Rodrick" userId="8969fbcc-7c96-46fb-a663-9e2e5920ff04" providerId="ADAL" clId="{7C03ADE2-4F50-47C0-B720-7B68675E77E5}" dt="2022-08-02T07:48:59.326" v="1500" actId="478"/>
          <ac:spMkLst>
            <pc:docMk/>
            <pc:sldMk cId="2975291773" sldId="317"/>
            <ac:spMk id="24" creationId="{B09A22B4-4B12-58BB-5D8B-AB322F85FE99}"/>
          </ac:spMkLst>
        </pc:spChg>
        <pc:spChg chg="del mod">
          <ac:chgData name="Stanley Rodrick" userId="8969fbcc-7c96-46fb-a663-9e2e5920ff04" providerId="ADAL" clId="{7C03ADE2-4F50-47C0-B720-7B68675E77E5}" dt="2022-08-02T07:49:01.851" v="1502" actId="478"/>
          <ac:spMkLst>
            <pc:docMk/>
            <pc:sldMk cId="2975291773" sldId="317"/>
            <ac:spMk id="25" creationId="{D856AD59-8AD1-B85F-4827-7B31CC175126}"/>
          </ac:spMkLst>
        </pc:spChg>
      </pc:sldChg>
    </pc:docChg>
  </pc:docChgLst>
  <pc:docChgLst>
    <pc:chgData name="Stanley Rodrick" userId="8969fbcc-7c96-46fb-a663-9e2e5920ff04" providerId="ADAL" clId="{56F8655D-96BB-854F-AF89-ADBD54C8A16D}"/>
    <pc:docChg chg="undo custSel addSld modSld">
      <pc:chgData name="Stanley Rodrick" userId="8969fbcc-7c96-46fb-a663-9e2e5920ff04" providerId="ADAL" clId="{56F8655D-96BB-854F-AF89-ADBD54C8A16D}" dt="2022-08-01T17:22:25.863" v="1843" actId="1076"/>
      <pc:docMkLst>
        <pc:docMk/>
      </pc:docMkLst>
      <pc:sldChg chg="modSp mod">
        <pc:chgData name="Stanley Rodrick" userId="8969fbcc-7c96-46fb-a663-9e2e5920ff04" providerId="ADAL" clId="{56F8655D-96BB-854F-AF89-ADBD54C8A16D}" dt="2022-08-01T15:31:04.964" v="261" actId="1076"/>
        <pc:sldMkLst>
          <pc:docMk/>
          <pc:sldMk cId="880809305" sldId="258"/>
        </pc:sldMkLst>
        <pc:spChg chg="mod">
          <ac:chgData name="Stanley Rodrick" userId="8969fbcc-7c96-46fb-a663-9e2e5920ff04" providerId="ADAL" clId="{56F8655D-96BB-854F-AF89-ADBD54C8A16D}" dt="2022-08-01T15:31:04.964" v="261" actId="1076"/>
          <ac:spMkLst>
            <pc:docMk/>
            <pc:sldMk cId="880809305" sldId="258"/>
            <ac:spMk id="61" creationId="{DF27DA85-F987-F1D8-D192-5F2FDFB3E97F}"/>
          </ac:spMkLst>
        </pc:spChg>
        <pc:picChg chg="mod">
          <ac:chgData name="Stanley Rodrick" userId="8969fbcc-7c96-46fb-a663-9e2e5920ff04" providerId="ADAL" clId="{56F8655D-96BB-854F-AF89-ADBD54C8A16D}" dt="2022-08-01T15:30:59.783" v="259" actId="14100"/>
          <ac:picMkLst>
            <pc:docMk/>
            <pc:sldMk cId="880809305" sldId="258"/>
            <ac:picMk id="4" creationId="{14164729-CAFB-9E98-F71E-098005085FA1}"/>
          </ac:picMkLst>
        </pc:picChg>
      </pc:sldChg>
      <pc:sldChg chg="modSp mod">
        <pc:chgData name="Stanley Rodrick" userId="8969fbcc-7c96-46fb-a663-9e2e5920ff04" providerId="ADAL" clId="{56F8655D-96BB-854F-AF89-ADBD54C8A16D}" dt="2022-08-01T15:37:26.237" v="274" actId="20577"/>
        <pc:sldMkLst>
          <pc:docMk/>
          <pc:sldMk cId="2907338489" sldId="278"/>
        </pc:sldMkLst>
        <pc:spChg chg="mod">
          <ac:chgData name="Stanley Rodrick" userId="8969fbcc-7c96-46fb-a663-9e2e5920ff04" providerId="ADAL" clId="{56F8655D-96BB-854F-AF89-ADBD54C8A16D}" dt="2022-08-01T15:37:26.237" v="274" actId="20577"/>
          <ac:spMkLst>
            <pc:docMk/>
            <pc:sldMk cId="2907338489" sldId="278"/>
            <ac:spMk id="33" creationId="{0E4991D8-7B24-F52C-0554-16A8324569F3}"/>
          </ac:spMkLst>
        </pc:spChg>
      </pc:sldChg>
      <pc:sldChg chg="addSp delSp modSp mod">
        <pc:chgData name="Stanley Rodrick" userId="8969fbcc-7c96-46fb-a663-9e2e5920ff04" providerId="ADAL" clId="{56F8655D-96BB-854F-AF89-ADBD54C8A16D}" dt="2022-08-01T15:14:29.626" v="122" actId="207"/>
        <pc:sldMkLst>
          <pc:docMk/>
          <pc:sldMk cId="1659735739" sldId="284"/>
        </pc:sldMkLst>
        <pc:spChg chg="add del mod">
          <ac:chgData name="Stanley Rodrick" userId="8969fbcc-7c96-46fb-a663-9e2e5920ff04" providerId="ADAL" clId="{56F8655D-96BB-854F-AF89-ADBD54C8A16D}" dt="2022-08-01T15:14:29.626" v="122" actId="207"/>
          <ac:spMkLst>
            <pc:docMk/>
            <pc:sldMk cId="1659735739" sldId="284"/>
            <ac:spMk id="27" creationId="{AFA0B641-22FB-1943-7EE3-31E0158F1A1C}"/>
          </ac:spMkLst>
        </pc:spChg>
      </pc:sldChg>
      <pc:sldChg chg="modSp add mod">
        <pc:chgData name="Stanley Rodrick" userId="8969fbcc-7c96-46fb-a663-9e2e5920ff04" providerId="ADAL" clId="{56F8655D-96BB-854F-AF89-ADBD54C8A16D}" dt="2022-08-01T15:08:26.516" v="17" actId="207"/>
        <pc:sldMkLst>
          <pc:docMk/>
          <pc:sldMk cId="1812800740" sldId="288"/>
        </pc:sldMkLst>
        <pc:spChg chg="mod">
          <ac:chgData name="Stanley Rodrick" userId="8969fbcc-7c96-46fb-a663-9e2e5920ff04" providerId="ADAL" clId="{56F8655D-96BB-854F-AF89-ADBD54C8A16D}" dt="2022-08-01T15:08:26.516" v="17" actId="207"/>
          <ac:spMkLst>
            <pc:docMk/>
            <pc:sldMk cId="1812800740" sldId="288"/>
            <ac:spMk id="27" creationId="{AFA0B641-22FB-1943-7EE3-31E0158F1A1C}"/>
          </ac:spMkLst>
        </pc:spChg>
      </pc:sldChg>
      <pc:sldChg chg="modSp add mod">
        <pc:chgData name="Stanley Rodrick" userId="8969fbcc-7c96-46fb-a663-9e2e5920ff04" providerId="ADAL" clId="{56F8655D-96BB-854F-AF89-ADBD54C8A16D}" dt="2022-08-01T15:11:41.539" v="73" actId="207"/>
        <pc:sldMkLst>
          <pc:docMk/>
          <pc:sldMk cId="2390838672" sldId="289"/>
        </pc:sldMkLst>
        <pc:spChg chg="mod">
          <ac:chgData name="Stanley Rodrick" userId="8969fbcc-7c96-46fb-a663-9e2e5920ff04" providerId="ADAL" clId="{56F8655D-96BB-854F-AF89-ADBD54C8A16D}" dt="2022-08-01T15:11:41.539" v="73" actId="207"/>
          <ac:spMkLst>
            <pc:docMk/>
            <pc:sldMk cId="2390838672" sldId="289"/>
            <ac:spMk id="27" creationId="{AFA0B641-22FB-1943-7EE3-31E0158F1A1C}"/>
          </ac:spMkLst>
        </pc:spChg>
      </pc:sldChg>
      <pc:sldChg chg="modSp add mod">
        <pc:chgData name="Stanley Rodrick" userId="8969fbcc-7c96-46fb-a663-9e2e5920ff04" providerId="ADAL" clId="{56F8655D-96BB-854F-AF89-ADBD54C8A16D}" dt="2022-08-01T15:11:37.100" v="72" actId="207"/>
        <pc:sldMkLst>
          <pc:docMk/>
          <pc:sldMk cId="103551383" sldId="290"/>
        </pc:sldMkLst>
        <pc:spChg chg="mod">
          <ac:chgData name="Stanley Rodrick" userId="8969fbcc-7c96-46fb-a663-9e2e5920ff04" providerId="ADAL" clId="{56F8655D-96BB-854F-AF89-ADBD54C8A16D}" dt="2022-08-01T15:11:37.100" v="72" actId="207"/>
          <ac:spMkLst>
            <pc:docMk/>
            <pc:sldMk cId="103551383" sldId="290"/>
            <ac:spMk id="27" creationId="{AFA0B641-22FB-1943-7EE3-31E0158F1A1C}"/>
          </ac:spMkLst>
        </pc:spChg>
      </pc:sldChg>
      <pc:sldChg chg="addSp delSp modSp add mod">
        <pc:chgData name="Stanley Rodrick" userId="8969fbcc-7c96-46fb-a663-9e2e5920ff04" providerId="ADAL" clId="{56F8655D-96BB-854F-AF89-ADBD54C8A16D}" dt="2022-08-01T15:13:19.402" v="96" actId="255"/>
        <pc:sldMkLst>
          <pc:docMk/>
          <pc:sldMk cId="315910792" sldId="291"/>
        </pc:sldMkLst>
        <pc:spChg chg="add del">
          <ac:chgData name="Stanley Rodrick" userId="8969fbcc-7c96-46fb-a663-9e2e5920ff04" providerId="ADAL" clId="{56F8655D-96BB-854F-AF89-ADBD54C8A16D}" dt="2022-08-01T15:12:03.309" v="76" actId="22"/>
          <ac:spMkLst>
            <pc:docMk/>
            <pc:sldMk cId="315910792" sldId="291"/>
            <ac:spMk id="5" creationId="{B624F968-FBC3-D20F-BC33-E38B21EB6DA6}"/>
          </ac:spMkLst>
        </pc:spChg>
        <pc:spChg chg="mod">
          <ac:chgData name="Stanley Rodrick" userId="8969fbcc-7c96-46fb-a663-9e2e5920ff04" providerId="ADAL" clId="{56F8655D-96BB-854F-AF89-ADBD54C8A16D}" dt="2022-08-01T15:13:19.402" v="96" actId="255"/>
          <ac:spMkLst>
            <pc:docMk/>
            <pc:sldMk cId="315910792" sldId="291"/>
            <ac:spMk id="27" creationId="{AFA0B641-22FB-1943-7EE3-31E0158F1A1C}"/>
          </ac:spMkLst>
        </pc:spChg>
      </pc:sldChg>
      <pc:sldChg chg="modSp add mod">
        <pc:chgData name="Stanley Rodrick" userId="8969fbcc-7c96-46fb-a663-9e2e5920ff04" providerId="ADAL" clId="{56F8655D-96BB-854F-AF89-ADBD54C8A16D}" dt="2022-08-01T15:18:31.542" v="141" actId="20577"/>
        <pc:sldMkLst>
          <pc:docMk/>
          <pc:sldMk cId="644524338" sldId="292"/>
        </pc:sldMkLst>
        <pc:spChg chg="mod">
          <ac:chgData name="Stanley Rodrick" userId="8969fbcc-7c96-46fb-a663-9e2e5920ff04" providerId="ADAL" clId="{56F8655D-96BB-854F-AF89-ADBD54C8A16D}" dt="2022-08-01T15:18:31.542" v="141" actId="20577"/>
          <ac:spMkLst>
            <pc:docMk/>
            <pc:sldMk cId="644524338" sldId="292"/>
            <ac:spMk id="27" creationId="{AFA0B641-22FB-1943-7EE3-31E0158F1A1C}"/>
          </ac:spMkLst>
        </pc:spChg>
      </pc:sldChg>
      <pc:sldChg chg="addSp modSp add mod">
        <pc:chgData name="Stanley Rodrick" userId="8969fbcc-7c96-46fb-a663-9e2e5920ff04" providerId="ADAL" clId="{56F8655D-96BB-854F-AF89-ADBD54C8A16D}" dt="2022-08-01T15:19:44.373" v="153" actId="1076"/>
        <pc:sldMkLst>
          <pc:docMk/>
          <pc:sldMk cId="3251133278" sldId="293"/>
        </pc:sldMkLst>
        <pc:spChg chg="mod">
          <ac:chgData name="Stanley Rodrick" userId="8969fbcc-7c96-46fb-a663-9e2e5920ff04" providerId="ADAL" clId="{56F8655D-96BB-854F-AF89-ADBD54C8A16D}" dt="2022-08-01T15:19:04.266" v="149" actId="20577"/>
          <ac:spMkLst>
            <pc:docMk/>
            <pc:sldMk cId="3251133278" sldId="293"/>
            <ac:spMk id="27" creationId="{AFA0B641-22FB-1943-7EE3-31E0158F1A1C}"/>
          </ac:spMkLst>
        </pc:spChg>
        <pc:picChg chg="add mod">
          <ac:chgData name="Stanley Rodrick" userId="8969fbcc-7c96-46fb-a663-9e2e5920ff04" providerId="ADAL" clId="{56F8655D-96BB-854F-AF89-ADBD54C8A16D}" dt="2022-08-01T15:19:44.373" v="153" actId="1076"/>
          <ac:picMkLst>
            <pc:docMk/>
            <pc:sldMk cId="3251133278" sldId="293"/>
            <ac:picMk id="5" creationId="{93522DF2-2CE9-58C0-04CA-50B6AD0ACB40}"/>
          </ac:picMkLst>
        </pc:picChg>
      </pc:sldChg>
      <pc:sldChg chg="delSp modSp add mod">
        <pc:chgData name="Stanley Rodrick" userId="8969fbcc-7c96-46fb-a663-9e2e5920ff04" providerId="ADAL" clId="{56F8655D-96BB-854F-AF89-ADBD54C8A16D}" dt="2022-08-01T15:22:07.130" v="196" actId="404"/>
        <pc:sldMkLst>
          <pc:docMk/>
          <pc:sldMk cId="3901774252" sldId="294"/>
        </pc:sldMkLst>
        <pc:spChg chg="mod">
          <ac:chgData name="Stanley Rodrick" userId="8969fbcc-7c96-46fb-a663-9e2e5920ff04" providerId="ADAL" clId="{56F8655D-96BB-854F-AF89-ADBD54C8A16D}" dt="2022-08-01T15:22:07.130" v="196" actId="404"/>
          <ac:spMkLst>
            <pc:docMk/>
            <pc:sldMk cId="3901774252" sldId="294"/>
            <ac:spMk id="27" creationId="{AFA0B641-22FB-1943-7EE3-31E0158F1A1C}"/>
          </ac:spMkLst>
        </pc:spChg>
        <pc:picChg chg="del">
          <ac:chgData name="Stanley Rodrick" userId="8969fbcc-7c96-46fb-a663-9e2e5920ff04" providerId="ADAL" clId="{56F8655D-96BB-854F-AF89-ADBD54C8A16D}" dt="2022-08-01T15:20:20.146" v="155" actId="478"/>
          <ac:picMkLst>
            <pc:docMk/>
            <pc:sldMk cId="3901774252" sldId="294"/>
            <ac:picMk id="5" creationId="{93522DF2-2CE9-58C0-04CA-50B6AD0ACB40}"/>
          </ac:picMkLst>
        </pc:picChg>
      </pc:sldChg>
      <pc:sldChg chg="addSp delSp modSp add mod">
        <pc:chgData name="Stanley Rodrick" userId="8969fbcc-7c96-46fb-a663-9e2e5920ff04" providerId="ADAL" clId="{56F8655D-96BB-854F-AF89-ADBD54C8A16D}" dt="2022-08-01T15:23:16.713" v="205" actId="1076"/>
        <pc:sldMkLst>
          <pc:docMk/>
          <pc:sldMk cId="3935951850" sldId="295"/>
        </pc:sldMkLst>
        <pc:spChg chg="del mod">
          <ac:chgData name="Stanley Rodrick" userId="8969fbcc-7c96-46fb-a663-9e2e5920ff04" providerId="ADAL" clId="{56F8655D-96BB-854F-AF89-ADBD54C8A16D}" dt="2022-08-01T15:22:54.488" v="199" actId="478"/>
          <ac:spMkLst>
            <pc:docMk/>
            <pc:sldMk cId="3935951850" sldId="295"/>
            <ac:spMk id="27" creationId="{AFA0B641-22FB-1943-7EE3-31E0158F1A1C}"/>
          </ac:spMkLst>
        </pc:spChg>
        <pc:picChg chg="add mod">
          <ac:chgData name="Stanley Rodrick" userId="8969fbcc-7c96-46fb-a663-9e2e5920ff04" providerId="ADAL" clId="{56F8655D-96BB-854F-AF89-ADBD54C8A16D}" dt="2022-08-01T15:23:16.713" v="205" actId="1076"/>
          <ac:picMkLst>
            <pc:docMk/>
            <pc:sldMk cId="3935951850" sldId="295"/>
            <ac:picMk id="5" creationId="{73AACE7E-A951-A64A-36FD-3B851CDC8A2B}"/>
          </ac:picMkLst>
        </pc:picChg>
      </pc:sldChg>
      <pc:sldChg chg="addSp delSp modSp add mod">
        <pc:chgData name="Stanley Rodrick" userId="8969fbcc-7c96-46fb-a663-9e2e5920ff04" providerId="ADAL" clId="{56F8655D-96BB-854F-AF89-ADBD54C8A16D}" dt="2022-08-01T15:27:02.753" v="239" actId="207"/>
        <pc:sldMkLst>
          <pc:docMk/>
          <pc:sldMk cId="2671945395" sldId="296"/>
        </pc:sldMkLst>
        <pc:spChg chg="add mod">
          <ac:chgData name="Stanley Rodrick" userId="8969fbcc-7c96-46fb-a663-9e2e5920ff04" providerId="ADAL" clId="{56F8655D-96BB-854F-AF89-ADBD54C8A16D}" dt="2022-08-01T15:27:02.753" v="239" actId="207"/>
          <ac:spMkLst>
            <pc:docMk/>
            <pc:sldMk cId="2671945395" sldId="296"/>
            <ac:spMk id="6" creationId="{0E68D6CB-8B24-C7DD-A540-37A9ACF60ABF}"/>
          </ac:spMkLst>
        </pc:spChg>
        <pc:picChg chg="del mod">
          <ac:chgData name="Stanley Rodrick" userId="8969fbcc-7c96-46fb-a663-9e2e5920ff04" providerId="ADAL" clId="{56F8655D-96BB-854F-AF89-ADBD54C8A16D}" dt="2022-08-01T15:24:54.612" v="208" actId="478"/>
          <ac:picMkLst>
            <pc:docMk/>
            <pc:sldMk cId="2671945395" sldId="296"/>
            <ac:picMk id="5" creationId="{73AACE7E-A951-A64A-36FD-3B851CDC8A2B}"/>
          </ac:picMkLst>
        </pc:picChg>
      </pc:sldChg>
      <pc:sldChg chg="addSp delSp modSp add mod">
        <pc:chgData name="Stanley Rodrick" userId="8969fbcc-7c96-46fb-a663-9e2e5920ff04" providerId="ADAL" clId="{56F8655D-96BB-854F-AF89-ADBD54C8A16D}" dt="2022-08-01T15:27:38.277" v="244" actId="478"/>
        <pc:sldMkLst>
          <pc:docMk/>
          <pc:sldMk cId="979453656" sldId="297"/>
        </pc:sldMkLst>
        <pc:picChg chg="add del mod">
          <ac:chgData name="Stanley Rodrick" userId="8969fbcc-7c96-46fb-a663-9e2e5920ff04" providerId="ADAL" clId="{56F8655D-96BB-854F-AF89-ADBD54C8A16D}" dt="2022-08-01T15:27:38.277" v="244" actId="478"/>
          <ac:picMkLst>
            <pc:docMk/>
            <pc:sldMk cId="979453656" sldId="297"/>
            <ac:picMk id="5" creationId="{B078CE56-C951-D9DE-C9CA-A049B8EC6521}"/>
          </ac:picMkLst>
        </pc:picChg>
      </pc:sldChg>
      <pc:sldChg chg="delSp modSp add mod">
        <pc:chgData name="Stanley Rodrick" userId="8969fbcc-7c96-46fb-a663-9e2e5920ff04" providerId="ADAL" clId="{56F8655D-96BB-854F-AF89-ADBD54C8A16D}" dt="2022-08-01T15:27:50.706" v="250" actId="1076"/>
        <pc:sldMkLst>
          <pc:docMk/>
          <pc:sldMk cId="345625983" sldId="298"/>
        </pc:sldMkLst>
        <pc:spChg chg="del">
          <ac:chgData name="Stanley Rodrick" userId="8969fbcc-7c96-46fb-a663-9e2e5920ff04" providerId="ADAL" clId="{56F8655D-96BB-854F-AF89-ADBD54C8A16D}" dt="2022-08-01T15:27:42.269" v="245" actId="478"/>
          <ac:spMkLst>
            <pc:docMk/>
            <pc:sldMk cId="345625983" sldId="298"/>
            <ac:spMk id="6" creationId="{0E68D6CB-8B24-C7DD-A540-37A9ACF60ABF}"/>
          </ac:spMkLst>
        </pc:spChg>
        <pc:picChg chg="mod">
          <ac:chgData name="Stanley Rodrick" userId="8969fbcc-7c96-46fb-a663-9e2e5920ff04" providerId="ADAL" clId="{56F8655D-96BB-854F-AF89-ADBD54C8A16D}" dt="2022-08-01T15:27:50.706" v="250" actId="1076"/>
          <ac:picMkLst>
            <pc:docMk/>
            <pc:sldMk cId="345625983" sldId="298"/>
            <ac:picMk id="5" creationId="{B078CE56-C951-D9DE-C9CA-A049B8EC6521}"/>
          </ac:picMkLst>
        </pc:picChg>
      </pc:sldChg>
      <pc:sldChg chg="addSp delSp modSp add mod">
        <pc:chgData name="Stanley Rodrick" userId="8969fbcc-7c96-46fb-a663-9e2e5920ff04" providerId="ADAL" clId="{56F8655D-96BB-854F-AF89-ADBD54C8A16D}" dt="2022-08-01T15:30:50.036" v="258" actId="962"/>
        <pc:sldMkLst>
          <pc:docMk/>
          <pc:sldMk cId="1361142943" sldId="299"/>
        </pc:sldMkLst>
        <pc:picChg chg="add mod">
          <ac:chgData name="Stanley Rodrick" userId="8969fbcc-7c96-46fb-a663-9e2e5920ff04" providerId="ADAL" clId="{56F8655D-96BB-854F-AF89-ADBD54C8A16D}" dt="2022-08-01T15:30:50.036" v="258" actId="962"/>
          <ac:picMkLst>
            <pc:docMk/>
            <pc:sldMk cId="1361142943" sldId="299"/>
            <ac:picMk id="5" creationId="{A954AD04-A798-56CA-DA7C-0674CB557FE9}"/>
          </ac:picMkLst>
        </pc:picChg>
        <pc:picChg chg="del">
          <ac:chgData name="Stanley Rodrick" userId="8969fbcc-7c96-46fb-a663-9e2e5920ff04" providerId="ADAL" clId="{56F8655D-96BB-854F-AF89-ADBD54C8A16D}" dt="2022-08-01T15:30:38.117" v="252" actId="478"/>
          <ac:picMkLst>
            <pc:docMk/>
            <pc:sldMk cId="1361142943" sldId="299"/>
            <ac:picMk id="9" creationId="{BC1A864E-F1A1-34E8-420B-CAA3AF9F3392}"/>
          </ac:picMkLst>
        </pc:picChg>
      </pc:sldChg>
      <pc:sldChg chg="add">
        <pc:chgData name="Stanley Rodrick" userId="8969fbcc-7c96-46fb-a663-9e2e5920ff04" providerId="ADAL" clId="{56F8655D-96BB-854F-AF89-ADBD54C8A16D}" dt="2022-08-01T15:31:16.550" v="262" actId="2890"/>
        <pc:sldMkLst>
          <pc:docMk/>
          <pc:sldMk cId="3111092176" sldId="300"/>
        </pc:sldMkLst>
      </pc:sldChg>
      <pc:sldChg chg="addSp delSp modSp add mod">
        <pc:chgData name="Stanley Rodrick" userId="8969fbcc-7c96-46fb-a663-9e2e5920ff04" providerId="ADAL" clId="{56F8655D-96BB-854F-AF89-ADBD54C8A16D}" dt="2022-08-01T15:33:42.559" v="270" actId="1076"/>
        <pc:sldMkLst>
          <pc:docMk/>
          <pc:sldMk cId="2647787721" sldId="301"/>
        </pc:sldMkLst>
        <pc:picChg chg="del">
          <ac:chgData name="Stanley Rodrick" userId="8969fbcc-7c96-46fb-a663-9e2e5920ff04" providerId="ADAL" clId="{56F8655D-96BB-854F-AF89-ADBD54C8A16D}" dt="2022-08-01T15:33:33.966" v="264" actId="478"/>
          <ac:picMkLst>
            <pc:docMk/>
            <pc:sldMk cId="2647787721" sldId="301"/>
            <ac:picMk id="5" creationId="{A954AD04-A798-56CA-DA7C-0674CB557FE9}"/>
          </ac:picMkLst>
        </pc:picChg>
        <pc:picChg chg="add mod">
          <ac:chgData name="Stanley Rodrick" userId="8969fbcc-7c96-46fb-a663-9e2e5920ff04" providerId="ADAL" clId="{56F8655D-96BB-854F-AF89-ADBD54C8A16D}" dt="2022-08-01T15:33:42.559" v="270" actId="1076"/>
          <ac:picMkLst>
            <pc:docMk/>
            <pc:sldMk cId="2647787721" sldId="301"/>
            <ac:picMk id="6" creationId="{38785AD9-1D66-A608-1D35-9042EBFA2DC7}"/>
          </ac:picMkLst>
        </pc:picChg>
      </pc:sldChg>
      <pc:sldChg chg="addSp delSp modSp add mod">
        <pc:chgData name="Stanley Rodrick" userId="8969fbcc-7c96-46fb-a663-9e2e5920ff04" providerId="ADAL" clId="{56F8655D-96BB-854F-AF89-ADBD54C8A16D}" dt="2022-08-01T15:40:04.990" v="313" actId="20577"/>
        <pc:sldMkLst>
          <pc:docMk/>
          <pc:sldMk cId="1189224290" sldId="302"/>
        </pc:sldMkLst>
        <pc:spChg chg="add del mod">
          <ac:chgData name="Stanley Rodrick" userId="8969fbcc-7c96-46fb-a663-9e2e5920ff04" providerId="ADAL" clId="{56F8655D-96BB-854F-AF89-ADBD54C8A16D}" dt="2022-08-01T15:38:51.122" v="285"/>
          <ac:spMkLst>
            <pc:docMk/>
            <pc:sldMk cId="1189224290" sldId="302"/>
            <ac:spMk id="4" creationId="{12EB982D-949D-6B1E-7643-6C83D0F1EA0E}"/>
          </ac:spMkLst>
        </pc:spChg>
        <pc:spChg chg="mod">
          <ac:chgData name="Stanley Rodrick" userId="8969fbcc-7c96-46fb-a663-9e2e5920ff04" providerId="ADAL" clId="{56F8655D-96BB-854F-AF89-ADBD54C8A16D}" dt="2022-08-01T15:39:26.839" v="295" actId="1076"/>
          <ac:spMkLst>
            <pc:docMk/>
            <pc:sldMk cId="1189224290" sldId="302"/>
            <ac:spMk id="7" creationId="{6AEC2EB2-ACB1-D3A8-0738-7DFBC8F7874C}"/>
          </ac:spMkLst>
        </pc:spChg>
        <pc:spChg chg="mod">
          <ac:chgData name="Stanley Rodrick" userId="8969fbcc-7c96-46fb-a663-9e2e5920ff04" providerId="ADAL" clId="{56F8655D-96BB-854F-AF89-ADBD54C8A16D}" dt="2022-08-01T15:39:31.712" v="296" actId="207"/>
          <ac:spMkLst>
            <pc:docMk/>
            <pc:sldMk cId="1189224290" sldId="302"/>
            <ac:spMk id="9" creationId="{E07F881F-2660-B8BD-EE97-601BAE788256}"/>
          </ac:spMkLst>
        </pc:spChg>
        <pc:spChg chg="mod">
          <ac:chgData name="Stanley Rodrick" userId="8969fbcc-7c96-46fb-a663-9e2e5920ff04" providerId="ADAL" clId="{56F8655D-96BB-854F-AF89-ADBD54C8A16D}" dt="2022-08-01T15:39:41.848" v="299" actId="20577"/>
          <ac:spMkLst>
            <pc:docMk/>
            <pc:sldMk cId="1189224290" sldId="302"/>
            <ac:spMk id="24" creationId="{FF0EBC21-45C9-932B-DFF2-2E76BDF37AB8}"/>
          </ac:spMkLst>
        </pc:spChg>
        <pc:spChg chg="mod">
          <ac:chgData name="Stanley Rodrick" userId="8969fbcc-7c96-46fb-a663-9e2e5920ff04" providerId="ADAL" clId="{56F8655D-96BB-854F-AF89-ADBD54C8A16D}" dt="2022-08-01T15:39:44.950" v="301" actId="20577"/>
          <ac:spMkLst>
            <pc:docMk/>
            <pc:sldMk cId="1189224290" sldId="302"/>
            <ac:spMk id="26" creationId="{5249A9F4-F686-DB7D-1A5B-1B22BAFC3F4F}"/>
          </ac:spMkLst>
        </pc:spChg>
        <pc:spChg chg="mod">
          <ac:chgData name="Stanley Rodrick" userId="8969fbcc-7c96-46fb-a663-9e2e5920ff04" providerId="ADAL" clId="{56F8655D-96BB-854F-AF89-ADBD54C8A16D}" dt="2022-08-01T15:39:48.190" v="303" actId="20577"/>
          <ac:spMkLst>
            <pc:docMk/>
            <pc:sldMk cId="1189224290" sldId="302"/>
            <ac:spMk id="27" creationId="{829B370A-AF58-7304-CDBD-5B00D3B7BC73}"/>
          </ac:spMkLst>
        </pc:spChg>
        <pc:spChg chg="mod">
          <ac:chgData name="Stanley Rodrick" userId="8969fbcc-7c96-46fb-a663-9e2e5920ff04" providerId="ADAL" clId="{56F8655D-96BB-854F-AF89-ADBD54C8A16D}" dt="2022-08-01T15:39:50.662" v="305" actId="20577"/>
          <ac:spMkLst>
            <pc:docMk/>
            <pc:sldMk cId="1189224290" sldId="302"/>
            <ac:spMk id="28" creationId="{03FC41B1-1F4F-4AE8-FA72-EAEE6F792C4F}"/>
          </ac:spMkLst>
        </pc:spChg>
        <pc:spChg chg="mod">
          <ac:chgData name="Stanley Rodrick" userId="8969fbcc-7c96-46fb-a663-9e2e5920ff04" providerId="ADAL" clId="{56F8655D-96BB-854F-AF89-ADBD54C8A16D}" dt="2022-08-01T15:39:26.839" v="295" actId="1076"/>
          <ac:spMkLst>
            <pc:docMk/>
            <pc:sldMk cId="1189224290" sldId="302"/>
            <ac:spMk id="29" creationId="{C58AA318-29EF-C056-7647-AF856DBDB0CC}"/>
          </ac:spMkLst>
        </pc:spChg>
        <pc:spChg chg="mod">
          <ac:chgData name="Stanley Rodrick" userId="8969fbcc-7c96-46fb-a663-9e2e5920ff04" providerId="ADAL" clId="{56F8655D-96BB-854F-AF89-ADBD54C8A16D}" dt="2022-08-01T15:39:26.839" v="295" actId="1076"/>
          <ac:spMkLst>
            <pc:docMk/>
            <pc:sldMk cId="1189224290" sldId="302"/>
            <ac:spMk id="30" creationId="{A211460E-C764-E85A-73C2-3A0D8917C00F}"/>
          </ac:spMkLst>
        </pc:spChg>
        <pc:spChg chg="mod">
          <ac:chgData name="Stanley Rodrick" userId="8969fbcc-7c96-46fb-a663-9e2e5920ff04" providerId="ADAL" clId="{56F8655D-96BB-854F-AF89-ADBD54C8A16D}" dt="2022-08-01T15:39:26.839" v="295" actId="1076"/>
          <ac:spMkLst>
            <pc:docMk/>
            <pc:sldMk cId="1189224290" sldId="302"/>
            <ac:spMk id="31" creationId="{6C4D9D93-6EE1-49C4-CCFB-85F01DF9A38D}"/>
          </ac:spMkLst>
        </pc:spChg>
        <pc:spChg chg="mod">
          <ac:chgData name="Stanley Rodrick" userId="8969fbcc-7c96-46fb-a663-9e2e5920ff04" providerId="ADAL" clId="{56F8655D-96BB-854F-AF89-ADBD54C8A16D}" dt="2022-08-01T15:39:26.839" v="295" actId="1076"/>
          <ac:spMkLst>
            <pc:docMk/>
            <pc:sldMk cId="1189224290" sldId="302"/>
            <ac:spMk id="32" creationId="{A53EB45D-D1D7-1CFE-0EEA-79DF844EBB10}"/>
          </ac:spMkLst>
        </pc:spChg>
        <pc:spChg chg="mod">
          <ac:chgData name="Stanley Rodrick" userId="8969fbcc-7c96-46fb-a663-9e2e5920ff04" providerId="ADAL" clId="{56F8655D-96BB-854F-AF89-ADBD54C8A16D}" dt="2022-08-01T15:39:26.839" v="295" actId="1076"/>
          <ac:spMkLst>
            <pc:docMk/>
            <pc:sldMk cId="1189224290" sldId="302"/>
            <ac:spMk id="33" creationId="{07F2643A-DCB9-BCEB-ECF6-A143CB741896}"/>
          </ac:spMkLst>
        </pc:spChg>
        <pc:spChg chg="mod">
          <ac:chgData name="Stanley Rodrick" userId="8969fbcc-7c96-46fb-a663-9e2e5920ff04" providerId="ADAL" clId="{56F8655D-96BB-854F-AF89-ADBD54C8A16D}" dt="2022-08-01T15:39:35.259" v="297" actId="207"/>
          <ac:spMkLst>
            <pc:docMk/>
            <pc:sldMk cId="1189224290" sldId="302"/>
            <ac:spMk id="34" creationId="{8E57F07E-A35A-93A1-EACB-0511A15AE6A8}"/>
          </ac:spMkLst>
        </pc:spChg>
        <pc:spChg chg="mod">
          <ac:chgData name="Stanley Rodrick" userId="8969fbcc-7c96-46fb-a663-9e2e5920ff04" providerId="ADAL" clId="{56F8655D-96BB-854F-AF89-ADBD54C8A16D}" dt="2022-08-01T15:39:55.353" v="307" actId="20577"/>
          <ac:spMkLst>
            <pc:docMk/>
            <pc:sldMk cId="1189224290" sldId="302"/>
            <ac:spMk id="35" creationId="{EAD52B49-0002-BA24-CB05-597788C122A4}"/>
          </ac:spMkLst>
        </pc:spChg>
        <pc:spChg chg="mod">
          <ac:chgData name="Stanley Rodrick" userId="8969fbcc-7c96-46fb-a663-9e2e5920ff04" providerId="ADAL" clId="{56F8655D-96BB-854F-AF89-ADBD54C8A16D}" dt="2022-08-01T15:39:59.765" v="309" actId="20577"/>
          <ac:spMkLst>
            <pc:docMk/>
            <pc:sldMk cId="1189224290" sldId="302"/>
            <ac:spMk id="36" creationId="{E0401C13-5ECE-A745-4FCB-78BA04FF53BE}"/>
          </ac:spMkLst>
        </pc:spChg>
        <pc:spChg chg="mod">
          <ac:chgData name="Stanley Rodrick" userId="8969fbcc-7c96-46fb-a663-9e2e5920ff04" providerId="ADAL" clId="{56F8655D-96BB-854F-AF89-ADBD54C8A16D}" dt="2022-08-01T15:40:02.074" v="311" actId="20577"/>
          <ac:spMkLst>
            <pc:docMk/>
            <pc:sldMk cId="1189224290" sldId="302"/>
            <ac:spMk id="37" creationId="{13F68234-3719-B9C4-C7DC-76FA785371B1}"/>
          </ac:spMkLst>
        </pc:spChg>
        <pc:spChg chg="mod">
          <ac:chgData name="Stanley Rodrick" userId="8969fbcc-7c96-46fb-a663-9e2e5920ff04" providerId="ADAL" clId="{56F8655D-96BB-854F-AF89-ADBD54C8A16D}" dt="2022-08-01T15:40:04.990" v="313" actId="20577"/>
          <ac:spMkLst>
            <pc:docMk/>
            <pc:sldMk cId="1189224290" sldId="302"/>
            <ac:spMk id="38" creationId="{EC5F1C28-3258-7361-BC96-AE6A00BE60C8}"/>
          </ac:spMkLst>
        </pc:spChg>
        <pc:spChg chg="mod">
          <ac:chgData name="Stanley Rodrick" userId="8969fbcc-7c96-46fb-a663-9e2e5920ff04" providerId="ADAL" clId="{56F8655D-96BB-854F-AF89-ADBD54C8A16D}" dt="2022-08-01T15:39:26.839" v="295" actId="1076"/>
          <ac:spMkLst>
            <pc:docMk/>
            <pc:sldMk cId="1189224290" sldId="302"/>
            <ac:spMk id="39" creationId="{8DDA914E-F7D3-68CF-CE62-5393EF533DD9}"/>
          </ac:spMkLst>
        </pc:spChg>
        <pc:spChg chg="mod">
          <ac:chgData name="Stanley Rodrick" userId="8969fbcc-7c96-46fb-a663-9e2e5920ff04" providerId="ADAL" clId="{56F8655D-96BB-854F-AF89-ADBD54C8A16D}" dt="2022-08-01T15:39:26.839" v="295" actId="1076"/>
          <ac:spMkLst>
            <pc:docMk/>
            <pc:sldMk cId="1189224290" sldId="302"/>
            <ac:spMk id="40" creationId="{A104322B-C4AF-7DA5-B5D3-E5AAF860D9D1}"/>
          </ac:spMkLst>
        </pc:spChg>
        <pc:spChg chg="mod">
          <ac:chgData name="Stanley Rodrick" userId="8969fbcc-7c96-46fb-a663-9e2e5920ff04" providerId="ADAL" clId="{56F8655D-96BB-854F-AF89-ADBD54C8A16D}" dt="2022-08-01T15:39:26.839" v="295" actId="1076"/>
          <ac:spMkLst>
            <pc:docMk/>
            <pc:sldMk cId="1189224290" sldId="302"/>
            <ac:spMk id="41" creationId="{F5B1C768-E8E5-DCD7-1848-50802CC8FBEE}"/>
          </ac:spMkLst>
        </pc:spChg>
        <pc:spChg chg="mod">
          <ac:chgData name="Stanley Rodrick" userId="8969fbcc-7c96-46fb-a663-9e2e5920ff04" providerId="ADAL" clId="{56F8655D-96BB-854F-AF89-ADBD54C8A16D}" dt="2022-08-01T15:39:26.839" v="295" actId="1076"/>
          <ac:spMkLst>
            <pc:docMk/>
            <pc:sldMk cId="1189224290" sldId="302"/>
            <ac:spMk id="42" creationId="{C8D5D77B-A319-5DCC-294A-20F877E7C048}"/>
          </ac:spMkLst>
        </pc:spChg>
        <pc:spChg chg="mod">
          <ac:chgData name="Stanley Rodrick" userId="8969fbcc-7c96-46fb-a663-9e2e5920ff04" providerId="ADAL" clId="{56F8655D-96BB-854F-AF89-ADBD54C8A16D}" dt="2022-08-01T15:39:26.839" v="295" actId="1076"/>
          <ac:spMkLst>
            <pc:docMk/>
            <pc:sldMk cId="1189224290" sldId="302"/>
            <ac:spMk id="43" creationId="{4596C38F-1B88-2C15-F291-91C4063B7E5A}"/>
          </ac:spMkLst>
        </pc:spChg>
        <pc:spChg chg="add mod">
          <ac:chgData name="Stanley Rodrick" userId="8969fbcc-7c96-46fb-a663-9e2e5920ff04" providerId="ADAL" clId="{56F8655D-96BB-854F-AF89-ADBD54C8A16D}" dt="2022-08-01T15:38:56.243" v="291" actId="403"/>
          <ac:spMkLst>
            <pc:docMk/>
            <pc:sldMk cId="1189224290" sldId="302"/>
            <ac:spMk id="44" creationId="{37A805F9-E9CF-9811-9E0E-4E73B367A553}"/>
          </ac:spMkLst>
        </pc:spChg>
        <pc:spChg chg="add mod">
          <ac:chgData name="Stanley Rodrick" userId="8969fbcc-7c96-46fb-a663-9e2e5920ff04" providerId="ADAL" clId="{56F8655D-96BB-854F-AF89-ADBD54C8A16D}" dt="2022-08-01T15:39:19.380" v="294" actId="1076"/>
          <ac:spMkLst>
            <pc:docMk/>
            <pc:sldMk cId="1189224290" sldId="302"/>
            <ac:spMk id="45" creationId="{ED122BD1-8D09-35E3-9C1F-965231AB0BA5}"/>
          </ac:spMkLst>
        </pc:spChg>
        <pc:grpChg chg="add mod">
          <ac:chgData name="Stanley Rodrick" userId="8969fbcc-7c96-46fb-a663-9e2e5920ff04" providerId="ADAL" clId="{56F8655D-96BB-854F-AF89-ADBD54C8A16D}" dt="2022-08-01T15:39:26.839" v="295" actId="1076"/>
          <ac:grpSpMkLst>
            <pc:docMk/>
            <pc:sldMk cId="1189224290" sldId="302"/>
            <ac:grpSpMk id="5" creationId="{9EF9C62D-21EC-A05B-678D-09881909D75F}"/>
          </ac:grpSpMkLst>
        </pc:grpChg>
        <pc:picChg chg="del">
          <ac:chgData name="Stanley Rodrick" userId="8969fbcc-7c96-46fb-a663-9e2e5920ff04" providerId="ADAL" clId="{56F8655D-96BB-854F-AF89-ADBD54C8A16D}" dt="2022-08-01T15:37:47.758" v="276" actId="478"/>
          <ac:picMkLst>
            <pc:docMk/>
            <pc:sldMk cId="1189224290" sldId="302"/>
            <ac:picMk id="6" creationId="{03D69FFA-361A-E6A9-7381-A3584C79A9DB}"/>
          </ac:picMkLst>
        </pc:picChg>
      </pc:sldChg>
      <pc:sldChg chg="addSp delSp modSp add mod">
        <pc:chgData name="Stanley Rodrick" userId="8969fbcc-7c96-46fb-a663-9e2e5920ff04" providerId="ADAL" clId="{56F8655D-96BB-854F-AF89-ADBD54C8A16D}" dt="2022-08-01T17:21:46.986" v="1833" actId="207"/>
        <pc:sldMkLst>
          <pc:docMk/>
          <pc:sldMk cId="2852959632" sldId="303"/>
        </pc:sldMkLst>
        <pc:spChg chg="del">
          <ac:chgData name="Stanley Rodrick" userId="8969fbcc-7c96-46fb-a663-9e2e5920ff04" providerId="ADAL" clId="{56F8655D-96BB-854F-AF89-ADBD54C8A16D}" dt="2022-08-01T15:41:23.841" v="315" actId="478"/>
          <ac:spMkLst>
            <pc:docMk/>
            <pc:sldMk cId="2852959632" sldId="303"/>
            <ac:spMk id="3" creationId="{E1B3EC78-AF07-8A37-B218-94DF35BE2087}"/>
          </ac:spMkLst>
        </pc:spChg>
        <pc:spChg chg="add mod">
          <ac:chgData name="Stanley Rodrick" userId="8969fbcc-7c96-46fb-a663-9e2e5920ff04" providerId="ADAL" clId="{56F8655D-96BB-854F-AF89-ADBD54C8A16D}" dt="2022-08-01T17:21:46.986" v="1833" actId="207"/>
          <ac:spMkLst>
            <pc:docMk/>
            <pc:sldMk cId="2852959632" sldId="303"/>
            <ac:spMk id="4" creationId="{1D1EBD71-B577-0908-79BD-AB02DC387319}"/>
          </ac:spMkLst>
        </pc:spChg>
        <pc:spChg chg="add del mod">
          <ac:chgData name="Stanley Rodrick" userId="8969fbcc-7c96-46fb-a663-9e2e5920ff04" providerId="ADAL" clId="{56F8655D-96BB-854F-AF89-ADBD54C8A16D}" dt="2022-08-01T15:44:17.023" v="348"/>
          <ac:spMkLst>
            <pc:docMk/>
            <pc:sldMk cId="2852959632" sldId="303"/>
            <ac:spMk id="6" creationId="{71FEEC2B-434F-C0B4-2FCB-B00F430119F4}"/>
          </ac:spMkLst>
        </pc:spChg>
        <pc:spChg chg="del">
          <ac:chgData name="Stanley Rodrick" userId="8969fbcc-7c96-46fb-a663-9e2e5920ff04" providerId="ADAL" clId="{56F8655D-96BB-854F-AF89-ADBD54C8A16D}" dt="2022-08-01T15:41:23.841" v="315" actId="478"/>
          <ac:spMkLst>
            <pc:docMk/>
            <pc:sldMk cId="2852959632" sldId="303"/>
            <ac:spMk id="44" creationId="{37A805F9-E9CF-9811-9E0E-4E73B367A553}"/>
          </ac:spMkLst>
        </pc:spChg>
        <pc:spChg chg="del">
          <ac:chgData name="Stanley Rodrick" userId="8969fbcc-7c96-46fb-a663-9e2e5920ff04" providerId="ADAL" clId="{56F8655D-96BB-854F-AF89-ADBD54C8A16D}" dt="2022-08-01T15:41:23.841" v="315" actId="478"/>
          <ac:spMkLst>
            <pc:docMk/>
            <pc:sldMk cId="2852959632" sldId="303"/>
            <ac:spMk id="45" creationId="{ED122BD1-8D09-35E3-9C1F-965231AB0BA5}"/>
          </ac:spMkLst>
        </pc:spChg>
        <pc:grpChg chg="del">
          <ac:chgData name="Stanley Rodrick" userId="8969fbcc-7c96-46fb-a663-9e2e5920ff04" providerId="ADAL" clId="{56F8655D-96BB-854F-AF89-ADBD54C8A16D}" dt="2022-08-01T15:41:23.841" v="315" actId="478"/>
          <ac:grpSpMkLst>
            <pc:docMk/>
            <pc:sldMk cId="2852959632" sldId="303"/>
            <ac:grpSpMk id="5" creationId="{9EF9C62D-21EC-A05B-678D-09881909D75F}"/>
          </ac:grpSpMkLst>
        </pc:grpChg>
        <pc:graphicFrameChg chg="add mod modGraphic">
          <ac:chgData name="Stanley Rodrick" userId="8969fbcc-7c96-46fb-a663-9e2e5920ff04" providerId="ADAL" clId="{56F8655D-96BB-854F-AF89-ADBD54C8A16D}" dt="2022-08-01T15:44:32.897" v="350" actId="207"/>
          <ac:graphicFrameMkLst>
            <pc:docMk/>
            <pc:sldMk cId="2852959632" sldId="303"/>
            <ac:graphicFrameMk id="46" creationId="{34BCE682-56EF-C814-1702-A47A9229CDA9}"/>
          </ac:graphicFrameMkLst>
        </pc:graphicFrameChg>
      </pc:sldChg>
      <pc:sldChg chg="addSp delSp modSp add mod">
        <pc:chgData name="Stanley Rodrick" userId="8969fbcc-7c96-46fb-a663-9e2e5920ff04" providerId="ADAL" clId="{56F8655D-96BB-854F-AF89-ADBD54C8A16D}" dt="2022-08-01T17:21:59.729" v="1837" actId="1076"/>
        <pc:sldMkLst>
          <pc:docMk/>
          <pc:sldMk cId="2285829932" sldId="304"/>
        </pc:sldMkLst>
        <pc:spChg chg="mod">
          <ac:chgData name="Stanley Rodrick" userId="8969fbcc-7c96-46fb-a663-9e2e5920ff04" providerId="ADAL" clId="{56F8655D-96BB-854F-AF89-ADBD54C8A16D}" dt="2022-08-01T15:46:42.308" v="380" actId="14100"/>
          <ac:spMkLst>
            <pc:docMk/>
            <pc:sldMk cId="2285829932" sldId="304"/>
            <ac:spMk id="2" creationId="{8BC1DA2B-FE6F-1C6E-BFA0-9B15DC40309D}"/>
          </ac:spMkLst>
        </pc:spChg>
        <pc:spChg chg="add mod">
          <ac:chgData name="Stanley Rodrick" userId="8969fbcc-7c96-46fb-a663-9e2e5920ff04" providerId="ADAL" clId="{56F8655D-96BB-854F-AF89-ADBD54C8A16D}" dt="2022-08-01T15:48:04.644" v="402" actId="207"/>
          <ac:spMkLst>
            <pc:docMk/>
            <pc:sldMk cId="2285829932" sldId="304"/>
            <ac:spMk id="3" creationId="{22678479-6982-0640-FED1-4C99EF92124D}"/>
          </ac:spMkLst>
        </pc:spChg>
        <pc:spChg chg="del mod">
          <ac:chgData name="Stanley Rodrick" userId="8969fbcc-7c96-46fb-a663-9e2e5920ff04" providerId="ADAL" clId="{56F8655D-96BB-854F-AF89-ADBD54C8A16D}" dt="2022-08-01T17:21:53.003" v="1834" actId="478"/>
          <ac:spMkLst>
            <pc:docMk/>
            <pc:sldMk cId="2285829932" sldId="304"/>
            <ac:spMk id="4" creationId="{1D1EBD71-B577-0908-79BD-AB02DC387319}"/>
          </ac:spMkLst>
        </pc:spChg>
        <pc:spChg chg="add mod">
          <ac:chgData name="Stanley Rodrick" userId="8969fbcc-7c96-46fb-a663-9e2e5920ff04" providerId="ADAL" clId="{56F8655D-96BB-854F-AF89-ADBD54C8A16D}" dt="2022-08-01T15:47:54.833" v="399" actId="20577"/>
          <ac:spMkLst>
            <pc:docMk/>
            <pc:sldMk cId="2285829932" sldId="304"/>
            <ac:spMk id="5" creationId="{12D100C2-ACF3-D465-0C62-E73CF3BECEEF}"/>
          </ac:spMkLst>
        </pc:spChg>
        <pc:spChg chg="add mod">
          <ac:chgData name="Stanley Rodrick" userId="8969fbcc-7c96-46fb-a663-9e2e5920ff04" providerId="ADAL" clId="{56F8655D-96BB-854F-AF89-ADBD54C8A16D}" dt="2022-08-01T15:58:15.899" v="542" actId="1076"/>
          <ac:spMkLst>
            <pc:docMk/>
            <pc:sldMk cId="2285829932" sldId="304"/>
            <ac:spMk id="6" creationId="{64B1276E-BA45-6442-B26A-39DCBF97369A}"/>
          </ac:spMkLst>
        </pc:spChg>
        <pc:spChg chg="add mod">
          <ac:chgData name="Stanley Rodrick" userId="8969fbcc-7c96-46fb-a663-9e2e5920ff04" providerId="ADAL" clId="{56F8655D-96BB-854F-AF89-ADBD54C8A16D}" dt="2022-08-01T15:49:09.601" v="422" actId="403"/>
          <ac:spMkLst>
            <pc:docMk/>
            <pc:sldMk cId="2285829932" sldId="304"/>
            <ac:spMk id="7" creationId="{F64195FC-F36F-83B6-6758-4E094EA9F4C6}"/>
          </ac:spMkLst>
        </pc:spChg>
        <pc:spChg chg="add mod">
          <ac:chgData name="Stanley Rodrick" userId="8969fbcc-7c96-46fb-a663-9e2e5920ff04" providerId="ADAL" clId="{56F8655D-96BB-854F-AF89-ADBD54C8A16D}" dt="2022-08-01T16:38:32.991" v="770" actId="1076"/>
          <ac:spMkLst>
            <pc:docMk/>
            <pc:sldMk cId="2285829932" sldId="304"/>
            <ac:spMk id="9" creationId="{494B9C95-D98D-136C-D6AC-0AAC3C8D312F}"/>
          </ac:spMkLst>
        </pc:spChg>
        <pc:spChg chg="add mod">
          <ac:chgData name="Stanley Rodrick" userId="8969fbcc-7c96-46fb-a663-9e2e5920ff04" providerId="ADAL" clId="{56F8655D-96BB-854F-AF89-ADBD54C8A16D}" dt="2022-08-01T15:54:50.866" v="488" actId="1076"/>
          <ac:spMkLst>
            <pc:docMk/>
            <pc:sldMk cId="2285829932" sldId="304"/>
            <ac:spMk id="24" creationId="{8BCCAD03-6700-2CAC-CBDA-A5BB9BC36A49}"/>
          </ac:spMkLst>
        </pc:spChg>
        <pc:spChg chg="mod">
          <ac:chgData name="Stanley Rodrick" userId="8969fbcc-7c96-46fb-a663-9e2e5920ff04" providerId="ADAL" clId="{56F8655D-96BB-854F-AF89-ADBD54C8A16D}" dt="2022-08-01T15:46:44.535" v="381" actId="1076"/>
          <ac:spMkLst>
            <pc:docMk/>
            <pc:sldMk cId="2285829932" sldId="304"/>
            <ac:spMk id="25" creationId="{D856AD59-8AD1-B85F-4827-7B31CC175126}"/>
          </ac:spMkLst>
        </pc:spChg>
        <pc:spChg chg="add mod">
          <ac:chgData name="Stanley Rodrick" userId="8969fbcc-7c96-46fb-a663-9e2e5920ff04" providerId="ADAL" clId="{56F8655D-96BB-854F-AF89-ADBD54C8A16D}" dt="2022-08-01T15:54:50.866" v="488" actId="1076"/>
          <ac:spMkLst>
            <pc:docMk/>
            <pc:sldMk cId="2285829932" sldId="304"/>
            <ac:spMk id="26" creationId="{A925F98B-B8D6-38E4-3D38-64A6E511E46A}"/>
          </ac:spMkLst>
        </pc:spChg>
        <pc:spChg chg="add mod">
          <ac:chgData name="Stanley Rodrick" userId="8969fbcc-7c96-46fb-a663-9e2e5920ff04" providerId="ADAL" clId="{56F8655D-96BB-854F-AF89-ADBD54C8A16D}" dt="2022-08-01T15:54:59.212" v="489" actId="1076"/>
          <ac:spMkLst>
            <pc:docMk/>
            <pc:sldMk cId="2285829932" sldId="304"/>
            <ac:spMk id="27" creationId="{A42FE439-5F76-6887-4650-34EB9380ED35}"/>
          </ac:spMkLst>
        </pc:spChg>
        <pc:spChg chg="add mod">
          <ac:chgData name="Stanley Rodrick" userId="8969fbcc-7c96-46fb-a663-9e2e5920ff04" providerId="ADAL" clId="{56F8655D-96BB-854F-AF89-ADBD54C8A16D}" dt="2022-08-01T16:12:58.092" v="569" actId="1076"/>
          <ac:spMkLst>
            <pc:docMk/>
            <pc:sldMk cId="2285829932" sldId="304"/>
            <ac:spMk id="28" creationId="{21D39EEF-0AC8-2CC8-3708-857749077089}"/>
          </ac:spMkLst>
        </pc:spChg>
        <pc:spChg chg="add mod">
          <ac:chgData name="Stanley Rodrick" userId="8969fbcc-7c96-46fb-a663-9e2e5920ff04" providerId="ADAL" clId="{56F8655D-96BB-854F-AF89-ADBD54C8A16D}" dt="2022-08-01T16:16:23.806" v="624" actId="1076"/>
          <ac:spMkLst>
            <pc:docMk/>
            <pc:sldMk cId="2285829932" sldId="304"/>
            <ac:spMk id="29" creationId="{7948FFB7-38E8-DA7A-2A9C-75CE7E6B5FBA}"/>
          </ac:spMkLst>
        </pc:spChg>
        <pc:spChg chg="add mod">
          <ac:chgData name="Stanley Rodrick" userId="8969fbcc-7c96-46fb-a663-9e2e5920ff04" providerId="ADAL" clId="{56F8655D-96BB-854F-AF89-ADBD54C8A16D}" dt="2022-08-01T16:39:19.653" v="782" actId="1076"/>
          <ac:spMkLst>
            <pc:docMk/>
            <pc:sldMk cId="2285829932" sldId="304"/>
            <ac:spMk id="30" creationId="{A8FA4E22-F1A7-B683-29DD-676A616E729B}"/>
          </ac:spMkLst>
        </pc:spChg>
        <pc:spChg chg="add mod">
          <ac:chgData name="Stanley Rodrick" userId="8969fbcc-7c96-46fb-a663-9e2e5920ff04" providerId="ADAL" clId="{56F8655D-96BB-854F-AF89-ADBD54C8A16D}" dt="2022-08-01T16:41:15.192" v="816" actId="1076"/>
          <ac:spMkLst>
            <pc:docMk/>
            <pc:sldMk cId="2285829932" sldId="304"/>
            <ac:spMk id="31" creationId="{2BD0817A-FF06-061C-1F86-E815B049AA84}"/>
          </ac:spMkLst>
        </pc:spChg>
        <pc:spChg chg="add mod">
          <ac:chgData name="Stanley Rodrick" userId="8969fbcc-7c96-46fb-a663-9e2e5920ff04" providerId="ADAL" clId="{56F8655D-96BB-854F-AF89-ADBD54C8A16D}" dt="2022-08-01T15:56:12.132" v="501" actId="1076"/>
          <ac:spMkLst>
            <pc:docMk/>
            <pc:sldMk cId="2285829932" sldId="304"/>
            <ac:spMk id="32" creationId="{893F9A6A-19A9-242F-DEDD-F82161D57097}"/>
          </ac:spMkLst>
        </pc:spChg>
        <pc:spChg chg="add mod">
          <ac:chgData name="Stanley Rodrick" userId="8969fbcc-7c96-46fb-a663-9e2e5920ff04" providerId="ADAL" clId="{56F8655D-96BB-854F-AF89-ADBD54C8A16D}" dt="2022-08-01T16:45:06.846" v="890" actId="1076"/>
          <ac:spMkLst>
            <pc:docMk/>
            <pc:sldMk cId="2285829932" sldId="304"/>
            <ac:spMk id="33" creationId="{80E3ADB8-D254-94C7-3746-745EC21DE1E4}"/>
          </ac:spMkLst>
        </pc:spChg>
        <pc:spChg chg="add mod">
          <ac:chgData name="Stanley Rodrick" userId="8969fbcc-7c96-46fb-a663-9e2e5920ff04" providerId="ADAL" clId="{56F8655D-96BB-854F-AF89-ADBD54C8A16D}" dt="2022-08-01T16:43:51.099" v="864" actId="1076"/>
          <ac:spMkLst>
            <pc:docMk/>
            <pc:sldMk cId="2285829932" sldId="304"/>
            <ac:spMk id="34" creationId="{429B219A-3C4F-AE70-0635-D4F76C29D3ED}"/>
          </ac:spMkLst>
        </pc:spChg>
        <pc:spChg chg="add mod">
          <ac:chgData name="Stanley Rodrick" userId="8969fbcc-7c96-46fb-a663-9e2e5920ff04" providerId="ADAL" clId="{56F8655D-96BB-854F-AF89-ADBD54C8A16D}" dt="2022-08-01T16:14:07.736" v="594" actId="1076"/>
          <ac:spMkLst>
            <pc:docMk/>
            <pc:sldMk cId="2285829932" sldId="304"/>
            <ac:spMk id="35" creationId="{3046C4AC-C0EA-758D-6D65-7E8F5B9C4788}"/>
          </ac:spMkLst>
        </pc:spChg>
        <pc:spChg chg="add del mod">
          <ac:chgData name="Stanley Rodrick" userId="8969fbcc-7c96-46fb-a663-9e2e5920ff04" providerId="ADAL" clId="{56F8655D-96BB-854F-AF89-ADBD54C8A16D}" dt="2022-08-01T15:58:47.677" v="551"/>
          <ac:spMkLst>
            <pc:docMk/>
            <pc:sldMk cId="2285829932" sldId="304"/>
            <ac:spMk id="47" creationId="{4857A97C-7A88-9010-F6A1-EB9DC07F68B2}"/>
          </ac:spMkLst>
        </pc:spChg>
        <pc:spChg chg="add mod">
          <ac:chgData name="Stanley Rodrick" userId="8969fbcc-7c96-46fb-a663-9e2e5920ff04" providerId="ADAL" clId="{56F8655D-96BB-854F-AF89-ADBD54C8A16D}" dt="2022-08-01T16:50:27.884" v="993" actId="1076"/>
          <ac:spMkLst>
            <pc:docMk/>
            <pc:sldMk cId="2285829932" sldId="304"/>
            <ac:spMk id="99" creationId="{BBE4139B-56EC-7FD2-1ABE-0FFE46BEDB0E}"/>
          </ac:spMkLst>
        </pc:spChg>
        <pc:spChg chg="add mod">
          <ac:chgData name="Stanley Rodrick" userId="8969fbcc-7c96-46fb-a663-9e2e5920ff04" providerId="ADAL" clId="{56F8655D-96BB-854F-AF89-ADBD54C8A16D}" dt="2022-08-01T16:50:27.884" v="993" actId="1076"/>
          <ac:spMkLst>
            <pc:docMk/>
            <pc:sldMk cId="2285829932" sldId="304"/>
            <ac:spMk id="100" creationId="{77EC195C-D467-BE32-C740-B26ED1A7DDB4}"/>
          </ac:spMkLst>
        </pc:spChg>
        <pc:spChg chg="add mod">
          <ac:chgData name="Stanley Rodrick" userId="8969fbcc-7c96-46fb-a663-9e2e5920ff04" providerId="ADAL" clId="{56F8655D-96BB-854F-AF89-ADBD54C8A16D}" dt="2022-08-01T16:50:09.456" v="988" actId="1036"/>
          <ac:spMkLst>
            <pc:docMk/>
            <pc:sldMk cId="2285829932" sldId="304"/>
            <ac:spMk id="101" creationId="{D155AAD5-7DC1-9065-184F-CE250A810087}"/>
          </ac:spMkLst>
        </pc:spChg>
        <pc:spChg chg="add mod">
          <ac:chgData name="Stanley Rodrick" userId="8969fbcc-7c96-46fb-a663-9e2e5920ff04" providerId="ADAL" clId="{56F8655D-96BB-854F-AF89-ADBD54C8A16D}" dt="2022-08-01T16:50:09.456" v="988" actId="1036"/>
          <ac:spMkLst>
            <pc:docMk/>
            <pc:sldMk cId="2285829932" sldId="304"/>
            <ac:spMk id="102" creationId="{AB617828-F51D-D812-8AD6-97654F2B70B9}"/>
          </ac:spMkLst>
        </pc:spChg>
        <pc:spChg chg="add mod">
          <ac:chgData name="Stanley Rodrick" userId="8969fbcc-7c96-46fb-a663-9e2e5920ff04" providerId="ADAL" clId="{56F8655D-96BB-854F-AF89-ADBD54C8A16D}" dt="2022-08-01T16:34:02.776" v="684" actId="1076"/>
          <ac:spMkLst>
            <pc:docMk/>
            <pc:sldMk cId="2285829932" sldId="304"/>
            <ac:spMk id="103" creationId="{1D20C9A3-C688-B235-9A65-1A97FDC14A3D}"/>
          </ac:spMkLst>
        </pc:spChg>
        <pc:spChg chg="add mod">
          <ac:chgData name="Stanley Rodrick" userId="8969fbcc-7c96-46fb-a663-9e2e5920ff04" providerId="ADAL" clId="{56F8655D-96BB-854F-AF89-ADBD54C8A16D}" dt="2022-08-01T16:34:13.316" v="688" actId="1076"/>
          <ac:spMkLst>
            <pc:docMk/>
            <pc:sldMk cId="2285829932" sldId="304"/>
            <ac:spMk id="104" creationId="{8502DB29-17E0-D27B-C41B-427ADF585587}"/>
          </ac:spMkLst>
        </pc:spChg>
        <pc:spChg chg="add mod">
          <ac:chgData name="Stanley Rodrick" userId="8969fbcc-7c96-46fb-a663-9e2e5920ff04" providerId="ADAL" clId="{56F8655D-96BB-854F-AF89-ADBD54C8A16D}" dt="2022-08-01T16:34:20.303" v="690" actId="1076"/>
          <ac:spMkLst>
            <pc:docMk/>
            <pc:sldMk cId="2285829932" sldId="304"/>
            <ac:spMk id="105" creationId="{80FDBD4D-40C9-7AB0-9F37-CDBDEC0E3F1D}"/>
          </ac:spMkLst>
        </pc:spChg>
        <pc:spChg chg="add mod">
          <ac:chgData name="Stanley Rodrick" userId="8969fbcc-7c96-46fb-a663-9e2e5920ff04" providerId="ADAL" clId="{56F8655D-96BB-854F-AF89-ADBD54C8A16D}" dt="2022-08-01T16:34:31.248" v="697" actId="1076"/>
          <ac:spMkLst>
            <pc:docMk/>
            <pc:sldMk cId="2285829932" sldId="304"/>
            <ac:spMk id="106" creationId="{4F8C3766-21C8-E2B4-6E37-40C17177AF58}"/>
          </ac:spMkLst>
        </pc:spChg>
        <pc:spChg chg="add mod">
          <ac:chgData name="Stanley Rodrick" userId="8969fbcc-7c96-46fb-a663-9e2e5920ff04" providerId="ADAL" clId="{56F8655D-96BB-854F-AF89-ADBD54C8A16D}" dt="2022-08-01T16:36:35.646" v="733" actId="1076"/>
          <ac:spMkLst>
            <pc:docMk/>
            <pc:sldMk cId="2285829932" sldId="304"/>
            <ac:spMk id="107" creationId="{3D50180C-58E8-1A36-5F06-5F6DFCD647A7}"/>
          </ac:spMkLst>
        </pc:spChg>
        <pc:spChg chg="add mod">
          <ac:chgData name="Stanley Rodrick" userId="8969fbcc-7c96-46fb-a663-9e2e5920ff04" providerId="ADAL" clId="{56F8655D-96BB-854F-AF89-ADBD54C8A16D}" dt="2022-08-01T16:36:21.848" v="731" actId="20577"/>
          <ac:spMkLst>
            <pc:docMk/>
            <pc:sldMk cId="2285829932" sldId="304"/>
            <ac:spMk id="108" creationId="{02FBD9E3-18EE-FD65-DAA9-ACC32E344066}"/>
          </ac:spMkLst>
        </pc:spChg>
        <pc:spChg chg="add mod">
          <ac:chgData name="Stanley Rodrick" userId="8969fbcc-7c96-46fb-a663-9e2e5920ff04" providerId="ADAL" clId="{56F8655D-96BB-854F-AF89-ADBD54C8A16D}" dt="2022-08-01T16:35:16.044" v="705" actId="1076"/>
          <ac:spMkLst>
            <pc:docMk/>
            <pc:sldMk cId="2285829932" sldId="304"/>
            <ac:spMk id="109" creationId="{FD3024FB-0DCD-51DC-1218-0DDC857ED961}"/>
          </ac:spMkLst>
        </pc:spChg>
        <pc:spChg chg="add mod">
          <ac:chgData name="Stanley Rodrick" userId="8969fbcc-7c96-46fb-a663-9e2e5920ff04" providerId="ADAL" clId="{56F8655D-96BB-854F-AF89-ADBD54C8A16D}" dt="2022-08-01T16:39:04.803" v="781" actId="1076"/>
          <ac:spMkLst>
            <pc:docMk/>
            <pc:sldMk cId="2285829932" sldId="304"/>
            <ac:spMk id="110" creationId="{3116C79E-84B3-D988-5CAA-7B6F276EE80F}"/>
          </ac:spMkLst>
        </pc:spChg>
        <pc:spChg chg="add mod">
          <ac:chgData name="Stanley Rodrick" userId="8969fbcc-7c96-46fb-a663-9e2e5920ff04" providerId="ADAL" clId="{56F8655D-96BB-854F-AF89-ADBD54C8A16D}" dt="2022-08-01T16:35:31.296" v="711" actId="20577"/>
          <ac:spMkLst>
            <pc:docMk/>
            <pc:sldMk cId="2285829932" sldId="304"/>
            <ac:spMk id="111" creationId="{F8A07354-29BC-16D2-982E-0B9EFCD5D1F0}"/>
          </ac:spMkLst>
        </pc:spChg>
        <pc:spChg chg="add mod">
          <ac:chgData name="Stanley Rodrick" userId="8969fbcc-7c96-46fb-a663-9e2e5920ff04" providerId="ADAL" clId="{56F8655D-96BB-854F-AF89-ADBD54C8A16D}" dt="2022-08-01T16:39:01.653" v="780" actId="1076"/>
          <ac:spMkLst>
            <pc:docMk/>
            <pc:sldMk cId="2285829932" sldId="304"/>
            <ac:spMk id="112" creationId="{F42253D7-F231-814E-28D1-80620EC9E200}"/>
          </ac:spMkLst>
        </pc:spChg>
        <pc:spChg chg="add mod">
          <ac:chgData name="Stanley Rodrick" userId="8969fbcc-7c96-46fb-a663-9e2e5920ff04" providerId="ADAL" clId="{56F8655D-96BB-854F-AF89-ADBD54C8A16D}" dt="2022-08-01T16:48:47.207" v="960" actId="1076"/>
          <ac:spMkLst>
            <pc:docMk/>
            <pc:sldMk cId="2285829932" sldId="304"/>
            <ac:spMk id="113" creationId="{EB271207-315B-A35B-B8F8-19EBBB3A7848}"/>
          </ac:spMkLst>
        </pc:spChg>
        <pc:spChg chg="add mod">
          <ac:chgData name="Stanley Rodrick" userId="8969fbcc-7c96-46fb-a663-9e2e5920ff04" providerId="ADAL" clId="{56F8655D-96BB-854F-AF89-ADBD54C8A16D}" dt="2022-08-01T16:36:16.703" v="725" actId="20577"/>
          <ac:spMkLst>
            <pc:docMk/>
            <pc:sldMk cId="2285829932" sldId="304"/>
            <ac:spMk id="114" creationId="{C8C9BDF4-6A38-0175-CF85-A9CE2C02F90F}"/>
          </ac:spMkLst>
        </pc:spChg>
        <pc:spChg chg="add mod">
          <ac:chgData name="Stanley Rodrick" userId="8969fbcc-7c96-46fb-a663-9e2e5920ff04" providerId="ADAL" clId="{56F8655D-96BB-854F-AF89-ADBD54C8A16D}" dt="2022-08-01T16:36:47.817" v="735" actId="1076"/>
          <ac:spMkLst>
            <pc:docMk/>
            <pc:sldMk cId="2285829932" sldId="304"/>
            <ac:spMk id="115" creationId="{64BEE87A-4701-51EC-7257-A9429FA6ED47}"/>
          </ac:spMkLst>
        </pc:spChg>
        <pc:spChg chg="add mod">
          <ac:chgData name="Stanley Rodrick" userId="8969fbcc-7c96-46fb-a663-9e2e5920ff04" providerId="ADAL" clId="{56F8655D-96BB-854F-AF89-ADBD54C8A16D}" dt="2022-08-01T16:37:02.262" v="740" actId="1076"/>
          <ac:spMkLst>
            <pc:docMk/>
            <pc:sldMk cId="2285829932" sldId="304"/>
            <ac:spMk id="116" creationId="{BF36F927-000A-55F2-DB53-11DC2BBE9890}"/>
          </ac:spMkLst>
        </pc:spChg>
        <pc:spChg chg="add mod">
          <ac:chgData name="Stanley Rodrick" userId="8969fbcc-7c96-46fb-a663-9e2e5920ff04" providerId="ADAL" clId="{56F8655D-96BB-854F-AF89-ADBD54C8A16D}" dt="2022-08-01T16:37:22.522" v="742" actId="1076"/>
          <ac:spMkLst>
            <pc:docMk/>
            <pc:sldMk cId="2285829932" sldId="304"/>
            <ac:spMk id="117" creationId="{ED41F5D4-3B2D-E1AC-AE44-09AE1116B3B7}"/>
          </ac:spMkLst>
        </pc:spChg>
        <pc:spChg chg="add mod">
          <ac:chgData name="Stanley Rodrick" userId="8969fbcc-7c96-46fb-a663-9e2e5920ff04" providerId="ADAL" clId="{56F8655D-96BB-854F-AF89-ADBD54C8A16D}" dt="2022-08-01T16:37:33.682" v="749" actId="1076"/>
          <ac:spMkLst>
            <pc:docMk/>
            <pc:sldMk cId="2285829932" sldId="304"/>
            <ac:spMk id="118" creationId="{8130568F-C320-CF85-199F-4424A123F581}"/>
          </ac:spMkLst>
        </pc:spChg>
        <pc:spChg chg="add mod">
          <ac:chgData name="Stanley Rodrick" userId="8969fbcc-7c96-46fb-a663-9e2e5920ff04" providerId="ADAL" clId="{56F8655D-96BB-854F-AF89-ADBD54C8A16D}" dt="2022-08-01T16:41:22.713" v="818" actId="1076"/>
          <ac:spMkLst>
            <pc:docMk/>
            <pc:sldMk cId="2285829932" sldId="304"/>
            <ac:spMk id="119" creationId="{9D5D510D-ACC4-0866-00FA-47C4423DC3E7}"/>
          </ac:spMkLst>
        </pc:spChg>
        <pc:spChg chg="add mod">
          <ac:chgData name="Stanley Rodrick" userId="8969fbcc-7c96-46fb-a663-9e2e5920ff04" providerId="ADAL" clId="{56F8655D-96BB-854F-AF89-ADBD54C8A16D}" dt="2022-08-01T16:41:18.874" v="817" actId="1076"/>
          <ac:spMkLst>
            <pc:docMk/>
            <pc:sldMk cId="2285829932" sldId="304"/>
            <ac:spMk id="120" creationId="{6CCE61F9-2CBB-CD6C-A4BC-F71D0520C310}"/>
          </ac:spMkLst>
        </pc:spChg>
        <pc:spChg chg="add mod">
          <ac:chgData name="Stanley Rodrick" userId="8969fbcc-7c96-46fb-a663-9e2e5920ff04" providerId="ADAL" clId="{56F8655D-96BB-854F-AF89-ADBD54C8A16D}" dt="2022-08-01T16:38:07.420" v="761" actId="1076"/>
          <ac:spMkLst>
            <pc:docMk/>
            <pc:sldMk cId="2285829932" sldId="304"/>
            <ac:spMk id="121" creationId="{B518CEC0-5F70-DE24-66CE-B9ACFE2E520D}"/>
          </ac:spMkLst>
        </pc:spChg>
        <pc:spChg chg="add mod">
          <ac:chgData name="Stanley Rodrick" userId="8969fbcc-7c96-46fb-a663-9e2e5920ff04" providerId="ADAL" clId="{56F8655D-96BB-854F-AF89-ADBD54C8A16D}" dt="2022-08-01T16:38:16.936" v="766" actId="1076"/>
          <ac:spMkLst>
            <pc:docMk/>
            <pc:sldMk cId="2285829932" sldId="304"/>
            <ac:spMk id="122" creationId="{9E897FF4-C225-EF61-3F23-F91283F62226}"/>
          </ac:spMkLst>
        </pc:spChg>
        <pc:spChg chg="add mod">
          <ac:chgData name="Stanley Rodrick" userId="8969fbcc-7c96-46fb-a663-9e2e5920ff04" providerId="ADAL" clId="{56F8655D-96BB-854F-AF89-ADBD54C8A16D}" dt="2022-08-01T16:39:44.439" v="790" actId="20577"/>
          <ac:spMkLst>
            <pc:docMk/>
            <pc:sldMk cId="2285829932" sldId="304"/>
            <ac:spMk id="123" creationId="{BA395080-3576-A00D-163B-E5D598FC60A7}"/>
          </ac:spMkLst>
        </pc:spChg>
        <pc:spChg chg="add mod">
          <ac:chgData name="Stanley Rodrick" userId="8969fbcc-7c96-46fb-a663-9e2e5920ff04" providerId="ADAL" clId="{56F8655D-96BB-854F-AF89-ADBD54C8A16D}" dt="2022-08-01T16:39:36.932" v="787" actId="1076"/>
          <ac:spMkLst>
            <pc:docMk/>
            <pc:sldMk cId="2285829932" sldId="304"/>
            <ac:spMk id="125" creationId="{5FBF4624-BC8E-4556-6B1A-68F08D97C0D3}"/>
          </ac:spMkLst>
        </pc:spChg>
        <pc:spChg chg="add mod">
          <ac:chgData name="Stanley Rodrick" userId="8969fbcc-7c96-46fb-a663-9e2e5920ff04" providerId="ADAL" clId="{56F8655D-96BB-854F-AF89-ADBD54C8A16D}" dt="2022-08-01T16:39:56.010" v="794" actId="1076"/>
          <ac:spMkLst>
            <pc:docMk/>
            <pc:sldMk cId="2285829932" sldId="304"/>
            <ac:spMk id="126" creationId="{A7AD6765-C701-14AB-A563-0A21D8738814}"/>
          </ac:spMkLst>
        </pc:spChg>
        <pc:spChg chg="add mod">
          <ac:chgData name="Stanley Rodrick" userId="8969fbcc-7c96-46fb-a663-9e2e5920ff04" providerId="ADAL" clId="{56F8655D-96BB-854F-AF89-ADBD54C8A16D}" dt="2022-08-01T16:40:12.051" v="802" actId="1076"/>
          <ac:spMkLst>
            <pc:docMk/>
            <pc:sldMk cId="2285829932" sldId="304"/>
            <ac:spMk id="127" creationId="{D1F3B68B-77DF-14E3-C6DC-4FFECF30DA81}"/>
          </ac:spMkLst>
        </pc:spChg>
        <pc:spChg chg="add mod">
          <ac:chgData name="Stanley Rodrick" userId="8969fbcc-7c96-46fb-a663-9e2e5920ff04" providerId="ADAL" clId="{56F8655D-96BB-854F-AF89-ADBD54C8A16D}" dt="2022-08-01T16:42:04.814" v="829" actId="20577"/>
          <ac:spMkLst>
            <pc:docMk/>
            <pc:sldMk cId="2285829932" sldId="304"/>
            <ac:spMk id="128" creationId="{798DCABF-A297-B276-B095-742E842573A2}"/>
          </ac:spMkLst>
        </pc:spChg>
        <pc:spChg chg="add mod">
          <ac:chgData name="Stanley Rodrick" userId="8969fbcc-7c96-46fb-a663-9e2e5920ff04" providerId="ADAL" clId="{56F8655D-96BB-854F-AF89-ADBD54C8A16D}" dt="2022-08-01T16:42:15.729" v="834" actId="1076"/>
          <ac:spMkLst>
            <pc:docMk/>
            <pc:sldMk cId="2285829932" sldId="304"/>
            <ac:spMk id="138" creationId="{02C8D1F1-1999-D895-BF7D-13A475492788}"/>
          </ac:spMkLst>
        </pc:spChg>
        <pc:spChg chg="add del mod">
          <ac:chgData name="Stanley Rodrick" userId="8969fbcc-7c96-46fb-a663-9e2e5920ff04" providerId="ADAL" clId="{56F8655D-96BB-854F-AF89-ADBD54C8A16D}" dt="2022-08-01T16:42:35.374" v="843" actId="20577"/>
          <ac:spMkLst>
            <pc:docMk/>
            <pc:sldMk cId="2285829932" sldId="304"/>
            <ac:spMk id="139" creationId="{715E49CB-242D-DE2D-8130-23AD96F7C0E4}"/>
          </ac:spMkLst>
        </pc:spChg>
        <pc:spChg chg="add mod">
          <ac:chgData name="Stanley Rodrick" userId="8969fbcc-7c96-46fb-a663-9e2e5920ff04" providerId="ADAL" clId="{56F8655D-96BB-854F-AF89-ADBD54C8A16D}" dt="2022-08-01T16:42:43.482" v="845" actId="1076"/>
          <ac:spMkLst>
            <pc:docMk/>
            <pc:sldMk cId="2285829932" sldId="304"/>
            <ac:spMk id="140" creationId="{84535470-6FE7-497E-820B-F6BA7F2CD23D}"/>
          </ac:spMkLst>
        </pc:spChg>
        <pc:spChg chg="add mod">
          <ac:chgData name="Stanley Rodrick" userId="8969fbcc-7c96-46fb-a663-9e2e5920ff04" providerId="ADAL" clId="{56F8655D-96BB-854F-AF89-ADBD54C8A16D}" dt="2022-08-01T16:43:14.062" v="851" actId="207"/>
          <ac:spMkLst>
            <pc:docMk/>
            <pc:sldMk cId="2285829932" sldId="304"/>
            <ac:spMk id="141" creationId="{8DC09326-2DC0-BBFE-F2D5-C67992C563D6}"/>
          </ac:spMkLst>
        </pc:spChg>
        <pc:spChg chg="add mod">
          <ac:chgData name="Stanley Rodrick" userId="8969fbcc-7c96-46fb-a663-9e2e5920ff04" providerId="ADAL" clId="{56F8655D-96BB-854F-AF89-ADBD54C8A16D}" dt="2022-08-01T16:43:17.965" v="852" actId="207"/>
          <ac:spMkLst>
            <pc:docMk/>
            <pc:sldMk cId="2285829932" sldId="304"/>
            <ac:spMk id="142" creationId="{488888F7-3104-6E98-9D45-912840DB30E4}"/>
          </ac:spMkLst>
        </pc:spChg>
        <pc:spChg chg="add mod">
          <ac:chgData name="Stanley Rodrick" userId="8969fbcc-7c96-46fb-a663-9e2e5920ff04" providerId="ADAL" clId="{56F8655D-96BB-854F-AF89-ADBD54C8A16D}" dt="2022-08-01T16:43:44.635" v="860" actId="207"/>
          <ac:spMkLst>
            <pc:docMk/>
            <pc:sldMk cId="2285829932" sldId="304"/>
            <ac:spMk id="143" creationId="{D3DB9D22-BF0D-16D5-BDE1-1F0E1D20AC69}"/>
          </ac:spMkLst>
        </pc:spChg>
        <pc:spChg chg="add mod">
          <ac:chgData name="Stanley Rodrick" userId="8969fbcc-7c96-46fb-a663-9e2e5920ff04" providerId="ADAL" clId="{56F8655D-96BB-854F-AF89-ADBD54C8A16D}" dt="2022-08-01T16:44:04.639" v="869" actId="20577"/>
          <ac:spMkLst>
            <pc:docMk/>
            <pc:sldMk cId="2285829932" sldId="304"/>
            <ac:spMk id="144" creationId="{F0E45DA5-CBCC-C298-170F-76C0E533216C}"/>
          </ac:spMkLst>
        </pc:spChg>
        <pc:spChg chg="add mod">
          <ac:chgData name="Stanley Rodrick" userId="8969fbcc-7c96-46fb-a663-9e2e5920ff04" providerId="ADAL" clId="{56F8655D-96BB-854F-AF89-ADBD54C8A16D}" dt="2022-08-01T16:44:26.621" v="875" actId="1076"/>
          <ac:spMkLst>
            <pc:docMk/>
            <pc:sldMk cId="2285829932" sldId="304"/>
            <ac:spMk id="145" creationId="{7C725604-5443-39E6-C3C4-05665C195A90}"/>
          </ac:spMkLst>
        </pc:spChg>
        <pc:spChg chg="add mod">
          <ac:chgData name="Stanley Rodrick" userId="8969fbcc-7c96-46fb-a663-9e2e5920ff04" providerId="ADAL" clId="{56F8655D-96BB-854F-AF89-ADBD54C8A16D}" dt="2022-08-01T16:44:38.778" v="880" actId="1076"/>
          <ac:spMkLst>
            <pc:docMk/>
            <pc:sldMk cId="2285829932" sldId="304"/>
            <ac:spMk id="146" creationId="{8E08BC5C-EA7A-0BDD-DEFB-EDE2D88581AD}"/>
          </ac:spMkLst>
        </pc:spChg>
        <pc:spChg chg="add mod">
          <ac:chgData name="Stanley Rodrick" userId="8969fbcc-7c96-46fb-a663-9e2e5920ff04" providerId="ADAL" clId="{56F8655D-96BB-854F-AF89-ADBD54C8A16D}" dt="2022-08-01T16:45:01.344" v="886" actId="1076"/>
          <ac:spMkLst>
            <pc:docMk/>
            <pc:sldMk cId="2285829932" sldId="304"/>
            <ac:spMk id="147" creationId="{0E6BE3FA-90C3-FE9F-7005-0AA2FD5FEFDA}"/>
          </ac:spMkLst>
        </pc:spChg>
        <pc:spChg chg="add mod">
          <ac:chgData name="Stanley Rodrick" userId="8969fbcc-7c96-46fb-a663-9e2e5920ff04" providerId="ADAL" clId="{56F8655D-96BB-854F-AF89-ADBD54C8A16D}" dt="2022-08-01T16:45:14.011" v="893" actId="20577"/>
          <ac:spMkLst>
            <pc:docMk/>
            <pc:sldMk cId="2285829932" sldId="304"/>
            <ac:spMk id="148" creationId="{27D60070-5B98-80D9-3398-DA55D3E60D61}"/>
          </ac:spMkLst>
        </pc:spChg>
        <pc:spChg chg="add mod">
          <ac:chgData name="Stanley Rodrick" userId="8969fbcc-7c96-46fb-a663-9e2e5920ff04" providerId="ADAL" clId="{56F8655D-96BB-854F-AF89-ADBD54C8A16D}" dt="2022-08-01T16:45:30.119" v="895" actId="1076"/>
          <ac:spMkLst>
            <pc:docMk/>
            <pc:sldMk cId="2285829932" sldId="304"/>
            <ac:spMk id="151" creationId="{6597A2AE-5688-B894-ACCE-1576CCB94BEB}"/>
          </ac:spMkLst>
        </pc:spChg>
        <pc:spChg chg="add mod">
          <ac:chgData name="Stanley Rodrick" userId="8969fbcc-7c96-46fb-a663-9e2e5920ff04" providerId="ADAL" clId="{56F8655D-96BB-854F-AF89-ADBD54C8A16D}" dt="2022-08-01T16:45:39.814" v="899" actId="20577"/>
          <ac:spMkLst>
            <pc:docMk/>
            <pc:sldMk cId="2285829932" sldId="304"/>
            <ac:spMk id="152" creationId="{330AAF91-4B18-E5E0-B885-D8C7595B2B22}"/>
          </ac:spMkLst>
        </pc:spChg>
        <pc:spChg chg="add mod">
          <ac:chgData name="Stanley Rodrick" userId="8969fbcc-7c96-46fb-a663-9e2e5920ff04" providerId="ADAL" clId="{56F8655D-96BB-854F-AF89-ADBD54C8A16D}" dt="2022-08-01T16:45:54.995" v="901" actId="1076"/>
          <ac:spMkLst>
            <pc:docMk/>
            <pc:sldMk cId="2285829932" sldId="304"/>
            <ac:spMk id="153" creationId="{BCBAEC03-9613-BA34-0D1E-80554D554718}"/>
          </ac:spMkLst>
        </pc:spChg>
        <pc:spChg chg="add mod">
          <ac:chgData name="Stanley Rodrick" userId="8969fbcc-7c96-46fb-a663-9e2e5920ff04" providerId="ADAL" clId="{56F8655D-96BB-854F-AF89-ADBD54C8A16D}" dt="2022-08-01T16:46:05.710" v="905" actId="20577"/>
          <ac:spMkLst>
            <pc:docMk/>
            <pc:sldMk cId="2285829932" sldId="304"/>
            <ac:spMk id="154" creationId="{471AE05F-9BC4-249D-F6D1-28DF033407B1}"/>
          </ac:spMkLst>
        </pc:spChg>
        <pc:spChg chg="add mod">
          <ac:chgData name="Stanley Rodrick" userId="8969fbcc-7c96-46fb-a663-9e2e5920ff04" providerId="ADAL" clId="{56F8655D-96BB-854F-AF89-ADBD54C8A16D}" dt="2022-08-01T16:46:19.112" v="907" actId="1076"/>
          <ac:spMkLst>
            <pc:docMk/>
            <pc:sldMk cId="2285829932" sldId="304"/>
            <ac:spMk id="155" creationId="{2BD5A852-A87C-76E4-0B60-2DFDCCF19D04}"/>
          </ac:spMkLst>
        </pc:spChg>
        <pc:spChg chg="add mod">
          <ac:chgData name="Stanley Rodrick" userId="8969fbcc-7c96-46fb-a663-9e2e5920ff04" providerId="ADAL" clId="{56F8655D-96BB-854F-AF89-ADBD54C8A16D}" dt="2022-08-01T16:46:27.860" v="911" actId="20577"/>
          <ac:spMkLst>
            <pc:docMk/>
            <pc:sldMk cId="2285829932" sldId="304"/>
            <ac:spMk id="156" creationId="{0B0752AA-E820-1B0E-D3F0-A3415CC97BC4}"/>
          </ac:spMkLst>
        </pc:spChg>
        <pc:spChg chg="add mod">
          <ac:chgData name="Stanley Rodrick" userId="8969fbcc-7c96-46fb-a663-9e2e5920ff04" providerId="ADAL" clId="{56F8655D-96BB-854F-AF89-ADBD54C8A16D}" dt="2022-08-01T16:46:52.434" v="913" actId="1076"/>
          <ac:spMkLst>
            <pc:docMk/>
            <pc:sldMk cId="2285829932" sldId="304"/>
            <ac:spMk id="157" creationId="{FC866BE3-C3D8-A450-82CB-A92A7B070A2B}"/>
          </ac:spMkLst>
        </pc:spChg>
        <pc:spChg chg="add mod">
          <ac:chgData name="Stanley Rodrick" userId="8969fbcc-7c96-46fb-a663-9e2e5920ff04" providerId="ADAL" clId="{56F8655D-96BB-854F-AF89-ADBD54C8A16D}" dt="2022-08-01T16:47:05.055" v="918" actId="1076"/>
          <ac:spMkLst>
            <pc:docMk/>
            <pc:sldMk cId="2285829932" sldId="304"/>
            <ac:spMk id="158" creationId="{07913AAF-F45E-5538-651C-4CBF4E39B77F}"/>
          </ac:spMkLst>
        </pc:spChg>
        <pc:spChg chg="add mod">
          <ac:chgData name="Stanley Rodrick" userId="8969fbcc-7c96-46fb-a663-9e2e5920ff04" providerId="ADAL" clId="{56F8655D-96BB-854F-AF89-ADBD54C8A16D}" dt="2022-08-01T16:47:18.239" v="920" actId="1076"/>
          <ac:spMkLst>
            <pc:docMk/>
            <pc:sldMk cId="2285829932" sldId="304"/>
            <ac:spMk id="159" creationId="{A14A2861-A842-CBE8-4726-0290DEAC0EAF}"/>
          </ac:spMkLst>
        </pc:spChg>
        <pc:spChg chg="add mod">
          <ac:chgData name="Stanley Rodrick" userId="8969fbcc-7c96-46fb-a663-9e2e5920ff04" providerId="ADAL" clId="{56F8655D-96BB-854F-AF89-ADBD54C8A16D}" dt="2022-08-01T16:47:32.594" v="932" actId="20577"/>
          <ac:spMkLst>
            <pc:docMk/>
            <pc:sldMk cId="2285829932" sldId="304"/>
            <ac:spMk id="160" creationId="{BA9DBBF4-1983-9F92-FFE4-C91D8EE6E7E9}"/>
          </ac:spMkLst>
        </pc:spChg>
        <pc:spChg chg="add mod">
          <ac:chgData name="Stanley Rodrick" userId="8969fbcc-7c96-46fb-a663-9e2e5920ff04" providerId="ADAL" clId="{56F8655D-96BB-854F-AF89-ADBD54C8A16D}" dt="2022-08-01T16:48:21.841" v="946" actId="1076"/>
          <ac:spMkLst>
            <pc:docMk/>
            <pc:sldMk cId="2285829932" sldId="304"/>
            <ac:spMk id="161" creationId="{2EB8A0C9-0039-4C1F-E987-77518E692DB2}"/>
          </ac:spMkLst>
        </pc:spChg>
        <pc:spChg chg="add mod">
          <ac:chgData name="Stanley Rodrick" userId="8969fbcc-7c96-46fb-a663-9e2e5920ff04" providerId="ADAL" clId="{56F8655D-96BB-854F-AF89-ADBD54C8A16D}" dt="2022-08-01T16:48:06.466" v="942" actId="1076"/>
          <ac:spMkLst>
            <pc:docMk/>
            <pc:sldMk cId="2285829932" sldId="304"/>
            <ac:spMk id="162" creationId="{387E1D6E-C0DE-6625-6B7B-7819577983E2}"/>
          </ac:spMkLst>
        </pc:spChg>
        <pc:spChg chg="add mod">
          <ac:chgData name="Stanley Rodrick" userId="8969fbcc-7c96-46fb-a663-9e2e5920ff04" providerId="ADAL" clId="{56F8655D-96BB-854F-AF89-ADBD54C8A16D}" dt="2022-08-01T16:48:27.796" v="947" actId="1076"/>
          <ac:spMkLst>
            <pc:docMk/>
            <pc:sldMk cId="2285829932" sldId="304"/>
            <ac:spMk id="163" creationId="{1E1A0A26-D8A1-73E0-B9B9-A5B6B7D55257}"/>
          </ac:spMkLst>
        </pc:spChg>
        <pc:spChg chg="add mod">
          <ac:chgData name="Stanley Rodrick" userId="8969fbcc-7c96-46fb-a663-9e2e5920ff04" providerId="ADAL" clId="{56F8655D-96BB-854F-AF89-ADBD54C8A16D}" dt="2022-08-01T16:48:39.984" v="954" actId="20577"/>
          <ac:spMkLst>
            <pc:docMk/>
            <pc:sldMk cId="2285829932" sldId="304"/>
            <ac:spMk id="164" creationId="{1AAE13E8-46EB-457A-1076-11A64EF0907A}"/>
          </ac:spMkLst>
        </pc:spChg>
        <pc:spChg chg="add mod">
          <ac:chgData name="Stanley Rodrick" userId="8969fbcc-7c96-46fb-a663-9e2e5920ff04" providerId="ADAL" clId="{56F8655D-96BB-854F-AF89-ADBD54C8A16D}" dt="2022-08-01T16:48:52.611" v="961" actId="1076"/>
          <ac:spMkLst>
            <pc:docMk/>
            <pc:sldMk cId="2285829932" sldId="304"/>
            <ac:spMk id="165" creationId="{A1B55871-397A-3AD2-C79D-C9706BA16032}"/>
          </ac:spMkLst>
        </pc:spChg>
        <pc:spChg chg="add mod">
          <ac:chgData name="Stanley Rodrick" userId="8969fbcc-7c96-46fb-a663-9e2e5920ff04" providerId="ADAL" clId="{56F8655D-96BB-854F-AF89-ADBD54C8A16D}" dt="2022-08-01T16:49:06.426" v="965" actId="1076"/>
          <ac:spMkLst>
            <pc:docMk/>
            <pc:sldMk cId="2285829932" sldId="304"/>
            <ac:spMk id="166" creationId="{07A0876C-4FFC-A889-CC46-463508F825AC}"/>
          </ac:spMkLst>
        </pc:spChg>
        <pc:spChg chg="add del mod">
          <ac:chgData name="Stanley Rodrick" userId="8969fbcc-7c96-46fb-a663-9e2e5920ff04" providerId="ADAL" clId="{56F8655D-96BB-854F-AF89-ADBD54C8A16D}" dt="2022-08-01T16:49:19.388" v="967" actId="478"/>
          <ac:spMkLst>
            <pc:docMk/>
            <pc:sldMk cId="2285829932" sldId="304"/>
            <ac:spMk id="167" creationId="{B6258329-B708-E92D-A14F-5605EDD4F4B9}"/>
          </ac:spMkLst>
        </pc:spChg>
        <pc:spChg chg="add mod">
          <ac:chgData name="Stanley Rodrick" userId="8969fbcc-7c96-46fb-a663-9e2e5920ff04" providerId="ADAL" clId="{56F8655D-96BB-854F-AF89-ADBD54C8A16D}" dt="2022-08-01T16:49:28.739" v="970" actId="207"/>
          <ac:spMkLst>
            <pc:docMk/>
            <pc:sldMk cId="2285829932" sldId="304"/>
            <ac:spMk id="168" creationId="{AF303054-C400-D379-172B-66FB6975E7B5}"/>
          </ac:spMkLst>
        </pc:spChg>
        <pc:spChg chg="add mod">
          <ac:chgData name="Stanley Rodrick" userId="8969fbcc-7c96-46fb-a663-9e2e5920ff04" providerId="ADAL" clId="{56F8655D-96BB-854F-AF89-ADBD54C8A16D}" dt="2022-08-01T16:49:28.739" v="970" actId="207"/>
          <ac:spMkLst>
            <pc:docMk/>
            <pc:sldMk cId="2285829932" sldId="304"/>
            <ac:spMk id="169" creationId="{375660B0-994A-1299-3243-6130B3FD00EF}"/>
          </ac:spMkLst>
        </pc:spChg>
        <pc:spChg chg="add mod">
          <ac:chgData name="Stanley Rodrick" userId="8969fbcc-7c96-46fb-a663-9e2e5920ff04" providerId="ADAL" clId="{56F8655D-96BB-854F-AF89-ADBD54C8A16D}" dt="2022-08-01T16:49:44.764" v="974" actId="1076"/>
          <ac:spMkLst>
            <pc:docMk/>
            <pc:sldMk cId="2285829932" sldId="304"/>
            <ac:spMk id="170" creationId="{4B0CDC61-44DB-9386-56EA-FB44D11D3B36}"/>
          </ac:spMkLst>
        </pc:spChg>
        <pc:spChg chg="add mod">
          <ac:chgData name="Stanley Rodrick" userId="8969fbcc-7c96-46fb-a663-9e2e5920ff04" providerId="ADAL" clId="{56F8655D-96BB-854F-AF89-ADBD54C8A16D}" dt="2022-08-01T16:49:53.077" v="980" actId="20577"/>
          <ac:spMkLst>
            <pc:docMk/>
            <pc:sldMk cId="2285829932" sldId="304"/>
            <ac:spMk id="171" creationId="{85FAF666-7AC2-90C8-3095-331C23CA8DC0}"/>
          </ac:spMkLst>
        </pc:spChg>
        <pc:spChg chg="add mod">
          <ac:chgData name="Stanley Rodrick" userId="8969fbcc-7c96-46fb-a663-9e2e5920ff04" providerId="ADAL" clId="{56F8655D-96BB-854F-AF89-ADBD54C8A16D}" dt="2022-08-01T16:50:19.963" v="992" actId="207"/>
          <ac:spMkLst>
            <pc:docMk/>
            <pc:sldMk cId="2285829932" sldId="304"/>
            <ac:spMk id="172" creationId="{2EC7AFFB-7E98-FEE6-F614-E507568CC00F}"/>
          </ac:spMkLst>
        </pc:spChg>
        <pc:spChg chg="add mod">
          <ac:chgData name="Stanley Rodrick" userId="8969fbcc-7c96-46fb-a663-9e2e5920ff04" providerId="ADAL" clId="{56F8655D-96BB-854F-AF89-ADBD54C8A16D}" dt="2022-08-01T16:50:19.963" v="992" actId="207"/>
          <ac:spMkLst>
            <pc:docMk/>
            <pc:sldMk cId="2285829932" sldId="304"/>
            <ac:spMk id="173" creationId="{6C96A28A-EC67-EC26-DAD6-A0B8D5BD1D85}"/>
          </ac:spMkLst>
        </pc:spChg>
        <pc:spChg chg="add mod">
          <ac:chgData name="Stanley Rodrick" userId="8969fbcc-7c96-46fb-a663-9e2e5920ff04" providerId="ADAL" clId="{56F8655D-96BB-854F-AF89-ADBD54C8A16D}" dt="2022-08-01T16:50:35.633" v="996" actId="207"/>
          <ac:spMkLst>
            <pc:docMk/>
            <pc:sldMk cId="2285829932" sldId="304"/>
            <ac:spMk id="174" creationId="{DB62A693-5190-42D6-1969-211D09DF7691}"/>
          </ac:spMkLst>
        </pc:spChg>
        <pc:spChg chg="add mod">
          <ac:chgData name="Stanley Rodrick" userId="8969fbcc-7c96-46fb-a663-9e2e5920ff04" providerId="ADAL" clId="{56F8655D-96BB-854F-AF89-ADBD54C8A16D}" dt="2022-08-01T16:50:35.633" v="996" actId="207"/>
          <ac:spMkLst>
            <pc:docMk/>
            <pc:sldMk cId="2285829932" sldId="304"/>
            <ac:spMk id="175" creationId="{10334279-4DFC-74BD-AD3C-F03BF43D6944}"/>
          </ac:spMkLst>
        </pc:spChg>
        <pc:spChg chg="add mod">
          <ac:chgData name="Stanley Rodrick" userId="8969fbcc-7c96-46fb-a663-9e2e5920ff04" providerId="ADAL" clId="{56F8655D-96BB-854F-AF89-ADBD54C8A16D}" dt="2022-08-01T16:54:23.872" v="1109" actId="20577"/>
          <ac:spMkLst>
            <pc:docMk/>
            <pc:sldMk cId="2285829932" sldId="304"/>
            <ac:spMk id="176" creationId="{DA1F2CBE-D218-5A74-449D-EC2DE19957B0}"/>
          </ac:spMkLst>
        </pc:spChg>
        <pc:spChg chg="add del mod">
          <ac:chgData name="Stanley Rodrick" userId="8969fbcc-7c96-46fb-a663-9e2e5920ff04" providerId="ADAL" clId="{56F8655D-96BB-854F-AF89-ADBD54C8A16D}" dt="2022-08-01T16:52:43.603" v="1043"/>
          <ac:spMkLst>
            <pc:docMk/>
            <pc:sldMk cId="2285829932" sldId="304"/>
            <ac:spMk id="177" creationId="{41AA0277-9516-D8A4-2705-A36F41A52A0E}"/>
          </ac:spMkLst>
        </pc:spChg>
        <pc:spChg chg="add mod">
          <ac:chgData name="Stanley Rodrick" userId="8969fbcc-7c96-46fb-a663-9e2e5920ff04" providerId="ADAL" clId="{56F8655D-96BB-854F-AF89-ADBD54C8A16D}" dt="2022-08-01T16:55:53.118" v="1188" actId="1076"/>
          <ac:spMkLst>
            <pc:docMk/>
            <pc:sldMk cId="2285829932" sldId="304"/>
            <ac:spMk id="187" creationId="{C8A49038-C429-4AEC-9346-316B46D5BFA6}"/>
          </ac:spMkLst>
        </pc:spChg>
        <pc:spChg chg="add mod">
          <ac:chgData name="Stanley Rodrick" userId="8969fbcc-7c96-46fb-a663-9e2e5920ff04" providerId="ADAL" clId="{56F8655D-96BB-854F-AF89-ADBD54C8A16D}" dt="2022-08-01T17:21:59.729" v="1837" actId="1076"/>
          <ac:spMkLst>
            <pc:docMk/>
            <pc:sldMk cId="2285829932" sldId="304"/>
            <ac:spMk id="188" creationId="{41A92D42-CD08-814D-81A2-4F85294E5724}"/>
          </ac:spMkLst>
        </pc:spChg>
        <pc:graphicFrameChg chg="del">
          <ac:chgData name="Stanley Rodrick" userId="8969fbcc-7c96-46fb-a663-9e2e5920ff04" providerId="ADAL" clId="{56F8655D-96BB-854F-AF89-ADBD54C8A16D}" dt="2022-08-01T15:45:05.968" v="352" actId="478"/>
          <ac:graphicFrameMkLst>
            <pc:docMk/>
            <pc:sldMk cId="2285829932" sldId="304"/>
            <ac:graphicFrameMk id="46" creationId="{34BCE682-56EF-C814-1702-A47A9229CDA9}"/>
          </ac:graphicFrameMkLst>
        </pc:graphicFrameChg>
        <pc:cxnChg chg="add mod">
          <ac:chgData name="Stanley Rodrick" userId="8969fbcc-7c96-46fb-a663-9e2e5920ff04" providerId="ADAL" clId="{56F8655D-96BB-854F-AF89-ADBD54C8A16D}" dt="2022-08-01T15:57:42.186" v="532" actId="14100"/>
          <ac:cxnSpMkLst>
            <pc:docMk/>
            <pc:sldMk cId="2285829932" sldId="304"/>
            <ac:cxnSpMk id="37" creationId="{AC4FE2A2-6D5F-BBF4-9992-40397FC5463B}"/>
          </ac:cxnSpMkLst>
        </pc:cxnChg>
        <pc:cxnChg chg="add mod">
          <ac:chgData name="Stanley Rodrick" userId="8969fbcc-7c96-46fb-a663-9e2e5920ff04" providerId="ADAL" clId="{56F8655D-96BB-854F-AF89-ADBD54C8A16D}" dt="2022-08-01T15:57:55.818" v="535" actId="1076"/>
          <ac:cxnSpMkLst>
            <pc:docMk/>
            <pc:sldMk cId="2285829932" sldId="304"/>
            <ac:cxnSpMk id="39" creationId="{637E6820-3442-8127-014F-F050099ECBCD}"/>
          </ac:cxnSpMkLst>
        </pc:cxnChg>
        <pc:cxnChg chg="add mod">
          <ac:chgData name="Stanley Rodrick" userId="8969fbcc-7c96-46fb-a663-9e2e5920ff04" providerId="ADAL" clId="{56F8655D-96BB-854F-AF89-ADBD54C8A16D}" dt="2022-08-01T15:58:15.899" v="542" actId="1076"/>
          <ac:cxnSpMkLst>
            <pc:docMk/>
            <pc:sldMk cId="2285829932" sldId="304"/>
            <ac:cxnSpMk id="40" creationId="{87A16DD3-57D0-F0B1-C926-122099DD464F}"/>
          </ac:cxnSpMkLst>
        </pc:cxnChg>
        <pc:cxnChg chg="add mod">
          <ac:chgData name="Stanley Rodrick" userId="8969fbcc-7c96-46fb-a663-9e2e5920ff04" providerId="ADAL" clId="{56F8655D-96BB-854F-AF89-ADBD54C8A16D}" dt="2022-08-01T16:38:32.991" v="770" actId="1076"/>
          <ac:cxnSpMkLst>
            <pc:docMk/>
            <pc:sldMk cId="2285829932" sldId="304"/>
            <ac:cxnSpMk id="43" creationId="{B88F28A1-19B1-8665-0320-234B8DF566EC}"/>
          </ac:cxnSpMkLst>
        </pc:cxnChg>
        <pc:cxnChg chg="add mod">
          <ac:chgData name="Stanley Rodrick" userId="8969fbcc-7c96-46fb-a663-9e2e5920ff04" providerId="ADAL" clId="{56F8655D-96BB-854F-AF89-ADBD54C8A16D}" dt="2022-08-01T16:12:14.488" v="556" actId="14100"/>
          <ac:cxnSpMkLst>
            <pc:docMk/>
            <pc:sldMk cId="2285829932" sldId="304"/>
            <ac:cxnSpMk id="50" creationId="{D20FDDC8-9FFE-0CAD-6001-A90F71AEF65E}"/>
          </ac:cxnSpMkLst>
        </pc:cxnChg>
        <pc:cxnChg chg="add mod">
          <ac:chgData name="Stanley Rodrick" userId="8969fbcc-7c96-46fb-a663-9e2e5920ff04" providerId="ADAL" clId="{56F8655D-96BB-854F-AF89-ADBD54C8A16D}" dt="2022-08-01T16:12:34.143" v="559" actId="14100"/>
          <ac:cxnSpMkLst>
            <pc:docMk/>
            <pc:sldMk cId="2285829932" sldId="304"/>
            <ac:cxnSpMk id="52" creationId="{841DF68A-C41F-E4D8-DD89-C001C120BE6E}"/>
          </ac:cxnSpMkLst>
        </pc:cxnChg>
        <pc:cxnChg chg="add mod">
          <ac:chgData name="Stanley Rodrick" userId="8969fbcc-7c96-46fb-a663-9e2e5920ff04" providerId="ADAL" clId="{56F8655D-96BB-854F-AF89-ADBD54C8A16D}" dt="2022-08-01T16:13:01.062" v="570" actId="14100"/>
          <ac:cxnSpMkLst>
            <pc:docMk/>
            <pc:sldMk cId="2285829932" sldId="304"/>
            <ac:cxnSpMk id="54" creationId="{B296FA35-2074-C0DC-57D9-089928D3E44E}"/>
          </ac:cxnSpMkLst>
        </pc:cxnChg>
        <pc:cxnChg chg="add mod">
          <ac:chgData name="Stanley Rodrick" userId="8969fbcc-7c96-46fb-a663-9e2e5920ff04" providerId="ADAL" clId="{56F8655D-96BB-854F-AF89-ADBD54C8A16D}" dt="2022-08-01T16:43:51.099" v="864" actId="1076"/>
          <ac:cxnSpMkLst>
            <pc:docMk/>
            <pc:sldMk cId="2285829932" sldId="304"/>
            <ac:cxnSpMk id="61" creationId="{FA6168B2-41A6-DE74-59F5-226A5223EB51}"/>
          </ac:cxnSpMkLst>
        </pc:cxnChg>
        <pc:cxnChg chg="add mod">
          <ac:chgData name="Stanley Rodrick" userId="8969fbcc-7c96-46fb-a663-9e2e5920ff04" providerId="ADAL" clId="{56F8655D-96BB-854F-AF89-ADBD54C8A16D}" dt="2022-08-01T16:14:11.450" v="595" actId="14100"/>
          <ac:cxnSpMkLst>
            <pc:docMk/>
            <pc:sldMk cId="2285829932" sldId="304"/>
            <ac:cxnSpMk id="63" creationId="{3167A8A4-1FA0-C3DB-6A2C-D73615B064B8}"/>
          </ac:cxnSpMkLst>
        </pc:cxnChg>
        <pc:cxnChg chg="add mod">
          <ac:chgData name="Stanley Rodrick" userId="8969fbcc-7c96-46fb-a663-9e2e5920ff04" providerId="ADAL" clId="{56F8655D-96BB-854F-AF89-ADBD54C8A16D}" dt="2022-08-01T16:38:35.138" v="771" actId="1076"/>
          <ac:cxnSpMkLst>
            <pc:docMk/>
            <pc:sldMk cId="2285829932" sldId="304"/>
            <ac:cxnSpMk id="67" creationId="{661D751D-5A0B-689E-D127-5C5CC2F8D20F}"/>
          </ac:cxnSpMkLst>
        </pc:cxnChg>
        <pc:cxnChg chg="add mod">
          <ac:chgData name="Stanley Rodrick" userId="8969fbcc-7c96-46fb-a663-9e2e5920ff04" providerId="ADAL" clId="{56F8655D-96BB-854F-AF89-ADBD54C8A16D}" dt="2022-08-01T16:45:06.846" v="890" actId="1076"/>
          <ac:cxnSpMkLst>
            <pc:docMk/>
            <pc:sldMk cId="2285829932" sldId="304"/>
            <ac:cxnSpMk id="69" creationId="{3D49F545-30CE-9514-0F7A-9A1FE2A7E7A9}"/>
          </ac:cxnSpMkLst>
        </pc:cxnChg>
        <pc:cxnChg chg="add mod">
          <ac:chgData name="Stanley Rodrick" userId="8969fbcc-7c96-46fb-a663-9e2e5920ff04" providerId="ADAL" clId="{56F8655D-96BB-854F-AF89-ADBD54C8A16D}" dt="2022-08-01T16:39:24.748" v="784" actId="14100"/>
          <ac:cxnSpMkLst>
            <pc:docMk/>
            <pc:sldMk cId="2285829932" sldId="304"/>
            <ac:cxnSpMk id="72" creationId="{9000156F-3CAB-7409-ACB6-57CC7FB1EC55}"/>
          </ac:cxnSpMkLst>
        </pc:cxnChg>
        <pc:cxnChg chg="add mod">
          <ac:chgData name="Stanley Rodrick" userId="8969fbcc-7c96-46fb-a663-9e2e5920ff04" providerId="ADAL" clId="{56F8655D-96BB-854F-AF89-ADBD54C8A16D}" dt="2022-08-01T16:16:23.806" v="624" actId="1076"/>
          <ac:cxnSpMkLst>
            <pc:docMk/>
            <pc:sldMk cId="2285829932" sldId="304"/>
            <ac:cxnSpMk id="74" creationId="{488970DA-93A6-11E0-4CEE-0BAC849799CD}"/>
          </ac:cxnSpMkLst>
        </pc:cxnChg>
        <pc:cxnChg chg="add mod">
          <ac:chgData name="Stanley Rodrick" userId="8969fbcc-7c96-46fb-a663-9e2e5920ff04" providerId="ADAL" clId="{56F8655D-96BB-854F-AF89-ADBD54C8A16D}" dt="2022-08-01T16:16:01.427" v="617" actId="1076"/>
          <ac:cxnSpMkLst>
            <pc:docMk/>
            <pc:sldMk cId="2285829932" sldId="304"/>
            <ac:cxnSpMk id="77" creationId="{6A4832EB-8FE7-83CA-1A74-7FC4EC3431DB}"/>
          </ac:cxnSpMkLst>
        </pc:cxnChg>
        <pc:cxnChg chg="add mod">
          <ac:chgData name="Stanley Rodrick" userId="8969fbcc-7c96-46fb-a663-9e2e5920ff04" providerId="ADAL" clId="{56F8655D-96BB-854F-AF89-ADBD54C8A16D}" dt="2022-08-01T16:16:10.695" v="620" actId="14100"/>
          <ac:cxnSpMkLst>
            <pc:docMk/>
            <pc:sldMk cId="2285829932" sldId="304"/>
            <ac:cxnSpMk id="78" creationId="{D41507B2-267D-4959-302C-5523DCA51436}"/>
          </ac:cxnSpMkLst>
        </pc:cxnChg>
        <pc:cxnChg chg="add mod">
          <ac:chgData name="Stanley Rodrick" userId="8969fbcc-7c96-46fb-a663-9e2e5920ff04" providerId="ADAL" clId="{56F8655D-96BB-854F-AF89-ADBD54C8A16D}" dt="2022-08-01T16:16:37.808" v="626" actId="14100"/>
          <ac:cxnSpMkLst>
            <pc:docMk/>
            <pc:sldMk cId="2285829932" sldId="304"/>
            <ac:cxnSpMk id="80" creationId="{6EBCAF43-70E8-3293-3BCB-EA2EB1F5FE32}"/>
          </ac:cxnSpMkLst>
        </pc:cxnChg>
        <pc:cxnChg chg="add mod">
          <ac:chgData name="Stanley Rodrick" userId="8969fbcc-7c96-46fb-a663-9e2e5920ff04" providerId="ADAL" clId="{56F8655D-96BB-854F-AF89-ADBD54C8A16D}" dt="2022-08-01T16:41:40.372" v="823" actId="14100"/>
          <ac:cxnSpMkLst>
            <pc:docMk/>
            <pc:sldMk cId="2285829932" sldId="304"/>
            <ac:cxnSpMk id="82" creationId="{E08FF52B-3A24-0D84-1047-93029B31526B}"/>
          </ac:cxnSpMkLst>
        </pc:cxnChg>
        <pc:cxnChg chg="add mod">
          <ac:chgData name="Stanley Rodrick" userId="8969fbcc-7c96-46fb-a663-9e2e5920ff04" providerId="ADAL" clId="{56F8655D-96BB-854F-AF89-ADBD54C8A16D}" dt="2022-08-01T16:41:15.192" v="816" actId="1076"/>
          <ac:cxnSpMkLst>
            <pc:docMk/>
            <pc:sldMk cId="2285829932" sldId="304"/>
            <ac:cxnSpMk id="84" creationId="{69DF27FB-CC44-618D-2996-39A47D83D3B4}"/>
          </ac:cxnSpMkLst>
        </pc:cxnChg>
        <pc:cxnChg chg="add mod">
          <ac:chgData name="Stanley Rodrick" userId="8969fbcc-7c96-46fb-a663-9e2e5920ff04" providerId="ADAL" clId="{56F8655D-96BB-854F-AF89-ADBD54C8A16D}" dt="2022-08-01T16:45:06.846" v="890" actId="1076"/>
          <ac:cxnSpMkLst>
            <pc:docMk/>
            <pc:sldMk cId="2285829932" sldId="304"/>
            <ac:cxnSpMk id="86" creationId="{F174DF5A-E979-6C6D-9996-667ADBB71EF9}"/>
          </ac:cxnSpMkLst>
        </pc:cxnChg>
        <pc:cxnChg chg="add mod">
          <ac:chgData name="Stanley Rodrick" userId="8969fbcc-7c96-46fb-a663-9e2e5920ff04" providerId="ADAL" clId="{56F8655D-96BB-854F-AF89-ADBD54C8A16D}" dt="2022-08-01T16:41:44.421" v="824" actId="1076"/>
          <ac:cxnSpMkLst>
            <pc:docMk/>
            <pc:sldMk cId="2285829932" sldId="304"/>
            <ac:cxnSpMk id="90" creationId="{D426D4FC-0EEF-2058-D140-E46080FE008E}"/>
          </ac:cxnSpMkLst>
        </pc:cxnChg>
        <pc:cxnChg chg="add mod">
          <ac:chgData name="Stanley Rodrick" userId="8969fbcc-7c96-46fb-a663-9e2e5920ff04" providerId="ADAL" clId="{56F8655D-96BB-854F-AF89-ADBD54C8A16D}" dt="2022-08-01T16:41:31.384" v="820" actId="1076"/>
          <ac:cxnSpMkLst>
            <pc:docMk/>
            <pc:sldMk cId="2285829932" sldId="304"/>
            <ac:cxnSpMk id="92" creationId="{2997F187-5326-82A4-B3DC-F9CE59003269}"/>
          </ac:cxnSpMkLst>
        </pc:cxnChg>
        <pc:cxnChg chg="add mod">
          <ac:chgData name="Stanley Rodrick" userId="8969fbcc-7c96-46fb-a663-9e2e5920ff04" providerId="ADAL" clId="{56F8655D-96BB-854F-AF89-ADBD54C8A16D}" dt="2022-08-01T16:18:52.712" v="658" actId="1076"/>
          <ac:cxnSpMkLst>
            <pc:docMk/>
            <pc:sldMk cId="2285829932" sldId="304"/>
            <ac:cxnSpMk id="96" creationId="{4D16201D-0431-0270-DBC5-E34B06682021}"/>
          </ac:cxnSpMkLst>
        </pc:cxnChg>
        <pc:cxnChg chg="add mod">
          <ac:chgData name="Stanley Rodrick" userId="8969fbcc-7c96-46fb-a663-9e2e5920ff04" providerId="ADAL" clId="{56F8655D-96BB-854F-AF89-ADBD54C8A16D}" dt="2022-08-01T16:45:06.846" v="890" actId="1076"/>
          <ac:cxnSpMkLst>
            <pc:docMk/>
            <pc:sldMk cId="2285829932" sldId="304"/>
            <ac:cxnSpMk id="97" creationId="{335AF94D-4016-0B02-F407-E4428B8873B2}"/>
          </ac:cxnSpMkLst>
        </pc:cxnChg>
        <pc:cxnChg chg="add mod">
          <ac:chgData name="Stanley Rodrick" userId="8969fbcc-7c96-46fb-a663-9e2e5920ff04" providerId="ADAL" clId="{56F8655D-96BB-854F-AF89-ADBD54C8A16D}" dt="2022-08-01T16:56:04.146" v="1189" actId="1076"/>
          <ac:cxnSpMkLst>
            <pc:docMk/>
            <pc:sldMk cId="2285829932" sldId="304"/>
            <ac:cxnSpMk id="178" creationId="{F36AC230-068C-817C-1927-1ABA05E9EAC7}"/>
          </ac:cxnSpMkLst>
        </pc:cxnChg>
        <pc:cxnChg chg="add mod">
          <ac:chgData name="Stanley Rodrick" userId="8969fbcc-7c96-46fb-a663-9e2e5920ff04" providerId="ADAL" clId="{56F8655D-96BB-854F-AF89-ADBD54C8A16D}" dt="2022-08-01T16:56:04.146" v="1189" actId="1076"/>
          <ac:cxnSpMkLst>
            <pc:docMk/>
            <pc:sldMk cId="2285829932" sldId="304"/>
            <ac:cxnSpMk id="179" creationId="{20039241-CD8A-5A8D-CF75-48267817B08C}"/>
          </ac:cxnSpMkLst>
        </pc:cxnChg>
      </pc:sldChg>
      <pc:sldChg chg="addSp delSp modSp add mod">
        <pc:chgData name="Stanley Rodrick" userId="8969fbcc-7c96-46fb-a663-9e2e5920ff04" providerId="ADAL" clId="{56F8655D-96BB-854F-AF89-ADBD54C8A16D}" dt="2022-08-01T17:22:14.455" v="1840" actId="1076"/>
        <pc:sldMkLst>
          <pc:docMk/>
          <pc:sldMk cId="2243754831" sldId="305"/>
        </pc:sldMkLst>
        <pc:spChg chg="del">
          <ac:chgData name="Stanley Rodrick" userId="8969fbcc-7c96-46fb-a663-9e2e5920ff04" providerId="ADAL" clId="{56F8655D-96BB-854F-AF89-ADBD54C8A16D}" dt="2022-08-01T16:51:15.459" v="998" actId="478"/>
          <ac:spMkLst>
            <pc:docMk/>
            <pc:sldMk cId="2243754831" sldId="305"/>
            <ac:spMk id="3" creationId="{22678479-6982-0640-FED1-4C99EF92124D}"/>
          </ac:spMkLst>
        </pc:spChg>
        <pc:spChg chg="del">
          <ac:chgData name="Stanley Rodrick" userId="8969fbcc-7c96-46fb-a663-9e2e5920ff04" providerId="ADAL" clId="{56F8655D-96BB-854F-AF89-ADBD54C8A16D}" dt="2022-08-01T17:22:05.579" v="1838" actId="478"/>
          <ac:spMkLst>
            <pc:docMk/>
            <pc:sldMk cId="2243754831" sldId="305"/>
            <ac:spMk id="4" creationId="{1D1EBD71-B577-0908-79BD-AB02DC387319}"/>
          </ac:spMkLst>
        </pc:spChg>
        <pc:spChg chg="del">
          <ac:chgData name="Stanley Rodrick" userId="8969fbcc-7c96-46fb-a663-9e2e5920ff04" providerId="ADAL" clId="{56F8655D-96BB-854F-AF89-ADBD54C8A16D}" dt="2022-08-01T16:51:15.459" v="998" actId="478"/>
          <ac:spMkLst>
            <pc:docMk/>
            <pc:sldMk cId="2243754831" sldId="305"/>
            <ac:spMk id="5" creationId="{12D100C2-ACF3-D465-0C62-E73CF3BECEEF}"/>
          </ac:spMkLst>
        </pc:spChg>
        <pc:spChg chg="del">
          <ac:chgData name="Stanley Rodrick" userId="8969fbcc-7c96-46fb-a663-9e2e5920ff04" providerId="ADAL" clId="{56F8655D-96BB-854F-AF89-ADBD54C8A16D}" dt="2022-08-01T16:51:15.459" v="998" actId="478"/>
          <ac:spMkLst>
            <pc:docMk/>
            <pc:sldMk cId="2243754831" sldId="305"/>
            <ac:spMk id="6" creationId="{64B1276E-BA45-6442-B26A-39DCBF97369A}"/>
          </ac:spMkLst>
        </pc:spChg>
        <pc:spChg chg="del">
          <ac:chgData name="Stanley Rodrick" userId="8969fbcc-7c96-46fb-a663-9e2e5920ff04" providerId="ADAL" clId="{56F8655D-96BB-854F-AF89-ADBD54C8A16D}" dt="2022-08-01T16:51:15.459" v="998" actId="478"/>
          <ac:spMkLst>
            <pc:docMk/>
            <pc:sldMk cId="2243754831" sldId="305"/>
            <ac:spMk id="7" creationId="{F64195FC-F36F-83B6-6758-4E094EA9F4C6}"/>
          </ac:spMkLst>
        </pc:spChg>
        <pc:spChg chg="del">
          <ac:chgData name="Stanley Rodrick" userId="8969fbcc-7c96-46fb-a663-9e2e5920ff04" providerId="ADAL" clId="{56F8655D-96BB-854F-AF89-ADBD54C8A16D}" dt="2022-08-01T16:51:15.459" v="998" actId="478"/>
          <ac:spMkLst>
            <pc:docMk/>
            <pc:sldMk cId="2243754831" sldId="305"/>
            <ac:spMk id="9" creationId="{494B9C95-D98D-136C-D6AC-0AAC3C8D312F}"/>
          </ac:spMkLst>
        </pc:spChg>
        <pc:spChg chg="del">
          <ac:chgData name="Stanley Rodrick" userId="8969fbcc-7c96-46fb-a663-9e2e5920ff04" providerId="ADAL" clId="{56F8655D-96BB-854F-AF89-ADBD54C8A16D}" dt="2022-08-01T16:51:21.003" v="1001" actId="478"/>
          <ac:spMkLst>
            <pc:docMk/>
            <pc:sldMk cId="2243754831" sldId="305"/>
            <ac:spMk id="24" creationId="{8BCCAD03-6700-2CAC-CBDA-A5BB9BC36A49}"/>
          </ac:spMkLst>
        </pc:spChg>
        <pc:spChg chg="del">
          <ac:chgData name="Stanley Rodrick" userId="8969fbcc-7c96-46fb-a663-9e2e5920ff04" providerId="ADAL" clId="{56F8655D-96BB-854F-AF89-ADBD54C8A16D}" dt="2022-08-01T16:51:15.459" v="998" actId="478"/>
          <ac:spMkLst>
            <pc:docMk/>
            <pc:sldMk cId="2243754831" sldId="305"/>
            <ac:spMk id="26" creationId="{A925F98B-B8D6-38E4-3D38-64A6E511E46A}"/>
          </ac:spMkLst>
        </pc:spChg>
        <pc:spChg chg="del">
          <ac:chgData name="Stanley Rodrick" userId="8969fbcc-7c96-46fb-a663-9e2e5920ff04" providerId="ADAL" clId="{56F8655D-96BB-854F-AF89-ADBD54C8A16D}" dt="2022-08-01T16:51:15.459" v="998" actId="478"/>
          <ac:spMkLst>
            <pc:docMk/>
            <pc:sldMk cId="2243754831" sldId="305"/>
            <ac:spMk id="27" creationId="{A42FE439-5F76-6887-4650-34EB9380ED35}"/>
          </ac:spMkLst>
        </pc:spChg>
        <pc:spChg chg="del">
          <ac:chgData name="Stanley Rodrick" userId="8969fbcc-7c96-46fb-a663-9e2e5920ff04" providerId="ADAL" clId="{56F8655D-96BB-854F-AF89-ADBD54C8A16D}" dt="2022-08-01T16:51:15.459" v="998" actId="478"/>
          <ac:spMkLst>
            <pc:docMk/>
            <pc:sldMk cId="2243754831" sldId="305"/>
            <ac:spMk id="28" creationId="{21D39EEF-0AC8-2CC8-3708-857749077089}"/>
          </ac:spMkLst>
        </pc:spChg>
        <pc:spChg chg="del">
          <ac:chgData name="Stanley Rodrick" userId="8969fbcc-7c96-46fb-a663-9e2e5920ff04" providerId="ADAL" clId="{56F8655D-96BB-854F-AF89-ADBD54C8A16D}" dt="2022-08-01T16:51:15.459" v="998" actId="478"/>
          <ac:spMkLst>
            <pc:docMk/>
            <pc:sldMk cId="2243754831" sldId="305"/>
            <ac:spMk id="29" creationId="{7948FFB7-38E8-DA7A-2A9C-75CE7E6B5FBA}"/>
          </ac:spMkLst>
        </pc:spChg>
        <pc:spChg chg="del">
          <ac:chgData name="Stanley Rodrick" userId="8969fbcc-7c96-46fb-a663-9e2e5920ff04" providerId="ADAL" clId="{56F8655D-96BB-854F-AF89-ADBD54C8A16D}" dt="2022-08-01T16:51:15.459" v="998" actId="478"/>
          <ac:spMkLst>
            <pc:docMk/>
            <pc:sldMk cId="2243754831" sldId="305"/>
            <ac:spMk id="30" creationId="{A8FA4E22-F1A7-B683-29DD-676A616E729B}"/>
          </ac:spMkLst>
        </pc:spChg>
        <pc:spChg chg="del">
          <ac:chgData name="Stanley Rodrick" userId="8969fbcc-7c96-46fb-a663-9e2e5920ff04" providerId="ADAL" clId="{56F8655D-96BB-854F-AF89-ADBD54C8A16D}" dt="2022-08-01T16:51:15.459" v="998" actId="478"/>
          <ac:spMkLst>
            <pc:docMk/>
            <pc:sldMk cId="2243754831" sldId="305"/>
            <ac:spMk id="31" creationId="{2BD0817A-FF06-061C-1F86-E815B049AA84}"/>
          </ac:spMkLst>
        </pc:spChg>
        <pc:spChg chg="del">
          <ac:chgData name="Stanley Rodrick" userId="8969fbcc-7c96-46fb-a663-9e2e5920ff04" providerId="ADAL" clId="{56F8655D-96BB-854F-AF89-ADBD54C8A16D}" dt="2022-08-01T16:51:15.459" v="998" actId="478"/>
          <ac:spMkLst>
            <pc:docMk/>
            <pc:sldMk cId="2243754831" sldId="305"/>
            <ac:spMk id="32" creationId="{893F9A6A-19A9-242F-DEDD-F82161D57097}"/>
          </ac:spMkLst>
        </pc:spChg>
        <pc:spChg chg="del">
          <ac:chgData name="Stanley Rodrick" userId="8969fbcc-7c96-46fb-a663-9e2e5920ff04" providerId="ADAL" clId="{56F8655D-96BB-854F-AF89-ADBD54C8A16D}" dt="2022-08-01T16:51:15.459" v="998" actId="478"/>
          <ac:spMkLst>
            <pc:docMk/>
            <pc:sldMk cId="2243754831" sldId="305"/>
            <ac:spMk id="33" creationId="{80E3ADB8-D254-94C7-3746-745EC21DE1E4}"/>
          </ac:spMkLst>
        </pc:spChg>
        <pc:spChg chg="del">
          <ac:chgData name="Stanley Rodrick" userId="8969fbcc-7c96-46fb-a663-9e2e5920ff04" providerId="ADAL" clId="{56F8655D-96BB-854F-AF89-ADBD54C8A16D}" dt="2022-08-01T16:51:15.459" v="998" actId="478"/>
          <ac:spMkLst>
            <pc:docMk/>
            <pc:sldMk cId="2243754831" sldId="305"/>
            <ac:spMk id="34" creationId="{429B219A-3C4F-AE70-0635-D4F76C29D3ED}"/>
          </ac:spMkLst>
        </pc:spChg>
        <pc:spChg chg="del">
          <ac:chgData name="Stanley Rodrick" userId="8969fbcc-7c96-46fb-a663-9e2e5920ff04" providerId="ADAL" clId="{56F8655D-96BB-854F-AF89-ADBD54C8A16D}" dt="2022-08-01T16:51:15.459" v="998" actId="478"/>
          <ac:spMkLst>
            <pc:docMk/>
            <pc:sldMk cId="2243754831" sldId="305"/>
            <ac:spMk id="35" creationId="{3046C4AC-C0EA-758D-6D65-7E8F5B9C4788}"/>
          </ac:spMkLst>
        </pc:spChg>
        <pc:spChg chg="add mod">
          <ac:chgData name="Stanley Rodrick" userId="8969fbcc-7c96-46fb-a663-9e2e5920ff04" providerId="ADAL" clId="{56F8655D-96BB-854F-AF89-ADBD54C8A16D}" dt="2022-08-01T16:56:47.934" v="1235" actId="403"/>
          <ac:spMkLst>
            <pc:docMk/>
            <pc:sldMk cId="2243754831" sldId="305"/>
            <ac:spMk id="36" creationId="{77BC1568-08E3-4891-21BC-20C524B6D7B6}"/>
          </ac:spMkLst>
        </pc:spChg>
        <pc:spChg chg="add mod">
          <ac:chgData name="Stanley Rodrick" userId="8969fbcc-7c96-46fb-a663-9e2e5920ff04" providerId="ADAL" clId="{56F8655D-96BB-854F-AF89-ADBD54C8A16D}" dt="2022-08-01T17:08:45.134" v="1504" actId="207"/>
          <ac:spMkLst>
            <pc:docMk/>
            <pc:sldMk cId="2243754831" sldId="305"/>
            <ac:spMk id="38" creationId="{0C3F6562-1EC3-F6DA-009E-B6BE2311D916}"/>
          </ac:spMkLst>
        </pc:spChg>
        <pc:spChg chg="add del mod">
          <ac:chgData name="Stanley Rodrick" userId="8969fbcc-7c96-46fb-a663-9e2e5920ff04" providerId="ADAL" clId="{56F8655D-96BB-854F-AF89-ADBD54C8A16D}" dt="2022-08-01T16:57:44.910" v="1278"/>
          <ac:spMkLst>
            <pc:docMk/>
            <pc:sldMk cId="2243754831" sldId="305"/>
            <ac:spMk id="41" creationId="{55FCF8E0-3EE1-81EE-D568-3DB66A79F96D}"/>
          </ac:spMkLst>
        </pc:spChg>
        <pc:spChg chg="add mod">
          <ac:chgData name="Stanley Rodrick" userId="8969fbcc-7c96-46fb-a663-9e2e5920ff04" providerId="ADAL" clId="{56F8655D-96BB-854F-AF89-ADBD54C8A16D}" dt="2022-08-01T17:04:41.178" v="1402" actId="20577"/>
          <ac:spMkLst>
            <pc:docMk/>
            <pc:sldMk cId="2243754831" sldId="305"/>
            <ac:spMk id="42" creationId="{C367209D-1785-247A-55A7-05B46EB12141}"/>
          </ac:spMkLst>
        </pc:spChg>
        <pc:spChg chg="add mod">
          <ac:chgData name="Stanley Rodrick" userId="8969fbcc-7c96-46fb-a663-9e2e5920ff04" providerId="ADAL" clId="{56F8655D-96BB-854F-AF89-ADBD54C8A16D}" dt="2022-08-01T17:07:07.055" v="1477" actId="20577"/>
          <ac:spMkLst>
            <pc:docMk/>
            <pc:sldMk cId="2243754831" sldId="305"/>
            <ac:spMk id="44" creationId="{133A2C12-B797-EBC1-6A6D-58BE9394DD11}"/>
          </ac:spMkLst>
        </pc:spChg>
        <pc:spChg chg="add mod">
          <ac:chgData name="Stanley Rodrick" userId="8969fbcc-7c96-46fb-a663-9e2e5920ff04" providerId="ADAL" clId="{56F8655D-96BB-854F-AF89-ADBD54C8A16D}" dt="2022-08-01T17:07:43.200" v="1500" actId="20577"/>
          <ac:spMkLst>
            <pc:docMk/>
            <pc:sldMk cId="2243754831" sldId="305"/>
            <ac:spMk id="45" creationId="{07032775-B45A-FA2B-9B62-2302054158AA}"/>
          </ac:spMkLst>
        </pc:spChg>
        <pc:spChg chg="add mod">
          <ac:chgData name="Stanley Rodrick" userId="8969fbcc-7c96-46fb-a663-9e2e5920ff04" providerId="ADAL" clId="{56F8655D-96BB-854F-AF89-ADBD54C8A16D}" dt="2022-08-01T17:22:14.455" v="1840" actId="1076"/>
          <ac:spMkLst>
            <pc:docMk/>
            <pc:sldMk cId="2243754831" sldId="305"/>
            <ac:spMk id="46" creationId="{56381BEF-7713-EF27-E8DD-90F1B910E2B9}"/>
          </ac:spMkLst>
        </pc:spChg>
        <pc:spChg chg="del">
          <ac:chgData name="Stanley Rodrick" userId="8969fbcc-7c96-46fb-a663-9e2e5920ff04" providerId="ADAL" clId="{56F8655D-96BB-854F-AF89-ADBD54C8A16D}" dt="2022-08-01T16:51:35.547" v="1005" actId="478"/>
          <ac:spMkLst>
            <pc:docMk/>
            <pc:sldMk cId="2243754831" sldId="305"/>
            <ac:spMk id="99" creationId="{BBE4139B-56EC-7FD2-1ABE-0FFE46BEDB0E}"/>
          </ac:spMkLst>
        </pc:spChg>
        <pc:spChg chg="del">
          <ac:chgData name="Stanley Rodrick" userId="8969fbcc-7c96-46fb-a663-9e2e5920ff04" providerId="ADAL" clId="{56F8655D-96BB-854F-AF89-ADBD54C8A16D}" dt="2022-08-01T16:51:15.459" v="998" actId="478"/>
          <ac:spMkLst>
            <pc:docMk/>
            <pc:sldMk cId="2243754831" sldId="305"/>
            <ac:spMk id="100" creationId="{77EC195C-D467-BE32-C740-B26ED1A7DDB4}"/>
          </ac:spMkLst>
        </pc:spChg>
        <pc:spChg chg="del">
          <ac:chgData name="Stanley Rodrick" userId="8969fbcc-7c96-46fb-a663-9e2e5920ff04" providerId="ADAL" clId="{56F8655D-96BB-854F-AF89-ADBD54C8A16D}" dt="2022-08-01T16:51:15.459" v="998" actId="478"/>
          <ac:spMkLst>
            <pc:docMk/>
            <pc:sldMk cId="2243754831" sldId="305"/>
            <ac:spMk id="101" creationId="{D155AAD5-7DC1-9065-184F-CE250A810087}"/>
          </ac:spMkLst>
        </pc:spChg>
        <pc:spChg chg="del">
          <ac:chgData name="Stanley Rodrick" userId="8969fbcc-7c96-46fb-a663-9e2e5920ff04" providerId="ADAL" clId="{56F8655D-96BB-854F-AF89-ADBD54C8A16D}" dt="2022-08-01T16:51:15.459" v="998" actId="478"/>
          <ac:spMkLst>
            <pc:docMk/>
            <pc:sldMk cId="2243754831" sldId="305"/>
            <ac:spMk id="102" creationId="{AB617828-F51D-D812-8AD6-97654F2B70B9}"/>
          </ac:spMkLst>
        </pc:spChg>
        <pc:spChg chg="del">
          <ac:chgData name="Stanley Rodrick" userId="8969fbcc-7c96-46fb-a663-9e2e5920ff04" providerId="ADAL" clId="{56F8655D-96BB-854F-AF89-ADBD54C8A16D}" dt="2022-08-01T16:51:33.315" v="1004" actId="478"/>
          <ac:spMkLst>
            <pc:docMk/>
            <pc:sldMk cId="2243754831" sldId="305"/>
            <ac:spMk id="103" creationId="{1D20C9A3-C688-B235-9A65-1A97FDC14A3D}"/>
          </ac:spMkLst>
        </pc:spChg>
        <pc:spChg chg="del">
          <ac:chgData name="Stanley Rodrick" userId="8969fbcc-7c96-46fb-a663-9e2e5920ff04" providerId="ADAL" clId="{56F8655D-96BB-854F-AF89-ADBD54C8A16D}" dt="2022-08-01T16:51:25.003" v="1003" actId="478"/>
          <ac:spMkLst>
            <pc:docMk/>
            <pc:sldMk cId="2243754831" sldId="305"/>
            <ac:spMk id="104" creationId="{8502DB29-17E0-D27B-C41B-427ADF585587}"/>
          </ac:spMkLst>
        </pc:spChg>
        <pc:spChg chg="del">
          <ac:chgData name="Stanley Rodrick" userId="8969fbcc-7c96-46fb-a663-9e2e5920ff04" providerId="ADAL" clId="{56F8655D-96BB-854F-AF89-ADBD54C8A16D}" dt="2022-08-01T16:51:23.403" v="1002" actId="478"/>
          <ac:spMkLst>
            <pc:docMk/>
            <pc:sldMk cId="2243754831" sldId="305"/>
            <ac:spMk id="105" creationId="{80FDBD4D-40C9-7AB0-9F37-CDBDEC0E3F1D}"/>
          </ac:spMkLst>
        </pc:spChg>
        <pc:spChg chg="del">
          <ac:chgData name="Stanley Rodrick" userId="8969fbcc-7c96-46fb-a663-9e2e5920ff04" providerId="ADAL" clId="{56F8655D-96BB-854F-AF89-ADBD54C8A16D}" dt="2022-08-01T16:51:20.182" v="1000" actId="478"/>
          <ac:spMkLst>
            <pc:docMk/>
            <pc:sldMk cId="2243754831" sldId="305"/>
            <ac:spMk id="106" creationId="{4F8C3766-21C8-E2B4-6E37-40C17177AF58}"/>
          </ac:spMkLst>
        </pc:spChg>
        <pc:spChg chg="del">
          <ac:chgData name="Stanley Rodrick" userId="8969fbcc-7c96-46fb-a663-9e2e5920ff04" providerId="ADAL" clId="{56F8655D-96BB-854F-AF89-ADBD54C8A16D}" dt="2022-08-01T16:51:19.189" v="999" actId="478"/>
          <ac:spMkLst>
            <pc:docMk/>
            <pc:sldMk cId="2243754831" sldId="305"/>
            <ac:spMk id="107" creationId="{3D50180C-58E8-1A36-5F06-5F6DFCD647A7}"/>
          </ac:spMkLst>
        </pc:spChg>
        <pc:spChg chg="del">
          <ac:chgData name="Stanley Rodrick" userId="8969fbcc-7c96-46fb-a663-9e2e5920ff04" providerId="ADAL" clId="{56F8655D-96BB-854F-AF89-ADBD54C8A16D}" dt="2022-08-01T16:51:19.189" v="999" actId="478"/>
          <ac:spMkLst>
            <pc:docMk/>
            <pc:sldMk cId="2243754831" sldId="305"/>
            <ac:spMk id="108" creationId="{02FBD9E3-18EE-FD65-DAA9-ACC32E344066}"/>
          </ac:spMkLst>
        </pc:spChg>
        <pc:spChg chg="del">
          <ac:chgData name="Stanley Rodrick" userId="8969fbcc-7c96-46fb-a663-9e2e5920ff04" providerId="ADAL" clId="{56F8655D-96BB-854F-AF89-ADBD54C8A16D}" dt="2022-08-01T16:51:15.459" v="998" actId="478"/>
          <ac:spMkLst>
            <pc:docMk/>
            <pc:sldMk cId="2243754831" sldId="305"/>
            <ac:spMk id="109" creationId="{FD3024FB-0DCD-51DC-1218-0DDC857ED961}"/>
          </ac:spMkLst>
        </pc:spChg>
        <pc:spChg chg="del">
          <ac:chgData name="Stanley Rodrick" userId="8969fbcc-7c96-46fb-a663-9e2e5920ff04" providerId="ADAL" clId="{56F8655D-96BB-854F-AF89-ADBD54C8A16D}" dt="2022-08-01T16:51:15.459" v="998" actId="478"/>
          <ac:spMkLst>
            <pc:docMk/>
            <pc:sldMk cId="2243754831" sldId="305"/>
            <ac:spMk id="110" creationId="{3116C79E-84B3-D988-5CAA-7B6F276EE80F}"/>
          </ac:spMkLst>
        </pc:spChg>
        <pc:spChg chg="del">
          <ac:chgData name="Stanley Rodrick" userId="8969fbcc-7c96-46fb-a663-9e2e5920ff04" providerId="ADAL" clId="{56F8655D-96BB-854F-AF89-ADBD54C8A16D}" dt="2022-08-01T16:51:15.459" v="998" actId="478"/>
          <ac:spMkLst>
            <pc:docMk/>
            <pc:sldMk cId="2243754831" sldId="305"/>
            <ac:spMk id="111" creationId="{F8A07354-29BC-16D2-982E-0B9EFCD5D1F0}"/>
          </ac:spMkLst>
        </pc:spChg>
        <pc:spChg chg="del">
          <ac:chgData name="Stanley Rodrick" userId="8969fbcc-7c96-46fb-a663-9e2e5920ff04" providerId="ADAL" clId="{56F8655D-96BB-854F-AF89-ADBD54C8A16D}" dt="2022-08-01T16:51:15.459" v="998" actId="478"/>
          <ac:spMkLst>
            <pc:docMk/>
            <pc:sldMk cId="2243754831" sldId="305"/>
            <ac:spMk id="112" creationId="{F42253D7-F231-814E-28D1-80620EC9E200}"/>
          </ac:spMkLst>
        </pc:spChg>
        <pc:spChg chg="del">
          <ac:chgData name="Stanley Rodrick" userId="8969fbcc-7c96-46fb-a663-9e2e5920ff04" providerId="ADAL" clId="{56F8655D-96BB-854F-AF89-ADBD54C8A16D}" dt="2022-08-01T16:51:15.459" v="998" actId="478"/>
          <ac:spMkLst>
            <pc:docMk/>
            <pc:sldMk cId="2243754831" sldId="305"/>
            <ac:spMk id="113" creationId="{EB271207-315B-A35B-B8F8-19EBBB3A7848}"/>
          </ac:spMkLst>
        </pc:spChg>
        <pc:spChg chg="del">
          <ac:chgData name="Stanley Rodrick" userId="8969fbcc-7c96-46fb-a663-9e2e5920ff04" providerId="ADAL" clId="{56F8655D-96BB-854F-AF89-ADBD54C8A16D}" dt="2022-08-01T16:51:15.459" v="998" actId="478"/>
          <ac:spMkLst>
            <pc:docMk/>
            <pc:sldMk cId="2243754831" sldId="305"/>
            <ac:spMk id="114" creationId="{C8C9BDF4-6A38-0175-CF85-A9CE2C02F90F}"/>
          </ac:spMkLst>
        </pc:spChg>
        <pc:spChg chg="del">
          <ac:chgData name="Stanley Rodrick" userId="8969fbcc-7c96-46fb-a663-9e2e5920ff04" providerId="ADAL" clId="{56F8655D-96BB-854F-AF89-ADBD54C8A16D}" dt="2022-08-01T16:51:19.189" v="999" actId="478"/>
          <ac:spMkLst>
            <pc:docMk/>
            <pc:sldMk cId="2243754831" sldId="305"/>
            <ac:spMk id="115" creationId="{64BEE87A-4701-51EC-7257-A9429FA6ED47}"/>
          </ac:spMkLst>
        </pc:spChg>
        <pc:spChg chg="del">
          <ac:chgData name="Stanley Rodrick" userId="8969fbcc-7c96-46fb-a663-9e2e5920ff04" providerId="ADAL" clId="{56F8655D-96BB-854F-AF89-ADBD54C8A16D}" dt="2022-08-01T16:51:19.189" v="999" actId="478"/>
          <ac:spMkLst>
            <pc:docMk/>
            <pc:sldMk cId="2243754831" sldId="305"/>
            <ac:spMk id="116" creationId="{BF36F927-000A-55F2-DB53-11DC2BBE9890}"/>
          </ac:spMkLst>
        </pc:spChg>
        <pc:spChg chg="del">
          <ac:chgData name="Stanley Rodrick" userId="8969fbcc-7c96-46fb-a663-9e2e5920ff04" providerId="ADAL" clId="{56F8655D-96BB-854F-AF89-ADBD54C8A16D}" dt="2022-08-01T16:51:15.459" v="998" actId="478"/>
          <ac:spMkLst>
            <pc:docMk/>
            <pc:sldMk cId="2243754831" sldId="305"/>
            <ac:spMk id="117" creationId="{ED41F5D4-3B2D-E1AC-AE44-09AE1116B3B7}"/>
          </ac:spMkLst>
        </pc:spChg>
        <pc:spChg chg="del">
          <ac:chgData name="Stanley Rodrick" userId="8969fbcc-7c96-46fb-a663-9e2e5920ff04" providerId="ADAL" clId="{56F8655D-96BB-854F-AF89-ADBD54C8A16D}" dt="2022-08-01T16:51:15.459" v="998" actId="478"/>
          <ac:spMkLst>
            <pc:docMk/>
            <pc:sldMk cId="2243754831" sldId="305"/>
            <ac:spMk id="118" creationId="{8130568F-C320-CF85-199F-4424A123F581}"/>
          </ac:spMkLst>
        </pc:spChg>
        <pc:spChg chg="del">
          <ac:chgData name="Stanley Rodrick" userId="8969fbcc-7c96-46fb-a663-9e2e5920ff04" providerId="ADAL" clId="{56F8655D-96BB-854F-AF89-ADBD54C8A16D}" dt="2022-08-01T16:51:15.459" v="998" actId="478"/>
          <ac:spMkLst>
            <pc:docMk/>
            <pc:sldMk cId="2243754831" sldId="305"/>
            <ac:spMk id="119" creationId="{9D5D510D-ACC4-0866-00FA-47C4423DC3E7}"/>
          </ac:spMkLst>
        </pc:spChg>
        <pc:spChg chg="del">
          <ac:chgData name="Stanley Rodrick" userId="8969fbcc-7c96-46fb-a663-9e2e5920ff04" providerId="ADAL" clId="{56F8655D-96BB-854F-AF89-ADBD54C8A16D}" dt="2022-08-01T16:51:15.459" v="998" actId="478"/>
          <ac:spMkLst>
            <pc:docMk/>
            <pc:sldMk cId="2243754831" sldId="305"/>
            <ac:spMk id="120" creationId="{6CCE61F9-2CBB-CD6C-A4BC-F71D0520C310}"/>
          </ac:spMkLst>
        </pc:spChg>
        <pc:spChg chg="del">
          <ac:chgData name="Stanley Rodrick" userId="8969fbcc-7c96-46fb-a663-9e2e5920ff04" providerId="ADAL" clId="{56F8655D-96BB-854F-AF89-ADBD54C8A16D}" dt="2022-08-01T16:51:15.459" v="998" actId="478"/>
          <ac:spMkLst>
            <pc:docMk/>
            <pc:sldMk cId="2243754831" sldId="305"/>
            <ac:spMk id="121" creationId="{B518CEC0-5F70-DE24-66CE-B9ACFE2E520D}"/>
          </ac:spMkLst>
        </pc:spChg>
        <pc:spChg chg="del">
          <ac:chgData name="Stanley Rodrick" userId="8969fbcc-7c96-46fb-a663-9e2e5920ff04" providerId="ADAL" clId="{56F8655D-96BB-854F-AF89-ADBD54C8A16D}" dt="2022-08-01T16:51:15.459" v="998" actId="478"/>
          <ac:spMkLst>
            <pc:docMk/>
            <pc:sldMk cId="2243754831" sldId="305"/>
            <ac:spMk id="122" creationId="{9E897FF4-C225-EF61-3F23-F91283F62226}"/>
          </ac:spMkLst>
        </pc:spChg>
        <pc:spChg chg="del">
          <ac:chgData name="Stanley Rodrick" userId="8969fbcc-7c96-46fb-a663-9e2e5920ff04" providerId="ADAL" clId="{56F8655D-96BB-854F-AF89-ADBD54C8A16D}" dt="2022-08-01T16:51:15.459" v="998" actId="478"/>
          <ac:spMkLst>
            <pc:docMk/>
            <pc:sldMk cId="2243754831" sldId="305"/>
            <ac:spMk id="123" creationId="{BA395080-3576-A00D-163B-E5D598FC60A7}"/>
          </ac:spMkLst>
        </pc:spChg>
        <pc:spChg chg="del">
          <ac:chgData name="Stanley Rodrick" userId="8969fbcc-7c96-46fb-a663-9e2e5920ff04" providerId="ADAL" clId="{56F8655D-96BB-854F-AF89-ADBD54C8A16D}" dt="2022-08-01T16:51:15.459" v="998" actId="478"/>
          <ac:spMkLst>
            <pc:docMk/>
            <pc:sldMk cId="2243754831" sldId="305"/>
            <ac:spMk id="125" creationId="{5FBF4624-BC8E-4556-6B1A-68F08D97C0D3}"/>
          </ac:spMkLst>
        </pc:spChg>
        <pc:spChg chg="del">
          <ac:chgData name="Stanley Rodrick" userId="8969fbcc-7c96-46fb-a663-9e2e5920ff04" providerId="ADAL" clId="{56F8655D-96BB-854F-AF89-ADBD54C8A16D}" dt="2022-08-01T16:51:15.459" v="998" actId="478"/>
          <ac:spMkLst>
            <pc:docMk/>
            <pc:sldMk cId="2243754831" sldId="305"/>
            <ac:spMk id="126" creationId="{A7AD6765-C701-14AB-A563-0A21D8738814}"/>
          </ac:spMkLst>
        </pc:spChg>
        <pc:spChg chg="del">
          <ac:chgData name="Stanley Rodrick" userId="8969fbcc-7c96-46fb-a663-9e2e5920ff04" providerId="ADAL" clId="{56F8655D-96BB-854F-AF89-ADBD54C8A16D}" dt="2022-08-01T16:51:15.459" v="998" actId="478"/>
          <ac:spMkLst>
            <pc:docMk/>
            <pc:sldMk cId="2243754831" sldId="305"/>
            <ac:spMk id="127" creationId="{D1F3B68B-77DF-14E3-C6DC-4FFECF30DA81}"/>
          </ac:spMkLst>
        </pc:spChg>
        <pc:spChg chg="del">
          <ac:chgData name="Stanley Rodrick" userId="8969fbcc-7c96-46fb-a663-9e2e5920ff04" providerId="ADAL" clId="{56F8655D-96BB-854F-AF89-ADBD54C8A16D}" dt="2022-08-01T16:51:15.459" v="998" actId="478"/>
          <ac:spMkLst>
            <pc:docMk/>
            <pc:sldMk cId="2243754831" sldId="305"/>
            <ac:spMk id="128" creationId="{798DCABF-A297-B276-B095-742E842573A2}"/>
          </ac:spMkLst>
        </pc:spChg>
        <pc:spChg chg="del">
          <ac:chgData name="Stanley Rodrick" userId="8969fbcc-7c96-46fb-a663-9e2e5920ff04" providerId="ADAL" clId="{56F8655D-96BB-854F-AF89-ADBD54C8A16D}" dt="2022-08-01T16:51:15.459" v="998" actId="478"/>
          <ac:spMkLst>
            <pc:docMk/>
            <pc:sldMk cId="2243754831" sldId="305"/>
            <ac:spMk id="138" creationId="{02C8D1F1-1999-D895-BF7D-13A475492788}"/>
          </ac:spMkLst>
        </pc:spChg>
        <pc:spChg chg="del">
          <ac:chgData name="Stanley Rodrick" userId="8969fbcc-7c96-46fb-a663-9e2e5920ff04" providerId="ADAL" clId="{56F8655D-96BB-854F-AF89-ADBD54C8A16D}" dt="2022-08-01T16:51:15.459" v="998" actId="478"/>
          <ac:spMkLst>
            <pc:docMk/>
            <pc:sldMk cId="2243754831" sldId="305"/>
            <ac:spMk id="139" creationId="{715E49CB-242D-DE2D-8130-23AD96F7C0E4}"/>
          </ac:spMkLst>
        </pc:spChg>
        <pc:spChg chg="del">
          <ac:chgData name="Stanley Rodrick" userId="8969fbcc-7c96-46fb-a663-9e2e5920ff04" providerId="ADAL" clId="{56F8655D-96BB-854F-AF89-ADBD54C8A16D}" dt="2022-08-01T16:51:15.459" v="998" actId="478"/>
          <ac:spMkLst>
            <pc:docMk/>
            <pc:sldMk cId="2243754831" sldId="305"/>
            <ac:spMk id="140" creationId="{84535470-6FE7-497E-820B-F6BA7F2CD23D}"/>
          </ac:spMkLst>
        </pc:spChg>
        <pc:spChg chg="del">
          <ac:chgData name="Stanley Rodrick" userId="8969fbcc-7c96-46fb-a663-9e2e5920ff04" providerId="ADAL" clId="{56F8655D-96BB-854F-AF89-ADBD54C8A16D}" dt="2022-08-01T16:51:15.459" v="998" actId="478"/>
          <ac:spMkLst>
            <pc:docMk/>
            <pc:sldMk cId="2243754831" sldId="305"/>
            <ac:spMk id="141" creationId="{8DC09326-2DC0-BBFE-F2D5-C67992C563D6}"/>
          </ac:spMkLst>
        </pc:spChg>
        <pc:spChg chg="del">
          <ac:chgData name="Stanley Rodrick" userId="8969fbcc-7c96-46fb-a663-9e2e5920ff04" providerId="ADAL" clId="{56F8655D-96BB-854F-AF89-ADBD54C8A16D}" dt="2022-08-01T16:51:15.459" v="998" actId="478"/>
          <ac:spMkLst>
            <pc:docMk/>
            <pc:sldMk cId="2243754831" sldId="305"/>
            <ac:spMk id="142" creationId="{488888F7-3104-6E98-9D45-912840DB30E4}"/>
          </ac:spMkLst>
        </pc:spChg>
        <pc:spChg chg="del">
          <ac:chgData name="Stanley Rodrick" userId="8969fbcc-7c96-46fb-a663-9e2e5920ff04" providerId="ADAL" clId="{56F8655D-96BB-854F-AF89-ADBD54C8A16D}" dt="2022-08-01T16:51:15.459" v="998" actId="478"/>
          <ac:spMkLst>
            <pc:docMk/>
            <pc:sldMk cId="2243754831" sldId="305"/>
            <ac:spMk id="143" creationId="{D3DB9D22-BF0D-16D5-BDE1-1F0E1D20AC69}"/>
          </ac:spMkLst>
        </pc:spChg>
        <pc:spChg chg="del">
          <ac:chgData name="Stanley Rodrick" userId="8969fbcc-7c96-46fb-a663-9e2e5920ff04" providerId="ADAL" clId="{56F8655D-96BB-854F-AF89-ADBD54C8A16D}" dt="2022-08-01T16:51:15.459" v="998" actId="478"/>
          <ac:spMkLst>
            <pc:docMk/>
            <pc:sldMk cId="2243754831" sldId="305"/>
            <ac:spMk id="144" creationId="{F0E45DA5-CBCC-C298-170F-76C0E533216C}"/>
          </ac:spMkLst>
        </pc:spChg>
        <pc:spChg chg="del">
          <ac:chgData name="Stanley Rodrick" userId="8969fbcc-7c96-46fb-a663-9e2e5920ff04" providerId="ADAL" clId="{56F8655D-96BB-854F-AF89-ADBD54C8A16D}" dt="2022-08-01T16:51:15.459" v="998" actId="478"/>
          <ac:spMkLst>
            <pc:docMk/>
            <pc:sldMk cId="2243754831" sldId="305"/>
            <ac:spMk id="145" creationId="{7C725604-5443-39E6-C3C4-05665C195A90}"/>
          </ac:spMkLst>
        </pc:spChg>
        <pc:spChg chg="del">
          <ac:chgData name="Stanley Rodrick" userId="8969fbcc-7c96-46fb-a663-9e2e5920ff04" providerId="ADAL" clId="{56F8655D-96BB-854F-AF89-ADBD54C8A16D}" dt="2022-08-01T16:51:15.459" v="998" actId="478"/>
          <ac:spMkLst>
            <pc:docMk/>
            <pc:sldMk cId="2243754831" sldId="305"/>
            <ac:spMk id="146" creationId="{8E08BC5C-EA7A-0BDD-DEFB-EDE2D88581AD}"/>
          </ac:spMkLst>
        </pc:spChg>
        <pc:spChg chg="del">
          <ac:chgData name="Stanley Rodrick" userId="8969fbcc-7c96-46fb-a663-9e2e5920ff04" providerId="ADAL" clId="{56F8655D-96BB-854F-AF89-ADBD54C8A16D}" dt="2022-08-01T16:51:15.459" v="998" actId="478"/>
          <ac:spMkLst>
            <pc:docMk/>
            <pc:sldMk cId="2243754831" sldId="305"/>
            <ac:spMk id="147" creationId="{0E6BE3FA-90C3-FE9F-7005-0AA2FD5FEFDA}"/>
          </ac:spMkLst>
        </pc:spChg>
        <pc:spChg chg="del">
          <ac:chgData name="Stanley Rodrick" userId="8969fbcc-7c96-46fb-a663-9e2e5920ff04" providerId="ADAL" clId="{56F8655D-96BB-854F-AF89-ADBD54C8A16D}" dt="2022-08-01T16:51:15.459" v="998" actId="478"/>
          <ac:spMkLst>
            <pc:docMk/>
            <pc:sldMk cId="2243754831" sldId="305"/>
            <ac:spMk id="148" creationId="{27D60070-5B98-80D9-3398-DA55D3E60D61}"/>
          </ac:spMkLst>
        </pc:spChg>
        <pc:spChg chg="del">
          <ac:chgData name="Stanley Rodrick" userId="8969fbcc-7c96-46fb-a663-9e2e5920ff04" providerId="ADAL" clId="{56F8655D-96BB-854F-AF89-ADBD54C8A16D}" dt="2022-08-01T16:51:15.459" v="998" actId="478"/>
          <ac:spMkLst>
            <pc:docMk/>
            <pc:sldMk cId="2243754831" sldId="305"/>
            <ac:spMk id="151" creationId="{6597A2AE-5688-B894-ACCE-1576CCB94BEB}"/>
          </ac:spMkLst>
        </pc:spChg>
        <pc:spChg chg="del">
          <ac:chgData name="Stanley Rodrick" userId="8969fbcc-7c96-46fb-a663-9e2e5920ff04" providerId="ADAL" clId="{56F8655D-96BB-854F-AF89-ADBD54C8A16D}" dt="2022-08-01T16:51:15.459" v="998" actId="478"/>
          <ac:spMkLst>
            <pc:docMk/>
            <pc:sldMk cId="2243754831" sldId="305"/>
            <ac:spMk id="152" creationId="{330AAF91-4B18-E5E0-B885-D8C7595B2B22}"/>
          </ac:spMkLst>
        </pc:spChg>
        <pc:spChg chg="del">
          <ac:chgData name="Stanley Rodrick" userId="8969fbcc-7c96-46fb-a663-9e2e5920ff04" providerId="ADAL" clId="{56F8655D-96BB-854F-AF89-ADBD54C8A16D}" dt="2022-08-01T16:51:15.459" v="998" actId="478"/>
          <ac:spMkLst>
            <pc:docMk/>
            <pc:sldMk cId="2243754831" sldId="305"/>
            <ac:spMk id="153" creationId="{BCBAEC03-9613-BA34-0D1E-80554D554718}"/>
          </ac:spMkLst>
        </pc:spChg>
        <pc:spChg chg="del">
          <ac:chgData name="Stanley Rodrick" userId="8969fbcc-7c96-46fb-a663-9e2e5920ff04" providerId="ADAL" clId="{56F8655D-96BB-854F-AF89-ADBD54C8A16D}" dt="2022-08-01T16:51:15.459" v="998" actId="478"/>
          <ac:spMkLst>
            <pc:docMk/>
            <pc:sldMk cId="2243754831" sldId="305"/>
            <ac:spMk id="154" creationId="{471AE05F-9BC4-249D-F6D1-28DF033407B1}"/>
          </ac:spMkLst>
        </pc:spChg>
        <pc:spChg chg="del">
          <ac:chgData name="Stanley Rodrick" userId="8969fbcc-7c96-46fb-a663-9e2e5920ff04" providerId="ADAL" clId="{56F8655D-96BB-854F-AF89-ADBD54C8A16D}" dt="2022-08-01T16:51:15.459" v="998" actId="478"/>
          <ac:spMkLst>
            <pc:docMk/>
            <pc:sldMk cId="2243754831" sldId="305"/>
            <ac:spMk id="155" creationId="{2BD5A852-A87C-76E4-0B60-2DFDCCF19D04}"/>
          </ac:spMkLst>
        </pc:spChg>
        <pc:spChg chg="del">
          <ac:chgData name="Stanley Rodrick" userId="8969fbcc-7c96-46fb-a663-9e2e5920ff04" providerId="ADAL" clId="{56F8655D-96BB-854F-AF89-ADBD54C8A16D}" dt="2022-08-01T16:51:15.459" v="998" actId="478"/>
          <ac:spMkLst>
            <pc:docMk/>
            <pc:sldMk cId="2243754831" sldId="305"/>
            <ac:spMk id="156" creationId="{0B0752AA-E820-1B0E-D3F0-A3415CC97BC4}"/>
          </ac:spMkLst>
        </pc:spChg>
        <pc:spChg chg="del">
          <ac:chgData name="Stanley Rodrick" userId="8969fbcc-7c96-46fb-a663-9e2e5920ff04" providerId="ADAL" clId="{56F8655D-96BB-854F-AF89-ADBD54C8A16D}" dt="2022-08-01T16:51:15.459" v="998" actId="478"/>
          <ac:spMkLst>
            <pc:docMk/>
            <pc:sldMk cId="2243754831" sldId="305"/>
            <ac:spMk id="157" creationId="{FC866BE3-C3D8-A450-82CB-A92A7B070A2B}"/>
          </ac:spMkLst>
        </pc:spChg>
        <pc:spChg chg="del">
          <ac:chgData name="Stanley Rodrick" userId="8969fbcc-7c96-46fb-a663-9e2e5920ff04" providerId="ADAL" clId="{56F8655D-96BB-854F-AF89-ADBD54C8A16D}" dt="2022-08-01T16:51:15.459" v="998" actId="478"/>
          <ac:spMkLst>
            <pc:docMk/>
            <pc:sldMk cId="2243754831" sldId="305"/>
            <ac:spMk id="158" creationId="{07913AAF-F45E-5538-651C-4CBF4E39B77F}"/>
          </ac:spMkLst>
        </pc:spChg>
        <pc:spChg chg="del">
          <ac:chgData name="Stanley Rodrick" userId="8969fbcc-7c96-46fb-a663-9e2e5920ff04" providerId="ADAL" clId="{56F8655D-96BB-854F-AF89-ADBD54C8A16D}" dt="2022-08-01T16:51:15.459" v="998" actId="478"/>
          <ac:spMkLst>
            <pc:docMk/>
            <pc:sldMk cId="2243754831" sldId="305"/>
            <ac:spMk id="159" creationId="{A14A2861-A842-CBE8-4726-0290DEAC0EAF}"/>
          </ac:spMkLst>
        </pc:spChg>
        <pc:spChg chg="del">
          <ac:chgData name="Stanley Rodrick" userId="8969fbcc-7c96-46fb-a663-9e2e5920ff04" providerId="ADAL" clId="{56F8655D-96BB-854F-AF89-ADBD54C8A16D}" dt="2022-08-01T16:51:15.459" v="998" actId="478"/>
          <ac:spMkLst>
            <pc:docMk/>
            <pc:sldMk cId="2243754831" sldId="305"/>
            <ac:spMk id="160" creationId="{BA9DBBF4-1983-9F92-FFE4-C91D8EE6E7E9}"/>
          </ac:spMkLst>
        </pc:spChg>
        <pc:spChg chg="del">
          <ac:chgData name="Stanley Rodrick" userId="8969fbcc-7c96-46fb-a663-9e2e5920ff04" providerId="ADAL" clId="{56F8655D-96BB-854F-AF89-ADBD54C8A16D}" dt="2022-08-01T16:51:15.459" v="998" actId="478"/>
          <ac:spMkLst>
            <pc:docMk/>
            <pc:sldMk cId="2243754831" sldId="305"/>
            <ac:spMk id="161" creationId="{2EB8A0C9-0039-4C1F-E987-77518E692DB2}"/>
          </ac:spMkLst>
        </pc:spChg>
        <pc:spChg chg="del">
          <ac:chgData name="Stanley Rodrick" userId="8969fbcc-7c96-46fb-a663-9e2e5920ff04" providerId="ADAL" clId="{56F8655D-96BB-854F-AF89-ADBD54C8A16D}" dt="2022-08-01T16:51:15.459" v="998" actId="478"/>
          <ac:spMkLst>
            <pc:docMk/>
            <pc:sldMk cId="2243754831" sldId="305"/>
            <ac:spMk id="162" creationId="{387E1D6E-C0DE-6625-6B7B-7819577983E2}"/>
          </ac:spMkLst>
        </pc:spChg>
        <pc:spChg chg="del">
          <ac:chgData name="Stanley Rodrick" userId="8969fbcc-7c96-46fb-a663-9e2e5920ff04" providerId="ADAL" clId="{56F8655D-96BB-854F-AF89-ADBD54C8A16D}" dt="2022-08-01T16:51:15.459" v="998" actId="478"/>
          <ac:spMkLst>
            <pc:docMk/>
            <pc:sldMk cId="2243754831" sldId="305"/>
            <ac:spMk id="163" creationId="{1E1A0A26-D8A1-73E0-B9B9-A5B6B7D55257}"/>
          </ac:spMkLst>
        </pc:spChg>
        <pc:spChg chg="del">
          <ac:chgData name="Stanley Rodrick" userId="8969fbcc-7c96-46fb-a663-9e2e5920ff04" providerId="ADAL" clId="{56F8655D-96BB-854F-AF89-ADBD54C8A16D}" dt="2022-08-01T16:51:15.459" v="998" actId="478"/>
          <ac:spMkLst>
            <pc:docMk/>
            <pc:sldMk cId="2243754831" sldId="305"/>
            <ac:spMk id="164" creationId="{1AAE13E8-46EB-457A-1076-11A64EF0907A}"/>
          </ac:spMkLst>
        </pc:spChg>
        <pc:spChg chg="del">
          <ac:chgData name="Stanley Rodrick" userId="8969fbcc-7c96-46fb-a663-9e2e5920ff04" providerId="ADAL" clId="{56F8655D-96BB-854F-AF89-ADBD54C8A16D}" dt="2022-08-01T16:51:15.459" v="998" actId="478"/>
          <ac:spMkLst>
            <pc:docMk/>
            <pc:sldMk cId="2243754831" sldId="305"/>
            <ac:spMk id="165" creationId="{A1B55871-397A-3AD2-C79D-C9706BA16032}"/>
          </ac:spMkLst>
        </pc:spChg>
        <pc:spChg chg="del">
          <ac:chgData name="Stanley Rodrick" userId="8969fbcc-7c96-46fb-a663-9e2e5920ff04" providerId="ADAL" clId="{56F8655D-96BB-854F-AF89-ADBD54C8A16D}" dt="2022-08-01T16:51:15.459" v="998" actId="478"/>
          <ac:spMkLst>
            <pc:docMk/>
            <pc:sldMk cId="2243754831" sldId="305"/>
            <ac:spMk id="166" creationId="{07A0876C-4FFC-A889-CC46-463508F825AC}"/>
          </ac:spMkLst>
        </pc:spChg>
        <pc:spChg chg="del">
          <ac:chgData name="Stanley Rodrick" userId="8969fbcc-7c96-46fb-a663-9e2e5920ff04" providerId="ADAL" clId="{56F8655D-96BB-854F-AF89-ADBD54C8A16D}" dt="2022-08-01T16:51:15.459" v="998" actId="478"/>
          <ac:spMkLst>
            <pc:docMk/>
            <pc:sldMk cId="2243754831" sldId="305"/>
            <ac:spMk id="168" creationId="{AF303054-C400-D379-172B-66FB6975E7B5}"/>
          </ac:spMkLst>
        </pc:spChg>
        <pc:spChg chg="del">
          <ac:chgData name="Stanley Rodrick" userId="8969fbcc-7c96-46fb-a663-9e2e5920ff04" providerId="ADAL" clId="{56F8655D-96BB-854F-AF89-ADBD54C8A16D}" dt="2022-08-01T16:51:15.459" v="998" actId="478"/>
          <ac:spMkLst>
            <pc:docMk/>
            <pc:sldMk cId="2243754831" sldId="305"/>
            <ac:spMk id="169" creationId="{375660B0-994A-1299-3243-6130B3FD00EF}"/>
          </ac:spMkLst>
        </pc:spChg>
        <pc:spChg chg="del">
          <ac:chgData name="Stanley Rodrick" userId="8969fbcc-7c96-46fb-a663-9e2e5920ff04" providerId="ADAL" clId="{56F8655D-96BB-854F-AF89-ADBD54C8A16D}" dt="2022-08-01T16:51:15.459" v="998" actId="478"/>
          <ac:spMkLst>
            <pc:docMk/>
            <pc:sldMk cId="2243754831" sldId="305"/>
            <ac:spMk id="170" creationId="{4B0CDC61-44DB-9386-56EA-FB44D11D3B36}"/>
          </ac:spMkLst>
        </pc:spChg>
        <pc:spChg chg="del">
          <ac:chgData name="Stanley Rodrick" userId="8969fbcc-7c96-46fb-a663-9e2e5920ff04" providerId="ADAL" clId="{56F8655D-96BB-854F-AF89-ADBD54C8A16D}" dt="2022-08-01T16:51:15.459" v="998" actId="478"/>
          <ac:spMkLst>
            <pc:docMk/>
            <pc:sldMk cId="2243754831" sldId="305"/>
            <ac:spMk id="171" creationId="{85FAF666-7AC2-90C8-3095-331C23CA8DC0}"/>
          </ac:spMkLst>
        </pc:spChg>
        <pc:spChg chg="del">
          <ac:chgData name="Stanley Rodrick" userId="8969fbcc-7c96-46fb-a663-9e2e5920ff04" providerId="ADAL" clId="{56F8655D-96BB-854F-AF89-ADBD54C8A16D}" dt="2022-08-01T16:51:15.459" v="998" actId="478"/>
          <ac:spMkLst>
            <pc:docMk/>
            <pc:sldMk cId="2243754831" sldId="305"/>
            <ac:spMk id="172" creationId="{2EC7AFFB-7E98-FEE6-F614-E507568CC00F}"/>
          </ac:spMkLst>
        </pc:spChg>
        <pc:spChg chg="del">
          <ac:chgData name="Stanley Rodrick" userId="8969fbcc-7c96-46fb-a663-9e2e5920ff04" providerId="ADAL" clId="{56F8655D-96BB-854F-AF89-ADBD54C8A16D}" dt="2022-08-01T16:51:15.459" v="998" actId="478"/>
          <ac:spMkLst>
            <pc:docMk/>
            <pc:sldMk cId="2243754831" sldId="305"/>
            <ac:spMk id="173" creationId="{6C96A28A-EC67-EC26-DAD6-A0B8D5BD1D85}"/>
          </ac:spMkLst>
        </pc:spChg>
        <pc:spChg chg="del">
          <ac:chgData name="Stanley Rodrick" userId="8969fbcc-7c96-46fb-a663-9e2e5920ff04" providerId="ADAL" clId="{56F8655D-96BB-854F-AF89-ADBD54C8A16D}" dt="2022-08-01T16:51:37.050" v="1006" actId="478"/>
          <ac:spMkLst>
            <pc:docMk/>
            <pc:sldMk cId="2243754831" sldId="305"/>
            <ac:spMk id="174" creationId="{DB62A693-5190-42D6-1969-211D09DF7691}"/>
          </ac:spMkLst>
        </pc:spChg>
        <pc:spChg chg="del">
          <ac:chgData name="Stanley Rodrick" userId="8969fbcc-7c96-46fb-a663-9e2e5920ff04" providerId="ADAL" clId="{56F8655D-96BB-854F-AF89-ADBD54C8A16D}" dt="2022-08-01T16:51:15.459" v="998" actId="478"/>
          <ac:spMkLst>
            <pc:docMk/>
            <pc:sldMk cId="2243754831" sldId="305"/>
            <ac:spMk id="175" creationId="{10334279-4DFC-74BD-AD3C-F03BF43D6944}"/>
          </ac:spMkLst>
        </pc:spChg>
        <pc:cxnChg chg="del mod">
          <ac:chgData name="Stanley Rodrick" userId="8969fbcc-7c96-46fb-a663-9e2e5920ff04" providerId="ADAL" clId="{56F8655D-96BB-854F-AF89-ADBD54C8A16D}" dt="2022-08-01T16:51:15.459" v="998" actId="478"/>
          <ac:cxnSpMkLst>
            <pc:docMk/>
            <pc:sldMk cId="2243754831" sldId="305"/>
            <ac:cxnSpMk id="37" creationId="{AC4FE2A2-6D5F-BBF4-9992-40397FC5463B}"/>
          </ac:cxnSpMkLst>
        </pc:cxnChg>
        <pc:cxnChg chg="del">
          <ac:chgData name="Stanley Rodrick" userId="8969fbcc-7c96-46fb-a663-9e2e5920ff04" providerId="ADAL" clId="{56F8655D-96BB-854F-AF89-ADBD54C8A16D}" dt="2022-08-01T16:51:15.459" v="998" actId="478"/>
          <ac:cxnSpMkLst>
            <pc:docMk/>
            <pc:sldMk cId="2243754831" sldId="305"/>
            <ac:cxnSpMk id="39" creationId="{637E6820-3442-8127-014F-F050099ECBCD}"/>
          </ac:cxnSpMkLst>
        </pc:cxnChg>
        <pc:cxnChg chg="del mod">
          <ac:chgData name="Stanley Rodrick" userId="8969fbcc-7c96-46fb-a663-9e2e5920ff04" providerId="ADAL" clId="{56F8655D-96BB-854F-AF89-ADBD54C8A16D}" dt="2022-08-01T16:51:15.459" v="998" actId="478"/>
          <ac:cxnSpMkLst>
            <pc:docMk/>
            <pc:sldMk cId="2243754831" sldId="305"/>
            <ac:cxnSpMk id="40" creationId="{87A16DD3-57D0-F0B1-C926-122099DD464F}"/>
          </ac:cxnSpMkLst>
        </pc:cxnChg>
        <pc:cxnChg chg="del mod">
          <ac:chgData name="Stanley Rodrick" userId="8969fbcc-7c96-46fb-a663-9e2e5920ff04" providerId="ADAL" clId="{56F8655D-96BB-854F-AF89-ADBD54C8A16D}" dt="2022-08-01T16:51:15.459" v="998" actId="478"/>
          <ac:cxnSpMkLst>
            <pc:docMk/>
            <pc:sldMk cId="2243754831" sldId="305"/>
            <ac:cxnSpMk id="43" creationId="{B88F28A1-19B1-8665-0320-234B8DF566EC}"/>
          </ac:cxnSpMkLst>
        </pc:cxnChg>
        <pc:cxnChg chg="del mod">
          <ac:chgData name="Stanley Rodrick" userId="8969fbcc-7c96-46fb-a663-9e2e5920ff04" providerId="ADAL" clId="{56F8655D-96BB-854F-AF89-ADBD54C8A16D}" dt="2022-08-01T16:51:19.189" v="999" actId="478"/>
          <ac:cxnSpMkLst>
            <pc:docMk/>
            <pc:sldMk cId="2243754831" sldId="305"/>
            <ac:cxnSpMk id="50" creationId="{D20FDDC8-9FFE-0CAD-6001-A90F71AEF65E}"/>
          </ac:cxnSpMkLst>
        </pc:cxnChg>
        <pc:cxnChg chg="del mod">
          <ac:chgData name="Stanley Rodrick" userId="8969fbcc-7c96-46fb-a663-9e2e5920ff04" providerId="ADAL" clId="{56F8655D-96BB-854F-AF89-ADBD54C8A16D}" dt="2022-08-01T16:51:15.459" v="998" actId="478"/>
          <ac:cxnSpMkLst>
            <pc:docMk/>
            <pc:sldMk cId="2243754831" sldId="305"/>
            <ac:cxnSpMk id="52" creationId="{841DF68A-C41F-E4D8-DD89-C001C120BE6E}"/>
          </ac:cxnSpMkLst>
        </pc:cxnChg>
        <pc:cxnChg chg="del mod">
          <ac:chgData name="Stanley Rodrick" userId="8969fbcc-7c96-46fb-a663-9e2e5920ff04" providerId="ADAL" clId="{56F8655D-96BB-854F-AF89-ADBD54C8A16D}" dt="2022-08-01T16:51:15.459" v="998" actId="478"/>
          <ac:cxnSpMkLst>
            <pc:docMk/>
            <pc:sldMk cId="2243754831" sldId="305"/>
            <ac:cxnSpMk id="54" creationId="{B296FA35-2074-C0DC-57D9-089928D3E44E}"/>
          </ac:cxnSpMkLst>
        </pc:cxnChg>
        <pc:cxnChg chg="del mod">
          <ac:chgData name="Stanley Rodrick" userId="8969fbcc-7c96-46fb-a663-9e2e5920ff04" providerId="ADAL" clId="{56F8655D-96BB-854F-AF89-ADBD54C8A16D}" dt="2022-08-01T16:51:15.459" v="998" actId="478"/>
          <ac:cxnSpMkLst>
            <pc:docMk/>
            <pc:sldMk cId="2243754831" sldId="305"/>
            <ac:cxnSpMk id="61" creationId="{FA6168B2-41A6-DE74-59F5-226A5223EB51}"/>
          </ac:cxnSpMkLst>
        </pc:cxnChg>
        <pc:cxnChg chg="del mod">
          <ac:chgData name="Stanley Rodrick" userId="8969fbcc-7c96-46fb-a663-9e2e5920ff04" providerId="ADAL" clId="{56F8655D-96BB-854F-AF89-ADBD54C8A16D}" dt="2022-08-01T16:51:15.459" v="998" actId="478"/>
          <ac:cxnSpMkLst>
            <pc:docMk/>
            <pc:sldMk cId="2243754831" sldId="305"/>
            <ac:cxnSpMk id="63" creationId="{3167A8A4-1FA0-C3DB-6A2C-D73615B064B8}"/>
          </ac:cxnSpMkLst>
        </pc:cxnChg>
        <pc:cxnChg chg="del">
          <ac:chgData name="Stanley Rodrick" userId="8969fbcc-7c96-46fb-a663-9e2e5920ff04" providerId="ADAL" clId="{56F8655D-96BB-854F-AF89-ADBD54C8A16D}" dt="2022-08-01T16:51:15.459" v="998" actId="478"/>
          <ac:cxnSpMkLst>
            <pc:docMk/>
            <pc:sldMk cId="2243754831" sldId="305"/>
            <ac:cxnSpMk id="67" creationId="{661D751D-5A0B-689E-D127-5C5CC2F8D20F}"/>
          </ac:cxnSpMkLst>
        </pc:cxnChg>
        <pc:cxnChg chg="del mod">
          <ac:chgData name="Stanley Rodrick" userId="8969fbcc-7c96-46fb-a663-9e2e5920ff04" providerId="ADAL" clId="{56F8655D-96BB-854F-AF89-ADBD54C8A16D}" dt="2022-08-01T16:51:15.459" v="998" actId="478"/>
          <ac:cxnSpMkLst>
            <pc:docMk/>
            <pc:sldMk cId="2243754831" sldId="305"/>
            <ac:cxnSpMk id="69" creationId="{3D49F545-30CE-9514-0F7A-9A1FE2A7E7A9}"/>
          </ac:cxnSpMkLst>
        </pc:cxnChg>
        <pc:cxnChg chg="del mod">
          <ac:chgData name="Stanley Rodrick" userId="8969fbcc-7c96-46fb-a663-9e2e5920ff04" providerId="ADAL" clId="{56F8655D-96BB-854F-AF89-ADBD54C8A16D}" dt="2022-08-01T16:51:15.459" v="998" actId="478"/>
          <ac:cxnSpMkLst>
            <pc:docMk/>
            <pc:sldMk cId="2243754831" sldId="305"/>
            <ac:cxnSpMk id="72" creationId="{9000156F-3CAB-7409-ACB6-57CC7FB1EC55}"/>
          </ac:cxnSpMkLst>
        </pc:cxnChg>
        <pc:cxnChg chg="del mod">
          <ac:chgData name="Stanley Rodrick" userId="8969fbcc-7c96-46fb-a663-9e2e5920ff04" providerId="ADAL" clId="{56F8655D-96BB-854F-AF89-ADBD54C8A16D}" dt="2022-08-01T16:51:15.459" v="998" actId="478"/>
          <ac:cxnSpMkLst>
            <pc:docMk/>
            <pc:sldMk cId="2243754831" sldId="305"/>
            <ac:cxnSpMk id="74" creationId="{488970DA-93A6-11E0-4CEE-0BAC849799CD}"/>
          </ac:cxnSpMkLst>
        </pc:cxnChg>
        <pc:cxnChg chg="del">
          <ac:chgData name="Stanley Rodrick" userId="8969fbcc-7c96-46fb-a663-9e2e5920ff04" providerId="ADAL" clId="{56F8655D-96BB-854F-AF89-ADBD54C8A16D}" dt="2022-08-01T16:51:15.459" v="998" actId="478"/>
          <ac:cxnSpMkLst>
            <pc:docMk/>
            <pc:sldMk cId="2243754831" sldId="305"/>
            <ac:cxnSpMk id="77" creationId="{6A4832EB-8FE7-83CA-1A74-7FC4EC3431DB}"/>
          </ac:cxnSpMkLst>
        </pc:cxnChg>
        <pc:cxnChg chg="del mod">
          <ac:chgData name="Stanley Rodrick" userId="8969fbcc-7c96-46fb-a663-9e2e5920ff04" providerId="ADAL" clId="{56F8655D-96BB-854F-AF89-ADBD54C8A16D}" dt="2022-08-01T16:51:19.189" v="999" actId="478"/>
          <ac:cxnSpMkLst>
            <pc:docMk/>
            <pc:sldMk cId="2243754831" sldId="305"/>
            <ac:cxnSpMk id="78" creationId="{D41507B2-267D-4959-302C-5523DCA51436}"/>
          </ac:cxnSpMkLst>
        </pc:cxnChg>
        <pc:cxnChg chg="del mod">
          <ac:chgData name="Stanley Rodrick" userId="8969fbcc-7c96-46fb-a663-9e2e5920ff04" providerId="ADAL" clId="{56F8655D-96BB-854F-AF89-ADBD54C8A16D}" dt="2022-08-01T16:51:15.459" v="998" actId="478"/>
          <ac:cxnSpMkLst>
            <pc:docMk/>
            <pc:sldMk cId="2243754831" sldId="305"/>
            <ac:cxnSpMk id="80" creationId="{6EBCAF43-70E8-3293-3BCB-EA2EB1F5FE32}"/>
          </ac:cxnSpMkLst>
        </pc:cxnChg>
        <pc:cxnChg chg="del mod">
          <ac:chgData name="Stanley Rodrick" userId="8969fbcc-7c96-46fb-a663-9e2e5920ff04" providerId="ADAL" clId="{56F8655D-96BB-854F-AF89-ADBD54C8A16D}" dt="2022-08-01T16:51:15.459" v="998" actId="478"/>
          <ac:cxnSpMkLst>
            <pc:docMk/>
            <pc:sldMk cId="2243754831" sldId="305"/>
            <ac:cxnSpMk id="82" creationId="{E08FF52B-3A24-0D84-1047-93029B31526B}"/>
          </ac:cxnSpMkLst>
        </pc:cxnChg>
        <pc:cxnChg chg="del mod">
          <ac:chgData name="Stanley Rodrick" userId="8969fbcc-7c96-46fb-a663-9e2e5920ff04" providerId="ADAL" clId="{56F8655D-96BB-854F-AF89-ADBD54C8A16D}" dt="2022-08-01T16:51:15.459" v="998" actId="478"/>
          <ac:cxnSpMkLst>
            <pc:docMk/>
            <pc:sldMk cId="2243754831" sldId="305"/>
            <ac:cxnSpMk id="84" creationId="{69DF27FB-CC44-618D-2996-39A47D83D3B4}"/>
          </ac:cxnSpMkLst>
        </pc:cxnChg>
        <pc:cxnChg chg="del mod">
          <ac:chgData name="Stanley Rodrick" userId="8969fbcc-7c96-46fb-a663-9e2e5920ff04" providerId="ADAL" clId="{56F8655D-96BB-854F-AF89-ADBD54C8A16D}" dt="2022-08-01T16:51:15.459" v="998" actId="478"/>
          <ac:cxnSpMkLst>
            <pc:docMk/>
            <pc:sldMk cId="2243754831" sldId="305"/>
            <ac:cxnSpMk id="86" creationId="{F174DF5A-E979-6C6D-9996-667ADBB71EF9}"/>
          </ac:cxnSpMkLst>
        </pc:cxnChg>
        <pc:cxnChg chg="del">
          <ac:chgData name="Stanley Rodrick" userId="8969fbcc-7c96-46fb-a663-9e2e5920ff04" providerId="ADAL" clId="{56F8655D-96BB-854F-AF89-ADBD54C8A16D}" dt="2022-08-01T16:51:15.459" v="998" actId="478"/>
          <ac:cxnSpMkLst>
            <pc:docMk/>
            <pc:sldMk cId="2243754831" sldId="305"/>
            <ac:cxnSpMk id="90" creationId="{D426D4FC-0EEF-2058-D140-E46080FE008E}"/>
          </ac:cxnSpMkLst>
        </pc:cxnChg>
        <pc:cxnChg chg="del">
          <ac:chgData name="Stanley Rodrick" userId="8969fbcc-7c96-46fb-a663-9e2e5920ff04" providerId="ADAL" clId="{56F8655D-96BB-854F-AF89-ADBD54C8A16D}" dt="2022-08-01T16:51:15.459" v="998" actId="478"/>
          <ac:cxnSpMkLst>
            <pc:docMk/>
            <pc:sldMk cId="2243754831" sldId="305"/>
            <ac:cxnSpMk id="92" creationId="{2997F187-5326-82A4-B3DC-F9CE59003269}"/>
          </ac:cxnSpMkLst>
        </pc:cxnChg>
        <pc:cxnChg chg="del">
          <ac:chgData name="Stanley Rodrick" userId="8969fbcc-7c96-46fb-a663-9e2e5920ff04" providerId="ADAL" clId="{56F8655D-96BB-854F-AF89-ADBD54C8A16D}" dt="2022-08-01T16:51:15.459" v="998" actId="478"/>
          <ac:cxnSpMkLst>
            <pc:docMk/>
            <pc:sldMk cId="2243754831" sldId="305"/>
            <ac:cxnSpMk id="96" creationId="{4D16201D-0431-0270-DBC5-E34B06682021}"/>
          </ac:cxnSpMkLst>
        </pc:cxnChg>
        <pc:cxnChg chg="del mod">
          <ac:chgData name="Stanley Rodrick" userId="8969fbcc-7c96-46fb-a663-9e2e5920ff04" providerId="ADAL" clId="{56F8655D-96BB-854F-AF89-ADBD54C8A16D}" dt="2022-08-01T16:51:15.459" v="998" actId="478"/>
          <ac:cxnSpMkLst>
            <pc:docMk/>
            <pc:sldMk cId="2243754831" sldId="305"/>
            <ac:cxnSpMk id="97" creationId="{335AF94D-4016-0B02-F407-E4428B8873B2}"/>
          </ac:cxnSpMkLst>
        </pc:cxnChg>
      </pc:sldChg>
      <pc:sldChg chg="addSp delSp modSp add mod">
        <pc:chgData name="Stanley Rodrick" userId="8969fbcc-7c96-46fb-a663-9e2e5920ff04" providerId="ADAL" clId="{56F8655D-96BB-854F-AF89-ADBD54C8A16D}" dt="2022-08-01T17:22:25.863" v="1843" actId="1076"/>
        <pc:sldMkLst>
          <pc:docMk/>
          <pc:sldMk cId="2651998341" sldId="306"/>
        </pc:sldMkLst>
        <pc:spChg chg="add del mod">
          <ac:chgData name="Stanley Rodrick" userId="8969fbcc-7c96-46fb-a663-9e2e5920ff04" providerId="ADAL" clId="{56F8655D-96BB-854F-AF89-ADBD54C8A16D}" dt="2022-08-01T17:21:12.805" v="1825"/>
          <ac:spMkLst>
            <pc:docMk/>
            <pc:sldMk cId="2651998341" sldId="306"/>
            <ac:spMk id="3" creationId="{7A40E293-8583-7C39-BDA1-A01D01ED602F}"/>
          </ac:spMkLst>
        </pc:spChg>
        <pc:spChg chg="del mod">
          <ac:chgData name="Stanley Rodrick" userId="8969fbcc-7c96-46fb-a663-9e2e5920ff04" providerId="ADAL" clId="{56F8655D-96BB-854F-AF89-ADBD54C8A16D}" dt="2022-08-01T17:22:19.946" v="1841" actId="478"/>
          <ac:spMkLst>
            <pc:docMk/>
            <pc:sldMk cId="2651998341" sldId="306"/>
            <ac:spMk id="4" creationId="{1D1EBD71-B577-0908-79BD-AB02DC387319}"/>
          </ac:spMkLst>
        </pc:spChg>
        <pc:spChg chg="add mod">
          <ac:chgData name="Stanley Rodrick" userId="8969fbcc-7c96-46fb-a663-9e2e5920ff04" providerId="ADAL" clId="{56F8655D-96BB-854F-AF89-ADBD54C8A16D}" dt="2022-08-01T17:22:25.863" v="1843" actId="1076"/>
          <ac:spMkLst>
            <pc:docMk/>
            <pc:sldMk cId="2651998341" sldId="306"/>
            <ac:spMk id="5" creationId="{1143F972-EA42-D368-D471-03382E2BEC39}"/>
          </ac:spMkLst>
        </pc:spChg>
        <pc:spChg chg="mod">
          <ac:chgData name="Stanley Rodrick" userId="8969fbcc-7c96-46fb-a663-9e2e5920ff04" providerId="ADAL" clId="{56F8655D-96BB-854F-AF89-ADBD54C8A16D}" dt="2022-08-01T17:20:00.904" v="1757" actId="14100"/>
          <ac:spMkLst>
            <pc:docMk/>
            <pc:sldMk cId="2651998341" sldId="306"/>
            <ac:spMk id="36" creationId="{77BC1568-08E3-4891-21BC-20C524B6D7B6}"/>
          </ac:spMkLst>
        </pc:spChg>
        <pc:spChg chg="mod">
          <ac:chgData name="Stanley Rodrick" userId="8969fbcc-7c96-46fb-a663-9e2e5920ff04" providerId="ADAL" clId="{56F8655D-96BB-854F-AF89-ADBD54C8A16D}" dt="2022-08-01T17:21:17.992" v="1826" actId="207"/>
          <ac:spMkLst>
            <pc:docMk/>
            <pc:sldMk cId="2651998341" sldId="306"/>
            <ac:spMk id="38" creationId="{0C3F6562-1EC3-F6DA-009E-B6BE2311D916}"/>
          </ac:spMkLst>
        </pc:spChg>
        <pc:spChg chg="del">
          <ac:chgData name="Stanley Rodrick" userId="8969fbcc-7c96-46fb-a663-9e2e5920ff04" providerId="ADAL" clId="{56F8655D-96BB-854F-AF89-ADBD54C8A16D}" dt="2022-08-01T17:09:00.471" v="1506" actId="478"/>
          <ac:spMkLst>
            <pc:docMk/>
            <pc:sldMk cId="2651998341" sldId="306"/>
            <ac:spMk id="42" creationId="{C367209D-1785-247A-55A7-05B46EB12141}"/>
          </ac:spMkLst>
        </pc:spChg>
        <pc:spChg chg="del">
          <ac:chgData name="Stanley Rodrick" userId="8969fbcc-7c96-46fb-a663-9e2e5920ff04" providerId="ADAL" clId="{56F8655D-96BB-854F-AF89-ADBD54C8A16D}" dt="2022-08-01T17:09:02.998" v="1507" actId="478"/>
          <ac:spMkLst>
            <pc:docMk/>
            <pc:sldMk cId="2651998341" sldId="306"/>
            <ac:spMk id="44" creationId="{133A2C12-B797-EBC1-6A6D-58BE9394DD11}"/>
          </ac:spMkLst>
        </pc:spChg>
        <pc:spChg chg="del">
          <ac:chgData name="Stanley Rodrick" userId="8969fbcc-7c96-46fb-a663-9e2e5920ff04" providerId="ADAL" clId="{56F8655D-96BB-854F-AF89-ADBD54C8A16D}" dt="2022-08-01T17:09:04.972" v="1508" actId="478"/>
          <ac:spMkLst>
            <pc:docMk/>
            <pc:sldMk cId="2651998341" sldId="306"/>
            <ac:spMk id="45" creationId="{07032775-B45A-FA2B-9B62-2302054158AA}"/>
          </ac:spMkLst>
        </pc:spChg>
      </pc:sldChg>
    </pc:docChg>
  </pc:docChgLst>
  <pc:docChgLst>
    <pc:chgData name="Stanley Rodrick" userId="8969fbcc-7c96-46fb-a663-9e2e5920ff04" providerId="ADAL" clId="{898AD59E-8274-41E5-84BA-88BFD1EDC342}"/>
    <pc:docChg chg="custSel addSld delSld modSld">
      <pc:chgData name="Stanley Rodrick" userId="8969fbcc-7c96-46fb-a663-9e2e5920ff04" providerId="ADAL" clId="{898AD59E-8274-41E5-84BA-88BFD1EDC342}" dt="2022-12-14T04:18:19.464" v="334" actId="14100"/>
      <pc:docMkLst>
        <pc:docMk/>
      </pc:docMkLst>
      <pc:sldChg chg="modSp mod">
        <pc:chgData name="Stanley Rodrick" userId="8969fbcc-7c96-46fb-a663-9e2e5920ff04" providerId="ADAL" clId="{898AD59E-8274-41E5-84BA-88BFD1EDC342}" dt="2022-12-08T06:29:10.672" v="323" actId="1036"/>
        <pc:sldMkLst>
          <pc:docMk/>
          <pc:sldMk cId="880809305" sldId="258"/>
        </pc:sldMkLst>
        <pc:picChg chg="mod">
          <ac:chgData name="Stanley Rodrick" userId="8969fbcc-7c96-46fb-a663-9e2e5920ff04" providerId="ADAL" clId="{898AD59E-8274-41E5-84BA-88BFD1EDC342}" dt="2022-12-08T06:29:10.672" v="323" actId="1036"/>
          <ac:picMkLst>
            <pc:docMk/>
            <pc:sldMk cId="880809305" sldId="258"/>
            <ac:picMk id="4" creationId="{14164729-CAFB-9E98-F71E-098005085FA1}"/>
          </ac:picMkLst>
        </pc:picChg>
      </pc:sldChg>
      <pc:sldChg chg="addSp delSp modSp mod">
        <pc:chgData name="Stanley Rodrick" userId="8969fbcc-7c96-46fb-a663-9e2e5920ff04" providerId="ADAL" clId="{898AD59E-8274-41E5-84BA-88BFD1EDC342}" dt="2022-11-27T08:16:36.646" v="141" actId="14100"/>
        <pc:sldMkLst>
          <pc:docMk/>
          <pc:sldMk cId="3324825838" sldId="276"/>
        </pc:sldMkLst>
        <pc:spChg chg="add mod">
          <ac:chgData name="Stanley Rodrick" userId="8969fbcc-7c96-46fb-a663-9e2e5920ff04" providerId="ADAL" clId="{898AD59E-8274-41E5-84BA-88BFD1EDC342}" dt="2022-11-27T08:16:13.217" v="135" actId="1076"/>
          <ac:spMkLst>
            <pc:docMk/>
            <pc:sldMk cId="3324825838" sldId="276"/>
            <ac:spMk id="4" creationId="{8A3427EB-66A5-D6FA-ACE5-BECC8291230F}"/>
          </ac:spMkLst>
        </pc:spChg>
        <pc:spChg chg="add mod">
          <ac:chgData name="Stanley Rodrick" userId="8969fbcc-7c96-46fb-a663-9e2e5920ff04" providerId="ADAL" clId="{898AD59E-8274-41E5-84BA-88BFD1EDC342}" dt="2022-11-27T08:16:13.217" v="135" actId="1076"/>
          <ac:spMkLst>
            <pc:docMk/>
            <pc:sldMk cId="3324825838" sldId="276"/>
            <ac:spMk id="5" creationId="{EC4E589F-D67F-F3A8-9AE0-596876007A8E}"/>
          </ac:spMkLst>
        </pc:spChg>
        <pc:spChg chg="add mod">
          <ac:chgData name="Stanley Rodrick" userId="8969fbcc-7c96-46fb-a663-9e2e5920ff04" providerId="ADAL" clId="{898AD59E-8274-41E5-84BA-88BFD1EDC342}" dt="2022-11-27T08:16:13.217" v="135" actId="1076"/>
          <ac:spMkLst>
            <pc:docMk/>
            <pc:sldMk cId="3324825838" sldId="276"/>
            <ac:spMk id="7" creationId="{7071450D-79F5-719A-03F2-480BE8C4ADE5}"/>
          </ac:spMkLst>
        </pc:spChg>
        <pc:spChg chg="mod">
          <ac:chgData name="Stanley Rodrick" userId="8969fbcc-7c96-46fb-a663-9e2e5920ff04" providerId="ADAL" clId="{898AD59E-8274-41E5-84BA-88BFD1EDC342}" dt="2022-11-27T08:06:25.849" v="31" actId="1076"/>
          <ac:spMkLst>
            <pc:docMk/>
            <pc:sldMk cId="3324825838" sldId="276"/>
            <ac:spMk id="9" creationId="{CD2351F7-883F-EB81-2086-F55DE349B272}"/>
          </ac:spMkLst>
        </pc:spChg>
        <pc:spChg chg="add mod">
          <ac:chgData name="Stanley Rodrick" userId="8969fbcc-7c96-46fb-a663-9e2e5920ff04" providerId="ADAL" clId="{898AD59E-8274-41E5-84BA-88BFD1EDC342}" dt="2022-11-27T08:16:13.217" v="135" actId="1076"/>
          <ac:spMkLst>
            <pc:docMk/>
            <pc:sldMk cId="3324825838" sldId="276"/>
            <ac:spMk id="26" creationId="{9EDAB53C-C4FE-BE59-64B2-43144AA69BBE}"/>
          </ac:spMkLst>
        </pc:spChg>
        <pc:spChg chg="mod">
          <ac:chgData name="Stanley Rodrick" userId="8969fbcc-7c96-46fb-a663-9e2e5920ff04" providerId="ADAL" clId="{898AD59E-8274-41E5-84BA-88BFD1EDC342}" dt="2022-11-27T08:06:25.849" v="31" actId="1076"/>
          <ac:spMkLst>
            <pc:docMk/>
            <pc:sldMk cId="3324825838" sldId="276"/>
            <ac:spMk id="28" creationId="{029D1BED-0B32-4561-EDC8-55BD0672B853}"/>
          </ac:spMkLst>
        </pc:spChg>
        <pc:spChg chg="mod">
          <ac:chgData name="Stanley Rodrick" userId="8969fbcc-7c96-46fb-a663-9e2e5920ff04" providerId="ADAL" clId="{898AD59E-8274-41E5-84BA-88BFD1EDC342}" dt="2022-11-27T08:06:25.849" v="31" actId="1076"/>
          <ac:spMkLst>
            <pc:docMk/>
            <pc:sldMk cId="3324825838" sldId="276"/>
            <ac:spMk id="29" creationId="{41EFE2E3-5F54-0D43-6D74-BEB17A489E5C}"/>
          </ac:spMkLst>
        </pc:spChg>
        <pc:spChg chg="mod">
          <ac:chgData name="Stanley Rodrick" userId="8969fbcc-7c96-46fb-a663-9e2e5920ff04" providerId="ADAL" clId="{898AD59E-8274-41E5-84BA-88BFD1EDC342}" dt="2022-11-27T08:06:25.849" v="31" actId="1076"/>
          <ac:spMkLst>
            <pc:docMk/>
            <pc:sldMk cId="3324825838" sldId="276"/>
            <ac:spMk id="30" creationId="{CDB6E879-26AC-2CF4-C7E1-9C29E46EA846}"/>
          </ac:spMkLst>
        </pc:spChg>
        <pc:spChg chg="add mod">
          <ac:chgData name="Stanley Rodrick" userId="8969fbcc-7c96-46fb-a663-9e2e5920ff04" providerId="ADAL" clId="{898AD59E-8274-41E5-84BA-88BFD1EDC342}" dt="2022-11-27T08:16:13.217" v="135" actId="1076"/>
          <ac:spMkLst>
            <pc:docMk/>
            <pc:sldMk cId="3324825838" sldId="276"/>
            <ac:spMk id="39" creationId="{C56437C5-ED35-D710-FE0A-B3E7E0929D79}"/>
          </ac:spMkLst>
        </pc:spChg>
        <pc:spChg chg="add mod">
          <ac:chgData name="Stanley Rodrick" userId="8969fbcc-7c96-46fb-a663-9e2e5920ff04" providerId="ADAL" clId="{898AD59E-8274-41E5-84BA-88BFD1EDC342}" dt="2022-11-27T08:16:13.217" v="135" actId="1076"/>
          <ac:spMkLst>
            <pc:docMk/>
            <pc:sldMk cId="3324825838" sldId="276"/>
            <ac:spMk id="41" creationId="{70D4E92A-46FD-1AAE-E412-0DFCC28AB807}"/>
          </ac:spMkLst>
        </pc:spChg>
        <pc:spChg chg="add mod">
          <ac:chgData name="Stanley Rodrick" userId="8969fbcc-7c96-46fb-a663-9e2e5920ff04" providerId="ADAL" clId="{898AD59E-8274-41E5-84BA-88BFD1EDC342}" dt="2022-11-27T08:16:13.217" v="135" actId="1076"/>
          <ac:spMkLst>
            <pc:docMk/>
            <pc:sldMk cId="3324825838" sldId="276"/>
            <ac:spMk id="42" creationId="{A6004B6F-B049-2275-39B6-FD99860C7C12}"/>
          </ac:spMkLst>
        </pc:spChg>
        <pc:spChg chg="add mod">
          <ac:chgData name="Stanley Rodrick" userId="8969fbcc-7c96-46fb-a663-9e2e5920ff04" providerId="ADAL" clId="{898AD59E-8274-41E5-84BA-88BFD1EDC342}" dt="2022-11-27T08:16:13.217" v="135" actId="1076"/>
          <ac:spMkLst>
            <pc:docMk/>
            <pc:sldMk cId="3324825838" sldId="276"/>
            <ac:spMk id="44" creationId="{0AC5825A-99B5-8573-3E95-AE4A98F70F00}"/>
          </ac:spMkLst>
        </pc:spChg>
        <pc:spChg chg="add mod">
          <ac:chgData name="Stanley Rodrick" userId="8969fbcc-7c96-46fb-a663-9e2e5920ff04" providerId="ADAL" clId="{898AD59E-8274-41E5-84BA-88BFD1EDC342}" dt="2022-11-27T08:16:13.217" v="135" actId="1076"/>
          <ac:spMkLst>
            <pc:docMk/>
            <pc:sldMk cId="3324825838" sldId="276"/>
            <ac:spMk id="51" creationId="{EB874C4F-2BAA-F717-FAF2-946CABE51844}"/>
          </ac:spMkLst>
        </pc:spChg>
        <pc:spChg chg="add del mod">
          <ac:chgData name="Stanley Rodrick" userId="8969fbcc-7c96-46fb-a663-9e2e5920ff04" providerId="ADAL" clId="{898AD59E-8274-41E5-84BA-88BFD1EDC342}" dt="2022-11-27T08:10:51.983" v="84"/>
          <ac:spMkLst>
            <pc:docMk/>
            <pc:sldMk cId="3324825838" sldId="276"/>
            <ac:spMk id="53" creationId="{C5809762-41C3-EE02-2DB0-4F47F711F702}"/>
          </ac:spMkLst>
        </pc:spChg>
        <pc:spChg chg="add mod">
          <ac:chgData name="Stanley Rodrick" userId="8969fbcc-7c96-46fb-a663-9e2e5920ff04" providerId="ADAL" clId="{898AD59E-8274-41E5-84BA-88BFD1EDC342}" dt="2022-11-27T08:16:13.217" v="135" actId="1076"/>
          <ac:spMkLst>
            <pc:docMk/>
            <pc:sldMk cId="3324825838" sldId="276"/>
            <ac:spMk id="54" creationId="{391CDD36-77C9-A367-1B37-5B068972DF5E}"/>
          </ac:spMkLst>
        </pc:spChg>
        <pc:spChg chg="add mod">
          <ac:chgData name="Stanley Rodrick" userId="8969fbcc-7c96-46fb-a663-9e2e5920ff04" providerId="ADAL" clId="{898AD59E-8274-41E5-84BA-88BFD1EDC342}" dt="2022-11-27T08:16:13.217" v="135" actId="1076"/>
          <ac:spMkLst>
            <pc:docMk/>
            <pc:sldMk cId="3324825838" sldId="276"/>
            <ac:spMk id="56" creationId="{4E9AC05E-8B25-12E3-4F1A-53F7EB603807}"/>
          </ac:spMkLst>
        </pc:spChg>
        <pc:spChg chg="add mod">
          <ac:chgData name="Stanley Rodrick" userId="8969fbcc-7c96-46fb-a663-9e2e5920ff04" providerId="ADAL" clId="{898AD59E-8274-41E5-84BA-88BFD1EDC342}" dt="2022-11-27T08:16:13.217" v="135" actId="1076"/>
          <ac:spMkLst>
            <pc:docMk/>
            <pc:sldMk cId="3324825838" sldId="276"/>
            <ac:spMk id="57" creationId="{395AA5AA-5AE7-9064-8360-8B6EE88592EE}"/>
          </ac:spMkLst>
        </pc:spChg>
        <pc:picChg chg="del">
          <ac:chgData name="Stanley Rodrick" userId="8969fbcc-7c96-46fb-a663-9e2e5920ff04" providerId="ADAL" clId="{898AD59E-8274-41E5-84BA-88BFD1EDC342}" dt="2022-11-27T08:03:44.179" v="2" actId="478"/>
          <ac:picMkLst>
            <pc:docMk/>
            <pc:sldMk cId="3324825838" sldId="276"/>
            <ac:picMk id="27" creationId="{0EF76FED-6F79-2426-1266-D7CA958A8ADB}"/>
          </ac:picMkLst>
        </pc:picChg>
        <pc:cxnChg chg="add mod">
          <ac:chgData name="Stanley Rodrick" userId="8969fbcc-7c96-46fb-a663-9e2e5920ff04" providerId="ADAL" clId="{898AD59E-8274-41E5-84BA-88BFD1EDC342}" dt="2022-11-27T08:16:13.217" v="135" actId="1076"/>
          <ac:cxnSpMkLst>
            <pc:docMk/>
            <pc:sldMk cId="3324825838" sldId="276"/>
            <ac:cxnSpMk id="6" creationId="{C0457876-B384-672D-9493-7E5C05A13CDB}"/>
          </ac:cxnSpMkLst>
        </pc:cxnChg>
        <pc:cxnChg chg="add mod">
          <ac:chgData name="Stanley Rodrick" userId="8969fbcc-7c96-46fb-a663-9e2e5920ff04" providerId="ADAL" clId="{898AD59E-8274-41E5-84BA-88BFD1EDC342}" dt="2022-11-27T08:16:13.217" v="135" actId="1076"/>
          <ac:cxnSpMkLst>
            <pc:docMk/>
            <pc:sldMk cId="3324825838" sldId="276"/>
            <ac:cxnSpMk id="24" creationId="{A51C1C7C-76BA-E4CA-C943-08948CA92D55}"/>
          </ac:cxnSpMkLst>
        </pc:cxnChg>
        <pc:cxnChg chg="add mod">
          <ac:chgData name="Stanley Rodrick" userId="8969fbcc-7c96-46fb-a663-9e2e5920ff04" providerId="ADAL" clId="{898AD59E-8274-41E5-84BA-88BFD1EDC342}" dt="2022-11-27T08:16:13.217" v="135" actId="1076"/>
          <ac:cxnSpMkLst>
            <pc:docMk/>
            <pc:sldMk cId="3324825838" sldId="276"/>
            <ac:cxnSpMk id="32" creationId="{7E10A7D4-9AEF-417B-6F53-F8A1AEE46774}"/>
          </ac:cxnSpMkLst>
        </pc:cxnChg>
        <pc:cxnChg chg="add mod">
          <ac:chgData name="Stanley Rodrick" userId="8969fbcc-7c96-46fb-a663-9e2e5920ff04" providerId="ADAL" clId="{898AD59E-8274-41E5-84BA-88BFD1EDC342}" dt="2022-11-27T08:16:13.217" v="135" actId="1076"/>
          <ac:cxnSpMkLst>
            <pc:docMk/>
            <pc:sldMk cId="3324825838" sldId="276"/>
            <ac:cxnSpMk id="40" creationId="{86AD551F-83DB-EA52-216E-0C4DA7B3E32F}"/>
          </ac:cxnSpMkLst>
        </pc:cxnChg>
        <pc:cxnChg chg="add mod">
          <ac:chgData name="Stanley Rodrick" userId="8969fbcc-7c96-46fb-a663-9e2e5920ff04" providerId="ADAL" clId="{898AD59E-8274-41E5-84BA-88BFD1EDC342}" dt="2022-11-27T08:16:23.941" v="138" actId="1076"/>
          <ac:cxnSpMkLst>
            <pc:docMk/>
            <pc:sldMk cId="3324825838" sldId="276"/>
            <ac:cxnSpMk id="45" creationId="{DF1D8CEB-37E2-FC10-1EB2-4BD615035654}"/>
          </ac:cxnSpMkLst>
        </pc:cxnChg>
        <pc:cxnChg chg="add mod">
          <ac:chgData name="Stanley Rodrick" userId="8969fbcc-7c96-46fb-a663-9e2e5920ff04" providerId="ADAL" clId="{898AD59E-8274-41E5-84BA-88BFD1EDC342}" dt="2022-11-27T08:16:13.217" v="135" actId="1076"/>
          <ac:cxnSpMkLst>
            <pc:docMk/>
            <pc:sldMk cId="3324825838" sldId="276"/>
            <ac:cxnSpMk id="46" creationId="{D594C234-4594-54A8-763B-C299F3763BAC}"/>
          </ac:cxnSpMkLst>
        </pc:cxnChg>
        <pc:cxnChg chg="add mod">
          <ac:chgData name="Stanley Rodrick" userId="8969fbcc-7c96-46fb-a663-9e2e5920ff04" providerId="ADAL" clId="{898AD59E-8274-41E5-84BA-88BFD1EDC342}" dt="2022-11-27T08:16:13.217" v="135" actId="1076"/>
          <ac:cxnSpMkLst>
            <pc:docMk/>
            <pc:sldMk cId="3324825838" sldId="276"/>
            <ac:cxnSpMk id="48" creationId="{14394715-5DEC-F1E0-D80F-404277B476F9}"/>
          </ac:cxnSpMkLst>
        </pc:cxnChg>
        <pc:cxnChg chg="add mod">
          <ac:chgData name="Stanley Rodrick" userId="8969fbcc-7c96-46fb-a663-9e2e5920ff04" providerId="ADAL" clId="{898AD59E-8274-41E5-84BA-88BFD1EDC342}" dt="2022-11-27T08:16:13.217" v="135" actId="1076"/>
          <ac:cxnSpMkLst>
            <pc:docMk/>
            <pc:sldMk cId="3324825838" sldId="276"/>
            <ac:cxnSpMk id="52" creationId="{21DFD134-651D-E823-2C6A-BC8936F3A599}"/>
          </ac:cxnSpMkLst>
        </pc:cxnChg>
        <pc:cxnChg chg="add mod">
          <ac:chgData name="Stanley Rodrick" userId="8969fbcc-7c96-46fb-a663-9e2e5920ff04" providerId="ADAL" clId="{898AD59E-8274-41E5-84BA-88BFD1EDC342}" dt="2022-11-27T08:16:27.075" v="139" actId="1076"/>
          <ac:cxnSpMkLst>
            <pc:docMk/>
            <pc:sldMk cId="3324825838" sldId="276"/>
            <ac:cxnSpMk id="55" creationId="{D934EDCA-432C-6396-F9FD-55A36CF98840}"/>
          </ac:cxnSpMkLst>
        </pc:cxnChg>
        <pc:cxnChg chg="add mod">
          <ac:chgData name="Stanley Rodrick" userId="8969fbcc-7c96-46fb-a663-9e2e5920ff04" providerId="ADAL" clId="{898AD59E-8274-41E5-84BA-88BFD1EDC342}" dt="2022-11-27T08:16:13.217" v="135" actId="1076"/>
          <ac:cxnSpMkLst>
            <pc:docMk/>
            <pc:sldMk cId="3324825838" sldId="276"/>
            <ac:cxnSpMk id="58" creationId="{50A76A36-E628-2415-4267-AE79D447E979}"/>
          </ac:cxnSpMkLst>
        </pc:cxnChg>
        <pc:cxnChg chg="add mod">
          <ac:chgData name="Stanley Rodrick" userId="8969fbcc-7c96-46fb-a663-9e2e5920ff04" providerId="ADAL" clId="{898AD59E-8274-41E5-84BA-88BFD1EDC342}" dt="2022-11-27T08:16:36.646" v="141" actId="14100"/>
          <ac:cxnSpMkLst>
            <pc:docMk/>
            <pc:sldMk cId="3324825838" sldId="276"/>
            <ac:cxnSpMk id="59" creationId="{D9AC6C63-E436-0DB1-B32B-25D6913D082A}"/>
          </ac:cxnSpMkLst>
        </pc:cxnChg>
        <pc:cxnChg chg="add mod">
          <ac:chgData name="Stanley Rodrick" userId="8969fbcc-7c96-46fb-a663-9e2e5920ff04" providerId="ADAL" clId="{898AD59E-8274-41E5-84BA-88BFD1EDC342}" dt="2022-11-27T08:16:13.217" v="135" actId="1076"/>
          <ac:cxnSpMkLst>
            <pc:docMk/>
            <pc:sldMk cId="3324825838" sldId="276"/>
            <ac:cxnSpMk id="61" creationId="{10E2DA58-B3A1-92DB-6176-396C9C013F2D}"/>
          </ac:cxnSpMkLst>
        </pc:cxnChg>
        <pc:cxnChg chg="add mod">
          <ac:chgData name="Stanley Rodrick" userId="8969fbcc-7c96-46fb-a663-9e2e5920ff04" providerId="ADAL" clId="{898AD59E-8274-41E5-84BA-88BFD1EDC342}" dt="2022-11-27T08:16:32.365" v="140" actId="14100"/>
          <ac:cxnSpMkLst>
            <pc:docMk/>
            <pc:sldMk cId="3324825838" sldId="276"/>
            <ac:cxnSpMk id="65" creationId="{D39E0CE4-17E4-F397-7B97-B95BE9B2C3B8}"/>
          </ac:cxnSpMkLst>
        </pc:cxnChg>
        <pc:cxnChg chg="add mod">
          <ac:chgData name="Stanley Rodrick" userId="8969fbcc-7c96-46fb-a663-9e2e5920ff04" providerId="ADAL" clId="{898AD59E-8274-41E5-84BA-88BFD1EDC342}" dt="2022-11-27T08:16:13.217" v="135" actId="1076"/>
          <ac:cxnSpMkLst>
            <pc:docMk/>
            <pc:sldMk cId="3324825838" sldId="276"/>
            <ac:cxnSpMk id="68" creationId="{FC806E47-4C03-072A-9F83-425B731FE086}"/>
          </ac:cxnSpMkLst>
        </pc:cxnChg>
      </pc:sldChg>
      <pc:sldChg chg="delSp del">
        <pc:chgData name="Stanley Rodrick" userId="8969fbcc-7c96-46fb-a663-9e2e5920ff04" providerId="ADAL" clId="{898AD59E-8274-41E5-84BA-88BFD1EDC342}" dt="2022-11-27T08:18:34.448" v="321" actId="47"/>
        <pc:sldMkLst>
          <pc:docMk/>
          <pc:sldMk cId="1694335726" sldId="277"/>
        </pc:sldMkLst>
        <pc:picChg chg="del">
          <ac:chgData name="Stanley Rodrick" userId="8969fbcc-7c96-46fb-a663-9e2e5920ff04" providerId="ADAL" clId="{898AD59E-8274-41E5-84BA-88BFD1EDC342}" dt="2022-11-27T08:16:51.552" v="143" actId="21"/>
          <ac:picMkLst>
            <pc:docMk/>
            <pc:sldMk cId="1694335726" sldId="277"/>
            <ac:picMk id="27" creationId="{0EF76FED-6F79-2426-1266-D7CA958A8ADB}"/>
          </ac:picMkLst>
        </pc:picChg>
      </pc:sldChg>
      <pc:sldChg chg="delSp del">
        <pc:chgData name="Stanley Rodrick" userId="8969fbcc-7c96-46fb-a663-9e2e5920ff04" providerId="ADAL" clId="{898AD59E-8274-41E5-84BA-88BFD1EDC342}" dt="2022-11-27T08:14:52.541" v="132" actId="47"/>
        <pc:sldMkLst>
          <pc:docMk/>
          <pc:sldMk cId="2907338489" sldId="278"/>
        </pc:sldMkLst>
        <pc:picChg chg="del">
          <ac:chgData name="Stanley Rodrick" userId="8969fbcc-7c96-46fb-a663-9e2e5920ff04" providerId="ADAL" clId="{898AD59E-8274-41E5-84BA-88BFD1EDC342}" dt="2022-11-27T08:14:33.929" v="129" actId="478"/>
          <ac:picMkLst>
            <pc:docMk/>
            <pc:sldMk cId="2907338489" sldId="278"/>
            <ac:picMk id="27" creationId="{0EF76FED-6F79-2426-1266-D7CA958A8ADB}"/>
          </ac:picMkLst>
        </pc:picChg>
      </pc:sldChg>
      <pc:sldChg chg="del">
        <pc:chgData name="Stanley Rodrick" userId="8969fbcc-7c96-46fb-a663-9e2e5920ff04" providerId="ADAL" clId="{898AD59E-8274-41E5-84BA-88BFD1EDC342}" dt="2022-11-27T04:25:52.515" v="0" actId="47"/>
        <pc:sldMkLst>
          <pc:docMk/>
          <pc:sldMk cId="979453656" sldId="297"/>
        </pc:sldMkLst>
      </pc:sldChg>
      <pc:sldChg chg="del">
        <pc:chgData name="Stanley Rodrick" userId="8969fbcc-7c96-46fb-a663-9e2e5920ff04" providerId="ADAL" clId="{898AD59E-8274-41E5-84BA-88BFD1EDC342}" dt="2022-11-27T08:03:23.296" v="1" actId="2696"/>
        <pc:sldMkLst>
          <pc:docMk/>
          <pc:sldMk cId="3111092176" sldId="300"/>
        </pc:sldMkLst>
      </pc:sldChg>
      <pc:sldChg chg="delSp modSp mod">
        <pc:chgData name="Stanley Rodrick" userId="8969fbcc-7c96-46fb-a663-9e2e5920ff04" providerId="ADAL" clId="{898AD59E-8274-41E5-84BA-88BFD1EDC342}" dt="2022-12-14T04:18:19.464" v="334" actId="14100"/>
        <pc:sldMkLst>
          <pc:docMk/>
          <pc:sldMk cId="2285829932" sldId="304"/>
        </pc:sldMkLst>
        <pc:spChg chg="del">
          <ac:chgData name="Stanley Rodrick" userId="8969fbcc-7c96-46fb-a663-9e2e5920ff04" providerId="ADAL" clId="{898AD59E-8274-41E5-84BA-88BFD1EDC342}" dt="2022-12-08T05:08:45.831" v="322" actId="478"/>
          <ac:spMkLst>
            <pc:docMk/>
            <pc:sldMk cId="2285829932" sldId="304"/>
            <ac:spMk id="129" creationId="{441F6004-87DA-6818-85A5-5F3F712C0784}"/>
          </ac:spMkLst>
        </pc:spChg>
        <pc:cxnChg chg="mod">
          <ac:chgData name="Stanley Rodrick" userId="8969fbcc-7c96-46fb-a663-9e2e5920ff04" providerId="ADAL" clId="{898AD59E-8274-41E5-84BA-88BFD1EDC342}" dt="2022-12-14T04:18:19.464" v="334" actId="14100"/>
          <ac:cxnSpMkLst>
            <pc:docMk/>
            <pc:sldMk cId="2285829932" sldId="304"/>
            <ac:cxnSpMk id="80" creationId="{6EBCAF43-70E8-3293-3BCB-EA2EB1F5FE32}"/>
          </ac:cxnSpMkLst>
        </pc:cxnChg>
      </pc:sldChg>
      <pc:sldChg chg="modSp mod">
        <pc:chgData name="Stanley Rodrick" userId="8969fbcc-7c96-46fb-a663-9e2e5920ff04" providerId="ADAL" clId="{898AD59E-8274-41E5-84BA-88BFD1EDC342}" dt="2022-12-11T05:38:49.550" v="333" actId="20577"/>
        <pc:sldMkLst>
          <pc:docMk/>
          <pc:sldMk cId="1552382393" sldId="316"/>
        </pc:sldMkLst>
        <pc:spChg chg="mod">
          <ac:chgData name="Stanley Rodrick" userId="8969fbcc-7c96-46fb-a663-9e2e5920ff04" providerId="ADAL" clId="{898AD59E-8274-41E5-84BA-88BFD1EDC342}" dt="2022-12-11T05:38:49.550" v="333" actId="20577"/>
          <ac:spMkLst>
            <pc:docMk/>
            <pc:sldMk cId="1552382393" sldId="316"/>
            <ac:spMk id="24" creationId="{B09A22B4-4B12-58BB-5D8B-AB322F85FE99}"/>
          </ac:spMkLst>
        </pc:spChg>
      </pc:sldChg>
      <pc:sldChg chg="addSp modSp add mod">
        <pc:chgData name="Stanley Rodrick" userId="8969fbcc-7c96-46fb-a663-9e2e5920ff04" providerId="ADAL" clId="{898AD59E-8274-41E5-84BA-88BFD1EDC342}" dt="2022-11-27T08:15:42.212" v="133" actId="1076"/>
        <pc:sldMkLst>
          <pc:docMk/>
          <pc:sldMk cId="1119157835" sldId="318"/>
        </pc:sldMkLst>
        <pc:spChg chg="mod">
          <ac:chgData name="Stanley Rodrick" userId="8969fbcc-7c96-46fb-a663-9e2e5920ff04" providerId="ADAL" clId="{898AD59E-8274-41E5-84BA-88BFD1EDC342}" dt="2022-11-27T08:15:42.212" v="133" actId="1076"/>
          <ac:spMkLst>
            <pc:docMk/>
            <pc:sldMk cId="1119157835" sldId="318"/>
            <ac:spMk id="4" creationId="{8A3427EB-66A5-D6FA-ACE5-BECC8291230F}"/>
          </ac:spMkLst>
        </pc:spChg>
        <pc:spChg chg="mod">
          <ac:chgData name="Stanley Rodrick" userId="8969fbcc-7c96-46fb-a663-9e2e5920ff04" providerId="ADAL" clId="{898AD59E-8274-41E5-84BA-88BFD1EDC342}" dt="2022-11-27T08:15:42.212" v="133" actId="1076"/>
          <ac:spMkLst>
            <pc:docMk/>
            <pc:sldMk cId="1119157835" sldId="318"/>
            <ac:spMk id="5" creationId="{EC4E589F-D67F-F3A8-9AE0-596876007A8E}"/>
          </ac:spMkLst>
        </pc:spChg>
        <pc:spChg chg="mod">
          <ac:chgData name="Stanley Rodrick" userId="8969fbcc-7c96-46fb-a663-9e2e5920ff04" providerId="ADAL" clId="{898AD59E-8274-41E5-84BA-88BFD1EDC342}" dt="2022-11-27T08:15:42.212" v="133" actId="1076"/>
          <ac:spMkLst>
            <pc:docMk/>
            <pc:sldMk cId="1119157835" sldId="318"/>
            <ac:spMk id="7" creationId="{7071450D-79F5-719A-03F2-480BE8C4ADE5}"/>
          </ac:spMkLst>
        </pc:spChg>
        <pc:spChg chg="mod">
          <ac:chgData name="Stanley Rodrick" userId="8969fbcc-7c96-46fb-a663-9e2e5920ff04" providerId="ADAL" clId="{898AD59E-8274-41E5-84BA-88BFD1EDC342}" dt="2022-11-27T08:15:42.212" v="133" actId="1076"/>
          <ac:spMkLst>
            <pc:docMk/>
            <pc:sldMk cId="1119157835" sldId="318"/>
            <ac:spMk id="26" creationId="{9EDAB53C-C4FE-BE59-64B2-43144AA69BBE}"/>
          </ac:spMkLst>
        </pc:spChg>
        <pc:spChg chg="add mod">
          <ac:chgData name="Stanley Rodrick" userId="8969fbcc-7c96-46fb-a663-9e2e5920ff04" providerId="ADAL" clId="{898AD59E-8274-41E5-84BA-88BFD1EDC342}" dt="2022-11-27T08:14:47.938" v="131" actId="1076"/>
          <ac:spMkLst>
            <pc:docMk/>
            <pc:sldMk cId="1119157835" sldId="318"/>
            <ac:spMk id="27" creationId="{DDDC9DA1-6019-A067-CDD5-7759C44256BD}"/>
          </ac:spMkLst>
        </pc:spChg>
        <pc:spChg chg="add mod">
          <ac:chgData name="Stanley Rodrick" userId="8969fbcc-7c96-46fb-a663-9e2e5920ff04" providerId="ADAL" clId="{898AD59E-8274-41E5-84BA-88BFD1EDC342}" dt="2022-11-27T08:14:47.938" v="131" actId="1076"/>
          <ac:spMkLst>
            <pc:docMk/>
            <pc:sldMk cId="1119157835" sldId="318"/>
            <ac:spMk id="31" creationId="{220DB257-FEFF-370E-D44B-70B8E366E023}"/>
          </ac:spMkLst>
        </pc:spChg>
        <pc:spChg chg="add mod">
          <ac:chgData name="Stanley Rodrick" userId="8969fbcc-7c96-46fb-a663-9e2e5920ff04" providerId="ADAL" clId="{898AD59E-8274-41E5-84BA-88BFD1EDC342}" dt="2022-11-27T08:14:47.938" v="131" actId="1076"/>
          <ac:spMkLst>
            <pc:docMk/>
            <pc:sldMk cId="1119157835" sldId="318"/>
            <ac:spMk id="33" creationId="{5E0D7858-809B-2594-AF15-DB57A77472C1}"/>
          </ac:spMkLst>
        </pc:spChg>
        <pc:spChg chg="add mod">
          <ac:chgData name="Stanley Rodrick" userId="8969fbcc-7c96-46fb-a663-9e2e5920ff04" providerId="ADAL" clId="{898AD59E-8274-41E5-84BA-88BFD1EDC342}" dt="2022-11-27T08:14:47.938" v="131" actId="1076"/>
          <ac:spMkLst>
            <pc:docMk/>
            <pc:sldMk cId="1119157835" sldId="318"/>
            <ac:spMk id="34" creationId="{07A06776-18B1-ADBC-301E-90E34CC7FF1F}"/>
          </ac:spMkLst>
        </pc:spChg>
        <pc:spChg chg="mod">
          <ac:chgData name="Stanley Rodrick" userId="8969fbcc-7c96-46fb-a663-9e2e5920ff04" providerId="ADAL" clId="{898AD59E-8274-41E5-84BA-88BFD1EDC342}" dt="2022-11-27T08:15:42.212" v="133" actId="1076"/>
          <ac:spMkLst>
            <pc:docMk/>
            <pc:sldMk cId="1119157835" sldId="318"/>
            <ac:spMk id="39" creationId="{C56437C5-ED35-D710-FE0A-B3E7E0929D79}"/>
          </ac:spMkLst>
        </pc:spChg>
        <pc:spChg chg="mod">
          <ac:chgData name="Stanley Rodrick" userId="8969fbcc-7c96-46fb-a663-9e2e5920ff04" providerId="ADAL" clId="{898AD59E-8274-41E5-84BA-88BFD1EDC342}" dt="2022-11-27T08:15:42.212" v="133" actId="1076"/>
          <ac:spMkLst>
            <pc:docMk/>
            <pc:sldMk cId="1119157835" sldId="318"/>
            <ac:spMk id="41" creationId="{70D4E92A-46FD-1AAE-E412-0DFCC28AB807}"/>
          </ac:spMkLst>
        </pc:spChg>
        <pc:spChg chg="mod">
          <ac:chgData name="Stanley Rodrick" userId="8969fbcc-7c96-46fb-a663-9e2e5920ff04" providerId="ADAL" clId="{898AD59E-8274-41E5-84BA-88BFD1EDC342}" dt="2022-11-27T08:15:42.212" v="133" actId="1076"/>
          <ac:spMkLst>
            <pc:docMk/>
            <pc:sldMk cId="1119157835" sldId="318"/>
            <ac:spMk id="42" creationId="{A6004B6F-B049-2275-39B6-FD99860C7C12}"/>
          </ac:spMkLst>
        </pc:spChg>
        <pc:spChg chg="mod">
          <ac:chgData name="Stanley Rodrick" userId="8969fbcc-7c96-46fb-a663-9e2e5920ff04" providerId="ADAL" clId="{898AD59E-8274-41E5-84BA-88BFD1EDC342}" dt="2022-11-27T08:15:42.212" v="133" actId="1076"/>
          <ac:spMkLst>
            <pc:docMk/>
            <pc:sldMk cId="1119157835" sldId="318"/>
            <ac:spMk id="44" creationId="{0AC5825A-99B5-8573-3E95-AE4A98F70F00}"/>
          </ac:spMkLst>
        </pc:spChg>
        <pc:spChg chg="mod">
          <ac:chgData name="Stanley Rodrick" userId="8969fbcc-7c96-46fb-a663-9e2e5920ff04" providerId="ADAL" clId="{898AD59E-8274-41E5-84BA-88BFD1EDC342}" dt="2022-11-27T08:15:42.212" v="133" actId="1076"/>
          <ac:spMkLst>
            <pc:docMk/>
            <pc:sldMk cId="1119157835" sldId="318"/>
            <ac:spMk id="51" creationId="{EB874C4F-2BAA-F717-FAF2-946CABE51844}"/>
          </ac:spMkLst>
        </pc:spChg>
        <pc:spChg chg="mod">
          <ac:chgData name="Stanley Rodrick" userId="8969fbcc-7c96-46fb-a663-9e2e5920ff04" providerId="ADAL" clId="{898AD59E-8274-41E5-84BA-88BFD1EDC342}" dt="2022-11-27T08:15:42.212" v="133" actId="1076"/>
          <ac:spMkLst>
            <pc:docMk/>
            <pc:sldMk cId="1119157835" sldId="318"/>
            <ac:spMk id="54" creationId="{391CDD36-77C9-A367-1B37-5B068972DF5E}"/>
          </ac:spMkLst>
        </pc:spChg>
        <pc:spChg chg="mod">
          <ac:chgData name="Stanley Rodrick" userId="8969fbcc-7c96-46fb-a663-9e2e5920ff04" providerId="ADAL" clId="{898AD59E-8274-41E5-84BA-88BFD1EDC342}" dt="2022-11-27T08:15:42.212" v="133" actId="1076"/>
          <ac:spMkLst>
            <pc:docMk/>
            <pc:sldMk cId="1119157835" sldId="318"/>
            <ac:spMk id="56" creationId="{4E9AC05E-8B25-12E3-4F1A-53F7EB603807}"/>
          </ac:spMkLst>
        </pc:spChg>
        <pc:spChg chg="mod">
          <ac:chgData name="Stanley Rodrick" userId="8969fbcc-7c96-46fb-a663-9e2e5920ff04" providerId="ADAL" clId="{898AD59E-8274-41E5-84BA-88BFD1EDC342}" dt="2022-11-27T08:15:42.212" v="133" actId="1076"/>
          <ac:spMkLst>
            <pc:docMk/>
            <pc:sldMk cId="1119157835" sldId="318"/>
            <ac:spMk id="57" creationId="{395AA5AA-5AE7-9064-8360-8B6EE88592EE}"/>
          </ac:spMkLst>
        </pc:spChg>
        <pc:cxnChg chg="mod">
          <ac:chgData name="Stanley Rodrick" userId="8969fbcc-7c96-46fb-a663-9e2e5920ff04" providerId="ADAL" clId="{898AD59E-8274-41E5-84BA-88BFD1EDC342}" dt="2022-11-27T08:15:42.212" v="133" actId="1076"/>
          <ac:cxnSpMkLst>
            <pc:docMk/>
            <pc:sldMk cId="1119157835" sldId="318"/>
            <ac:cxnSpMk id="6" creationId="{C0457876-B384-672D-9493-7E5C05A13CDB}"/>
          </ac:cxnSpMkLst>
        </pc:cxnChg>
        <pc:cxnChg chg="mod">
          <ac:chgData name="Stanley Rodrick" userId="8969fbcc-7c96-46fb-a663-9e2e5920ff04" providerId="ADAL" clId="{898AD59E-8274-41E5-84BA-88BFD1EDC342}" dt="2022-11-27T08:15:42.212" v="133" actId="1076"/>
          <ac:cxnSpMkLst>
            <pc:docMk/>
            <pc:sldMk cId="1119157835" sldId="318"/>
            <ac:cxnSpMk id="24" creationId="{A51C1C7C-76BA-E4CA-C943-08948CA92D55}"/>
          </ac:cxnSpMkLst>
        </pc:cxnChg>
        <pc:cxnChg chg="mod">
          <ac:chgData name="Stanley Rodrick" userId="8969fbcc-7c96-46fb-a663-9e2e5920ff04" providerId="ADAL" clId="{898AD59E-8274-41E5-84BA-88BFD1EDC342}" dt="2022-11-27T08:15:42.212" v="133" actId="1076"/>
          <ac:cxnSpMkLst>
            <pc:docMk/>
            <pc:sldMk cId="1119157835" sldId="318"/>
            <ac:cxnSpMk id="32" creationId="{7E10A7D4-9AEF-417B-6F53-F8A1AEE46774}"/>
          </ac:cxnSpMkLst>
        </pc:cxnChg>
        <pc:cxnChg chg="mod">
          <ac:chgData name="Stanley Rodrick" userId="8969fbcc-7c96-46fb-a663-9e2e5920ff04" providerId="ADAL" clId="{898AD59E-8274-41E5-84BA-88BFD1EDC342}" dt="2022-11-27T08:15:42.212" v="133" actId="1076"/>
          <ac:cxnSpMkLst>
            <pc:docMk/>
            <pc:sldMk cId="1119157835" sldId="318"/>
            <ac:cxnSpMk id="40" creationId="{86AD551F-83DB-EA52-216E-0C4DA7B3E32F}"/>
          </ac:cxnSpMkLst>
        </pc:cxnChg>
        <pc:cxnChg chg="mod">
          <ac:chgData name="Stanley Rodrick" userId="8969fbcc-7c96-46fb-a663-9e2e5920ff04" providerId="ADAL" clId="{898AD59E-8274-41E5-84BA-88BFD1EDC342}" dt="2022-11-27T08:15:42.212" v="133" actId="1076"/>
          <ac:cxnSpMkLst>
            <pc:docMk/>
            <pc:sldMk cId="1119157835" sldId="318"/>
            <ac:cxnSpMk id="45" creationId="{DF1D8CEB-37E2-FC10-1EB2-4BD615035654}"/>
          </ac:cxnSpMkLst>
        </pc:cxnChg>
        <pc:cxnChg chg="mod">
          <ac:chgData name="Stanley Rodrick" userId="8969fbcc-7c96-46fb-a663-9e2e5920ff04" providerId="ADAL" clId="{898AD59E-8274-41E5-84BA-88BFD1EDC342}" dt="2022-11-27T08:15:42.212" v="133" actId="1076"/>
          <ac:cxnSpMkLst>
            <pc:docMk/>
            <pc:sldMk cId="1119157835" sldId="318"/>
            <ac:cxnSpMk id="46" creationId="{D594C234-4594-54A8-763B-C299F3763BAC}"/>
          </ac:cxnSpMkLst>
        </pc:cxnChg>
        <pc:cxnChg chg="mod">
          <ac:chgData name="Stanley Rodrick" userId="8969fbcc-7c96-46fb-a663-9e2e5920ff04" providerId="ADAL" clId="{898AD59E-8274-41E5-84BA-88BFD1EDC342}" dt="2022-11-27T08:15:42.212" v="133" actId="1076"/>
          <ac:cxnSpMkLst>
            <pc:docMk/>
            <pc:sldMk cId="1119157835" sldId="318"/>
            <ac:cxnSpMk id="48" creationId="{14394715-5DEC-F1E0-D80F-404277B476F9}"/>
          </ac:cxnSpMkLst>
        </pc:cxnChg>
        <pc:cxnChg chg="mod">
          <ac:chgData name="Stanley Rodrick" userId="8969fbcc-7c96-46fb-a663-9e2e5920ff04" providerId="ADAL" clId="{898AD59E-8274-41E5-84BA-88BFD1EDC342}" dt="2022-11-27T08:15:42.212" v="133" actId="1076"/>
          <ac:cxnSpMkLst>
            <pc:docMk/>
            <pc:sldMk cId="1119157835" sldId="318"/>
            <ac:cxnSpMk id="52" creationId="{21DFD134-651D-E823-2C6A-BC8936F3A599}"/>
          </ac:cxnSpMkLst>
        </pc:cxnChg>
        <pc:cxnChg chg="mod">
          <ac:chgData name="Stanley Rodrick" userId="8969fbcc-7c96-46fb-a663-9e2e5920ff04" providerId="ADAL" clId="{898AD59E-8274-41E5-84BA-88BFD1EDC342}" dt="2022-11-27T08:15:42.212" v="133" actId="1076"/>
          <ac:cxnSpMkLst>
            <pc:docMk/>
            <pc:sldMk cId="1119157835" sldId="318"/>
            <ac:cxnSpMk id="55" creationId="{D934EDCA-432C-6396-F9FD-55A36CF98840}"/>
          </ac:cxnSpMkLst>
        </pc:cxnChg>
        <pc:cxnChg chg="mod">
          <ac:chgData name="Stanley Rodrick" userId="8969fbcc-7c96-46fb-a663-9e2e5920ff04" providerId="ADAL" clId="{898AD59E-8274-41E5-84BA-88BFD1EDC342}" dt="2022-11-27T08:15:42.212" v="133" actId="1076"/>
          <ac:cxnSpMkLst>
            <pc:docMk/>
            <pc:sldMk cId="1119157835" sldId="318"/>
            <ac:cxnSpMk id="58" creationId="{50A76A36-E628-2415-4267-AE79D447E979}"/>
          </ac:cxnSpMkLst>
        </pc:cxnChg>
        <pc:cxnChg chg="mod">
          <ac:chgData name="Stanley Rodrick" userId="8969fbcc-7c96-46fb-a663-9e2e5920ff04" providerId="ADAL" clId="{898AD59E-8274-41E5-84BA-88BFD1EDC342}" dt="2022-11-27T08:15:42.212" v="133" actId="1076"/>
          <ac:cxnSpMkLst>
            <pc:docMk/>
            <pc:sldMk cId="1119157835" sldId="318"/>
            <ac:cxnSpMk id="59" creationId="{D9AC6C63-E436-0DB1-B32B-25D6913D082A}"/>
          </ac:cxnSpMkLst>
        </pc:cxnChg>
        <pc:cxnChg chg="mod">
          <ac:chgData name="Stanley Rodrick" userId="8969fbcc-7c96-46fb-a663-9e2e5920ff04" providerId="ADAL" clId="{898AD59E-8274-41E5-84BA-88BFD1EDC342}" dt="2022-11-27T08:15:42.212" v="133" actId="1076"/>
          <ac:cxnSpMkLst>
            <pc:docMk/>
            <pc:sldMk cId="1119157835" sldId="318"/>
            <ac:cxnSpMk id="61" creationId="{10E2DA58-B3A1-92DB-6176-396C9C013F2D}"/>
          </ac:cxnSpMkLst>
        </pc:cxnChg>
        <pc:cxnChg chg="mod">
          <ac:chgData name="Stanley Rodrick" userId="8969fbcc-7c96-46fb-a663-9e2e5920ff04" providerId="ADAL" clId="{898AD59E-8274-41E5-84BA-88BFD1EDC342}" dt="2022-11-27T08:15:42.212" v="133" actId="1076"/>
          <ac:cxnSpMkLst>
            <pc:docMk/>
            <pc:sldMk cId="1119157835" sldId="318"/>
            <ac:cxnSpMk id="65" creationId="{D39E0CE4-17E4-F397-7B97-B95BE9B2C3B8}"/>
          </ac:cxnSpMkLst>
        </pc:cxnChg>
        <pc:cxnChg chg="mod">
          <ac:chgData name="Stanley Rodrick" userId="8969fbcc-7c96-46fb-a663-9e2e5920ff04" providerId="ADAL" clId="{898AD59E-8274-41E5-84BA-88BFD1EDC342}" dt="2022-11-27T08:15:42.212" v="133" actId="1076"/>
          <ac:cxnSpMkLst>
            <pc:docMk/>
            <pc:sldMk cId="1119157835" sldId="318"/>
            <ac:cxnSpMk id="68" creationId="{FC806E47-4C03-072A-9F83-425B731FE086}"/>
          </ac:cxnSpMkLst>
        </pc:cxnChg>
      </pc:sldChg>
      <pc:sldChg chg="addSp delSp modSp add mod">
        <pc:chgData name="Stanley Rodrick" userId="8969fbcc-7c96-46fb-a663-9e2e5920ff04" providerId="ADAL" clId="{898AD59E-8274-41E5-84BA-88BFD1EDC342}" dt="2022-11-27T08:18:19.319" v="320" actId="403"/>
        <pc:sldMkLst>
          <pc:docMk/>
          <pc:sldMk cId="2003254191" sldId="319"/>
        </pc:sldMkLst>
        <pc:spChg chg="mod">
          <ac:chgData name="Stanley Rodrick" userId="8969fbcc-7c96-46fb-a663-9e2e5920ff04" providerId="ADAL" clId="{898AD59E-8274-41E5-84BA-88BFD1EDC342}" dt="2022-11-27T08:18:19.319" v="320" actId="403"/>
          <ac:spMkLst>
            <pc:docMk/>
            <pc:sldMk cId="2003254191" sldId="319"/>
            <ac:spMk id="9" creationId="{CD2351F7-883F-EB81-2086-F55DE349B272}"/>
          </ac:spMkLst>
        </pc:spChg>
        <pc:spChg chg="del">
          <ac:chgData name="Stanley Rodrick" userId="8969fbcc-7c96-46fb-a663-9e2e5920ff04" providerId="ADAL" clId="{898AD59E-8274-41E5-84BA-88BFD1EDC342}" dt="2022-11-27T08:18:15.918" v="319" actId="478"/>
          <ac:spMkLst>
            <pc:docMk/>
            <pc:sldMk cId="2003254191" sldId="319"/>
            <ac:spMk id="27" creationId="{DDDC9DA1-6019-A067-CDD5-7759C44256BD}"/>
          </ac:spMkLst>
        </pc:spChg>
        <pc:spChg chg="del">
          <ac:chgData name="Stanley Rodrick" userId="8969fbcc-7c96-46fb-a663-9e2e5920ff04" providerId="ADAL" clId="{898AD59E-8274-41E5-84BA-88BFD1EDC342}" dt="2022-11-27T08:17:07.564" v="151" actId="478"/>
          <ac:spMkLst>
            <pc:docMk/>
            <pc:sldMk cId="2003254191" sldId="319"/>
            <ac:spMk id="28" creationId="{029D1BED-0B32-4561-EDC8-55BD0672B853}"/>
          </ac:spMkLst>
        </pc:spChg>
        <pc:spChg chg="del">
          <ac:chgData name="Stanley Rodrick" userId="8969fbcc-7c96-46fb-a663-9e2e5920ff04" providerId="ADAL" clId="{898AD59E-8274-41E5-84BA-88BFD1EDC342}" dt="2022-11-27T08:17:06.488" v="150" actId="478"/>
          <ac:spMkLst>
            <pc:docMk/>
            <pc:sldMk cId="2003254191" sldId="319"/>
            <ac:spMk id="29" creationId="{41EFE2E3-5F54-0D43-6D74-BEB17A489E5C}"/>
          </ac:spMkLst>
        </pc:spChg>
        <pc:spChg chg="del">
          <ac:chgData name="Stanley Rodrick" userId="8969fbcc-7c96-46fb-a663-9e2e5920ff04" providerId="ADAL" clId="{898AD59E-8274-41E5-84BA-88BFD1EDC342}" dt="2022-11-27T08:17:05.429" v="149" actId="478"/>
          <ac:spMkLst>
            <pc:docMk/>
            <pc:sldMk cId="2003254191" sldId="319"/>
            <ac:spMk id="30" creationId="{CDB6E879-26AC-2CF4-C7E1-9C29E46EA846}"/>
          </ac:spMkLst>
        </pc:spChg>
        <pc:spChg chg="del">
          <ac:chgData name="Stanley Rodrick" userId="8969fbcc-7c96-46fb-a663-9e2e5920ff04" providerId="ADAL" clId="{898AD59E-8274-41E5-84BA-88BFD1EDC342}" dt="2022-11-27T08:17:03.241" v="148" actId="478"/>
          <ac:spMkLst>
            <pc:docMk/>
            <pc:sldMk cId="2003254191" sldId="319"/>
            <ac:spMk id="31" creationId="{220DB257-FEFF-370E-D44B-70B8E366E023}"/>
          </ac:spMkLst>
        </pc:spChg>
        <pc:spChg chg="del">
          <ac:chgData name="Stanley Rodrick" userId="8969fbcc-7c96-46fb-a663-9e2e5920ff04" providerId="ADAL" clId="{898AD59E-8274-41E5-84BA-88BFD1EDC342}" dt="2022-11-27T08:17:01.788" v="147" actId="478"/>
          <ac:spMkLst>
            <pc:docMk/>
            <pc:sldMk cId="2003254191" sldId="319"/>
            <ac:spMk id="33" creationId="{5E0D7858-809B-2594-AF15-DB57A77472C1}"/>
          </ac:spMkLst>
        </pc:spChg>
        <pc:spChg chg="del">
          <ac:chgData name="Stanley Rodrick" userId="8969fbcc-7c96-46fb-a663-9e2e5920ff04" providerId="ADAL" clId="{898AD59E-8274-41E5-84BA-88BFD1EDC342}" dt="2022-11-27T08:17:00.655" v="146" actId="478"/>
          <ac:spMkLst>
            <pc:docMk/>
            <pc:sldMk cId="2003254191" sldId="319"/>
            <ac:spMk id="34" creationId="{07A06776-18B1-ADBC-301E-90E34CC7FF1F}"/>
          </ac:spMkLst>
        </pc:spChg>
        <pc:picChg chg="add del mod">
          <ac:chgData name="Stanley Rodrick" userId="8969fbcc-7c96-46fb-a663-9e2e5920ff04" providerId="ADAL" clId="{898AD59E-8274-41E5-84BA-88BFD1EDC342}" dt="2022-11-27T08:18:00.434" v="313" actId="478"/>
          <ac:picMkLst>
            <pc:docMk/>
            <pc:sldMk cId="2003254191" sldId="319"/>
            <ac:picMk id="35" creationId="{351BE771-B4E6-22A4-9B89-8F1A06BEACF5}"/>
          </ac:picMkLst>
        </pc:picChg>
      </pc:sldChg>
    </pc:docChg>
  </pc:docChgLst>
  <pc:docChgLst>
    <pc:chgData name="Stanley Rodrick" userId="8969fbcc-7c96-46fb-a663-9e2e5920ff04" providerId="ADAL" clId="{ADC330E7-7615-49B6-87A6-BAF89DD8F995}"/>
    <pc:docChg chg="undo custSel addSld modSld">
      <pc:chgData name="Stanley Rodrick" userId="8969fbcc-7c96-46fb-a663-9e2e5920ff04" providerId="ADAL" clId="{ADC330E7-7615-49B6-87A6-BAF89DD8F995}" dt="2022-07-31T07:56:36.591" v="465" actId="1076"/>
      <pc:docMkLst>
        <pc:docMk/>
      </pc:docMkLst>
      <pc:sldChg chg="modSp mod">
        <pc:chgData name="Stanley Rodrick" userId="8969fbcc-7c96-46fb-a663-9e2e5920ff04" providerId="ADAL" clId="{ADC330E7-7615-49B6-87A6-BAF89DD8F995}" dt="2022-07-31T06:59:25.250" v="37"/>
        <pc:sldMkLst>
          <pc:docMk/>
          <pc:sldMk cId="1931495676" sldId="272"/>
        </pc:sldMkLst>
        <pc:spChg chg="mod">
          <ac:chgData name="Stanley Rodrick" userId="8969fbcc-7c96-46fb-a663-9e2e5920ff04" providerId="ADAL" clId="{ADC330E7-7615-49B6-87A6-BAF89DD8F995}" dt="2022-07-31T06:59:25.250" v="37"/>
          <ac:spMkLst>
            <pc:docMk/>
            <pc:sldMk cId="1931495676" sldId="272"/>
            <ac:spMk id="7" creationId="{1BB0982F-98B5-EC11-3B26-FB8D70144202}"/>
          </ac:spMkLst>
        </pc:spChg>
      </pc:sldChg>
      <pc:sldChg chg="delSp modSp add mod">
        <pc:chgData name="Stanley Rodrick" userId="8969fbcc-7c96-46fb-a663-9e2e5920ff04" providerId="ADAL" clId="{ADC330E7-7615-49B6-87A6-BAF89DD8F995}" dt="2022-07-31T07:02:33.090" v="41" actId="20577"/>
        <pc:sldMkLst>
          <pc:docMk/>
          <pc:sldMk cId="727395026" sldId="273"/>
        </pc:sldMkLst>
        <pc:spChg chg="del">
          <ac:chgData name="Stanley Rodrick" userId="8969fbcc-7c96-46fb-a663-9e2e5920ff04" providerId="ADAL" clId="{ADC330E7-7615-49B6-87A6-BAF89DD8F995}" dt="2022-07-31T07:02:28.124" v="39" actId="478"/>
          <ac:spMkLst>
            <pc:docMk/>
            <pc:sldMk cId="727395026" sldId="273"/>
            <ac:spMk id="7" creationId="{1BB0982F-98B5-EC11-3B26-FB8D70144202}"/>
          </ac:spMkLst>
        </pc:spChg>
        <pc:spChg chg="mod">
          <ac:chgData name="Stanley Rodrick" userId="8969fbcc-7c96-46fb-a663-9e2e5920ff04" providerId="ADAL" clId="{ADC330E7-7615-49B6-87A6-BAF89DD8F995}" dt="2022-07-31T07:02:33.090" v="41" actId="20577"/>
          <ac:spMkLst>
            <pc:docMk/>
            <pc:sldMk cId="727395026" sldId="273"/>
            <ac:spMk id="61" creationId="{DF27DA85-F987-F1D8-D192-5F2FDFB3E97F}"/>
          </ac:spMkLst>
        </pc:spChg>
      </pc:sldChg>
      <pc:sldChg chg="addSp delSp modSp add mod">
        <pc:chgData name="Stanley Rodrick" userId="8969fbcc-7c96-46fb-a663-9e2e5920ff04" providerId="ADAL" clId="{ADC330E7-7615-49B6-87A6-BAF89DD8F995}" dt="2022-07-31T07:04:47.152" v="84" actId="20577"/>
        <pc:sldMkLst>
          <pc:docMk/>
          <pc:sldMk cId="2591324623" sldId="274"/>
        </pc:sldMkLst>
        <pc:spChg chg="mod">
          <ac:chgData name="Stanley Rodrick" userId="8969fbcc-7c96-46fb-a663-9e2e5920ff04" providerId="ADAL" clId="{ADC330E7-7615-49B6-87A6-BAF89DD8F995}" dt="2022-07-31T07:02:53.014" v="44" actId="1076"/>
          <ac:spMkLst>
            <pc:docMk/>
            <pc:sldMk cId="2591324623" sldId="274"/>
            <ac:spMk id="2" creationId="{8BC1DA2B-FE6F-1C6E-BFA0-9B15DC40309D}"/>
          </ac:spMkLst>
        </pc:spChg>
        <pc:spChg chg="del">
          <ac:chgData name="Stanley Rodrick" userId="8969fbcc-7c96-46fb-a663-9e2e5920ff04" providerId="ADAL" clId="{ADC330E7-7615-49B6-87A6-BAF89DD8F995}" dt="2022-07-31T07:02:50.501" v="43" actId="478"/>
          <ac:spMkLst>
            <pc:docMk/>
            <pc:sldMk cId="2591324623" sldId="274"/>
            <ac:spMk id="61" creationId="{DF27DA85-F987-F1D8-D192-5F2FDFB3E97F}"/>
          </ac:spMkLst>
        </pc:spChg>
        <pc:graphicFrameChg chg="add mod modGraphic">
          <ac:chgData name="Stanley Rodrick" userId="8969fbcc-7c96-46fb-a663-9e2e5920ff04" providerId="ADAL" clId="{ADC330E7-7615-49B6-87A6-BAF89DD8F995}" dt="2022-07-31T07:04:47.152" v="84" actId="20577"/>
          <ac:graphicFrameMkLst>
            <pc:docMk/>
            <pc:sldMk cId="2591324623" sldId="274"/>
            <ac:graphicFrameMk id="24" creationId="{AFC01039-BF68-0FA7-314A-80381AA715CD}"/>
          </ac:graphicFrameMkLst>
        </pc:graphicFrameChg>
        <pc:picChg chg="add del mod">
          <ac:chgData name="Stanley Rodrick" userId="8969fbcc-7c96-46fb-a663-9e2e5920ff04" providerId="ADAL" clId="{ADC330E7-7615-49B6-87A6-BAF89DD8F995}" dt="2022-07-31T07:03:25.402" v="49" actId="478"/>
          <ac:picMkLst>
            <pc:docMk/>
            <pc:sldMk cId="2591324623" sldId="274"/>
            <ac:picMk id="4" creationId="{B79C80D2-124B-A118-70B5-1C3922462AE6}"/>
          </ac:picMkLst>
        </pc:picChg>
      </pc:sldChg>
      <pc:sldChg chg="addSp delSp modSp add mod modAnim">
        <pc:chgData name="Stanley Rodrick" userId="8969fbcc-7c96-46fb-a663-9e2e5920ff04" providerId="ADAL" clId="{ADC330E7-7615-49B6-87A6-BAF89DD8F995}" dt="2022-07-31T07:07:01.494" v="144" actId="6549"/>
        <pc:sldMkLst>
          <pc:docMk/>
          <pc:sldMk cId="3139635607" sldId="275"/>
        </pc:sldMkLst>
        <pc:spChg chg="add mod">
          <ac:chgData name="Stanley Rodrick" userId="8969fbcc-7c96-46fb-a663-9e2e5920ff04" providerId="ADAL" clId="{ADC330E7-7615-49B6-87A6-BAF89DD8F995}" dt="2022-07-31T07:05:20.080" v="93" actId="207"/>
          <ac:spMkLst>
            <pc:docMk/>
            <pc:sldMk cId="3139635607" sldId="275"/>
            <ac:spMk id="25" creationId="{D856AD59-8AD1-B85F-4827-7B31CC175126}"/>
          </ac:spMkLst>
        </pc:spChg>
        <pc:spChg chg="add mod">
          <ac:chgData name="Stanley Rodrick" userId="8969fbcc-7c96-46fb-a663-9e2e5920ff04" providerId="ADAL" clId="{ADC330E7-7615-49B6-87A6-BAF89DD8F995}" dt="2022-07-31T07:07:01.494" v="144" actId="6549"/>
          <ac:spMkLst>
            <pc:docMk/>
            <pc:sldMk cId="3139635607" sldId="275"/>
            <ac:spMk id="26" creationId="{26C8F8CD-7BA4-5FC9-5C34-BAFA23E49E2E}"/>
          </ac:spMkLst>
        </pc:spChg>
        <pc:graphicFrameChg chg="del">
          <ac:chgData name="Stanley Rodrick" userId="8969fbcc-7c96-46fb-a663-9e2e5920ff04" providerId="ADAL" clId="{ADC330E7-7615-49B6-87A6-BAF89DD8F995}" dt="2022-07-31T07:04:56.856" v="86" actId="478"/>
          <ac:graphicFrameMkLst>
            <pc:docMk/>
            <pc:sldMk cId="3139635607" sldId="275"/>
            <ac:graphicFrameMk id="24" creationId="{AFC01039-BF68-0FA7-314A-80381AA715CD}"/>
          </ac:graphicFrameMkLst>
        </pc:graphicFrameChg>
      </pc:sldChg>
      <pc:sldChg chg="addSp delSp modSp add mod delAnim modAnim">
        <pc:chgData name="Stanley Rodrick" userId="8969fbcc-7c96-46fb-a663-9e2e5920ff04" providerId="ADAL" clId="{ADC330E7-7615-49B6-87A6-BAF89DD8F995}" dt="2022-07-31T07:13:01.641" v="279" actId="478"/>
        <pc:sldMkLst>
          <pc:docMk/>
          <pc:sldMk cId="3324825838" sldId="276"/>
        </pc:sldMkLst>
        <pc:spChg chg="mod">
          <ac:chgData name="Stanley Rodrick" userId="8969fbcc-7c96-46fb-a663-9e2e5920ff04" providerId="ADAL" clId="{ADC330E7-7615-49B6-87A6-BAF89DD8F995}" dt="2022-07-31T07:11:28.456" v="234" actId="27636"/>
          <ac:spMkLst>
            <pc:docMk/>
            <pc:sldMk cId="3324825838" sldId="276"/>
            <ac:spMk id="2" creationId="{8BC1DA2B-FE6F-1C6E-BFA0-9B15DC40309D}"/>
          </ac:spMkLst>
        </pc:spChg>
        <pc:spChg chg="add del mod">
          <ac:chgData name="Stanley Rodrick" userId="8969fbcc-7c96-46fb-a663-9e2e5920ff04" providerId="ADAL" clId="{ADC330E7-7615-49B6-87A6-BAF89DD8F995}" dt="2022-07-31T07:07:47.598" v="149" actId="478"/>
          <ac:spMkLst>
            <pc:docMk/>
            <pc:sldMk cId="3324825838" sldId="276"/>
            <ac:spMk id="5" creationId="{0B35FD82-F0A5-73D6-2405-C4F2E17449E2}"/>
          </ac:spMkLst>
        </pc:spChg>
        <pc:spChg chg="add del mod">
          <ac:chgData name="Stanley Rodrick" userId="8969fbcc-7c96-46fb-a663-9e2e5920ff04" providerId="ADAL" clId="{ADC330E7-7615-49B6-87A6-BAF89DD8F995}" dt="2022-07-31T07:07:55.190" v="152" actId="478"/>
          <ac:spMkLst>
            <pc:docMk/>
            <pc:sldMk cId="3324825838" sldId="276"/>
            <ac:spMk id="7" creationId="{7363FECE-F363-4A21-28B3-92AD104FF16D}"/>
          </ac:spMkLst>
        </pc:spChg>
        <pc:spChg chg="add mod">
          <ac:chgData name="Stanley Rodrick" userId="8969fbcc-7c96-46fb-a663-9e2e5920ff04" providerId="ADAL" clId="{ADC330E7-7615-49B6-87A6-BAF89DD8F995}" dt="2022-07-31T07:12:07.922" v="245" actId="1076"/>
          <ac:spMkLst>
            <pc:docMk/>
            <pc:sldMk cId="3324825838" sldId="276"/>
            <ac:spMk id="9" creationId="{CD2351F7-883F-EB81-2086-F55DE349B272}"/>
          </ac:spMkLst>
        </pc:spChg>
        <pc:spChg chg="add del mod">
          <ac:chgData name="Stanley Rodrick" userId="8969fbcc-7c96-46fb-a663-9e2e5920ff04" providerId="ADAL" clId="{ADC330E7-7615-49B6-87A6-BAF89DD8F995}" dt="2022-07-31T07:07:50.931" v="151" actId="478"/>
          <ac:spMkLst>
            <pc:docMk/>
            <pc:sldMk cId="3324825838" sldId="276"/>
            <ac:spMk id="24" creationId="{9AA81F7A-058E-8ED7-AD15-1C32F67971C0}"/>
          </ac:spMkLst>
        </pc:spChg>
        <pc:spChg chg="add del mod">
          <ac:chgData name="Stanley Rodrick" userId="8969fbcc-7c96-46fb-a663-9e2e5920ff04" providerId="ADAL" clId="{ADC330E7-7615-49B6-87A6-BAF89DD8F995}" dt="2022-07-31T07:11:32.367" v="235" actId="1076"/>
          <ac:spMkLst>
            <pc:docMk/>
            <pc:sldMk cId="3324825838" sldId="276"/>
            <ac:spMk id="25" creationId="{D856AD59-8AD1-B85F-4827-7B31CC175126}"/>
          </ac:spMkLst>
        </pc:spChg>
        <pc:spChg chg="del">
          <ac:chgData name="Stanley Rodrick" userId="8969fbcc-7c96-46fb-a663-9e2e5920ff04" providerId="ADAL" clId="{ADC330E7-7615-49B6-87A6-BAF89DD8F995}" dt="2022-07-31T07:07:43.053" v="146" actId="478"/>
          <ac:spMkLst>
            <pc:docMk/>
            <pc:sldMk cId="3324825838" sldId="276"/>
            <ac:spMk id="26" creationId="{26C8F8CD-7BA4-5FC9-5C34-BAFA23E49E2E}"/>
          </ac:spMkLst>
        </pc:spChg>
        <pc:spChg chg="add mod">
          <ac:chgData name="Stanley Rodrick" userId="8969fbcc-7c96-46fb-a663-9e2e5920ff04" providerId="ADAL" clId="{ADC330E7-7615-49B6-87A6-BAF89DD8F995}" dt="2022-07-31T07:12:07.922" v="245" actId="1076"/>
          <ac:spMkLst>
            <pc:docMk/>
            <pc:sldMk cId="3324825838" sldId="276"/>
            <ac:spMk id="28" creationId="{029D1BED-0B32-4561-EDC8-55BD0672B853}"/>
          </ac:spMkLst>
        </pc:spChg>
        <pc:spChg chg="add mod">
          <ac:chgData name="Stanley Rodrick" userId="8969fbcc-7c96-46fb-a663-9e2e5920ff04" providerId="ADAL" clId="{ADC330E7-7615-49B6-87A6-BAF89DD8F995}" dt="2022-07-31T07:12:07.922" v="245" actId="1076"/>
          <ac:spMkLst>
            <pc:docMk/>
            <pc:sldMk cId="3324825838" sldId="276"/>
            <ac:spMk id="29" creationId="{41EFE2E3-5F54-0D43-6D74-BEB17A489E5C}"/>
          </ac:spMkLst>
        </pc:spChg>
        <pc:spChg chg="add mod">
          <ac:chgData name="Stanley Rodrick" userId="8969fbcc-7c96-46fb-a663-9e2e5920ff04" providerId="ADAL" clId="{ADC330E7-7615-49B6-87A6-BAF89DD8F995}" dt="2022-07-31T07:12:07.922" v="245" actId="1076"/>
          <ac:spMkLst>
            <pc:docMk/>
            <pc:sldMk cId="3324825838" sldId="276"/>
            <ac:spMk id="30" creationId="{CDB6E879-26AC-2CF4-C7E1-9C29E46EA846}"/>
          </ac:spMkLst>
        </pc:spChg>
        <pc:spChg chg="add del mod">
          <ac:chgData name="Stanley Rodrick" userId="8969fbcc-7c96-46fb-a663-9e2e5920ff04" providerId="ADAL" clId="{ADC330E7-7615-49B6-87A6-BAF89DD8F995}" dt="2022-07-31T07:13:01.641" v="279" actId="478"/>
          <ac:spMkLst>
            <pc:docMk/>
            <pc:sldMk cId="3324825838" sldId="276"/>
            <ac:spMk id="31" creationId="{C9DF7F5A-FECA-71EC-AB3F-8BF4D3BE6BB8}"/>
          </ac:spMkLst>
        </pc:spChg>
        <pc:picChg chg="add mod">
          <ac:chgData name="Stanley Rodrick" userId="8969fbcc-7c96-46fb-a663-9e2e5920ff04" providerId="ADAL" clId="{ADC330E7-7615-49B6-87A6-BAF89DD8F995}" dt="2022-07-31T07:11:33.774" v="236" actId="1076"/>
          <ac:picMkLst>
            <pc:docMk/>
            <pc:sldMk cId="3324825838" sldId="276"/>
            <ac:picMk id="27" creationId="{0EF76FED-6F79-2426-1266-D7CA958A8ADB}"/>
          </ac:picMkLst>
        </pc:picChg>
      </pc:sldChg>
      <pc:sldChg chg="add">
        <pc:chgData name="Stanley Rodrick" userId="8969fbcc-7c96-46fb-a663-9e2e5920ff04" providerId="ADAL" clId="{ADC330E7-7615-49B6-87A6-BAF89DD8F995}" dt="2022-07-31T07:08:36.583" v="157" actId="2890"/>
        <pc:sldMkLst>
          <pc:docMk/>
          <pc:sldMk cId="1694335726" sldId="277"/>
        </pc:sldMkLst>
      </pc:sldChg>
      <pc:sldChg chg="addSp modSp add mod">
        <pc:chgData name="Stanley Rodrick" userId="8969fbcc-7c96-46fb-a663-9e2e5920ff04" providerId="ADAL" clId="{ADC330E7-7615-49B6-87A6-BAF89DD8F995}" dt="2022-07-31T07:14:48.113" v="318" actId="403"/>
        <pc:sldMkLst>
          <pc:docMk/>
          <pc:sldMk cId="2907338489" sldId="278"/>
        </pc:sldMkLst>
        <pc:spChg chg="add mod">
          <ac:chgData name="Stanley Rodrick" userId="8969fbcc-7c96-46fb-a663-9e2e5920ff04" providerId="ADAL" clId="{ADC330E7-7615-49B6-87A6-BAF89DD8F995}" dt="2022-07-31T07:14:48.113" v="318" actId="403"/>
          <ac:spMkLst>
            <pc:docMk/>
            <pc:sldMk cId="2907338489" sldId="278"/>
            <ac:spMk id="26" creationId="{90636576-2C2D-A51B-DA80-469B5596AD61}"/>
          </ac:spMkLst>
        </pc:spChg>
        <pc:spChg chg="add mod">
          <ac:chgData name="Stanley Rodrick" userId="8969fbcc-7c96-46fb-a663-9e2e5920ff04" providerId="ADAL" clId="{ADC330E7-7615-49B6-87A6-BAF89DD8F995}" dt="2022-07-31T07:13:58.504" v="303" actId="20577"/>
          <ac:spMkLst>
            <pc:docMk/>
            <pc:sldMk cId="2907338489" sldId="278"/>
            <ac:spMk id="32" creationId="{1E543D3E-FC4F-BBB9-AD95-948D50CAC97D}"/>
          </ac:spMkLst>
        </pc:spChg>
        <pc:spChg chg="add mod">
          <ac:chgData name="Stanley Rodrick" userId="8969fbcc-7c96-46fb-a663-9e2e5920ff04" providerId="ADAL" clId="{ADC330E7-7615-49B6-87A6-BAF89DD8F995}" dt="2022-07-31T07:14:39.877" v="316" actId="20577"/>
          <ac:spMkLst>
            <pc:docMk/>
            <pc:sldMk cId="2907338489" sldId="278"/>
            <ac:spMk id="33" creationId="{0E4991D8-7B24-F52C-0554-16A8324569F3}"/>
          </ac:spMkLst>
        </pc:spChg>
      </pc:sldChg>
      <pc:sldChg chg="addSp delSp modSp add mod">
        <pc:chgData name="Stanley Rodrick" userId="8969fbcc-7c96-46fb-a663-9e2e5920ff04" providerId="ADAL" clId="{ADC330E7-7615-49B6-87A6-BAF89DD8F995}" dt="2022-07-31T07:41:44.262" v="350" actId="14100"/>
        <pc:sldMkLst>
          <pc:docMk/>
          <pc:sldMk cId="2414652112" sldId="279"/>
        </pc:sldMkLst>
        <pc:spChg chg="add mod">
          <ac:chgData name="Stanley Rodrick" userId="8969fbcc-7c96-46fb-a663-9e2e5920ff04" providerId="ADAL" clId="{ADC330E7-7615-49B6-87A6-BAF89DD8F995}" dt="2022-07-31T07:41:44.262" v="350" actId="14100"/>
          <ac:spMkLst>
            <pc:docMk/>
            <pc:sldMk cId="2414652112" sldId="279"/>
            <ac:spMk id="24" creationId="{9210FE08-F3A6-B9CE-981F-BC7A51740368}"/>
          </ac:spMkLst>
        </pc:spChg>
        <pc:picChg chg="del">
          <ac:chgData name="Stanley Rodrick" userId="8969fbcc-7c96-46fb-a663-9e2e5920ff04" providerId="ADAL" clId="{ADC330E7-7615-49B6-87A6-BAF89DD8F995}" dt="2022-07-31T07:31:11.838" v="320" actId="478"/>
          <ac:picMkLst>
            <pc:docMk/>
            <pc:sldMk cId="2414652112" sldId="279"/>
            <ac:picMk id="27" creationId="{0EF76FED-6F79-2426-1266-D7CA958A8ADB}"/>
          </ac:picMkLst>
        </pc:picChg>
      </pc:sldChg>
      <pc:sldChg chg="addSp delSp modSp add mod delAnim">
        <pc:chgData name="Stanley Rodrick" userId="8969fbcc-7c96-46fb-a663-9e2e5920ff04" providerId="ADAL" clId="{ADC330E7-7615-49B6-87A6-BAF89DD8F995}" dt="2022-07-31T07:34:07.901" v="334" actId="1076"/>
        <pc:sldMkLst>
          <pc:docMk/>
          <pc:sldMk cId="3897723557" sldId="280"/>
        </pc:sldMkLst>
        <pc:spChg chg="add del mod">
          <ac:chgData name="Stanley Rodrick" userId="8969fbcc-7c96-46fb-a663-9e2e5920ff04" providerId="ADAL" clId="{ADC330E7-7615-49B6-87A6-BAF89DD8F995}" dt="2022-07-31T07:33:58.508" v="330" actId="478"/>
          <ac:spMkLst>
            <pc:docMk/>
            <pc:sldMk cId="3897723557" sldId="280"/>
            <ac:spMk id="5" creationId="{7A8B92AA-FDAB-A3E5-86F3-333ED07E8C0E}"/>
          </ac:spMkLst>
        </pc:spChg>
        <pc:spChg chg="del">
          <ac:chgData name="Stanley Rodrick" userId="8969fbcc-7c96-46fb-a663-9e2e5920ff04" providerId="ADAL" clId="{ADC330E7-7615-49B6-87A6-BAF89DD8F995}" dt="2022-07-31T07:33:55.476" v="329" actId="478"/>
          <ac:spMkLst>
            <pc:docMk/>
            <pc:sldMk cId="3897723557" sldId="280"/>
            <ac:spMk id="26" creationId="{26C8F8CD-7BA4-5FC9-5C34-BAFA23E49E2E}"/>
          </ac:spMkLst>
        </pc:spChg>
        <pc:picChg chg="add mod">
          <ac:chgData name="Stanley Rodrick" userId="8969fbcc-7c96-46fb-a663-9e2e5920ff04" providerId="ADAL" clId="{ADC330E7-7615-49B6-87A6-BAF89DD8F995}" dt="2022-07-31T07:34:07.901" v="334" actId="1076"/>
          <ac:picMkLst>
            <pc:docMk/>
            <pc:sldMk cId="3897723557" sldId="280"/>
            <ac:picMk id="24" creationId="{7D19B7F2-62C4-C8C0-057E-856ED2A4F311}"/>
          </ac:picMkLst>
        </pc:picChg>
      </pc:sldChg>
      <pc:sldChg chg="addSp delSp modSp add mod">
        <pc:chgData name="Stanley Rodrick" userId="8969fbcc-7c96-46fb-a663-9e2e5920ff04" providerId="ADAL" clId="{ADC330E7-7615-49B6-87A6-BAF89DD8F995}" dt="2022-07-31T07:55:37.841" v="455" actId="1076"/>
        <pc:sldMkLst>
          <pc:docMk/>
          <pc:sldMk cId="4079280678" sldId="281"/>
        </pc:sldMkLst>
        <pc:spChg chg="del mod">
          <ac:chgData name="Stanley Rodrick" userId="8969fbcc-7c96-46fb-a663-9e2e5920ff04" providerId="ADAL" clId="{ADC330E7-7615-49B6-87A6-BAF89DD8F995}" dt="2022-07-31T07:54:44.423" v="444" actId="478"/>
          <ac:spMkLst>
            <pc:docMk/>
            <pc:sldMk cId="4079280678" sldId="281"/>
            <ac:spMk id="24" creationId="{9210FE08-F3A6-B9CE-981F-BC7A51740368}"/>
          </ac:spMkLst>
        </pc:spChg>
        <pc:picChg chg="add mod modCrop">
          <ac:chgData name="Stanley Rodrick" userId="8969fbcc-7c96-46fb-a663-9e2e5920ff04" providerId="ADAL" clId="{ADC330E7-7615-49B6-87A6-BAF89DD8F995}" dt="2022-07-31T07:55:37.841" v="455" actId="1076"/>
          <ac:picMkLst>
            <pc:docMk/>
            <pc:sldMk cId="4079280678" sldId="281"/>
            <ac:picMk id="5" creationId="{CCC93649-1A33-823B-E004-2BA838040ED5}"/>
          </ac:picMkLst>
        </pc:picChg>
      </pc:sldChg>
      <pc:sldChg chg="addSp delSp modSp add mod delAnim">
        <pc:chgData name="Stanley Rodrick" userId="8969fbcc-7c96-46fb-a663-9e2e5920ff04" providerId="ADAL" clId="{ADC330E7-7615-49B6-87A6-BAF89DD8F995}" dt="2022-07-31T07:43:49.547" v="383" actId="255"/>
        <pc:sldMkLst>
          <pc:docMk/>
          <pc:sldMk cId="504602813" sldId="282"/>
        </pc:sldMkLst>
        <pc:spChg chg="add del mod">
          <ac:chgData name="Stanley Rodrick" userId="8969fbcc-7c96-46fb-a663-9e2e5920ff04" providerId="ADAL" clId="{ADC330E7-7615-49B6-87A6-BAF89DD8F995}" dt="2022-07-31T07:42:27.034" v="354" actId="478"/>
          <ac:spMkLst>
            <pc:docMk/>
            <pc:sldMk cId="504602813" sldId="282"/>
            <ac:spMk id="5" creationId="{81C392D9-9BAD-9BC3-656E-2BE66B3D418A}"/>
          </ac:spMkLst>
        </pc:spChg>
        <pc:spChg chg="add mod">
          <ac:chgData name="Stanley Rodrick" userId="8969fbcc-7c96-46fb-a663-9e2e5920ff04" providerId="ADAL" clId="{ADC330E7-7615-49B6-87A6-BAF89DD8F995}" dt="2022-07-31T07:42:43.580" v="363"/>
          <ac:spMkLst>
            <pc:docMk/>
            <pc:sldMk cId="504602813" sldId="282"/>
            <ac:spMk id="24" creationId="{ED0EF6E8-BECD-2BFF-7110-98944BA81AA7}"/>
          </ac:spMkLst>
        </pc:spChg>
        <pc:spChg chg="del">
          <ac:chgData name="Stanley Rodrick" userId="8969fbcc-7c96-46fb-a663-9e2e5920ff04" providerId="ADAL" clId="{ADC330E7-7615-49B6-87A6-BAF89DD8F995}" dt="2022-07-31T07:42:24.463" v="353" actId="478"/>
          <ac:spMkLst>
            <pc:docMk/>
            <pc:sldMk cId="504602813" sldId="282"/>
            <ac:spMk id="26" creationId="{26C8F8CD-7BA4-5FC9-5C34-BAFA23E49E2E}"/>
          </ac:spMkLst>
        </pc:spChg>
        <pc:spChg chg="add mod">
          <ac:chgData name="Stanley Rodrick" userId="8969fbcc-7c96-46fb-a663-9e2e5920ff04" providerId="ADAL" clId="{ADC330E7-7615-49B6-87A6-BAF89DD8F995}" dt="2022-07-31T07:43:49.547" v="383" actId="255"/>
          <ac:spMkLst>
            <pc:docMk/>
            <pc:sldMk cId="504602813" sldId="282"/>
            <ac:spMk id="27" creationId="{AFA0B641-22FB-1943-7EE3-31E0158F1A1C}"/>
          </ac:spMkLst>
        </pc:spChg>
      </pc:sldChg>
      <pc:sldChg chg="modSp add mod">
        <pc:chgData name="Stanley Rodrick" userId="8969fbcc-7c96-46fb-a663-9e2e5920ff04" providerId="ADAL" clId="{ADC330E7-7615-49B6-87A6-BAF89DD8F995}" dt="2022-07-31T07:45:10.215" v="403" actId="207"/>
        <pc:sldMkLst>
          <pc:docMk/>
          <pc:sldMk cId="1592769311" sldId="283"/>
        </pc:sldMkLst>
        <pc:spChg chg="mod">
          <ac:chgData name="Stanley Rodrick" userId="8969fbcc-7c96-46fb-a663-9e2e5920ff04" providerId="ADAL" clId="{ADC330E7-7615-49B6-87A6-BAF89DD8F995}" dt="2022-07-31T07:45:10.215" v="403" actId="207"/>
          <ac:spMkLst>
            <pc:docMk/>
            <pc:sldMk cId="1592769311" sldId="283"/>
            <ac:spMk id="27" creationId="{AFA0B641-22FB-1943-7EE3-31E0158F1A1C}"/>
          </ac:spMkLst>
        </pc:spChg>
      </pc:sldChg>
      <pc:sldChg chg="modSp add mod">
        <pc:chgData name="Stanley Rodrick" userId="8969fbcc-7c96-46fb-a663-9e2e5920ff04" providerId="ADAL" clId="{ADC330E7-7615-49B6-87A6-BAF89DD8F995}" dt="2022-07-31T07:46:46.201" v="413" actId="207"/>
        <pc:sldMkLst>
          <pc:docMk/>
          <pc:sldMk cId="1659735739" sldId="284"/>
        </pc:sldMkLst>
        <pc:spChg chg="mod">
          <ac:chgData name="Stanley Rodrick" userId="8969fbcc-7c96-46fb-a663-9e2e5920ff04" providerId="ADAL" clId="{ADC330E7-7615-49B6-87A6-BAF89DD8F995}" dt="2022-07-31T07:46:46.201" v="413" actId="207"/>
          <ac:spMkLst>
            <pc:docMk/>
            <pc:sldMk cId="1659735739" sldId="284"/>
            <ac:spMk id="27" creationId="{AFA0B641-22FB-1943-7EE3-31E0158F1A1C}"/>
          </ac:spMkLst>
        </pc:spChg>
      </pc:sldChg>
      <pc:sldChg chg="addSp delSp modSp add mod">
        <pc:chgData name="Stanley Rodrick" userId="8969fbcc-7c96-46fb-a663-9e2e5920ff04" providerId="ADAL" clId="{ADC330E7-7615-49B6-87A6-BAF89DD8F995}" dt="2022-07-31T07:48:47.396" v="427" actId="1076"/>
        <pc:sldMkLst>
          <pc:docMk/>
          <pc:sldMk cId="1896016855" sldId="285"/>
        </pc:sldMkLst>
        <pc:spChg chg="add del">
          <ac:chgData name="Stanley Rodrick" userId="8969fbcc-7c96-46fb-a663-9e2e5920ff04" providerId="ADAL" clId="{ADC330E7-7615-49B6-87A6-BAF89DD8F995}" dt="2022-07-31T07:47:26.604" v="417" actId="22"/>
          <ac:spMkLst>
            <pc:docMk/>
            <pc:sldMk cId="1896016855" sldId="285"/>
            <ac:spMk id="26" creationId="{8B1BF9E5-A21E-E533-0D6D-8A07AE2626A3}"/>
          </ac:spMkLst>
        </pc:spChg>
        <pc:spChg chg="del">
          <ac:chgData name="Stanley Rodrick" userId="8969fbcc-7c96-46fb-a663-9e2e5920ff04" providerId="ADAL" clId="{ADC330E7-7615-49B6-87A6-BAF89DD8F995}" dt="2022-07-31T07:47:22.896" v="415" actId="478"/>
          <ac:spMkLst>
            <pc:docMk/>
            <pc:sldMk cId="1896016855" sldId="285"/>
            <ac:spMk id="27" creationId="{AFA0B641-22FB-1943-7EE3-31E0158F1A1C}"/>
          </ac:spMkLst>
        </pc:spChg>
        <pc:picChg chg="add del mod">
          <ac:chgData name="Stanley Rodrick" userId="8969fbcc-7c96-46fb-a663-9e2e5920ff04" providerId="ADAL" clId="{ADC330E7-7615-49B6-87A6-BAF89DD8F995}" dt="2022-07-31T07:48:15.909" v="419" actId="931"/>
          <ac:picMkLst>
            <pc:docMk/>
            <pc:sldMk cId="1896016855" sldId="285"/>
            <ac:picMk id="6" creationId="{F032D495-843C-E6DF-1875-071F28911D8B}"/>
          </ac:picMkLst>
        </pc:picChg>
        <pc:picChg chg="add mod modCrop">
          <ac:chgData name="Stanley Rodrick" userId="8969fbcc-7c96-46fb-a663-9e2e5920ff04" providerId="ADAL" clId="{ADC330E7-7615-49B6-87A6-BAF89DD8F995}" dt="2022-07-31T07:48:47.396" v="427" actId="1076"/>
          <ac:picMkLst>
            <pc:docMk/>
            <pc:sldMk cId="1896016855" sldId="285"/>
            <ac:picMk id="9" creationId="{BC1A864E-F1A1-34E8-420B-CAA3AF9F3392}"/>
          </ac:picMkLst>
        </pc:picChg>
      </pc:sldChg>
      <pc:sldChg chg="addSp delSp modSp add mod">
        <pc:chgData name="Stanley Rodrick" userId="8969fbcc-7c96-46fb-a663-9e2e5920ff04" providerId="ADAL" clId="{ADC330E7-7615-49B6-87A6-BAF89DD8F995}" dt="2022-07-31T07:50:06.080" v="442" actId="255"/>
        <pc:sldMkLst>
          <pc:docMk/>
          <pc:sldMk cId="1805322939" sldId="286"/>
        </pc:sldMkLst>
        <pc:spChg chg="mod">
          <ac:chgData name="Stanley Rodrick" userId="8969fbcc-7c96-46fb-a663-9e2e5920ff04" providerId="ADAL" clId="{ADC330E7-7615-49B6-87A6-BAF89DD8F995}" dt="2022-07-31T07:49:49.810" v="433" actId="2711"/>
          <ac:spMkLst>
            <pc:docMk/>
            <pc:sldMk cId="1805322939" sldId="286"/>
            <ac:spMk id="24" creationId="{ED0EF6E8-BECD-2BFF-7110-98944BA81AA7}"/>
          </ac:spMkLst>
        </pc:spChg>
        <pc:spChg chg="add mod">
          <ac:chgData name="Stanley Rodrick" userId="8969fbcc-7c96-46fb-a663-9e2e5920ff04" providerId="ADAL" clId="{ADC330E7-7615-49B6-87A6-BAF89DD8F995}" dt="2022-07-31T07:50:06.080" v="442" actId="255"/>
          <ac:spMkLst>
            <pc:docMk/>
            <pc:sldMk cId="1805322939" sldId="286"/>
            <ac:spMk id="26" creationId="{62C1DC34-B7DC-F98A-7B2A-5A16F348045C}"/>
          </ac:spMkLst>
        </pc:spChg>
        <pc:picChg chg="del">
          <ac:chgData name="Stanley Rodrick" userId="8969fbcc-7c96-46fb-a663-9e2e5920ff04" providerId="ADAL" clId="{ADC330E7-7615-49B6-87A6-BAF89DD8F995}" dt="2022-07-31T07:49:40.776" v="429" actId="478"/>
          <ac:picMkLst>
            <pc:docMk/>
            <pc:sldMk cId="1805322939" sldId="286"/>
            <ac:picMk id="9" creationId="{BC1A864E-F1A1-34E8-420B-CAA3AF9F3392}"/>
          </ac:picMkLst>
        </pc:picChg>
      </pc:sldChg>
      <pc:sldChg chg="addSp delSp modSp add mod">
        <pc:chgData name="Stanley Rodrick" userId="8969fbcc-7c96-46fb-a663-9e2e5920ff04" providerId="ADAL" clId="{ADC330E7-7615-49B6-87A6-BAF89DD8F995}" dt="2022-07-31T07:56:36.591" v="465" actId="1076"/>
        <pc:sldMkLst>
          <pc:docMk/>
          <pc:sldMk cId="499070697" sldId="287"/>
        </pc:sldMkLst>
        <pc:picChg chg="del">
          <ac:chgData name="Stanley Rodrick" userId="8969fbcc-7c96-46fb-a663-9e2e5920ff04" providerId="ADAL" clId="{ADC330E7-7615-49B6-87A6-BAF89DD8F995}" dt="2022-07-31T07:56:05.121" v="457" actId="478"/>
          <ac:picMkLst>
            <pc:docMk/>
            <pc:sldMk cId="499070697" sldId="287"/>
            <ac:picMk id="5" creationId="{CCC93649-1A33-823B-E004-2BA838040ED5}"/>
          </ac:picMkLst>
        </pc:picChg>
        <pc:picChg chg="add mod modCrop">
          <ac:chgData name="Stanley Rodrick" userId="8969fbcc-7c96-46fb-a663-9e2e5920ff04" providerId="ADAL" clId="{ADC330E7-7615-49B6-87A6-BAF89DD8F995}" dt="2022-07-31T07:56:36.591" v="465" actId="1076"/>
          <ac:picMkLst>
            <pc:docMk/>
            <pc:sldMk cId="499070697" sldId="287"/>
            <ac:picMk id="6" creationId="{03D69FFA-361A-E6A9-7381-A3584C79A9DB}"/>
          </ac:picMkLst>
        </pc:picChg>
      </pc:sldChg>
    </pc:docChg>
  </pc:docChgLst>
  <pc:docChgLst>
    <pc:chgData name="Stanley Rodrick" userId="8969fbcc-7c96-46fb-a663-9e2e5920ff04" providerId="ADAL" clId="{84AE68B6-861F-4EDF-9E86-66F17CE7D12F}"/>
    <pc:docChg chg="modSld sldOrd">
      <pc:chgData name="Stanley Rodrick" userId="8969fbcc-7c96-46fb-a663-9e2e5920ff04" providerId="ADAL" clId="{84AE68B6-861F-4EDF-9E86-66F17CE7D12F}" dt="2022-08-03T03:44:20.653" v="26" actId="20577"/>
      <pc:docMkLst>
        <pc:docMk/>
      </pc:docMkLst>
      <pc:sldChg chg="modSp">
        <pc:chgData name="Stanley Rodrick" userId="8969fbcc-7c96-46fb-a663-9e2e5920ff04" providerId="ADAL" clId="{84AE68B6-861F-4EDF-9E86-66F17CE7D12F}" dt="2022-08-01T03:25:56.148" v="12" actId="20577"/>
        <pc:sldMkLst>
          <pc:docMk/>
          <pc:sldMk cId="3139635607" sldId="275"/>
        </pc:sldMkLst>
        <pc:spChg chg="mod">
          <ac:chgData name="Stanley Rodrick" userId="8969fbcc-7c96-46fb-a663-9e2e5920ff04" providerId="ADAL" clId="{84AE68B6-861F-4EDF-9E86-66F17CE7D12F}" dt="2022-08-01T03:25:56.148" v="12" actId="20577"/>
          <ac:spMkLst>
            <pc:docMk/>
            <pc:sldMk cId="3139635607" sldId="275"/>
            <ac:spMk id="26" creationId="{26C8F8CD-7BA4-5FC9-5C34-BAFA23E49E2E}"/>
          </ac:spMkLst>
        </pc:spChg>
      </pc:sldChg>
      <pc:sldChg chg="ord">
        <pc:chgData name="Stanley Rodrick" userId="8969fbcc-7c96-46fb-a663-9e2e5920ff04" providerId="ADAL" clId="{84AE68B6-861F-4EDF-9E86-66F17CE7D12F}" dt="2022-08-01T03:22:52.495" v="1"/>
        <pc:sldMkLst>
          <pc:docMk/>
          <pc:sldMk cId="3897723557" sldId="280"/>
        </pc:sldMkLst>
      </pc:sldChg>
      <pc:sldChg chg="modSp mod">
        <pc:chgData name="Stanley Rodrick" userId="8969fbcc-7c96-46fb-a663-9e2e5920ff04" providerId="ADAL" clId="{84AE68B6-861F-4EDF-9E86-66F17CE7D12F}" dt="2022-08-01T03:24:11.395" v="8" actId="255"/>
        <pc:sldMkLst>
          <pc:docMk/>
          <pc:sldMk cId="1805322939" sldId="286"/>
        </pc:sldMkLst>
        <pc:spChg chg="mod">
          <ac:chgData name="Stanley Rodrick" userId="8969fbcc-7c96-46fb-a663-9e2e5920ff04" providerId="ADAL" clId="{84AE68B6-861F-4EDF-9E86-66F17CE7D12F}" dt="2022-08-01T03:24:11.395" v="8" actId="255"/>
          <ac:spMkLst>
            <pc:docMk/>
            <pc:sldMk cId="1805322939" sldId="286"/>
            <ac:spMk id="26" creationId="{62C1DC34-B7DC-F98A-7B2A-5A16F348045C}"/>
          </ac:spMkLst>
        </pc:spChg>
      </pc:sldChg>
      <pc:sldChg chg="modSp mod">
        <pc:chgData name="Stanley Rodrick" userId="8969fbcc-7c96-46fb-a663-9e2e5920ff04" providerId="ADAL" clId="{84AE68B6-861F-4EDF-9E86-66F17CE7D12F}" dt="2022-08-03T03:44:20.653" v="26" actId="20577"/>
        <pc:sldMkLst>
          <pc:docMk/>
          <pc:sldMk cId="2533712584" sldId="309"/>
        </pc:sldMkLst>
        <pc:spChg chg="mod">
          <ac:chgData name="Stanley Rodrick" userId="8969fbcc-7c96-46fb-a663-9e2e5920ff04" providerId="ADAL" clId="{84AE68B6-861F-4EDF-9E86-66F17CE7D12F}" dt="2022-08-03T03:44:20.653" v="26" actId="20577"/>
          <ac:spMkLst>
            <pc:docMk/>
            <pc:sldMk cId="2533712584" sldId="309"/>
            <ac:spMk id="49" creationId="{C2BD4A45-1587-F196-8D93-819BEF248F51}"/>
          </ac:spMkLst>
        </pc:spChg>
      </pc:sldChg>
      <pc:sldChg chg="modSp mod">
        <pc:chgData name="Stanley Rodrick" userId="8969fbcc-7c96-46fb-a663-9e2e5920ff04" providerId="ADAL" clId="{84AE68B6-861F-4EDF-9E86-66F17CE7D12F}" dt="2022-08-03T03:44:09.301" v="16" actId="20577"/>
        <pc:sldMkLst>
          <pc:docMk/>
          <pc:sldMk cId="1329746299" sldId="310"/>
        </pc:sldMkLst>
        <pc:spChg chg="mod">
          <ac:chgData name="Stanley Rodrick" userId="8969fbcc-7c96-46fb-a663-9e2e5920ff04" providerId="ADAL" clId="{84AE68B6-861F-4EDF-9E86-66F17CE7D12F}" dt="2022-08-03T03:44:09.301" v="16" actId="20577"/>
          <ac:spMkLst>
            <pc:docMk/>
            <pc:sldMk cId="1329746299" sldId="310"/>
            <ac:spMk id="49" creationId="{C2BD4A45-1587-F196-8D93-819BEF248F51}"/>
          </ac:spMkLst>
        </pc:spChg>
      </pc:sldChg>
    </pc:docChg>
  </pc:docChgLst>
  <pc:docChgLst>
    <pc:chgData name="Hasibul Islam" userId="7a1954ca182d2d6d" providerId="LiveId" clId="{3851C739-E249-4AF3-8E3D-20E1976914A2}"/>
    <pc:docChg chg="undo custSel addSld modSld sldOrd">
      <pc:chgData name="Hasibul Islam" userId="7a1954ca182d2d6d" providerId="LiveId" clId="{3851C739-E249-4AF3-8E3D-20E1976914A2}" dt="2023-04-16T04:31:26.916" v="250" actId="20577"/>
      <pc:docMkLst>
        <pc:docMk/>
      </pc:docMkLst>
      <pc:sldChg chg="modSp mod">
        <pc:chgData name="Hasibul Islam" userId="7a1954ca182d2d6d" providerId="LiveId" clId="{3851C739-E249-4AF3-8E3D-20E1976914A2}" dt="2023-04-16T04:14:36.998" v="60" actId="1076"/>
        <pc:sldMkLst>
          <pc:docMk/>
          <pc:sldMk cId="1189224290" sldId="302"/>
        </pc:sldMkLst>
        <pc:spChg chg="mod">
          <ac:chgData name="Hasibul Islam" userId="7a1954ca182d2d6d" providerId="LiveId" clId="{3851C739-E249-4AF3-8E3D-20E1976914A2}" dt="2023-04-16T04:14:18.653" v="43" actId="20577"/>
          <ac:spMkLst>
            <pc:docMk/>
            <pc:sldMk cId="1189224290" sldId="302"/>
            <ac:spMk id="44" creationId="{37A805F9-E9CF-9811-9E0E-4E73B367A553}"/>
          </ac:spMkLst>
        </pc:spChg>
        <pc:spChg chg="mod">
          <ac:chgData name="Hasibul Islam" userId="7a1954ca182d2d6d" providerId="LiveId" clId="{3851C739-E249-4AF3-8E3D-20E1976914A2}" dt="2023-04-16T04:14:36.998" v="60" actId="1076"/>
          <ac:spMkLst>
            <pc:docMk/>
            <pc:sldMk cId="1189224290" sldId="302"/>
            <ac:spMk id="45" creationId="{ED122BD1-8D09-35E3-9C1F-965231AB0BA5}"/>
          </ac:spMkLst>
        </pc:spChg>
      </pc:sldChg>
      <pc:sldChg chg="modSp mod">
        <pc:chgData name="Hasibul Islam" userId="7a1954ca182d2d6d" providerId="LiveId" clId="{3851C739-E249-4AF3-8E3D-20E1976914A2}" dt="2023-04-16T04:18:34.037" v="67" actId="207"/>
        <pc:sldMkLst>
          <pc:docMk/>
          <pc:sldMk cId="2285829932" sldId="304"/>
        </pc:sldMkLst>
        <pc:spChg chg="mod">
          <ac:chgData name="Hasibul Islam" userId="7a1954ca182d2d6d" providerId="LiveId" clId="{3851C739-E249-4AF3-8E3D-20E1976914A2}" dt="2023-04-16T04:17:45.283" v="63" actId="207"/>
          <ac:spMkLst>
            <pc:docMk/>
            <pc:sldMk cId="2285829932" sldId="304"/>
            <ac:spMk id="26" creationId="{A925F98B-B8D6-38E4-3D38-64A6E511E46A}"/>
          </ac:spMkLst>
        </pc:spChg>
        <pc:spChg chg="mod">
          <ac:chgData name="Hasibul Islam" userId="7a1954ca182d2d6d" providerId="LiveId" clId="{3851C739-E249-4AF3-8E3D-20E1976914A2}" dt="2023-04-16T04:17:55.311" v="65" actId="207"/>
          <ac:spMkLst>
            <pc:docMk/>
            <pc:sldMk cId="2285829932" sldId="304"/>
            <ac:spMk id="107" creationId="{3D50180C-58E8-1A36-5F06-5F6DFCD647A7}"/>
          </ac:spMkLst>
        </pc:spChg>
        <pc:spChg chg="mod">
          <ac:chgData name="Hasibul Islam" userId="7a1954ca182d2d6d" providerId="LiveId" clId="{3851C739-E249-4AF3-8E3D-20E1976914A2}" dt="2023-04-16T04:17:51.943" v="64" actId="207"/>
          <ac:spMkLst>
            <pc:docMk/>
            <pc:sldMk cId="2285829932" sldId="304"/>
            <ac:spMk id="114" creationId="{C8C9BDF4-6A38-0175-CF85-A9CE2C02F90F}"/>
          </ac:spMkLst>
        </pc:spChg>
        <pc:spChg chg="mod">
          <ac:chgData name="Hasibul Islam" userId="7a1954ca182d2d6d" providerId="LiveId" clId="{3851C739-E249-4AF3-8E3D-20E1976914A2}" dt="2023-04-16T04:18:29.950" v="66" actId="207"/>
          <ac:spMkLst>
            <pc:docMk/>
            <pc:sldMk cId="2285829932" sldId="304"/>
            <ac:spMk id="123" creationId="{BA395080-3576-A00D-163B-E5D598FC60A7}"/>
          </ac:spMkLst>
        </pc:spChg>
        <pc:spChg chg="mod">
          <ac:chgData name="Hasibul Islam" userId="7a1954ca182d2d6d" providerId="LiveId" clId="{3851C739-E249-4AF3-8E3D-20E1976914A2}" dt="2023-04-16T04:18:34.037" v="67" actId="207"/>
          <ac:spMkLst>
            <pc:docMk/>
            <pc:sldMk cId="2285829932" sldId="304"/>
            <ac:spMk id="126" creationId="{A7AD6765-C701-14AB-A563-0A21D8738814}"/>
          </ac:spMkLst>
        </pc:spChg>
      </pc:sldChg>
      <pc:sldChg chg="modSp mod">
        <pc:chgData name="Hasibul Islam" userId="7a1954ca182d2d6d" providerId="LiveId" clId="{3851C739-E249-4AF3-8E3D-20E1976914A2}" dt="2023-04-16T04:29:15.601" v="239" actId="207"/>
        <pc:sldMkLst>
          <pc:docMk/>
          <pc:sldMk cId="2243754831" sldId="305"/>
        </pc:sldMkLst>
        <pc:spChg chg="mod">
          <ac:chgData name="Hasibul Islam" userId="7a1954ca182d2d6d" providerId="LiveId" clId="{3851C739-E249-4AF3-8E3D-20E1976914A2}" dt="2023-04-16T04:29:15.601" v="239" actId="207"/>
          <ac:spMkLst>
            <pc:docMk/>
            <pc:sldMk cId="2243754831" sldId="305"/>
            <ac:spMk id="44" creationId="{133A2C12-B797-EBC1-6A6D-58BE9394DD11}"/>
          </ac:spMkLst>
        </pc:spChg>
      </pc:sldChg>
      <pc:sldChg chg="modSp mod ord">
        <pc:chgData name="Hasibul Islam" userId="7a1954ca182d2d6d" providerId="LiveId" clId="{3851C739-E249-4AF3-8E3D-20E1976914A2}" dt="2023-04-16T04:20:18.721" v="149" actId="207"/>
        <pc:sldMkLst>
          <pc:docMk/>
          <pc:sldMk cId="2651998341" sldId="306"/>
        </pc:sldMkLst>
        <pc:spChg chg="mod">
          <ac:chgData name="Hasibul Islam" userId="7a1954ca182d2d6d" providerId="LiveId" clId="{3851C739-E249-4AF3-8E3D-20E1976914A2}" dt="2023-04-16T04:20:18.721" v="149" actId="207"/>
          <ac:spMkLst>
            <pc:docMk/>
            <pc:sldMk cId="2651998341" sldId="306"/>
            <ac:spMk id="38" creationId="{0C3F6562-1EC3-F6DA-009E-B6BE2311D916}"/>
          </ac:spMkLst>
        </pc:spChg>
      </pc:sldChg>
      <pc:sldChg chg="addSp delSp modSp add mod">
        <pc:chgData name="Hasibul Islam" userId="7a1954ca182d2d6d" providerId="LiveId" clId="{3851C739-E249-4AF3-8E3D-20E1976914A2}" dt="2023-04-16T04:31:26.916" v="250" actId="20577"/>
        <pc:sldMkLst>
          <pc:docMk/>
          <pc:sldMk cId="893680774" sldId="320"/>
        </pc:sldMkLst>
        <pc:spChg chg="mod">
          <ac:chgData name="Hasibul Islam" userId="7a1954ca182d2d6d" providerId="LiveId" clId="{3851C739-E249-4AF3-8E3D-20E1976914A2}" dt="2023-04-16T04:31:14.399" v="242" actId="20577"/>
          <ac:spMkLst>
            <pc:docMk/>
            <pc:sldMk cId="893680774" sldId="320"/>
            <ac:spMk id="33" creationId="{80E3ADB8-D254-94C7-3746-745EC21DE1E4}"/>
          </ac:spMkLst>
        </pc:spChg>
        <pc:spChg chg="add mod">
          <ac:chgData name="Hasibul Islam" userId="7a1954ca182d2d6d" providerId="LiveId" clId="{3851C739-E249-4AF3-8E3D-20E1976914A2}" dt="2023-04-16T04:22:14.429" v="187" actId="404"/>
          <ac:spMkLst>
            <pc:docMk/>
            <pc:sldMk cId="893680774" sldId="320"/>
            <ac:spMk id="36" creationId="{CAA46A54-0632-C588-2468-A4E97605BD30}"/>
          </ac:spMkLst>
        </pc:spChg>
        <pc:spChg chg="add mod">
          <ac:chgData name="Hasibul Islam" userId="7a1954ca182d2d6d" providerId="LiveId" clId="{3851C739-E249-4AF3-8E3D-20E1976914A2}" dt="2023-04-16T04:22:27.896" v="190" actId="1076"/>
          <ac:spMkLst>
            <pc:docMk/>
            <pc:sldMk cId="893680774" sldId="320"/>
            <ac:spMk id="38" creationId="{C22FEA19-98F8-F912-D2F7-2BF128FB8804}"/>
          </ac:spMkLst>
        </pc:spChg>
        <pc:spChg chg="add mod">
          <ac:chgData name="Hasibul Islam" userId="7a1954ca182d2d6d" providerId="LiveId" clId="{3851C739-E249-4AF3-8E3D-20E1976914A2}" dt="2023-04-16T04:23:22.308" v="198" actId="1076"/>
          <ac:spMkLst>
            <pc:docMk/>
            <pc:sldMk cId="893680774" sldId="320"/>
            <ac:spMk id="41" creationId="{92D3D590-61F7-1DD9-292F-B97B9F0A3BEF}"/>
          </ac:spMkLst>
        </pc:spChg>
        <pc:spChg chg="add mod">
          <ac:chgData name="Hasibul Islam" userId="7a1954ca182d2d6d" providerId="LiveId" clId="{3851C739-E249-4AF3-8E3D-20E1976914A2}" dt="2023-04-16T04:22:58.836" v="195" actId="1076"/>
          <ac:spMkLst>
            <pc:docMk/>
            <pc:sldMk cId="893680774" sldId="320"/>
            <ac:spMk id="42" creationId="{43D1C92D-932A-EC6B-A5D5-1C25AB854B8D}"/>
          </ac:spMkLst>
        </pc:spChg>
        <pc:spChg chg="add mod">
          <ac:chgData name="Hasibul Islam" userId="7a1954ca182d2d6d" providerId="LiveId" clId="{3851C739-E249-4AF3-8E3D-20E1976914A2}" dt="2023-04-16T04:23:06.944" v="197" actId="1076"/>
          <ac:spMkLst>
            <pc:docMk/>
            <pc:sldMk cId="893680774" sldId="320"/>
            <ac:spMk id="44" creationId="{E6F77C7D-1654-2D3F-5866-4D21899D0352}"/>
          </ac:spMkLst>
        </pc:spChg>
        <pc:spChg chg="add del mod">
          <ac:chgData name="Hasibul Islam" userId="7a1954ca182d2d6d" providerId="LiveId" clId="{3851C739-E249-4AF3-8E3D-20E1976914A2}" dt="2023-04-16T04:23:38.938" v="200"/>
          <ac:spMkLst>
            <pc:docMk/>
            <pc:sldMk cId="893680774" sldId="320"/>
            <ac:spMk id="45" creationId="{8162D340-941B-56D9-BEC8-F404C9301035}"/>
          </ac:spMkLst>
        </pc:spChg>
        <pc:spChg chg="add mod">
          <ac:chgData name="Hasibul Islam" userId="7a1954ca182d2d6d" providerId="LiveId" clId="{3851C739-E249-4AF3-8E3D-20E1976914A2}" dt="2023-04-16T04:23:53.048" v="204" actId="20577"/>
          <ac:spMkLst>
            <pc:docMk/>
            <pc:sldMk cId="893680774" sldId="320"/>
            <ac:spMk id="46" creationId="{2722C20D-38EE-7A27-4F6C-8EDCF85B148E}"/>
          </ac:spMkLst>
        </pc:spChg>
        <pc:spChg chg="add mod">
          <ac:chgData name="Hasibul Islam" userId="7a1954ca182d2d6d" providerId="LiveId" clId="{3851C739-E249-4AF3-8E3D-20E1976914A2}" dt="2023-04-16T04:24:20.908" v="208" actId="20577"/>
          <ac:spMkLst>
            <pc:docMk/>
            <pc:sldMk cId="893680774" sldId="320"/>
            <ac:spMk id="47" creationId="{D885739A-F502-71F2-70FE-3CB5C987061B}"/>
          </ac:spMkLst>
        </pc:spChg>
        <pc:spChg chg="add mod">
          <ac:chgData name="Hasibul Islam" userId="7a1954ca182d2d6d" providerId="LiveId" clId="{3851C739-E249-4AF3-8E3D-20E1976914A2}" dt="2023-04-16T04:24:36.128" v="214" actId="20577"/>
          <ac:spMkLst>
            <pc:docMk/>
            <pc:sldMk cId="893680774" sldId="320"/>
            <ac:spMk id="48" creationId="{A7542A23-19F1-2699-0159-82D719D21C79}"/>
          </ac:spMkLst>
        </pc:spChg>
        <pc:spChg chg="add mod">
          <ac:chgData name="Hasibul Islam" userId="7a1954ca182d2d6d" providerId="LiveId" clId="{3851C739-E249-4AF3-8E3D-20E1976914A2}" dt="2023-04-16T04:25:24.011" v="219" actId="20577"/>
          <ac:spMkLst>
            <pc:docMk/>
            <pc:sldMk cId="893680774" sldId="320"/>
            <ac:spMk id="49" creationId="{4424F165-9987-81CC-C5DB-514DD56B7D94}"/>
          </ac:spMkLst>
        </pc:spChg>
        <pc:spChg chg="add mod">
          <ac:chgData name="Hasibul Islam" userId="7a1954ca182d2d6d" providerId="LiveId" clId="{3851C739-E249-4AF3-8E3D-20E1976914A2}" dt="2023-04-16T04:25:40.100" v="221" actId="1076"/>
          <ac:spMkLst>
            <pc:docMk/>
            <pc:sldMk cId="893680774" sldId="320"/>
            <ac:spMk id="50" creationId="{CABE6CE9-2B58-8E05-1750-E75BB2405339}"/>
          </ac:spMkLst>
        </pc:spChg>
        <pc:spChg chg="add mod">
          <ac:chgData name="Hasibul Islam" userId="7a1954ca182d2d6d" providerId="LiveId" clId="{3851C739-E249-4AF3-8E3D-20E1976914A2}" dt="2023-04-16T04:26:40.475" v="231" actId="20577"/>
          <ac:spMkLst>
            <pc:docMk/>
            <pc:sldMk cId="893680774" sldId="320"/>
            <ac:spMk id="51" creationId="{2FEC6AB4-F6BC-8721-13E7-6968C2352B6A}"/>
          </ac:spMkLst>
        </pc:spChg>
        <pc:spChg chg="add del mod">
          <ac:chgData name="Hasibul Islam" userId="7a1954ca182d2d6d" providerId="LiveId" clId="{3851C739-E249-4AF3-8E3D-20E1976914A2}" dt="2023-04-16T04:26:55.082" v="235"/>
          <ac:spMkLst>
            <pc:docMk/>
            <pc:sldMk cId="893680774" sldId="320"/>
            <ac:spMk id="53" creationId="{3F71DFC8-A22F-9584-42E0-B5F9F4925142}"/>
          </ac:spMkLst>
        </pc:spChg>
        <pc:spChg chg="mod">
          <ac:chgData name="Hasibul Islam" userId="7a1954ca182d2d6d" providerId="LiveId" clId="{3851C739-E249-4AF3-8E3D-20E1976914A2}" dt="2023-04-16T04:29:36.340" v="240" actId="1076"/>
          <ac:spMkLst>
            <pc:docMk/>
            <pc:sldMk cId="893680774" sldId="320"/>
            <ac:spMk id="127" creationId="{D1F3B68B-77DF-14E3-C6DC-4FFECF30DA81}"/>
          </ac:spMkLst>
        </pc:spChg>
        <pc:spChg chg="mod">
          <ac:chgData name="Hasibul Islam" userId="7a1954ca182d2d6d" providerId="LiveId" clId="{3851C739-E249-4AF3-8E3D-20E1976914A2}" dt="2023-04-16T04:31:19.120" v="246" actId="20577"/>
          <ac:spMkLst>
            <pc:docMk/>
            <pc:sldMk cId="893680774" sldId="320"/>
            <ac:spMk id="138" creationId="{02C8D1F1-1999-D895-BF7D-13A475492788}"/>
          </ac:spMkLst>
        </pc:spChg>
        <pc:spChg chg="mod">
          <ac:chgData name="Hasibul Islam" userId="7a1954ca182d2d6d" providerId="LiveId" clId="{3851C739-E249-4AF3-8E3D-20E1976914A2}" dt="2023-04-16T04:31:24.330" v="248" actId="20577"/>
          <ac:spMkLst>
            <pc:docMk/>
            <pc:sldMk cId="893680774" sldId="320"/>
            <ac:spMk id="139" creationId="{715E49CB-242D-DE2D-8130-23AD96F7C0E4}"/>
          </ac:spMkLst>
        </pc:spChg>
        <pc:spChg chg="mod">
          <ac:chgData name="Hasibul Islam" userId="7a1954ca182d2d6d" providerId="LiveId" clId="{3851C739-E249-4AF3-8E3D-20E1976914A2}" dt="2023-04-16T04:31:26.916" v="250" actId="20577"/>
          <ac:spMkLst>
            <pc:docMk/>
            <pc:sldMk cId="893680774" sldId="320"/>
            <ac:spMk id="140" creationId="{84535470-6FE7-497E-820B-F6BA7F2CD23D}"/>
          </ac:spMkLst>
        </pc:spChg>
        <pc:spChg chg="del mod">
          <ac:chgData name="Hasibul Islam" userId="7a1954ca182d2d6d" providerId="LiveId" clId="{3851C739-E249-4AF3-8E3D-20E1976914A2}" dt="2023-04-16T04:21:28.502" v="162"/>
          <ac:spMkLst>
            <pc:docMk/>
            <pc:sldMk cId="893680774" sldId="320"/>
            <ac:spMk id="141" creationId="{8DC09326-2DC0-BBFE-F2D5-C67992C563D6}"/>
          </ac:spMkLst>
        </pc:spChg>
        <pc:spChg chg="del mod">
          <ac:chgData name="Hasibul Islam" userId="7a1954ca182d2d6d" providerId="LiveId" clId="{3851C739-E249-4AF3-8E3D-20E1976914A2}" dt="2023-04-16T04:21:28.501" v="160"/>
          <ac:spMkLst>
            <pc:docMk/>
            <pc:sldMk cId="893680774" sldId="320"/>
            <ac:spMk id="142" creationId="{488888F7-3104-6E98-9D45-912840DB30E4}"/>
          </ac:spMkLst>
        </pc:spChg>
        <pc:spChg chg="del mod">
          <ac:chgData name="Hasibul Islam" userId="7a1954ca182d2d6d" providerId="LiveId" clId="{3851C739-E249-4AF3-8E3D-20E1976914A2}" dt="2023-04-16T04:21:28.507" v="170"/>
          <ac:spMkLst>
            <pc:docMk/>
            <pc:sldMk cId="893680774" sldId="320"/>
            <ac:spMk id="143" creationId="{D3DB9D22-BF0D-16D5-BDE1-1F0E1D20AC69}"/>
          </ac:spMkLst>
        </pc:spChg>
        <pc:spChg chg="del mod">
          <ac:chgData name="Hasibul Islam" userId="7a1954ca182d2d6d" providerId="LiveId" clId="{3851C739-E249-4AF3-8E3D-20E1976914A2}" dt="2023-04-16T04:21:28.506" v="168"/>
          <ac:spMkLst>
            <pc:docMk/>
            <pc:sldMk cId="893680774" sldId="320"/>
            <ac:spMk id="144" creationId="{F0E45DA5-CBCC-C298-170F-76C0E533216C}"/>
          </ac:spMkLst>
        </pc:spChg>
        <pc:spChg chg="del mod">
          <ac:chgData name="Hasibul Islam" userId="7a1954ca182d2d6d" providerId="LiveId" clId="{3851C739-E249-4AF3-8E3D-20E1976914A2}" dt="2023-04-16T04:21:48.803" v="184"/>
          <ac:spMkLst>
            <pc:docMk/>
            <pc:sldMk cId="893680774" sldId="320"/>
            <ac:spMk id="145" creationId="{7C725604-5443-39E6-C3C4-05665C195A90}"/>
          </ac:spMkLst>
        </pc:spChg>
        <pc:spChg chg="del mod">
          <ac:chgData name="Hasibul Islam" userId="7a1954ca182d2d6d" providerId="LiveId" clId="{3851C739-E249-4AF3-8E3D-20E1976914A2}" dt="2023-04-16T04:21:28.510" v="172"/>
          <ac:spMkLst>
            <pc:docMk/>
            <pc:sldMk cId="893680774" sldId="320"/>
            <ac:spMk id="147" creationId="{0E6BE3FA-90C3-FE9F-7005-0AA2FD5FEFDA}"/>
          </ac:spMkLst>
        </pc:spChg>
        <pc:spChg chg="del mod">
          <ac:chgData name="Hasibul Islam" userId="7a1954ca182d2d6d" providerId="LiveId" clId="{3851C739-E249-4AF3-8E3D-20E1976914A2}" dt="2023-04-16T04:21:28.513" v="174"/>
          <ac:spMkLst>
            <pc:docMk/>
            <pc:sldMk cId="893680774" sldId="320"/>
            <ac:spMk id="148" creationId="{27D60070-5B98-80D9-3398-DA55D3E60D61}"/>
          </ac:spMkLst>
        </pc:spChg>
        <pc:spChg chg="del mod">
          <ac:chgData name="Hasibul Islam" userId="7a1954ca182d2d6d" providerId="LiveId" clId="{3851C739-E249-4AF3-8E3D-20E1976914A2}" dt="2023-04-16T04:21:28.503" v="164"/>
          <ac:spMkLst>
            <pc:docMk/>
            <pc:sldMk cId="893680774" sldId="320"/>
            <ac:spMk id="151" creationId="{6597A2AE-5688-B894-ACCE-1576CCB94BEB}"/>
          </ac:spMkLst>
        </pc:spChg>
        <pc:spChg chg="del mod">
          <ac:chgData name="Hasibul Islam" userId="7a1954ca182d2d6d" providerId="LiveId" clId="{3851C739-E249-4AF3-8E3D-20E1976914A2}" dt="2023-04-16T04:21:28.504" v="166"/>
          <ac:spMkLst>
            <pc:docMk/>
            <pc:sldMk cId="893680774" sldId="320"/>
            <ac:spMk id="152" creationId="{330AAF91-4B18-E5E0-B885-D8C7595B2B22}"/>
          </ac:spMkLst>
        </pc:spChg>
        <pc:spChg chg="del mod">
          <ac:chgData name="Hasibul Islam" userId="7a1954ca182d2d6d" providerId="LiveId" clId="{3851C739-E249-4AF3-8E3D-20E1976914A2}" dt="2023-04-16T04:21:48.800" v="180"/>
          <ac:spMkLst>
            <pc:docMk/>
            <pc:sldMk cId="893680774" sldId="320"/>
            <ac:spMk id="155" creationId="{2BD5A852-A87C-76E4-0B60-2DFDCCF19D04}"/>
          </ac:spMkLst>
        </pc:spChg>
        <pc:spChg chg="mod">
          <ac:chgData name="Hasibul Islam" userId="7a1954ca182d2d6d" providerId="LiveId" clId="{3851C739-E249-4AF3-8E3D-20E1976914A2}" dt="2023-04-16T04:27:17.688" v="237" actId="207"/>
          <ac:spMkLst>
            <pc:docMk/>
            <pc:sldMk cId="893680774" sldId="320"/>
            <ac:spMk id="156" creationId="{0B0752AA-E820-1B0E-D3F0-A3415CC97BC4}"/>
          </ac:spMkLst>
        </pc:spChg>
        <pc:spChg chg="del mod">
          <ac:chgData name="Hasibul Islam" userId="7a1954ca182d2d6d" providerId="LiveId" clId="{3851C739-E249-4AF3-8E3D-20E1976914A2}" dt="2023-04-16T04:21:48.801" v="182"/>
          <ac:spMkLst>
            <pc:docMk/>
            <pc:sldMk cId="893680774" sldId="320"/>
            <ac:spMk id="157" creationId="{FC866BE3-C3D8-A450-82CB-A92A7B070A2B}"/>
          </ac:spMkLst>
        </pc:spChg>
        <pc:spChg chg="mod">
          <ac:chgData name="Hasibul Islam" userId="7a1954ca182d2d6d" providerId="LiveId" clId="{3851C739-E249-4AF3-8E3D-20E1976914A2}" dt="2023-04-16T04:27:21.681" v="238" actId="207"/>
          <ac:spMkLst>
            <pc:docMk/>
            <pc:sldMk cId="893680774" sldId="320"/>
            <ac:spMk id="158" creationId="{07913AAF-F45E-5538-651C-4CBF4E39B77F}"/>
          </ac:spMkLst>
        </pc:spChg>
        <pc:spChg chg="mod">
          <ac:chgData name="Hasibul Islam" userId="7a1954ca182d2d6d" providerId="LiveId" clId="{3851C739-E249-4AF3-8E3D-20E1976914A2}" dt="2023-04-16T04:27:12.193" v="236" actId="207"/>
          <ac:spMkLst>
            <pc:docMk/>
            <pc:sldMk cId="893680774" sldId="320"/>
            <ac:spMk id="159" creationId="{A14A2861-A842-CBE8-4726-0290DEAC0EAF}"/>
          </ac:spMkLst>
        </pc:spChg>
      </pc:sldChg>
    </pc:docChg>
  </pc:docChgLst>
  <pc:docChgLst>
    <pc:chgData name="Stanley Rodrick" userId="8969fbcc-7c96-46fb-a663-9e2e5920ff04" providerId="ADAL" clId="{947934C8-EA74-4738-A247-874A709871CA}"/>
    <pc:docChg chg="delSld modSld sldOrd">
      <pc:chgData name="Stanley Rodrick" userId="8969fbcc-7c96-46fb-a663-9e2e5920ff04" providerId="ADAL" clId="{947934C8-EA74-4738-A247-874A709871CA}" dt="2022-07-31T08:07:37.646" v="5"/>
      <pc:docMkLst>
        <pc:docMk/>
      </pc:docMkLst>
      <pc:sldChg chg="ord">
        <pc:chgData name="Stanley Rodrick" userId="8969fbcc-7c96-46fb-a663-9e2e5920ff04" providerId="ADAL" clId="{947934C8-EA74-4738-A247-874A709871CA}" dt="2022-07-31T08:07:24.774" v="3"/>
        <pc:sldMkLst>
          <pc:docMk/>
          <pc:sldMk cId="727395026" sldId="273"/>
        </pc:sldMkLst>
      </pc:sldChg>
      <pc:sldChg chg="ord">
        <pc:chgData name="Stanley Rodrick" userId="8969fbcc-7c96-46fb-a663-9e2e5920ff04" providerId="ADAL" clId="{947934C8-EA74-4738-A247-874A709871CA}" dt="2022-07-31T08:07:24.774" v="3"/>
        <pc:sldMkLst>
          <pc:docMk/>
          <pc:sldMk cId="2591324623" sldId="274"/>
        </pc:sldMkLst>
      </pc:sldChg>
      <pc:sldChg chg="modSp">
        <pc:chgData name="Stanley Rodrick" userId="8969fbcc-7c96-46fb-a663-9e2e5920ff04" providerId="ADAL" clId="{947934C8-EA74-4738-A247-874A709871CA}" dt="2022-07-31T08:06:35.408" v="0" actId="1076"/>
        <pc:sldMkLst>
          <pc:docMk/>
          <pc:sldMk cId="3897723557" sldId="280"/>
        </pc:sldMkLst>
        <pc:picChg chg="mod">
          <ac:chgData name="Stanley Rodrick" userId="8969fbcc-7c96-46fb-a663-9e2e5920ff04" providerId="ADAL" clId="{947934C8-EA74-4738-A247-874A709871CA}" dt="2022-07-31T08:06:35.408" v="0" actId="1076"/>
          <ac:picMkLst>
            <pc:docMk/>
            <pc:sldMk cId="3897723557" sldId="280"/>
            <ac:picMk id="24" creationId="{7D19B7F2-62C4-C8C0-057E-856ED2A4F311}"/>
          </ac:picMkLst>
        </pc:picChg>
      </pc:sldChg>
      <pc:sldChg chg="del">
        <pc:chgData name="Stanley Rodrick" userId="8969fbcc-7c96-46fb-a663-9e2e5920ff04" providerId="ADAL" clId="{947934C8-EA74-4738-A247-874A709871CA}" dt="2022-07-31T08:07:05.276" v="1" actId="47"/>
        <pc:sldMkLst>
          <pc:docMk/>
          <pc:sldMk cId="1592769311" sldId="283"/>
        </pc:sldMkLst>
      </pc:sldChg>
      <pc:sldChg chg="ord">
        <pc:chgData name="Stanley Rodrick" userId="8969fbcc-7c96-46fb-a663-9e2e5920ff04" providerId="ADAL" clId="{947934C8-EA74-4738-A247-874A709871CA}" dt="2022-07-31T08:07:37.646" v="5"/>
        <pc:sldMkLst>
          <pc:docMk/>
          <pc:sldMk cId="1805322939" sldId="286"/>
        </pc:sldMkLst>
      </pc:sldChg>
    </pc:docChg>
  </pc:docChgLst>
</pc:chgInfo>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4-22T06:52:22.007"/>
    </inkml:context>
    <inkml:brush xml:id="br0">
      <inkml:brushProperty name="width" value="0.025" units="cm"/>
      <inkml:brushProperty name="height" value="0.025" units="cm"/>
      <inkml:brushProperty name="color" value="#E71224"/>
    </inkml:brush>
  </inkml:definitions>
  <inkml:trace contextRef="#ctx0" brushRef="#br0">0 0 24575,'0'546'-1365,"0"-521"-5461</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4-22T06:52:27.585"/>
    </inkml:context>
    <inkml:brush xml:id="br0">
      <inkml:brushProperty name="width" value="0.025" units="cm"/>
      <inkml:brushProperty name="height" value="0.025" units="cm"/>
      <inkml:brushProperty name="color" value="#E71224"/>
    </inkml:brush>
  </inkml:definitions>
  <inkml:trace contextRef="#ctx0" brushRef="#br0">19 0 24575,'0'758'0,"-1"-747"-227,1 1-1,-1-1 1,-1 0-1,0 0 1,-4 11-1,-1-3-6598</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4-22T06:52:29.240"/>
    </inkml:context>
    <inkml:brush xml:id="br0">
      <inkml:brushProperty name="width" value="0.025" units="cm"/>
      <inkml:brushProperty name="height" value="0.025" units="cm"/>
      <inkml:brushProperty name="color" value="#E71224"/>
    </inkml:brush>
  </inkml:definitions>
  <inkml:trace contextRef="#ctx0" brushRef="#br0">70 0 24575,'0'5'0,"0"7"0,-5 7 0,-7 5 0,-7-2 0,1 1 0,3-3-8191</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4-22T06:52:32.015"/>
    </inkml:context>
    <inkml:brush xml:id="br0">
      <inkml:brushProperty name="width" value="0.025" units="cm"/>
      <inkml:brushProperty name="height" value="0.025" units="cm"/>
      <inkml:brushProperty name="color" value="#E71224"/>
    </inkml:brush>
  </inkml:definitions>
  <inkml:trace contextRef="#ctx0" brushRef="#br0">62 1 24575,'0'5'0,"0"7"0,0 7 0,0 5 0,-5 3 0,-2 3 0,0 1 0,2 0 0,2 6 0,0 1 0,-3 5 0,-1 0 0,0-2 0,2-3 0,2-3 0,1-2 0,1-2 0,0-6-8191</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4-22T06:52:34.331"/>
    </inkml:context>
    <inkml:brush xml:id="br0">
      <inkml:brushProperty name="width" value="0.025" units="cm"/>
      <inkml:brushProperty name="height" value="0.025" units="cm"/>
      <inkml:brushProperty name="color" value="#E71224"/>
    </inkml:brush>
  </inkml:definitions>
  <inkml:trace contextRef="#ctx0" brushRef="#br0">274 1 24575,'5'-1'0,"-1"1"0,1 1 0,0-1 0,-1 0 0,1 1 0,-1 0 0,1 0 0,-1 0 0,1 1 0,5 2 0,-8-2 0,-1-1 0,1 1 0,0-1 0,-1 1 0,0 0 0,1-1 0,-1 1 0,0 0 0,0 0 0,0 0 0,0 0 0,0 0 0,0 0 0,-1 0 0,1 1 0,0-1 0,-1 0 0,0 0 0,0 0 0,0 1 0,0-1 0,0 0 0,0 3 0,-1 5 0,-1-1 0,0 0 0,0 0 0,0 0 0,-1 0 0,-1 0 0,-7 15 0,-40 59 0,28-48 0,-15 27 0,19-27 0,-3-1 0,0 0 0,-2-2 0,-39 40 0,44-56 0,13-11 0,-1 1 0,1 0 0,0 0 0,-8 12 0,13-18 0,1 0 0,0 1 0,0-1 0,0 0 0,-1 1 0,1-1 0,0 0 0,0 0 0,0 1 0,0-1 0,0 0 0,0 1 0,0-1 0,0 0 0,0 1 0,0-1 0,0 0 0,0 1 0,0-1 0,0 0 0,0 1 0,0-1 0,0 0 0,0 1 0,0-1 0,0 0 0,0 1 0,1-1 0,-1 0 0,0 1 0,0-1 0,0 0 0,1 1 0,13 4 0,21-3 0,-32-2 0,22-2 0,0 0 0,43-11 0,-38 6 0,42-3 0,103 8-17,-108 3-1331,-42-1-5478</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4-22T06:52:36.357"/>
    </inkml:context>
    <inkml:brush xml:id="br0">
      <inkml:brushProperty name="width" value="0.025" units="cm"/>
      <inkml:brushProperty name="height" value="0.025" units="cm"/>
      <inkml:brushProperty name="color" value="#E71224"/>
    </inkml:brush>
  </inkml:definitions>
  <inkml:trace contextRef="#ctx0" brushRef="#br0">33 0 24575,'-1'1'0,"0"-1"0,0 0 0,0 0 0,0 1 0,0-1 0,0 1 0,0-1 0,0 1 0,0 0 0,0-1 0,0 1 0,0 0 0,1-1 0,-1 1 0,0 0 0,0 0 0,1 0 0,-1 0 0,1 0 0,-1 0 0,1 0 0,-1 0 0,1 0 0,-1 0 0,1 0 0,0 0 0,0 1 0,-7 33 0,7-32 0,-6 77 0,7 101 0,1-73 0,-2 196-1365,0-279-5461</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4-22T06:52:39.197"/>
    </inkml:context>
    <inkml:brush xml:id="br0">
      <inkml:brushProperty name="width" value="0.025" units="cm"/>
      <inkml:brushProperty name="height" value="0.025" units="cm"/>
      <inkml:brushProperty name="color" value="#E71224"/>
    </inkml:brush>
  </inkml:definitions>
  <inkml:trace contextRef="#ctx0" brushRef="#br0">133 86 24575,'0'-2'0,"1"1"0,-1 0 0,1-1 0,-1 1 0,1 0 0,0-1 0,0 1 0,0 0 0,0 0 0,0 0 0,0 0 0,0 0 0,0 0 0,0 0 0,0 0 0,1 0 0,-1 0 0,0 1 0,3-2 0,30-13 0,-30 13 0,129-40 0,-130 41 0,0 1 0,1-1 0,-1 0 0,1 1 0,-1 0 0,1 0 0,-1 0 0,0 0 0,1 0 0,-1 1 0,1 0 0,-1-1 0,6 3 0,-7-2 0,0 0 0,-1 1 0,1-1 0,-1 0 0,0 0 0,1 1 0,-1-1 0,0 1 0,0-1 0,1 1 0,-1-1 0,0 1 0,-1 0 0,1-1 0,0 1 0,0 0 0,-1 0 0,1 0 0,-1 0 0,0 0 0,1-1 0,-1 1 0,0 0 0,0 0 0,0 0 0,-1 3 0,0 4 0,0 1 0,-1-1 0,-1 1 0,1-1 0,-1 0 0,-1 0 0,0 0 0,0 0 0,-1-1 0,-7 12 0,-9 6 0,-38 42 0,20-27 0,-34 46 0,-84 89 0,156-176 0,1 1 0,-1-1 0,0 1 0,1-1 0,-1 0 0,1 1 0,-1-1 0,1 1 0,-1-1 0,1 1 0,-1 0 0,1-1 0,-1 1 0,1-1 0,0 1 0,-1 0 0,1-1 0,0 1 0,0 0 0,0 0 0,-1-1 0,1 1 0,0 0 0,0 1 0,17-6 0,28-17 0,-1-6 0,1 2 0,1 3 0,85-29 0,-125 49 0,-1 1 0,1-1 0,0 1 0,0 1 0,-1-1 0,1 1 0,0 0 0,0 0 0,10 2 0,-15-1 0,1 0 0,0-1 0,-1 1 0,1 0 0,-1-1 0,1 1 0,-1 0 0,1 0 0,-1 1 0,0-1 0,1 0 0,-1 0 0,0 0 0,0 1 0,0-1 0,0 1 0,0-1 0,0 1 0,0-1 0,-1 1 0,1 0 0,-1-1 0,1 1 0,-1 0 0,1-1 0,-1 1 0,0 0 0,0-1 0,0 1 0,0 0 0,0 0 0,0-1 0,0 1 0,-1 0 0,1 0 0,-1 1 0,-2 6 0,1 0 0,-1 0 0,-1 0 0,1-1 0,-1 1 0,-1-1 0,0 0 0,0 0 0,0-1 0,-13 13 0,-7 6 0,-44 33 0,13-12 0,0-5 91,44-35-382,0 1 0,1 0-1,0 1 1,-10 10 0,10-5-6535</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4-22T06:52:50.365"/>
    </inkml:context>
    <inkml:brush xml:id="br0">
      <inkml:brushProperty name="width" value="0.025" units="cm"/>
      <inkml:brushProperty name="height" value="0.025" units="cm"/>
      <inkml:brushProperty name="color" value="#E71224"/>
    </inkml:brush>
  </inkml:definitions>
  <inkml:trace contextRef="#ctx0" brushRef="#br0">123 44 24575,'4'2'0,"1"0"0,0 0 0,-1 0 0,0 1 0,1-1 0,-1 1 0,0 0 0,0 1 0,-1-1 0,1 1 0,-1-1 0,1 1 0,-1 0 0,0 0 0,-1 1 0,5 8 0,-6-11 0,0 0 0,0 1 0,-1-1 0,1 0 0,-1 1 0,0-1 0,1 1 0,-1-1 0,0 1 0,0-1 0,-1 0 0,1 1 0,-1-1 0,1 1 0,-1-1 0,1 0 0,-1 0 0,0 1 0,0-1 0,0 0 0,-1 0 0,1 0 0,0 0 0,-1 0 0,1 0 0,-1 0 0,0-1 0,0 1 0,0 0 0,1-1 0,-1 0 0,-1 1 0,1-1 0,0 0 0,0 0 0,-4 1 0,4-1 0,0 1 0,-1-1 0,0 0 0,1 0 0,-1-1 0,0 1 0,1 0 0,-1-1 0,0 0 0,0 1 0,0-1 0,1 0 0,-1-1 0,0 1 0,0 0 0,1-1 0,-1 0 0,0 1 0,1-1 0,-1 0 0,0 0 0,1-1 0,-1 1 0,1 0 0,0-1 0,0 0 0,-4-2 0,4 1 0,0 1 0,0-1 0,0 0 0,1 0 0,-1 0 0,1 1 0,0-1 0,0-1 0,0 1 0,0 0 0,0 0 0,1 0 0,-1 0 0,1-1 0,0 1 0,0 0 0,0 0 0,1 0 0,-1-1 0,1 1 0,-1 0 0,1 0 0,0 0 0,2-4 0,-1 4 0,-1-1 0,1 1 0,0-1 0,1 1 0,-1 0 0,1 0 0,-1 0 0,1 0 0,0 0 0,0 0 0,0 1 0,1-1 0,6-2 0,3-2 0,2 0 0,18-5 0,-2 1 0,-27 9 0,0 0 0,0 1 0,1-1 0,-1 1 0,0 0 0,1 1 0,-1-1 0,0 1 0,1-1 0,-1 2 0,9 0 0,-11-1 0,0 1 0,0 0 0,0 0 0,0 0 0,0 0 0,0 0 0,0 0 0,0 1 0,0-1 0,-1 1 0,1-1 0,0 1 0,-1 0 0,1-1 0,-1 1 0,0 0 0,0 0 0,0 0 0,0 0 0,0 0 0,0 0 0,0 0 0,-1 1 0,1-1 0,0 3 0,2 19 0,0 1 0,-1 0 0,-1 0 0,-2 1 0,-1-1 0,0 0 0,-2-1 0,-14 49 0,15-63 0,0-1 0,0-1 0,-1 1 0,-1 0 0,1-1 0,-2 0 0,1 0 0,-1-1 0,0 1 0,0-1 0,-1 0 0,0-1 0,-13 10 0,5-7 0,0 0 0,0-1 0,-1-1 0,0 0 0,0-1 0,-27 6 0,38-11 0,-2 1 0,0-1 0,1 1 0,-1 0 0,0 1 0,1 0 0,-11 6 0,17-5 0,8 0 0,11-2 0,138-3 0,24 2 0,-165 2 0,0 0 0,0 1 0,0 1 0,-1 1 0,0 0 0,0 1 0,14 9 0,49 20 0,-36-19-1365,-24-9-5461</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4-22T06:53:09.073"/>
    </inkml:context>
    <inkml:brush xml:id="br0">
      <inkml:brushProperty name="width" value="0.025" units="cm"/>
      <inkml:brushProperty name="height" value="0.025" units="cm"/>
      <inkml:brushProperty name="color" value="#E71224"/>
    </inkml:brush>
  </inkml:definitions>
  <inkml:trace contextRef="#ctx0" brushRef="#br0">520 1 24575,'-429'0'0,"424"-1"0,0 1 0,0 1 0,-1-1 0,1 1 0,0 0 0,0 0 0,0 0 0,0 1 0,-6 2 0,8-2 0,1-1 0,0 1 0,0 0 0,0-1 0,0 1 0,0 0 0,0 0 0,1 0 0,-1 1 0,1-1 0,-1 0 0,1 1 0,0-1 0,0 1 0,0-1 0,0 1 0,0-1 0,1 1 0,-1-1 0,1 4 0,-2 22 0,1 0 0,1 0 0,2 1 0,1-2 0,10 46 0,5 48 0,-18-120 0,-1 0 0,1 0 0,0 0 0,0 0 0,0 0 0,0 1 0,0-1 0,0 0 0,1 0 0,-1 0 0,0 0 0,1 0 0,-1 0 0,0 0 0,1 0 0,-1 0 0,1 0 0,0 0 0,-1 0 0,1 0 0,0 0 0,-1-1 0,1 1 0,0 0 0,0 0 0,0-1 0,0 1 0,0-1 0,0 1 0,-1 0 0,2-1 0,-1 0 0,1 1 0,1-1 0,0-1 0,0 1 0,0-1 0,0 0 0,0 0 0,-1 0 0,1-1 0,0 1 0,-1 0 0,1-1 0,3-3 0,6-2 0,1 0 0,-1 1 0,1 1 0,1-1 0,-1 2 0,1 0 0,-1 1 0,1 0 0,0 1 0,0 1 0,0 0 0,0 1 0,28 3 0,-39-3 0,1 1 0,-1-1 0,0 1 0,0 0 0,0 0 0,0 0 0,0 1 0,0-1 0,-1 1 0,1-1 0,0 1 0,-1 0 0,1 0 0,-1 0 0,0 0 0,1 1 0,-1-1 0,0 1 0,-1-1 0,1 1 0,0 0 0,-1 0 0,1-1 0,-1 1 0,0 0 0,0 0 0,0 0 0,0 1 0,0 5 0,1 9 0,0 0 0,-2 0 0,0 1 0,-3 21 0,1-8 0,1-4 0,1-13 0,-1 0 0,0 0 0,-6 25 0,6-35 0,-1 1 0,0-1 0,0 0 0,-1 0 0,0 0 0,0 0 0,0-1 0,0 1 0,-1-1 0,1 1 0,-1-1 0,0 0 0,-8 5 0,-1 2 0,-2 0 0,1-1 0,-2 0 0,1-1 0,-1-1 0,-32 12 0,46-20 4,1 0 0,0 1-1,-1-1 1,1 0-1,0 0 1,-1 0 0,1 0-1,0 0 1,-1 0 0,1 0-1,0 0 1,-1 0-1,1-1 1,0 1 0,0 0-1,-1-1 1,1 1 0,0-1-1,0 0 1,0 1-1,-1-1 1,1 0 0,0 0-1,0 0 1,0 0 0,0 0-1,1 0 1,-1 0-1,0 0 1,0 0 0,1 0-1,-2-2 1,1 0-118,0 0 0,0 0-1,1 0 1,-1 0 0,1 0 0,-1-1-1,1 1 1,0 0 0,0 0 0,1 0-1,-1-1 1,2-3 0,3-12-6712</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4-22T06:53:38.422"/>
    </inkml:context>
    <inkml:brush xml:id="br0">
      <inkml:brushProperty name="width" value="0.025" units="cm"/>
      <inkml:brushProperty name="height" value="0.025" units="cm"/>
      <inkml:brushProperty name="color" value="#E71224"/>
    </inkml:brush>
  </inkml:definitions>
  <inkml:trace contextRef="#ctx0" brushRef="#br0">0 56 24575,'24'-2'0,"1"0"0,-1-2 0,-1-1 0,31-10 0,-27 7 0,0 2 0,42-6 0,-67 12 0,0-1 0,0 1 0,0 0 0,0 0 0,0 0 0,1 0 0,-1 0 0,0 0 0,0 0 0,0 1 0,0-1 0,0 1 0,0 0 0,0-1 0,0 1 0,0 0 0,-1 0 0,1 0 0,0 0 0,0 1 0,-1-1 0,1 0 0,-1 1 0,1-1 0,-1 1 0,0-1 0,1 1 0,-1 0 0,0 0 0,0-1 0,0 1 0,0 0 0,-1 0 0,1 0 0,0 0 0,-1 0 0,1 0 0,-1 0 0,0 0 0,0 0 0,0 4 0,0 0 0,-1 1 0,0-1 0,0 0 0,0 1 0,-1-1 0,0 0 0,0 0 0,-1 0 0,0 0 0,0-1 0,0 1 0,-7 8 0,-77 75 0,86-89 0,1 1 0,-1-1 0,0 1 0,1 0 0,-1-1 0,0 1 0,1 0 0,-1-1 0,1 1 0,-1 0 0,1 0 0,0 0 0,-1-1 0,1 1 0,0 0 0,-1 0 0,1 0 0,0 0 0,0 0 0,0 0 0,0 0 0,0-1 0,0 1 0,0 0 0,0 0 0,0 0 0,0 0 0,1 0 0,-1 0 0,0 0 0,1-1 0,-1 1 0,0 0 0,1 0 0,-1 0 0,1-1 0,-1 1 0,1 0 0,0-1 0,-1 1 0,1 0 0,0-1 0,-1 1 0,1-1 0,0 1 0,0-1 0,-1 1 0,1-1 0,0 0 0,0 1 0,0-1 0,0 0 0,0 0 0,0 1 0,-1-1 0,1 0 0,2 0 0,8 2 0,0-1 0,1 0 0,17 0 0,-24-1 0,3 0 0,0 0 0,0 0 0,0 1 0,0 1 0,-1-1 0,9 3 0,-14-3 0,-1 0 0,1-1 0,0 1 0,0 0 0,-1 0 0,1 0 0,-1 0 0,1 0 0,-1 0 0,1 1 0,-1-1 0,0 0 0,0 1 0,1-1 0,-1 1 0,0-1 0,0 1 0,-1 0 0,1-1 0,0 1 0,0 0 0,-1 0 0,1 0 0,-1-1 0,0 1 0,1 0 0,-1 0 0,0 0 0,0 0 0,0 0 0,-1 3 0,0 4 0,-2 0 0,1 0 0,-1 0 0,0 0 0,-1 0 0,0 0 0,0-1 0,-1 0 0,-9 12 0,-8 8 0,-30 30 0,26-30 0,-21 21-682,-106 83-1,131-115-6143</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4-22T06:53:41.073"/>
    </inkml:context>
    <inkml:brush xml:id="br0">
      <inkml:brushProperty name="width" value="0.025" units="cm"/>
      <inkml:brushProperty name="height" value="0.025" units="cm"/>
      <inkml:brushProperty name="color" value="#E71224"/>
    </inkml:brush>
  </inkml:definitions>
  <inkml:trace contextRef="#ctx0" brushRef="#br0">1 27 24575,'16'-1'0,"0"-1"0,0 0 0,19-6 0,-25 5 0,1 0 0,-1 0 0,0 2 0,1-1 0,-1 1 0,1 1 0,0 0 0,-1 0 0,17 3 0,-25-2 0,0-1 0,0 1 0,-1-1 0,1 1 0,0-1 0,0 1 0,0 0 0,-1 0 0,1 0 0,0 0 0,-1 0 0,1 1 0,-1-1 0,1 0 0,-1 1 0,0-1 0,1 1 0,-1-1 0,0 1 0,0 0 0,0 0 0,0-1 0,-1 1 0,1 0 0,0 0 0,-1 0 0,1 0 0,-1 0 0,0 0 0,0-1 0,1 1 0,-1 0 0,0 0 0,-1 0 0,1 0 0,0 0 0,-2 4 0,1 0 0,-2-1 0,1 1 0,0-1 0,-1 1 0,0-1 0,-1 0 0,1 0 0,-1 0 0,0-1 0,0 1 0,-5 3 0,5-4 0,0 0 0,0 0 0,0 1 0,0-1 0,1 1 0,-1 0 0,1 0 0,0 0 0,-2 7 0,4-11 0,1 1 0,-1-1 0,1 1 0,0-1 0,-1 1 0,1 0 0,0-1 0,0 1 0,0-1 0,0 1 0,0 0 0,0-1 0,0 1 0,1-1 0,-1 1 0,1 0 0,-1-1 0,1 1 0,-1-1 0,1 0 0,0 1 0,0-1 0,0 1 0,0-1 0,0 0 0,0 0 0,0 0 0,0 1 0,0-1 0,0 0 0,1 0 0,-1-1 0,1 1 0,-1 0 0,0 0 0,1-1 0,2 2 0,8 2 0,1-1 0,0 0 0,25 3 0,-25-5 0,0 1 0,0 0 0,0 1 0,20 8 0,-30-10 0,0 1 0,1 0 0,-1-1 0,0 1 0,0 1 0,-1-1 0,1 0 0,0 1 0,-1-1 0,1 1 0,-1 0 0,0 0 0,0 0 0,0 0 0,0 0 0,-1 0 0,1 0 0,-1 1 0,0-1 0,0 1 0,1 4 0,-1-2 0,0 0 0,0 1 0,-1-1 0,0 0 0,0 0 0,0 1 0,-1-1 0,1 0 0,-2 0 0,1 0 0,-1 0 0,0 0 0,0 0 0,0 0 0,-1 0 0,0-1 0,-7 11 0,3-8 0,0-1 0,-1 1 0,0-1 0,0 0 0,0-1 0,-1 0 0,0 0 0,0-1 0,-20 8 0,20-9-103,-80 38-1159,68-30-5564</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4-22T06:53:46.996"/>
    </inkml:context>
    <inkml:brush xml:id="br0">
      <inkml:brushProperty name="width" value="0.025" units="cm"/>
      <inkml:brushProperty name="height" value="0.025" units="cm"/>
      <inkml:brushProperty name="color" value="#E71224"/>
    </inkml:brush>
  </inkml:definitions>
  <inkml:trace contextRef="#ctx0" brushRef="#br0">5 215 24575,'-1'-47'0,"-1"33"0,1-1 0,1 0 0,0 1 0,1-1 0,1 0 0,6-23 0,-7 35 0,0 1 0,0-1 0,0 1 0,1-1 0,0 1 0,-1 0 0,1 0 0,0 0 0,0 0 0,0 0 0,0 0 0,0 0 0,0 1 0,1-1 0,-1 1 0,0-1 0,1 1 0,0 0 0,-1 0 0,1 0 0,-1 0 0,1 1 0,0-1 0,0 1 0,-1 0 0,1-1 0,0 1 0,0 1 0,-1-1 0,5 1 0,9 1 0,0 1 0,0 1 0,0 1 0,16 6 0,-9-3 0,167 46 0,-78-24 0,-112-29 0,1-1 0,0 1 0,0-1 0,0 1 0,0-1 0,-1 1 0,1 0 0,0-1 0,0 1 0,-1 0 0,1 0 0,-1 0 0,1-1 0,0 1 0,-1 0 0,0 0 0,1 0 0,-1 0 0,0 0 0,1 0 0,-1 0 0,0 0 0,0 0 0,0 0 0,0 0 0,0 0 0,0 0 0,0 0 0,0 0 0,0 0 0,0 0 0,-1 0 0,1 0 0,0 0 0,-1 1 0,-16 45 0,10-31 0,-130 338 0,-14 42 0,115-286 0,-60 155 0,80-237 120,6-19-321,10-9 163,-1 0 0,1 0 1,0 0-1,-1 0 0,1 0 0,-1 0 1,1 0-1,0 0 0,-1 0 0,1 0 1,0 0-1,0-1 0,-1 1 0,1 0 1,0 0-1,-1 0 0,1 0 0,0-1 0,0 1 1,-1 0-1,1 0 0,0-1 0,0 1 1,-1 0-1,1 0 0,0-1 0,0 1 1,0 0-1,0-1 0,-1 1 0,1 0 1,0-1-1,0 1 0,-4-15-6788</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4-22T06:53:48.116"/>
    </inkml:context>
    <inkml:brush xml:id="br0">
      <inkml:brushProperty name="width" value="0.025" units="cm"/>
      <inkml:brushProperty name="height" value="0.025" units="cm"/>
      <inkml:brushProperty name="color" value="#E71224"/>
    </inkml:brush>
  </inkml:definitions>
  <inkml:trace contextRef="#ctx0" brushRef="#br0">1 0 24575,'0'5'0,"1"0"0,-1-1 0,1 1 0,0-1 0,0 1 0,1-1 0,-1 0 0,1 0 0,0 1 0,0-1 0,1 0 0,-1-1 0,1 1 0,0 0 0,5 4 0,6 6 0,1-1 0,24 17 0,-24-20 0,-1 1 0,17 16 0,-20-14 25,-1 1-1,-1 0 0,0 0 1,9 21-1,15 25-1511,-22-44-5339</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4-22T06:53:56.899"/>
    </inkml:context>
    <inkml:brush xml:id="br0">
      <inkml:brushProperty name="width" value="0.025" units="cm"/>
      <inkml:brushProperty name="height" value="0.025" units="cm"/>
      <inkml:brushProperty name="color" value="#E71224"/>
    </inkml:brush>
  </inkml:definitions>
  <inkml:trace contextRef="#ctx0" brushRef="#br0">435 1 24575,'-10'1'0,"1"0"0,-1 1 0,1 0 0,0 1 0,-13 5 0,-2 0 0,14-4 0,-1 0 0,1 0 0,-1 1 0,2 1 0,-1 0 0,0 0 0,1 1 0,0 0 0,1 0 0,-11 13 0,-3 6 0,2 1 0,-20 33 0,4-4 0,30-46 0,1 1 0,0 0 0,0-1 0,1 2 0,1-1 0,0 0 0,1 1 0,0-1 0,0 1 0,1 22 0,-1-12 0,0-1 0,-6 24 0,1-8 0,1 1 0,2-1 0,1 1 0,2 0 0,6 58 0,-5-94 0,0 0 0,0 1 0,1-1 0,-1 0 0,1 0 0,-1 0 0,1 1 0,0-1 0,0 0 0,-1 0 0,2 0 0,-1 0 0,0 0 0,0 0 0,0-1 0,1 1 0,-1 0 0,1-1 0,0 1 0,-1-1 0,1 1 0,0-1 0,0 0 0,0 0 0,0 0 0,0 0 0,0 0 0,0 0 0,0 0 0,0-1 0,1 1 0,-1-1 0,0 0 0,0 1 0,1-1 0,-1 0 0,0 0 0,0-1 0,1 1 0,2-1 0,11-2 0,0-1 0,-1-1 0,0 0 0,24-12 0,-25 11 0,53-20 0,-34 13 0,43-21 0,-70 30 0,-1 1 0,0-1 0,0 0 0,0-1 0,-1 1 0,1-1 0,-1 0 0,0 0 0,0 0 0,-1 0 0,1-1 0,-1 0 0,0 1 0,-1-1 0,0 0 0,0 0 0,0-1 0,0 1 0,-1 0 0,0-1 0,-1 1 0,1 0 0,-1-1 0,0 1 0,-1-1 0,0 1 0,0 0 0,0-1 0,-2-5 0,1 9 0,0 0 0,0 0 0,0 0 0,0 0 0,0 1 0,0-1 0,-1 1 0,1 0 0,-1 0 0,1 0 0,-1 0 0,0 0 0,0 0 0,0 1 0,0-1 0,0 1 0,-1 0 0,1 0 0,0 0 0,0 0 0,-1 1 0,-3-1 0,-11-1 0,0 1 0,-36 3 0,32 0 0,-45-2 0,41-1 0,1 1 0,-1 2 0,-41 7 0,60-7-195,0 1 0,-1 0 0,1 0 0,0 0 0,1 1 0,-11 8 0,2-2-6631</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4-22T06:53:59.538"/>
    </inkml:context>
    <inkml:brush xml:id="br0">
      <inkml:brushProperty name="width" value="0.025" units="cm"/>
      <inkml:brushProperty name="height" value="0.025" units="cm"/>
      <inkml:brushProperty name="color" value="#E71224"/>
    </inkml:brush>
  </inkml:definitions>
  <inkml:trace contextRef="#ctx0" brushRef="#br0">1 1 24575,'0'726'-1365</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4-22T06:54:01.305"/>
    </inkml:context>
    <inkml:brush xml:id="br0">
      <inkml:brushProperty name="width" value="0.025" units="cm"/>
      <inkml:brushProperty name="height" value="0.025" units="cm"/>
      <inkml:brushProperty name="color" value="#E71224"/>
    </inkml:brush>
  </inkml:definitions>
  <inkml:trace contextRef="#ctx0" brushRef="#br0">134 0 24575,'-1'0'0,"0"1"0,0-1 0,0 0 0,0 1 0,0-1 0,0 1 0,0-1 0,0 1 0,0-1 0,0 1 0,1 0 0,-1-1 0,0 1 0,0 0 0,1 0 0,-1 0 0,0 0 0,1 0 0,-1-1 0,1 1 0,-1 0 0,1 0 0,-1 0 0,1 0 0,0 0 0,-1 1 0,1 0 0,-6 33 0,5-32 0,-7 55 0,-26 98 0,-27 85 0,60-240 0,1 0 0,0 0 0,-1 0 0,1 0 0,-1 0 0,1 0 0,0 0 0,0 0 0,0 0 0,0 0 0,0 0 0,0 0 0,0 0 0,0 0 0,0 0 0,0 0 0,0 0 0,0 0 0,1 0 0,-1 0 0,1 0 0,-1 0 0,0 0 0,1 0 0,0 0 0,-1 0 0,1 0 0,-1-1 0,1 1 0,0 0 0,0 0 0,0-1 0,-1 1 0,1-1 0,0 1 0,0 0 0,0-1 0,0 0 0,0 1 0,0-1 0,0 1 0,0-1 0,0 0 0,0 0 0,0 0 0,0 0 0,0 0 0,0 0 0,1 0 0,8 0 0,1-1 0,-1-1 0,0 0 0,14-5 0,1 1 0,135-17-455,0 7 0,180 5 0,-313 12-6371</inkml:trace>
</inkml:ink>
</file>

<file path=ppt/ink/ink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4-22T06:54:05.122"/>
    </inkml:context>
    <inkml:brush xml:id="br0">
      <inkml:brushProperty name="width" value="0.025" units="cm"/>
      <inkml:brushProperty name="height" value="0.025" units="cm"/>
      <inkml:brushProperty name="color" value="#E71224"/>
    </inkml:brush>
  </inkml:definitions>
  <inkml:trace contextRef="#ctx0" brushRef="#br0">543 179 24575,'-1'2'0,"0"1"0,0-1 0,0 0 0,0 0 0,0 0 0,-1 0 0,1 0 0,-1 0 0,1 0 0,-1 0 0,0-1 0,1 1 0,-1 0 0,0-1 0,-3 2 0,-6 6 0,-12 16 0,7-6 0,-1-2 0,0 0 0,-2-1 0,-34 23 0,15-17 0,-1-1 0,-1-2 0,0-2 0,-77 22 0,113-38 0,-1 0 0,1 0 0,0-1 0,0 0 0,0 1 0,-1-1 0,1-1 0,0 1 0,0-1 0,0 1 0,0-1 0,0 0 0,-8-4 0,11 4 0,-1 0 0,0 0 0,1 0 0,0 0 0,-1-1 0,1 1 0,0-1 0,0 1 0,-1-1 0,1 1 0,1-1 0,-1 0 0,0 1 0,0-1 0,0 0 0,1 0 0,-1 0 0,1 0 0,0 1 0,-1-1 0,1 0 0,0 0 0,0 0 0,0 0 0,0 0 0,1 0 0,-1 0 0,0 1 0,1-1 0,-1 0 0,1 0 0,0 0 0,1-2 0,13-36 0,3 1 0,33-56 0,-36 74 0,1 0 0,0 2 0,2 0 0,0 0 0,24-17 0,1-2 0,-35 31 0,0 1 0,0 0 0,1 0 0,0 0 0,0 1 0,1 0 0,-1 1 0,1 0 0,14-3 0,-21 6 0,-1 0 0,1 0 0,0 1 0,0 0 0,0-1 0,0 1 0,0 0 0,0 1 0,0-1 0,0 0 0,-1 1 0,1-1 0,0 1 0,0 0 0,0 0 0,-1 0 0,1 1 0,0-1 0,-1 0 0,1 1 0,-1 0 0,0 0 0,0-1 0,1 1 0,-1 1 0,0-1 0,-1 0 0,1 0 0,0 1 0,-1-1 0,1 1 0,-1-1 0,0 1 0,0 0 0,0 0 0,0-1 0,0 1 0,0 3 0,2 10 0,0 0 0,-2 1 0,0-1 0,-1 19 0,-1-18 0,1 0 0,1 0 0,6 32 0,0-19 0,-1-1 0,-2 1 0,-1 0 0,-2 1 0,0-1 0,-2 0 0,-8 45 0,5-61 0,-1 1 0,0-1 0,-2 0 0,1 0 0,-2-1 0,-15 22 0,-15 30 0,30-50-107,-27 50-1151,21-46-5568</inkml:trace>
</inkml:ink>
</file>

<file path=ppt/ink/ink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4-22T06:54:06.936"/>
    </inkml:context>
    <inkml:brush xml:id="br0">
      <inkml:brushProperty name="width" value="0.025" units="cm"/>
      <inkml:brushProperty name="height" value="0.025" units="cm"/>
      <inkml:brushProperty name="color" value="#E71224"/>
    </inkml:brush>
  </inkml:definitions>
  <inkml:trace contextRef="#ctx0" brushRef="#br0">0 1 24575,'0'485'-1365,"0"-459"-5461</inkml:trace>
</inkml:ink>
</file>

<file path=ppt/ink/ink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4-22T06:54:09.329"/>
    </inkml:context>
    <inkml:brush xml:id="br0">
      <inkml:brushProperty name="width" value="0.025" units="cm"/>
      <inkml:brushProperty name="height" value="0.025" units="cm"/>
      <inkml:brushProperty name="color" value="#E71224"/>
    </inkml:brush>
  </inkml:definitions>
  <inkml:trace contextRef="#ctx0" brushRef="#br0">95 1 24575,'1'23'0,"-2"-1"0,-1 1 0,-1 0 0,0-1 0,-2 0 0,0 1 0,-2-2 0,-18 43 0,13-41 0,6-12 0,0 0 0,1 0 0,1 1 0,-1-1 0,-1 14 0,6-25 0,0 1 0,0 0 0,0 0 0,0 0 0,0 0 0,0-1 0,0 1 0,1 0 0,-1 0 0,0-1 0,1 1 0,-1 0 0,0 0 0,1-1 0,-1 1 0,1 0 0,-1-1 0,1 1 0,-1-1 0,1 1 0,0 0 0,-1-1 0,1 1 0,0-1 0,-1 0 0,1 1 0,0-1 0,0 0 0,-1 1 0,1-1 0,0 0 0,0 0 0,0 0 0,-1 1 0,2-1 0,34 2 0,-31-2 0,16 0 0,1-1 0,-1-1 0,30-6 0,-44 7 0,-1-1 0,0 0 0,0-1 0,0 1 0,0-1 0,0 0 0,0-1 0,-1 1 0,0-1 0,1 0 0,-2-1 0,1 1 0,0-1 0,-1 0 0,6-8 0,-5 4 0,0 1 0,0-1 0,-1 0 0,0-1 0,-1 1 0,0-1 0,-1 1 0,0-1 0,0 0 0,-1 0 0,0 0 0,-1-15 0,0 21 0,-1-1 0,1 1 0,-1 0 0,0-1 0,0 1 0,0 0 0,-1 0 0,1 0 0,-1 0 0,0 0 0,0 0 0,-1 1 0,1-1 0,-1 1 0,1-1 0,-1 1 0,0 0 0,-1 0 0,1 0 0,0 0 0,-1 1 0,0-1 0,1 1 0,-1 0 0,0 0 0,0 1 0,0-1 0,0 1 0,-1 0 0,-6-1 0,-8-1-455,0 2 0,-32 1 0,24 1-6371</inkml:trace>
</inkml:ink>
</file>

<file path=ppt/ink/ink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4-22T06:54:11.119"/>
    </inkml:context>
    <inkml:brush xml:id="br0">
      <inkml:brushProperty name="width" value="0.025" units="cm"/>
      <inkml:brushProperty name="height" value="0.025" units="cm"/>
      <inkml:brushProperty name="color" value="#E71224"/>
    </inkml:brush>
  </inkml:definitions>
  <inkml:trace contextRef="#ctx0" brushRef="#br0">106 1 24575,'-10'24'0,"2"-7"0,3 4 0,1 1 0,1-1 0,0 40 0,2-34 0,-8 52 0,-29 104 0,31-134 69,6-34-547,-1 0 0,-5 20 0,0-15-6348</inkml:trace>
</inkml:ink>
</file>

<file path=ppt/ink/ink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4-22T06:54:12.911"/>
    </inkml:context>
    <inkml:brush xml:id="br0">
      <inkml:brushProperty name="width" value="0.025" units="cm"/>
      <inkml:brushProperty name="height" value="0.025" units="cm"/>
      <inkml:brushProperty name="color" value="#E71224"/>
    </inkml:brush>
  </inkml:definitions>
  <inkml:trace contextRef="#ctx0" brushRef="#br0">92 1 24575,'-1'41'0,"-2"0"0,-1 0 0,-3 0 0,-13 47 0,-25 99 0,41-169-455,1 0 0,0 23 0,2-17-6371</inkml:trace>
</inkml:ink>
</file>

<file path=ppt/ink/ink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4-22T06:54:22.330"/>
    </inkml:context>
    <inkml:brush xml:id="br0">
      <inkml:brushProperty name="width" value="0.025" units="cm"/>
      <inkml:brushProperty name="height" value="0.025" units="cm"/>
      <inkml:brushProperty name="color" value="#E71224"/>
    </inkml:brush>
  </inkml:definitions>
  <inkml:trace contextRef="#ctx0" brushRef="#br0">268 23 24575,'0'-2'0,"-1"1"0,1 0 0,0 0 0,-1 0 0,1 0 0,-1 0 0,1 0 0,-1 0 0,0 0 0,1 0 0,-1 0 0,0 0 0,0 0 0,1 0 0,-1 1 0,0-1 0,0 0 0,0 1 0,0-1 0,0 0 0,0 1 0,0-1 0,0 1 0,0 0 0,-1-1 0,1 1 0,0 0 0,0 0 0,0-1 0,0 1 0,-1 0 0,1 0 0,-2 1 0,-2-1 0,0 0 0,0 0 0,-1 0 0,1 1 0,0 0 0,-7 2 0,2 1 0,0 1 0,1 0 0,-1 1 0,1 0 0,0 0 0,1 1 0,0 0 0,0 0 0,0 1 0,1 0 0,-10 16 0,8-11 0,1 0 0,1 1 0,0 0 0,1 0 0,1 1 0,0-1 0,-4 25 0,0 1 0,5-24 0,0 0 0,1 0 0,1 1 0,0-1 0,1 18 0,1-31 0,1 1 0,-1 0 0,1-1 0,0 1 0,0 0 0,0-1 0,0 1 0,1-1 0,-1 1 0,1-1 0,0 0 0,0 0 0,0 0 0,0 0 0,1 0 0,-1 0 0,1 0 0,0-1 0,-1 1 0,1-1 0,0 0 0,1 0 0,-1 0 0,0 0 0,1-1 0,-1 1 0,6 0 0,83 20 0,-60-16 0,-7-1 0,-5-2 0,0 1 0,-1 1 0,1 1 0,-1 0 0,29 16 0,181 91 0,-218-108 0,-5-2 0,0-1 0,0 1 0,0 1 0,-1-1 0,0 1 0,0 0 0,0 0 0,0 1 0,0-1 0,-1 1 0,4 6 0,-6-9 0,-1 1 0,0-1 0,0 1 0,0-1 0,0 1 0,-1 0 0,1 0 0,-1-1 0,1 1 0,-1 0 0,0 0 0,0-1 0,0 1 0,0 0 0,-1 0 0,1 0 0,-1-1 0,0 1 0,0 0 0,0-1 0,0 1 0,0-1 0,0 1 0,-1-1 0,1 1 0,-1-1 0,1 0 0,-4 3 0,-5 7 0,-2 1 0,0-1 0,0-1 0,-1 0 0,-1-1 0,0 0 0,-17 9 0,20-13 0,-1 0 0,1-1 0,-1-1 0,0 0 0,0-1 0,0 0 0,0 0 0,0-1 0,-1-1 0,-17 0 0,27-2 0,0 1 0,0-1 0,0 1 0,0-1 0,0 0 0,0 0 0,0 0 0,1-1 0,-1 1 0,0-1 0,1 0 0,-1 1 0,1-1 0,-1 0 0,1 0 0,0-1 0,0 1 0,0 0 0,0-1 0,1 1 0,-1-1 0,0 0 0,1 1 0,0-1 0,-2-4 0,-2-7 0,1-1 0,0 0 0,-3-28 0,5 30 0,-5-63 0,3 0 0,7-79 0,-1 32 0,-3 96 0,1 0 0,1 0 0,2 0 0,0 0 0,2 0 0,1 1 0,16-45 0,-13 48-1365,-2 2-5461</inkml:trace>
</inkml:ink>
</file>

<file path=ppt/ink/ink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4-22T06:54:33.931"/>
    </inkml:context>
    <inkml:brush xml:id="br0">
      <inkml:brushProperty name="width" value="0.025" units="cm"/>
      <inkml:brushProperty name="height" value="0.025" units="cm"/>
      <inkml:brushProperty name="color" value="#E71224"/>
    </inkml:brush>
  </inkml:definitions>
  <inkml:trace contextRef="#ctx0" brushRef="#br0">112 1 24575,'-1'0'0,"0"0"0,0 0 0,0 1 0,0-1 0,0 1 0,0-1 0,0 1 0,0-1 0,0 1 0,0 0 0,0-1 0,0 1 0,1 0 0,-1-1 0,0 1 0,0 0 0,1 0 0,-1 0 0,1 0 0,-1 0 0,1 0 0,-1 0 0,1 0 0,-1 0 0,1 0 0,0 0 0,0 1 0,-7 33 0,7-31 0,-10 200 0,-39 287 0,47-464-75,3-21-32,-1 0-1,0 0 1,-1 0-1,0 0 1,0 0-1,0 0 1,0-1-1,-1 1 1,0 0-1,0-1 0,-5 10 1,1-10-6719</inkml:trace>
</inkml:ink>
</file>

<file path=ppt/ink/ink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4-22T06:54:35.882"/>
    </inkml:context>
    <inkml:brush xml:id="br0">
      <inkml:brushProperty name="width" value="0.025" units="cm"/>
      <inkml:brushProperty name="height" value="0.025" units="cm"/>
      <inkml:brushProperty name="color" value="#E71224"/>
    </inkml:brush>
  </inkml:definitions>
  <inkml:trace contextRef="#ctx0" brushRef="#br0">37 95 24575,'-2'0'0,"1"1"0,0-1 0,0 0 0,-1 0 0,1 0 0,0 0 0,-1 0 0,1 0 0,0 0 0,0-1 0,-1 1 0,1 0 0,0-1 0,0 1 0,0-1 0,-1 1 0,1-1 0,0 0 0,0 1 0,0-1 0,0 0 0,0 0 0,0 0 0,0 0 0,1 1 0,-1-1 0,0-1 0,0 1 0,1 0 0,-1 0 0,0 0 0,1 0 0,-1 0 0,1-1 0,-1-1 0,2 1 0,-1 0 0,0-1 0,1 1 0,0-1 0,-1 1 0,1 0 0,0 0 0,0 0 0,1-1 0,-1 1 0,0 0 0,1 0 0,-1 0 0,1 1 0,-1-1 0,1 0 0,0 1 0,4-4 0,0 2 0,0-1 0,0 1 0,1 0 0,-1 0 0,1 0 0,0 1 0,0 0 0,0 1 0,10-2 0,-5 2 0,0 0 0,0 0 0,0 1 0,23 4 0,-32-3 0,0 0 0,0 0 0,0 0 0,0 1 0,-1-1 0,1 1 0,0 0 0,-1 0 0,1 0 0,-1 0 0,0 0 0,1 0 0,-1 1 0,0-1 0,0 1 0,-1-1 0,1 1 0,0 0 0,-1 0 0,0 0 0,0 0 0,0 0 0,2 6 0,0 6 0,0 0 0,-1 0 0,1 27 0,-3 0 0,-3-1 0,-1 0 0,-2 0 0,-2 0 0,-1-1 0,-3 0 0,-1-1 0,-23 50 0,35-88 0,0 0 0,0 0 0,1 0 0,-1 0 0,0 0 0,1 1 0,-1-1 0,1 0 0,0 1 0,-1-1 0,1 0 0,0 1 0,0-1 0,0 0 0,-1 1 0,2-1 0,-1 0 0,0 1 0,0-1 0,0 1 0,1-1 0,0 2 0,0-2 0,1 0 0,0-1 0,-1 1 0,1-1 0,0 1 0,-1-1 0,1 0 0,0 0 0,-1 0 0,1 1 0,0-2 0,0 1 0,-1 0 0,1 0 0,0-1 0,1 0 0,48-6 0,0 1 0,86 2 0,-136 4 0,1 0 0,0 0 0,0 0 0,0 1 0,0-1 0,-1 0 0,1 1 0,0-1 0,0 1 0,-1 0 0,1-1 0,0 1 0,-1 0 0,1 0 0,-1 0 0,1 0 0,-1 0 0,0 0 0,1 1 0,-1-1 0,2 2 0,-3-1 0,1-1 0,-1 1 0,1 0 0,-1-1 0,0 1 0,0 0 0,0-1 0,0 1 0,0 0 0,0 0 0,0-1 0,-1 1 0,1-1 0,-1 1 0,1 0 0,-1-1 0,1 1 0,-2 1 0,-4 8 0,-1 0 0,0-1 0,0 0 0,-15 15 0,11-13 0,-1 1 0,-1-2 0,0 0 0,0 0 0,-1-1 0,0-1 0,-1 0 0,0-1 0,-1-1 0,1 0 0,-1-1 0,-1-1 0,-19 5 0,13-5 15,0 2 0,-24 10 1,6-2-1427,22-8-5415</inkml:trace>
</inkml:ink>
</file>

<file path=ppt/ink/ink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4-22T06:54:38.417"/>
    </inkml:context>
    <inkml:brush xml:id="br0">
      <inkml:brushProperty name="width" value="0.025" units="cm"/>
      <inkml:brushProperty name="height" value="0.025" units="cm"/>
      <inkml:brushProperty name="color" value="#E71224"/>
    </inkml:brush>
  </inkml:definitions>
  <inkml:trace contextRef="#ctx0" brushRef="#br0">1 0 24575,'0'738'-1365,"0"-701"-5461</inkml:trace>
</inkml:ink>
</file>

<file path=ppt/ink/ink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4-22T06:54:39.675"/>
    </inkml:context>
    <inkml:brush xml:id="br0">
      <inkml:brushProperty name="width" value="0.025" units="cm"/>
      <inkml:brushProperty name="height" value="0.025" units="cm"/>
      <inkml:brushProperty name="color" value="#E71224"/>
    </inkml:brush>
  </inkml:definitions>
  <inkml:trace contextRef="#ctx0" brushRef="#br0">32 0 24575,'0'5'0,"0"7"0,0 7 0,0 10 0,0 5 0,0 2 0,0 1 0,0 3 0,-5 1 0,-2-2 0,1-2 0,1-3 0,1-1 0,2-2 0,0 0 0,2-1 0,0 0 0,0-6-8191</inkml:trace>
</inkml:ink>
</file>

<file path=ppt/ink/ink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4-22T06:54:41.618"/>
    </inkml:context>
    <inkml:brush xml:id="br0">
      <inkml:brushProperty name="width" value="0.025" units="cm"/>
      <inkml:brushProperty name="height" value="0.025" units="cm"/>
      <inkml:brushProperty name="color" value="#E71224"/>
    </inkml:brush>
  </inkml:definitions>
  <inkml:trace contextRef="#ctx0" brushRef="#br0">111 1 24575,'-2'17'0,"0"0"0,-1 1 0,-1-2 0,-1 1 0,0 0 0,-1-1 0,-1 0 0,-16 28 0,12-23 0,0 1 0,2 0 0,-11 37 0,20-58 0,-1 1 0,1 0 0,-1-1 0,1 1 0,0 0 0,0-1 0,0 1 0,0 0 0,0-1 0,0 1 0,0 0 0,1-1 0,-1 1 0,0 0 0,1-1 0,-1 1 0,2 2 0,-1-4 0,0 1 0,-1 0 0,1-1 0,0 1 0,0-1 0,0 1 0,-1-1 0,1 1 0,0-1 0,0 0 0,0 1 0,0-1 0,0 0 0,0 0 0,0 0 0,0 0 0,0 0 0,0 0 0,0 0 0,-1 0 0,1 0 0,2 0 0,6-3 0,1 0 0,-1 0 0,0-1 0,16-9 0,-9 5 0,4 1 0,0 0 0,0 2 0,1 0 0,0 1 0,0 1 0,0 1 0,41 2 0,12-3 0,-14-7-1365,-34 4-5461</inkml:trace>
</inkml:ink>
</file>

<file path=ppt/ink/ink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4-22T06:54:53.056"/>
    </inkml:context>
    <inkml:brush xml:id="br0">
      <inkml:brushProperty name="width" value="0.025" units="cm"/>
      <inkml:brushProperty name="height" value="0.025" units="cm"/>
      <inkml:brushProperty name="color" value="#E71224"/>
    </inkml:brush>
  </inkml:definitions>
  <inkml:trace contextRef="#ctx0" brushRef="#br0">1 1 24575,'0'5'0,"0"7"0,0 6 0,0 6 0,0 13 0,0 7 0,0 10 0,0 7 0,0 3 0,0 1 0,0-5 0,0-8 0,0-8 0,0-11-8191</inkml:trace>
</inkml:ink>
</file>

<file path=ppt/ink/ink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4-22T06:54:55.249"/>
    </inkml:context>
    <inkml:brush xml:id="br0">
      <inkml:brushProperty name="width" value="0.025" units="cm"/>
      <inkml:brushProperty name="height" value="0.025" units="cm"/>
      <inkml:brushProperty name="color" value="#E71224"/>
    </inkml:brush>
  </inkml:definitions>
  <inkml:trace contextRef="#ctx0" brushRef="#br0">215 0 24575,'-39'31'0,"30"-26"0,1 1 0,0 0 0,1 1 0,0 0 0,-8 8 0,7-4 0,1 1 0,0-1 0,1 1 0,0 1 0,-8 24 0,-12 69 0,7-21 0,11-56 0,1 1 0,2-1 0,1 1 0,1 0 0,1 0 0,3 33 0,0-60 0,-1 0 0,1 0 0,0 0 0,-1 0 0,1 0 0,0 0 0,1 0 0,-1 0 0,1-1 0,-1 1 0,1 0 0,0-1 0,0 0 0,0 1 0,0-1 0,0 0 0,0 0 0,1 0 0,-1 0 0,1 0 0,-1-1 0,1 1 0,0-1 0,0 1 0,0-1 0,0 0 0,0 0 0,0-1 0,0 1 0,4 0 0,11 1 0,1-1 0,-1 0 0,0-2 0,22-2 0,-6 0 0,-13 2 0,1-1 0,-1-1 0,0-1 0,0-1 0,-1-1 0,1 0 0,-1-2 0,26-13 0,-40 17 0,-1 0 0,-1-1 0,1 1 0,0-1 0,-1 0 0,0 0 0,0 0 0,-1 0 0,1-1 0,-1 0 0,0 1 0,-1-1 0,0 0 0,1 0 0,-2-1 0,1 1 0,-1 0 0,1-9 0,0-7 0,0 0 0,-1 0 0,-5-44 0,3 63 0,1 0 0,0-1 0,-1 1 0,0 0 0,0 0 0,0 0 0,0-1 0,-1 1 0,1 1 0,-1-1 0,0 0 0,0 0 0,0 0 0,0 1 0,0-1 0,0 1 0,-1 0 0,-3-3 0,1 2 0,1 1 0,-1-1 0,0 1 0,0 0 0,-1 0 0,1 1 0,0-1 0,0 1 0,-1 1 0,-6-1 0,-6 0 0,1 2 0,0 0 0,0 1 0,0 1 0,0 1 0,-20 6 0,16-4 11,-1-1 0,-25 3 0,34-7-151,0 0 0,0 2 1,0-1-1,0 2 0,1 0 0,0 0 0,-1 1 1,1 0-1,-14 10 0,4 1-6686</inkml:trace>
</inkml:ink>
</file>

<file path=ppt/ink/ink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4-22T06:54:58.476"/>
    </inkml:context>
    <inkml:brush xml:id="br0">
      <inkml:brushProperty name="width" value="0.025" units="cm"/>
      <inkml:brushProperty name="height" value="0.025" units="cm"/>
      <inkml:brushProperty name="color" value="#E71224"/>
    </inkml:brush>
  </inkml:definitions>
  <inkml:trace contextRef="#ctx0" brushRef="#br0">1 183 24575,'48'-2'0,"1"-3"0,61-13 0,-19 2 0,317-39 0,511-5 0,-634 64 0,141-4 0,-284-15 0,-81 7 0,65 0 0,-73 9 0,0 3 0,0 1 0,-1 3 0,0 2 0,-1 3 0,51 18 0,202 90 0,-16-7 0,-250-100-105,34 13-210,1-2 0,1-3 0,88 13 0,-127-32-6511</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BD"/>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77D76BB-52EE-5E41-A172-2110CC3C8A60}" type="datetimeFigureOut">
              <a:rPr lang="en-BD" smtClean="0"/>
              <a:t>04/28/2024</a:t>
            </a:fld>
            <a:endParaRPr lang="en-BD"/>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BD"/>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BD"/>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BD"/>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03C5654-88DB-7A43-8D65-773D268E2265}" type="slidenum">
              <a:rPr lang="en-BD" smtClean="0"/>
              <a:t>‹#›</a:t>
            </a:fld>
            <a:endParaRPr lang="en-BD"/>
          </a:p>
        </p:txBody>
      </p:sp>
    </p:spTree>
    <p:extLst>
      <p:ext uri="{BB962C8B-B14F-4D97-AF65-F5344CB8AC3E}">
        <p14:creationId xmlns:p14="http://schemas.microsoft.com/office/powerpoint/2010/main" val="195429801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BD" dirty="0"/>
          </a:p>
        </p:txBody>
      </p:sp>
      <p:sp>
        <p:nvSpPr>
          <p:cNvPr id="4" name="Slide Number Placeholder 3"/>
          <p:cNvSpPr>
            <a:spLocks noGrp="1"/>
          </p:cNvSpPr>
          <p:nvPr>
            <p:ph type="sldNum" sz="quarter" idx="5"/>
          </p:nvPr>
        </p:nvSpPr>
        <p:spPr/>
        <p:txBody>
          <a:bodyPr/>
          <a:lstStyle/>
          <a:p>
            <a:fld id="{A03C5654-88DB-7A43-8D65-773D268E2265}" type="slidenum">
              <a:rPr lang="en-BD" smtClean="0"/>
              <a:t>51</a:t>
            </a:fld>
            <a:endParaRPr lang="en-BD"/>
          </a:p>
        </p:txBody>
      </p:sp>
    </p:spTree>
    <p:extLst>
      <p:ext uri="{BB962C8B-B14F-4D97-AF65-F5344CB8AC3E}">
        <p14:creationId xmlns:p14="http://schemas.microsoft.com/office/powerpoint/2010/main" val="166398725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BD" dirty="0"/>
          </a:p>
        </p:txBody>
      </p:sp>
      <p:sp>
        <p:nvSpPr>
          <p:cNvPr id="4" name="Slide Number Placeholder 3"/>
          <p:cNvSpPr>
            <a:spLocks noGrp="1"/>
          </p:cNvSpPr>
          <p:nvPr>
            <p:ph type="sldNum" sz="quarter" idx="5"/>
          </p:nvPr>
        </p:nvSpPr>
        <p:spPr/>
        <p:txBody>
          <a:bodyPr/>
          <a:lstStyle/>
          <a:p>
            <a:fld id="{A03C5654-88DB-7A43-8D65-773D268E2265}" type="slidenum">
              <a:rPr lang="en-BD" smtClean="0"/>
              <a:t>52</a:t>
            </a:fld>
            <a:endParaRPr lang="en-BD"/>
          </a:p>
        </p:txBody>
      </p:sp>
    </p:spTree>
    <p:extLst>
      <p:ext uri="{BB962C8B-B14F-4D97-AF65-F5344CB8AC3E}">
        <p14:creationId xmlns:p14="http://schemas.microsoft.com/office/powerpoint/2010/main" val="233939876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BD" dirty="0"/>
          </a:p>
        </p:txBody>
      </p:sp>
      <p:sp>
        <p:nvSpPr>
          <p:cNvPr id="4" name="Slide Number Placeholder 3"/>
          <p:cNvSpPr>
            <a:spLocks noGrp="1"/>
          </p:cNvSpPr>
          <p:nvPr>
            <p:ph type="sldNum" sz="quarter" idx="5"/>
          </p:nvPr>
        </p:nvSpPr>
        <p:spPr/>
        <p:txBody>
          <a:bodyPr/>
          <a:lstStyle/>
          <a:p>
            <a:fld id="{A03C5654-88DB-7A43-8D65-773D268E2265}" type="slidenum">
              <a:rPr lang="en-BD" smtClean="0"/>
              <a:t>53</a:t>
            </a:fld>
            <a:endParaRPr lang="en-BD"/>
          </a:p>
        </p:txBody>
      </p:sp>
    </p:spTree>
    <p:extLst>
      <p:ext uri="{BB962C8B-B14F-4D97-AF65-F5344CB8AC3E}">
        <p14:creationId xmlns:p14="http://schemas.microsoft.com/office/powerpoint/2010/main" val="206559097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BD" dirty="0"/>
          </a:p>
        </p:txBody>
      </p:sp>
      <p:sp>
        <p:nvSpPr>
          <p:cNvPr id="4" name="Slide Number Placeholder 3"/>
          <p:cNvSpPr>
            <a:spLocks noGrp="1"/>
          </p:cNvSpPr>
          <p:nvPr>
            <p:ph type="sldNum" sz="quarter" idx="5"/>
          </p:nvPr>
        </p:nvSpPr>
        <p:spPr/>
        <p:txBody>
          <a:bodyPr/>
          <a:lstStyle/>
          <a:p>
            <a:fld id="{A03C5654-88DB-7A43-8D65-773D268E2265}" type="slidenum">
              <a:rPr lang="en-BD" smtClean="0"/>
              <a:t>54</a:t>
            </a:fld>
            <a:endParaRPr lang="en-BD"/>
          </a:p>
        </p:txBody>
      </p:sp>
    </p:spTree>
    <p:extLst>
      <p:ext uri="{BB962C8B-B14F-4D97-AF65-F5344CB8AC3E}">
        <p14:creationId xmlns:p14="http://schemas.microsoft.com/office/powerpoint/2010/main" val="142499260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BD" dirty="0"/>
          </a:p>
        </p:txBody>
      </p:sp>
      <p:sp>
        <p:nvSpPr>
          <p:cNvPr id="4" name="Slide Number Placeholder 3"/>
          <p:cNvSpPr>
            <a:spLocks noGrp="1"/>
          </p:cNvSpPr>
          <p:nvPr>
            <p:ph type="sldNum" sz="quarter" idx="5"/>
          </p:nvPr>
        </p:nvSpPr>
        <p:spPr/>
        <p:txBody>
          <a:bodyPr/>
          <a:lstStyle/>
          <a:p>
            <a:fld id="{A03C5654-88DB-7A43-8D65-773D268E2265}" type="slidenum">
              <a:rPr lang="en-BD" smtClean="0"/>
              <a:t>55</a:t>
            </a:fld>
            <a:endParaRPr lang="en-BD"/>
          </a:p>
        </p:txBody>
      </p:sp>
    </p:spTree>
    <p:extLst>
      <p:ext uri="{BB962C8B-B14F-4D97-AF65-F5344CB8AC3E}">
        <p14:creationId xmlns:p14="http://schemas.microsoft.com/office/powerpoint/2010/main" val="193456854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BD" dirty="0"/>
          </a:p>
        </p:txBody>
      </p:sp>
      <p:sp>
        <p:nvSpPr>
          <p:cNvPr id="4" name="Slide Number Placeholder 3"/>
          <p:cNvSpPr>
            <a:spLocks noGrp="1"/>
          </p:cNvSpPr>
          <p:nvPr>
            <p:ph type="sldNum" sz="quarter" idx="5"/>
          </p:nvPr>
        </p:nvSpPr>
        <p:spPr/>
        <p:txBody>
          <a:bodyPr/>
          <a:lstStyle/>
          <a:p>
            <a:fld id="{A03C5654-88DB-7A43-8D65-773D268E2265}" type="slidenum">
              <a:rPr lang="en-BD" smtClean="0"/>
              <a:t>56</a:t>
            </a:fld>
            <a:endParaRPr lang="en-BD"/>
          </a:p>
        </p:txBody>
      </p:sp>
    </p:spTree>
    <p:extLst>
      <p:ext uri="{BB962C8B-B14F-4D97-AF65-F5344CB8AC3E}">
        <p14:creationId xmlns:p14="http://schemas.microsoft.com/office/powerpoint/2010/main" val="175687870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BD" dirty="0"/>
          </a:p>
        </p:txBody>
      </p:sp>
      <p:sp>
        <p:nvSpPr>
          <p:cNvPr id="4" name="Slide Number Placeholder 3"/>
          <p:cNvSpPr>
            <a:spLocks noGrp="1"/>
          </p:cNvSpPr>
          <p:nvPr>
            <p:ph type="sldNum" sz="quarter" idx="5"/>
          </p:nvPr>
        </p:nvSpPr>
        <p:spPr/>
        <p:txBody>
          <a:bodyPr/>
          <a:lstStyle/>
          <a:p>
            <a:fld id="{A03C5654-88DB-7A43-8D65-773D268E2265}" type="slidenum">
              <a:rPr lang="en-BD" smtClean="0"/>
              <a:t>57</a:t>
            </a:fld>
            <a:endParaRPr lang="en-BD"/>
          </a:p>
        </p:txBody>
      </p:sp>
    </p:spTree>
    <p:extLst>
      <p:ext uri="{BB962C8B-B14F-4D97-AF65-F5344CB8AC3E}">
        <p14:creationId xmlns:p14="http://schemas.microsoft.com/office/powerpoint/2010/main" val="211663527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BD" dirty="0"/>
          </a:p>
        </p:txBody>
      </p:sp>
      <p:sp>
        <p:nvSpPr>
          <p:cNvPr id="4" name="Slide Number Placeholder 3"/>
          <p:cNvSpPr>
            <a:spLocks noGrp="1"/>
          </p:cNvSpPr>
          <p:nvPr>
            <p:ph type="sldNum" sz="quarter" idx="5"/>
          </p:nvPr>
        </p:nvSpPr>
        <p:spPr/>
        <p:txBody>
          <a:bodyPr/>
          <a:lstStyle/>
          <a:p>
            <a:fld id="{A03C5654-88DB-7A43-8D65-773D268E2265}" type="slidenum">
              <a:rPr lang="en-BD" smtClean="0"/>
              <a:t>58</a:t>
            </a:fld>
            <a:endParaRPr lang="en-BD"/>
          </a:p>
        </p:txBody>
      </p:sp>
    </p:spTree>
    <p:extLst>
      <p:ext uri="{BB962C8B-B14F-4D97-AF65-F5344CB8AC3E}">
        <p14:creationId xmlns:p14="http://schemas.microsoft.com/office/powerpoint/2010/main" val="49762629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BD" dirty="0"/>
          </a:p>
        </p:txBody>
      </p:sp>
      <p:sp>
        <p:nvSpPr>
          <p:cNvPr id="4" name="Slide Number Placeholder 3"/>
          <p:cNvSpPr>
            <a:spLocks noGrp="1"/>
          </p:cNvSpPr>
          <p:nvPr>
            <p:ph type="sldNum" sz="quarter" idx="5"/>
          </p:nvPr>
        </p:nvSpPr>
        <p:spPr/>
        <p:txBody>
          <a:bodyPr/>
          <a:lstStyle/>
          <a:p>
            <a:fld id="{A03C5654-88DB-7A43-8D65-773D268E2265}" type="slidenum">
              <a:rPr lang="en-BD" smtClean="0"/>
              <a:t>59</a:t>
            </a:fld>
            <a:endParaRPr lang="en-BD"/>
          </a:p>
        </p:txBody>
      </p:sp>
    </p:spTree>
    <p:extLst>
      <p:ext uri="{BB962C8B-B14F-4D97-AF65-F5344CB8AC3E}">
        <p14:creationId xmlns:p14="http://schemas.microsoft.com/office/powerpoint/2010/main" val="16577209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BD" dirty="0"/>
          </a:p>
        </p:txBody>
      </p:sp>
      <p:sp>
        <p:nvSpPr>
          <p:cNvPr id="4" name="Slide Number Placeholder 3"/>
          <p:cNvSpPr>
            <a:spLocks noGrp="1"/>
          </p:cNvSpPr>
          <p:nvPr>
            <p:ph type="sldNum" sz="quarter" idx="5"/>
          </p:nvPr>
        </p:nvSpPr>
        <p:spPr/>
        <p:txBody>
          <a:bodyPr/>
          <a:lstStyle/>
          <a:p>
            <a:fld id="{A03C5654-88DB-7A43-8D65-773D268E2265}" type="slidenum">
              <a:rPr lang="en-BD" smtClean="0"/>
              <a:t>60</a:t>
            </a:fld>
            <a:endParaRPr lang="en-BD"/>
          </a:p>
        </p:txBody>
      </p:sp>
    </p:spTree>
    <p:extLst>
      <p:ext uri="{BB962C8B-B14F-4D97-AF65-F5344CB8AC3E}">
        <p14:creationId xmlns:p14="http://schemas.microsoft.com/office/powerpoint/2010/main" val="265817025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BD" dirty="0"/>
          </a:p>
        </p:txBody>
      </p:sp>
      <p:sp>
        <p:nvSpPr>
          <p:cNvPr id="4" name="Slide Number Placeholder 3"/>
          <p:cNvSpPr>
            <a:spLocks noGrp="1"/>
          </p:cNvSpPr>
          <p:nvPr>
            <p:ph type="sldNum" sz="quarter" idx="5"/>
          </p:nvPr>
        </p:nvSpPr>
        <p:spPr/>
        <p:txBody>
          <a:bodyPr/>
          <a:lstStyle/>
          <a:p>
            <a:fld id="{A03C5654-88DB-7A43-8D65-773D268E2265}" type="slidenum">
              <a:rPr lang="en-BD" smtClean="0"/>
              <a:t>61</a:t>
            </a:fld>
            <a:endParaRPr lang="en-BD"/>
          </a:p>
        </p:txBody>
      </p:sp>
    </p:spTree>
    <p:extLst>
      <p:ext uri="{BB962C8B-B14F-4D97-AF65-F5344CB8AC3E}">
        <p14:creationId xmlns:p14="http://schemas.microsoft.com/office/powerpoint/2010/main" val="251966083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BD" dirty="0"/>
          </a:p>
        </p:txBody>
      </p:sp>
      <p:sp>
        <p:nvSpPr>
          <p:cNvPr id="4" name="Slide Number Placeholder 3"/>
          <p:cNvSpPr>
            <a:spLocks noGrp="1"/>
          </p:cNvSpPr>
          <p:nvPr>
            <p:ph type="sldNum" sz="quarter" idx="5"/>
          </p:nvPr>
        </p:nvSpPr>
        <p:spPr/>
        <p:txBody>
          <a:bodyPr/>
          <a:lstStyle/>
          <a:p>
            <a:fld id="{A03C5654-88DB-7A43-8D65-773D268E2265}" type="slidenum">
              <a:rPr lang="en-BD" smtClean="0"/>
              <a:t>62</a:t>
            </a:fld>
            <a:endParaRPr lang="en-BD"/>
          </a:p>
        </p:txBody>
      </p:sp>
    </p:spTree>
    <p:extLst>
      <p:ext uri="{BB962C8B-B14F-4D97-AF65-F5344CB8AC3E}">
        <p14:creationId xmlns:p14="http://schemas.microsoft.com/office/powerpoint/2010/main" val="181666558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29798E-90C4-48E6-B39B-37FF65347ABD}"/>
              </a:ext>
            </a:extLst>
          </p:cNvPr>
          <p:cNvSpPr>
            <a:spLocks noGrp="1"/>
          </p:cNvSpPr>
          <p:nvPr>
            <p:ph type="ctrTitle"/>
          </p:nvPr>
        </p:nvSpPr>
        <p:spPr>
          <a:xfrm>
            <a:off x="2197100" y="1079500"/>
            <a:ext cx="7797799" cy="2138400"/>
          </a:xfrm>
        </p:spPr>
        <p:txBody>
          <a:bodyPr anchor="b">
            <a:normAutofit/>
          </a:bodyPr>
          <a:lstStyle>
            <a:lvl1pPr algn="ctr">
              <a:defRPr sz="28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93D95C8C-0A7F-40D9-A690-3D5898EFFE81}"/>
              </a:ext>
            </a:extLst>
          </p:cNvPr>
          <p:cNvSpPr>
            <a:spLocks noGrp="1"/>
          </p:cNvSpPr>
          <p:nvPr>
            <p:ph type="subTitle" idx="1"/>
          </p:nvPr>
        </p:nvSpPr>
        <p:spPr>
          <a:xfrm>
            <a:off x="3308350" y="4113213"/>
            <a:ext cx="5575300" cy="1655762"/>
          </a:xfrm>
        </p:spPr>
        <p:txBody>
          <a:bodyPr/>
          <a:lstStyle>
            <a:lvl1pPr marL="0" indent="0" algn="ctr">
              <a:buNone/>
              <a:defRPr sz="2400" i="1"/>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3D1322F3-E47A-4D6E-96A8-AB5C73BA9906}"/>
              </a:ext>
            </a:extLst>
          </p:cNvPr>
          <p:cNvSpPr>
            <a:spLocks noGrp="1"/>
          </p:cNvSpPr>
          <p:nvPr>
            <p:ph type="dt" sz="half" idx="10"/>
          </p:nvPr>
        </p:nvSpPr>
        <p:spPr>
          <a:xfrm>
            <a:off x="541338" y="6401999"/>
            <a:ext cx="2206625" cy="369332"/>
          </a:xfrm>
          <a:prstGeom prst="rect">
            <a:avLst/>
          </a:prstGeom>
        </p:spPr>
        <p:txBody>
          <a:bodyPr/>
          <a:lstStyle/>
          <a:p>
            <a:fld id="{64F0E216-BA48-4F04-AC4F-645AA0DD6AC6}" type="datetimeFigureOut">
              <a:rPr lang="en-US" smtClean="0"/>
              <a:t>4/28/2024</a:t>
            </a:fld>
            <a:endParaRPr lang="en-US" dirty="0"/>
          </a:p>
        </p:txBody>
      </p:sp>
      <p:sp>
        <p:nvSpPr>
          <p:cNvPr id="5" name="Footer Placeholder 4">
            <a:extLst>
              <a:ext uri="{FF2B5EF4-FFF2-40B4-BE49-F238E27FC236}">
                <a16:creationId xmlns:a16="http://schemas.microsoft.com/office/drawing/2014/main" id="{737BF5CE-9E66-4FD5-949F-34E11607C6DF}"/>
              </a:ext>
            </a:extLst>
          </p:cNvPr>
          <p:cNvSpPr>
            <a:spLocks noGrp="1"/>
          </p:cNvSpPr>
          <p:nvPr>
            <p:ph type="ftr" sz="quarter" idx="11"/>
          </p:nvPr>
        </p:nvSpPr>
        <p:spPr>
          <a:xfrm>
            <a:off x="3308350" y="6401999"/>
            <a:ext cx="5575300" cy="369332"/>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4EEDAB7A-4032-416A-B04E-1F4878912E02}"/>
              </a:ext>
            </a:extLst>
          </p:cNvPr>
          <p:cNvSpPr>
            <a:spLocks noGrp="1"/>
          </p:cNvSpPr>
          <p:nvPr>
            <p:ph type="sldNum" sz="quarter" idx="12"/>
          </p:nvPr>
        </p:nvSpPr>
        <p:spPr>
          <a:xfrm>
            <a:off x="9442800" y="6401999"/>
            <a:ext cx="2208212" cy="369332"/>
          </a:xfrm>
          <a:prstGeom prst="rect">
            <a:avLst/>
          </a:prstGeom>
        </p:spPr>
        <p:txBody>
          <a:bodyPr/>
          <a:lstStyle/>
          <a:p>
            <a:fld id="{D39607A7-8386-47DB-8578-DDEDD194E5D4}" type="slidenum">
              <a:rPr lang="en-US" smtClean="0"/>
              <a:t>‹#›</a:t>
            </a:fld>
            <a:endParaRPr lang="en-US" dirty="0"/>
          </a:p>
        </p:txBody>
      </p:sp>
      <p:cxnSp>
        <p:nvCxnSpPr>
          <p:cNvPr id="7" name="Straight Connector 6">
            <a:extLst>
              <a:ext uri="{FF2B5EF4-FFF2-40B4-BE49-F238E27FC236}">
                <a16:creationId xmlns:a16="http://schemas.microsoft.com/office/drawing/2014/main" id="{701C0CAB-6A03-4C6A-9FAA-219847753628}"/>
              </a:ext>
            </a:extLst>
          </p:cNvPr>
          <p:cNvCxnSpPr>
            <a:cxnSpLocks/>
          </p:cNvCxnSpPr>
          <p:nvPr/>
        </p:nvCxnSpPr>
        <p:spPr>
          <a:xfrm>
            <a:off x="5826000" y="3690871"/>
            <a:ext cx="540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20" name="Group 19">
            <a:extLst>
              <a:ext uri="{FF2B5EF4-FFF2-40B4-BE49-F238E27FC236}">
                <a16:creationId xmlns:a16="http://schemas.microsoft.com/office/drawing/2014/main" id="{F982E0B2-AA9C-441C-A08E-A9DF9CF12116}"/>
              </a:ext>
            </a:extLst>
          </p:cNvPr>
          <p:cNvGrpSpPr/>
          <p:nvPr/>
        </p:nvGrpSpPr>
        <p:grpSpPr>
          <a:xfrm>
            <a:off x="9728046" y="4869342"/>
            <a:ext cx="1623711" cy="630920"/>
            <a:chOff x="9588346" y="4824892"/>
            <a:chExt cx="1623711" cy="630920"/>
          </a:xfrm>
        </p:grpSpPr>
        <p:sp>
          <p:nvSpPr>
            <p:cNvPr id="16" name="Freeform: Shape 15">
              <a:extLst>
                <a:ext uri="{FF2B5EF4-FFF2-40B4-BE49-F238E27FC236}">
                  <a16:creationId xmlns:a16="http://schemas.microsoft.com/office/drawing/2014/main" id="{A4A2E074-C10D-4C57-AB72-B631E4D77102}"/>
                </a:ext>
              </a:extLst>
            </p:cNvPr>
            <p:cNvSpPr/>
            <p:nvPr/>
          </p:nvSpPr>
          <p:spPr>
            <a:xfrm rot="2700000" flipH="1">
              <a:off x="10267789" y="4452443"/>
              <a:ext cx="571820" cy="1316717"/>
            </a:xfrm>
            <a:custGeom>
              <a:avLst/>
              <a:gdLst>
                <a:gd name="connsiteX0" fmla="*/ 282417 w 571820"/>
                <a:gd name="connsiteY0" fmla="*/ 0 h 1316717"/>
                <a:gd name="connsiteX1" fmla="*/ 285910 w 571820"/>
                <a:gd name="connsiteY1" fmla="*/ 3175 h 1316717"/>
                <a:gd name="connsiteX2" fmla="*/ 287393 w 571820"/>
                <a:gd name="connsiteY2" fmla="*/ 1827 h 1316717"/>
                <a:gd name="connsiteX3" fmla="*/ 289403 w 571820"/>
                <a:gd name="connsiteY3" fmla="*/ 0 h 1316717"/>
                <a:gd name="connsiteX4" fmla="*/ 289403 w 571820"/>
                <a:gd name="connsiteY4" fmla="*/ 6349 h 1316717"/>
                <a:gd name="connsiteX5" fmla="*/ 309203 w 571820"/>
                <a:gd name="connsiteY5" fmla="*/ 24345 h 1316717"/>
                <a:gd name="connsiteX6" fmla="*/ 571820 w 571820"/>
                <a:gd name="connsiteY6" fmla="*/ 658359 h 1316717"/>
                <a:gd name="connsiteX7" fmla="*/ 309203 w 571820"/>
                <a:gd name="connsiteY7" fmla="*/ 1292372 h 1316717"/>
                <a:gd name="connsiteX8" fmla="*/ 289403 w 571820"/>
                <a:gd name="connsiteY8" fmla="*/ 1310368 h 1316717"/>
                <a:gd name="connsiteX9" fmla="*/ 289403 w 571820"/>
                <a:gd name="connsiteY9" fmla="*/ 1316717 h 1316717"/>
                <a:gd name="connsiteX10" fmla="*/ 287393 w 571820"/>
                <a:gd name="connsiteY10" fmla="*/ 1314890 h 1316717"/>
                <a:gd name="connsiteX11" fmla="*/ 285910 w 571820"/>
                <a:gd name="connsiteY11" fmla="*/ 1313542 h 1316717"/>
                <a:gd name="connsiteX12" fmla="*/ 282417 w 571820"/>
                <a:gd name="connsiteY12" fmla="*/ 1316717 h 1316717"/>
                <a:gd name="connsiteX13" fmla="*/ 282417 w 571820"/>
                <a:gd name="connsiteY13" fmla="*/ 1310367 h 1316717"/>
                <a:gd name="connsiteX14" fmla="*/ 262617 w 571820"/>
                <a:gd name="connsiteY14" fmla="*/ 1292372 h 1316717"/>
                <a:gd name="connsiteX15" fmla="*/ 0 w 571820"/>
                <a:gd name="connsiteY15" fmla="*/ 658358 h 1316717"/>
                <a:gd name="connsiteX16" fmla="*/ 262617 w 571820"/>
                <a:gd name="connsiteY16" fmla="*/ 24345 h 1316717"/>
                <a:gd name="connsiteX17" fmla="*/ 282417 w 571820"/>
                <a:gd name="connsiteY17" fmla="*/ 6349 h 13167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71820" h="1316717">
                  <a:moveTo>
                    <a:pt x="282417" y="0"/>
                  </a:moveTo>
                  <a:lnTo>
                    <a:pt x="285910" y="3175"/>
                  </a:lnTo>
                  <a:lnTo>
                    <a:pt x="287393" y="1827"/>
                  </a:lnTo>
                  <a:lnTo>
                    <a:pt x="289403" y="0"/>
                  </a:lnTo>
                  <a:lnTo>
                    <a:pt x="289403" y="6349"/>
                  </a:lnTo>
                  <a:lnTo>
                    <a:pt x="309203" y="24345"/>
                  </a:lnTo>
                  <a:cubicBezTo>
                    <a:pt x="471461" y="186603"/>
                    <a:pt x="571820" y="410761"/>
                    <a:pt x="571820" y="658359"/>
                  </a:cubicBezTo>
                  <a:cubicBezTo>
                    <a:pt x="571820" y="905956"/>
                    <a:pt x="471461" y="1130114"/>
                    <a:pt x="309203" y="1292372"/>
                  </a:cubicBezTo>
                  <a:lnTo>
                    <a:pt x="289403" y="1310368"/>
                  </a:lnTo>
                  <a:lnTo>
                    <a:pt x="289403" y="1316717"/>
                  </a:lnTo>
                  <a:lnTo>
                    <a:pt x="287393" y="1314890"/>
                  </a:lnTo>
                  <a:lnTo>
                    <a:pt x="285910" y="1313542"/>
                  </a:lnTo>
                  <a:lnTo>
                    <a:pt x="282417" y="1316717"/>
                  </a:lnTo>
                  <a:lnTo>
                    <a:pt x="282417" y="1310367"/>
                  </a:lnTo>
                  <a:lnTo>
                    <a:pt x="262617" y="1292372"/>
                  </a:lnTo>
                  <a:cubicBezTo>
                    <a:pt x="100359" y="1130113"/>
                    <a:pt x="0" y="905956"/>
                    <a:pt x="0" y="658358"/>
                  </a:cubicBezTo>
                  <a:cubicBezTo>
                    <a:pt x="0" y="410761"/>
                    <a:pt x="100359" y="186603"/>
                    <a:pt x="262617" y="24345"/>
                  </a:cubicBezTo>
                  <a:lnTo>
                    <a:pt x="282417" y="6349"/>
                  </a:lnTo>
                  <a:close/>
                </a:path>
              </a:pathLst>
            </a:custGeom>
            <a:solidFill>
              <a:schemeClr val="accent4">
                <a:alpha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7" name="Group 16">
              <a:extLst>
                <a:ext uri="{FF2B5EF4-FFF2-40B4-BE49-F238E27FC236}">
                  <a16:creationId xmlns:a16="http://schemas.microsoft.com/office/drawing/2014/main" id="{0B037EB3-1772-4BA8-A95A-E5DBDFEA32B0}"/>
                </a:ext>
              </a:extLst>
            </p:cNvPr>
            <p:cNvGrpSpPr/>
            <p:nvPr/>
          </p:nvGrpSpPr>
          <p:grpSpPr>
            <a:xfrm rot="2700000" flipH="1">
              <a:off x="10112436" y="4359902"/>
              <a:ext cx="571820" cy="1620000"/>
              <a:chOff x="8482785" y="4330454"/>
              <a:chExt cx="571820" cy="1620000"/>
            </a:xfrm>
          </p:grpSpPr>
          <p:sp>
            <p:nvSpPr>
              <p:cNvPr id="18" name="Freeform: Shape 17">
                <a:extLst>
                  <a:ext uri="{FF2B5EF4-FFF2-40B4-BE49-F238E27FC236}">
                    <a16:creationId xmlns:a16="http://schemas.microsoft.com/office/drawing/2014/main" id="{A1F47AC1-63D0-47F3-9728-1A0A0543494B}"/>
                  </a:ext>
                </a:extLst>
              </p:cNvPr>
              <p:cNvSpPr/>
              <p:nvPr/>
            </p:nvSpPr>
            <p:spPr>
              <a:xfrm>
                <a:off x="8482785" y="4333632"/>
                <a:ext cx="571820" cy="1311956"/>
              </a:xfrm>
              <a:custGeom>
                <a:avLst/>
                <a:gdLst>
                  <a:gd name="connsiteX0" fmla="*/ 282417 w 571820"/>
                  <a:gd name="connsiteY0" fmla="*/ 0 h 1316717"/>
                  <a:gd name="connsiteX1" fmla="*/ 285910 w 571820"/>
                  <a:gd name="connsiteY1" fmla="*/ 3175 h 1316717"/>
                  <a:gd name="connsiteX2" fmla="*/ 287393 w 571820"/>
                  <a:gd name="connsiteY2" fmla="*/ 1827 h 1316717"/>
                  <a:gd name="connsiteX3" fmla="*/ 289403 w 571820"/>
                  <a:gd name="connsiteY3" fmla="*/ 0 h 1316717"/>
                  <a:gd name="connsiteX4" fmla="*/ 289403 w 571820"/>
                  <a:gd name="connsiteY4" fmla="*/ 6349 h 1316717"/>
                  <a:gd name="connsiteX5" fmla="*/ 309203 w 571820"/>
                  <a:gd name="connsiteY5" fmla="*/ 24345 h 1316717"/>
                  <a:gd name="connsiteX6" fmla="*/ 571820 w 571820"/>
                  <a:gd name="connsiteY6" fmla="*/ 658359 h 1316717"/>
                  <a:gd name="connsiteX7" fmla="*/ 309203 w 571820"/>
                  <a:gd name="connsiteY7" fmla="*/ 1292372 h 1316717"/>
                  <a:gd name="connsiteX8" fmla="*/ 289403 w 571820"/>
                  <a:gd name="connsiteY8" fmla="*/ 1310368 h 1316717"/>
                  <a:gd name="connsiteX9" fmla="*/ 289403 w 571820"/>
                  <a:gd name="connsiteY9" fmla="*/ 1316717 h 1316717"/>
                  <a:gd name="connsiteX10" fmla="*/ 287393 w 571820"/>
                  <a:gd name="connsiteY10" fmla="*/ 1314890 h 1316717"/>
                  <a:gd name="connsiteX11" fmla="*/ 285910 w 571820"/>
                  <a:gd name="connsiteY11" fmla="*/ 1313542 h 1316717"/>
                  <a:gd name="connsiteX12" fmla="*/ 282417 w 571820"/>
                  <a:gd name="connsiteY12" fmla="*/ 1316717 h 1316717"/>
                  <a:gd name="connsiteX13" fmla="*/ 282417 w 571820"/>
                  <a:gd name="connsiteY13" fmla="*/ 1310367 h 1316717"/>
                  <a:gd name="connsiteX14" fmla="*/ 262617 w 571820"/>
                  <a:gd name="connsiteY14" fmla="*/ 1292372 h 1316717"/>
                  <a:gd name="connsiteX15" fmla="*/ 0 w 571820"/>
                  <a:gd name="connsiteY15" fmla="*/ 658358 h 1316717"/>
                  <a:gd name="connsiteX16" fmla="*/ 262617 w 571820"/>
                  <a:gd name="connsiteY16" fmla="*/ 24345 h 1316717"/>
                  <a:gd name="connsiteX17" fmla="*/ 282417 w 571820"/>
                  <a:gd name="connsiteY17" fmla="*/ 6349 h 1316717"/>
                  <a:gd name="connsiteX0" fmla="*/ 282417 w 571820"/>
                  <a:gd name="connsiteY0" fmla="*/ 6349 h 1316717"/>
                  <a:gd name="connsiteX1" fmla="*/ 285910 w 571820"/>
                  <a:gd name="connsiteY1" fmla="*/ 3175 h 1316717"/>
                  <a:gd name="connsiteX2" fmla="*/ 287393 w 571820"/>
                  <a:gd name="connsiteY2" fmla="*/ 1827 h 1316717"/>
                  <a:gd name="connsiteX3" fmla="*/ 289403 w 571820"/>
                  <a:gd name="connsiteY3" fmla="*/ 0 h 1316717"/>
                  <a:gd name="connsiteX4" fmla="*/ 289403 w 571820"/>
                  <a:gd name="connsiteY4" fmla="*/ 6349 h 1316717"/>
                  <a:gd name="connsiteX5" fmla="*/ 309203 w 571820"/>
                  <a:gd name="connsiteY5" fmla="*/ 24345 h 1316717"/>
                  <a:gd name="connsiteX6" fmla="*/ 571820 w 571820"/>
                  <a:gd name="connsiteY6" fmla="*/ 658359 h 1316717"/>
                  <a:gd name="connsiteX7" fmla="*/ 309203 w 571820"/>
                  <a:gd name="connsiteY7" fmla="*/ 1292372 h 1316717"/>
                  <a:gd name="connsiteX8" fmla="*/ 289403 w 571820"/>
                  <a:gd name="connsiteY8" fmla="*/ 1310368 h 1316717"/>
                  <a:gd name="connsiteX9" fmla="*/ 289403 w 571820"/>
                  <a:gd name="connsiteY9" fmla="*/ 1316717 h 1316717"/>
                  <a:gd name="connsiteX10" fmla="*/ 287393 w 571820"/>
                  <a:gd name="connsiteY10" fmla="*/ 1314890 h 1316717"/>
                  <a:gd name="connsiteX11" fmla="*/ 285910 w 571820"/>
                  <a:gd name="connsiteY11" fmla="*/ 1313542 h 1316717"/>
                  <a:gd name="connsiteX12" fmla="*/ 282417 w 571820"/>
                  <a:gd name="connsiteY12" fmla="*/ 1316717 h 1316717"/>
                  <a:gd name="connsiteX13" fmla="*/ 282417 w 571820"/>
                  <a:gd name="connsiteY13" fmla="*/ 1310367 h 1316717"/>
                  <a:gd name="connsiteX14" fmla="*/ 262617 w 571820"/>
                  <a:gd name="connsiteY14" fmla="*/ 1292372 h 1316717"/>
                  <a:gd name="connsiteX15" fmla="*/ 0 w 571820"/>
                  <a:gd name="connsiteY15" fmla="*/ 658358 h 1316717"/>
                  <a:gd name="connsiteX16" fmla="*/ 262617 w 571820"/>
                  <a:gd name="connsiteY16" fmla="*/ 24345 h 1316717"/>
                  <a:gd name="connsiteX17" fmla="*/ 282417 w 571820"/>
                  <a:gd name="connsiteY17" fmla="*/ 6349 h 1316717"/>
                  <a:gd name="connsiteX0" fmla="*/ 262617 w 571820"/>
                  <a:gd name="connsiteY0" fmla="*/ 24345 h 1316717"/>
                  <a:gd name="connsiteX1" fmla="*/ 285910 w 571820"/>
                  <a:gd name="connsiteY1" fmla="*/ 3175 h 1316717"/>
                  <a:gd name="connsiteX2" fmla="*/ 287393 w 571820"/>
                  <a:gd name="connsiteY2" fmla="*/ 1827 h 1316717"/>
                  <a:gd name="connsiteX3" fmla="*/ 289403 w 571820"/>
                  <a:gd name="connsiteY3" fmla="*/ 0 h 1316717"/>
                  <a:gd name="connsiteX4" fmla="*/ 289403 w 571820"/>
                  <a:gd name="connsiteY4" fmla="*/ 6349 h 1316717"/>
                  <a:gd name="connsiteX5" fmla="*/ 309203 w 571820"/>
                  <a:gd name="connsiteY5" fmla="*/ 24345 h 1316717"/>
                  <a:gd name="connsiteX6" fmla="*/ 571820 w 571820"/>
                  <a:gd name="connsiteY6" fmla="*/ 658359 h 1316717"/>
                  <a:gd name="connsiteX7" fmla="*/ 309203 w 571820"/>
                  <a:gd name="connsiteY7" fmla="*/ 1292372 h 1316717"/>
                  <a:gd name="connsiteX8" fmla="*/ 289403 w 571820"/>
                  <a:gd name="connsiteY8" fmla="*/ 1310368 h 1316717"/>
                  <a:gd name="connsiteX9" fmla="*/ 289403 w 571820"/>
                  <a:gd name="connsiteY9" fmla="*/ 1316717 h 1316717"/>
                  <a:gd name="connsiteX10" fmla="*/ 287393 w 571820"/>
                  <a:gd name="connsiteY10" fmla="*/ 1314890 h 1316717"/>
                  <a:gd name="connsiteX11" fmla="*/ 285910 w 571820"/>
                  <a:gd name="connsiteY11" fmla="*/ 1313542 h 1316717"/>
                  <a:gd name="connsiteX12" fmla="*/ 282417 w 571820"/>
                  <a:gd name="connsiteY12" fmla="*/ 1316717 h 1316717"/>
                  <a:gd name="connsiteX13" fmla="*/ 282417 w 571820"/>
                  <a:gd name="connsiteY13" fmla="*/ 1310367 h 1316717"/>
                  <a:gd name="connsiteX14" fmla="*/ 262617 w 571820"/>
                  <a:gd name="connsiteY14" fmla="*/ 1292372 h 1316717"/>
                  <a:gd name="connsiteX15" fmla="*/ 0 w 571820"/>
                  <a:gd name="connsiteY15" fmla="*/ 658358 h 1316717"/>
                  <a:gd name="connsiteX16" fmla="*/ 262617 w 571820"/>
                  <a:gd name="connsiteY16" fmla="*/ 24345 h 1316717"/>
                  <a:gd name="connsiteX0" fmla="*/ 262617 w 571820"/>
                  <a:gd name="connsiteY0" fmla="*/ 24345 h 1316717"/>
                  <a:gd name="connsiteX1" fmla="*/ 285910 w 571820"/>
                  <a:gd name="connsiteY1" fmla="*/ 3175 h 1316717"/>
                  <a:gd name="connsiteX2" fmla="*/ 287393 w 571820"/>
                  <a:gd name="connsiteY2" fmla="*/ 1827 h 1316717"/>
                  <a:gd name="connsiteX3" fmla="*/ 289403 w 571820"/>
                  <a:gd name="connsiteY3" fmla="*/ 0 h 1316717"/>
                  <a:gd name="connsiteX4" fmla="*/ 309203 w 571820"/>
                  <a:gd name="connsiteY4" fmla="*/ 24345 h 1316717"/>
                  <a:gd name="connsiteX5" fmla="*/ 571820 w 571820"/>
                  <a:gd name="connsiteY5" fmla="*/ 658359 h 1316717"/>
                  <a:gd name="connsiteX6" fmla="*/ 309203 w 571820"/>
                  <a:gd name="connsiteY6" fmla="*/ 1292372 h 1316717"/>
                  <a:gd name="connsiteX7" fmla="*/ 289403 w 571820"/>
                  <a:gd name="connsiteY7" fmla="*/ 1310368 h 1316717"/>
                  <a:gd name="connsiteX8" fmla="*/ 289403 w 571820"/>
                  <a:gd name="connsiteY8" fmla="*/ 1316717 h 1316717"/>
                  <a:gd name="connsiteX9" fmla="*/ 287393 w 571820"/>
                  <a:gd name="connsiteY9" fmla="*/ 1314890 h 1316717"/>
                  <a:gd name="connsiteX10" fmla="*/ 285910 w 571820"/>
                  <a:gd name="connsiteY10" fmla="*/ 1313542 h 1316717"/>
                  <a:gd name="connsiteX11" fmla="*/ 282417 w 571820"/>
                  <a:gd name="connsiteY11" fmla="*/ 1316717 h 1316717"/>
                  <a:gd name="connsiteX12" fmla="*/ 282417 w 571820"/>
                  <a:gd name="connsiteY12" fmla="*/ 1310367 h 1316717"/>
                  <a:gd name="connsiteX13" fmla="*/ 262617 w 571820"/>
                  <a:gd name="connsiteY13" fmla="*/ 1292372 h 1316717"/>
                  <a:gd name="connsiteX14" fmla="*/ 0 w 571820"/>
                  <a:gd name="connsiteY14" fmla="*/ 658358 h 1316717"/>
                  <a:gd name="connsiteX15" fmla="*/ 262617 w 571820"/>
                  <a:gd name="connsiteY15" fmla="*/ 24345 h 1316717"/>
                  <a:gd name="connsiteX0" fmla="*/ 262617 w 571820"/>
                  <a:gd name="connsiteY0" fmla="*/ 22518 h 1314890"/>
                  <a:gd name="connsiteX1" fmla="*/ 285910 w 571820"/>
                  <a:gd name="connsiteY1" fmla="*/ 1348 h 1314890"/>
                  <a:gd name="connsiteX2" fmla="*/ 287393 w 571820"/>
                  <a:gd name="connsiteY2" fmla="*/ 0 h 1314890"/>
                  <a:gd name="connsiteX3" fmla="*/ 309203 w 571820"/>
                  <a:gd name="connsiteY3" fmla="*/ 22518 h 1314890"/>
                  <a:gd name="connsiteX4" fmla="*/ 571820 w 571820"/>
                  <a:gd name="connsiteY4" fmla="*/ 656532 h 1314890"/>
                  <a:gd name="connsiteX5" fmla="*/ 309203 w 571820"/>
                  <a:gd name="connsiteY5" fmla="*/ 1290545 h 1314890"/>
                  <a:gd name="connsiteX6" fmla="*/ 289403 w 571820"/>
                  <a:gd name="connsiteY6" fmla="*/ 1308541 h 1314890"/>
                  <a:gd name="connsiteX7" fmla="*/ 289403 w 571820"/>
                  <a:gd name="connsiteY7" fmla="*/ 1314890 h 1314890"/>
                  <a:gd name="connsiteX8" fmla="*/ 287393 w 571820"/>
                  <a:gd name="connsiteY8" fmla="*/ 1313063 h 1314890"/>
                  <a:gd name="connsiteX9" fmla="*/ 285910 w 571820"/>
                  <a:gd name="connsiteY9" fmla="*/ 1311715 h 1314890"/>
                  <a:gd name="connsiteX10" fmla="*/ 282417 w 571820"/>
                  <a:gd name="connsiteY10" fmla="*/ 1314890 h 1314890"/>
                  <a:gd name="connsiteX11" fmla="*/ 282417 w 571820"/>
                  <a:gd name="connsiteY11" fmla="*/ 1308540 h 1314890"/>
                  <a:gd name="connsiteX12" fmla="*/ 262617 w 571820"/>
                  <a:gd name="connsiteY12" fmla="*/ 1290545 h 1314890"/>
                  <a:gd name="connsiteX13" fmla="*/ 0 w 571820"/>
                  <a:gd name="connsiteY13" fmla="*/ 656531 h 1314890"/>
                  <a:gd name="connsiteX14" fmla="*/ 262617 w 571820"/>
                  <a:gd name="connsiteY14" fmla="*/ 22518 h 1314890"/>
                  <a:gd name="connsiteX0" fmla="*/ 262617 w 571820"/>
                  <a:gd name="connsiteY0" fmla="*/ 21170 h 1313542"/>
                  <a:gd name="connsiteX1" fmla="*/ 285910 w 571820"/>
                  <a:gd name="connsiteY1" fmla="*/ 0 h 1313542"/>
                  <a:gd name="connsiteX2" fmla="*/ 309203 w 571820"/>
                  <a:gd name="connsiteY2" fmla="*/ 21170 h 1313542"/>
                  <a:gd name="connsiteX3" fmla="*/ 571820 w 571820"/>
                  <a:gd name="connsiteY3" fmla="*/ 655184 h 1313542"/>
                  <a:gd name="connsiteX4" fmla="*/ 309203 w 571820"/>
                  <a:gd name="connsiteY4" fmla="*/ 1289197 h 1313542"/>
                  <a:gd name="connsiteX5" fmla="*/ 289403 w 571820"/>
                  <a:gd name="connsiteY5" fmla="*/ 1307193 h 1313542"/>
                  <a:gd name="connsiteX6" fmla="*/ 289403 w 571820"/>
                  <a:gd name="connsiteY6" fmla="*/ 1313542 h 1313542"/>
                  <a:gd name="connsiteX7" fmla="*/ 287393 w 571820"/>
                  <a:gd name="connsiteY7" fmla="*/ 1311715 h 1313542"/>
                  <a:gd name="connsiteX8" fmla="*/ 285910 w 571820"/>
                  <a:gd name="connsiteY8" fmla="*/ 1310367 h 1313542"/>
                  <a:gd name="connsiteX9" fmla="*/ 282417 w 571820"/>
                  <a:gd name="connsiteY9" fmla="*/ 1313542 h 1313542"/>
                  <a:gd name="connsiteX10" fmla="*/ 282417 w 571820"/>
                  <a:gd name="connsiteY10" fmla="*/ 1307192 h 1313542"/>
                  <a:gd name="connsiteX11" fmla="*/ 262617 w 571820"/>
                  <a:gd name="connsiteY11" fmla="*/ 1289197 h 1313542"/>
                  <a:gd name="connsiteX12" fmla="*/ 0 w 571820"/>
                  <a:gd name="connsiteY12" fmla="*/ 655183 h 1313542"/>
                  <a:gd name="connsiteX13" fmla="*/ 262617 w 571820"/>
                  <a:gd name="connsiteY13" fmla="*/ 21170 h 1313542"/>
                  <a:gd name="connsiteX0" fmla="*/ 262617 w 571820"/>
                  <a:gd name="connsiteY0" fmla="*/ 21170 h 1313542"/>
                  <a:gd name="connsiteX1" fmla="*/ 285910 w 571820"/>
                  <a:gd name="connsiteY1" fmla="*/ 0 h 1313542"/>
                  <a:gd name="connsiteX2" fmla="*/ 309203 w 571820"/>
                  <a:gd name="connsiteY2" fmla="*/ 21170 h 1313542"/>
                  <a:gd name="connsiteX3" fmla="*/ 571820 w 571820"/>
                  <a:gd name="connsiteY3" fmla="*/ 655184 h 1313542"/>
                  <a:gd name="connsiteX4" fmla="*/ 309203 w 571820"/>
                  <a:gd name="connsiteY4" fmla="*/ 1289197 h 1313542"/>
                  <a:gd name="connsiteX5" fmla="*/ 289403 w 571820"/>
                  <a:gd name="connsiteY5" fmla="*/ 1307193 h 1313542"/>
                  <a:gd name="connsiteX6" fmla="*/ 289403 w 571820"/>
                  <a:gd name="connsiteY6" fmla="*/ 1313542 h 1313542"/>
                  <a:gd name="connsiteX7" fmla="*/ 287393 w 571820"/>
                  <a:gd name="connsiteY7" fmla="*/ 1311715 h 1313542"/>
                  <a:gd name="connsiteX8" fmla="*/ 285910 w 571820"/>
                  <a:gd name="connsiteY8" fmla="*/ 1310367 h 1313542"/>
                  <a:gd name="connsiteX9" fmla="*/ 282417 w 571820"/>
                  <a:gd name="connsiteY9" fmla="*/ 1313542 h 1313542"/>
                  <a:gd name="connsiteX10" fmla="*/ 262617 w 571820"/>
                  <a:gd name="connsiteY10" fmla="*/ 1289197 h 1313542"/>
                  <a:gd name="connsiteX11" fmla="*/ 0 w 571820"/>
                  <a:gd name="connsiteY11" fmla="*/ 655183 h 1313542"/>
                  <a:gd name="connsiteX12" fmla="*/ 262617 w 571820"/>
                  <a:gd name="connsiteY12" fmla="*/ 21170 h 1313542"/>
                  <a:gd name="connsiteX0" fmla="*/ 262617 w 571820"/>
                  <a:gd name="connsiteY0" fmla="*/ 21170 h 1313542"/>
                  <a:gd name="connsiteX1" fmla="*/ 285910 w 571820"/>
                  <a:gd name="connsiteY1" fmla="*/ 0 h 1313542"/>
                  <a:gd name="connsiteX2" fmla="*/ 309203 w 571820"/>
                  <a:gd name="connsiteY2" fmla="*/ 21170 h 1313542"/>
                  <a:gd name="connsiteX3" fmla="*/ 571820 w 571820"/>
                  <a:gd name="connsiteY3" fmla="*/ 655184 h 1313542"/>
                  <a:gd name="connsiteX4" fmla="*/ 309203 w 571820"/>
                  <a:gd name="connsiteY4" fmla="*/ 1289197 h 1313542"/>
                  <a:gd name="connsiteX5" fmla="*/ 289403 w 571820"/>
                  <a:gd name="connsiteY5" fmla="*/ 1307193 h 1313542"/>
                  <a:gd name="connsiteX6" fmla="*/ 289403 w 571820"/>
                  <a:gd name="connsiteY6" fmla="*/ 1313542 h 1313542"/>
                  <a:gd name="connsiteX7" fmla="*/ 287393 w 571820"/>
                  <a:gd name="connsiteY7" fmla="*/ 1311715 h 1313542"/>
                  <a:gd name="connsiteX8" fmla="*/ 285910 w 571820"/>
                  <a:gd name="connsiteY8" fmla="*/ 1310367 h 1313542"/>
                  <a:gd name="connsiteX9" fmla="*/ 262617 w 571820"/>
                  <a:gd name="connsiteY9" fmla="*/ 1289197 h 1313542"/>
                  <a:gd name="connsiteX10" fmla="*/ 0 w 571820"/>
                  <a:gd name="connsiteY10" fmla="*/ 655183 h 1313542"/>
                  <a:gd name="connsiteX11" fmla="*/ 262617 w 571820"/>
                  <a:gd name="connsiteY11" fmla="*/ 21170 h 1313542"/>
                  <a:gd name="connsiteX0" fmla="*/ 262617 w 571820"/>
                  <a:gd name="connsiteY0" fmla="*/ 21170 h 1313542"/>
                  <a:gd name="connsiteX1" fmla="*/ 285910 w 571820"/>
                  <a:gd name="connsiteY1" fmla="*/ 0 h 1313542"/>
                  <a:gd name="connsiteX2" fmla="*/ 309203 w 571820"/>
                  <a:gd name="connsiteY2" fmla="*/ 21170 h 1313542"/>
                  <a:gd name="connsiteX3" fmla="*/ 571820 w 571820"/>
                  <a:gd name="connsiteY3" fmla="*/ 655184 h 1313542"/>
                  <a:gd name="connsiteX4" fmla="*/ 309203 w 571820"/>
                  <a:gd name="connsiteY4" fmla="*/ 1289197 h 1313542"/>
                  <a:gd name="connsiteX5" fmla="*/ 289403 w 571820"/>
                  <a:gd name="connsiteY5" fmla="*/ 1307193 h 1313542"/>
                  <a:gd name="connsiteX6" fmla="*/ 289403 w 571820"/>
                  <a:gd name="connsiteY6" fmla="*/ 1313542 h 1313542"/>
                  <a:gd name="connsiteX7" fmla="*/ 287393 w 571820"/>
                  <a:gd name="connsiteY7" fmla="*/ 1311715 h 1313542"/>
                  <a:gd name="connsiteX8" fmla="*/ 262617 w 571820"/>
                  <a:gd name="connsiteY8" fmla="*/ 1289197 h 1313542"/>
                  <a:gd name="connsiteX9" fmla="*/ 0 w 571820"/>
                  <a:gd name="connsiteY9" fmla="*/ 655183 h 1313542"/>
                  <a:gd name="connsiteX10" fmla="*/ 262617 w 571820"/>
                  <a:gd name="connsiteY10" fmla="*/ 21170 h 1313542"/>
                  <a:gd name="connsiteX0" fmla="*/ 262617 w 571820"/>
                  <a:gd name="connsiteY0" fmla="*/ 21170 h 1313542"/>
                  <a:gd name="connsiteX1" fmla="*/ 285910 w 571820"/>
                  <a:gd name="connsiteY1" fmla="*/ 0 h 1313542"/>
                  <a:gd name="connsiteX2" fmla="*/ 309203 w 571820"/>
                  <a:gd name="connsiteY2" fmla="*/ 21170 h 1313542"/>
                  <a:gd name="connsiteX3" fmla="*/ 571820 w 571820"/>
                  <a:gd name="connsiteY3" fmla="*/ 655184 h 1313542"/>
                  <a:gd name="connsiteX4" fmla="*/ 309203 w 571820"/>
                  <a:gd name="connsiteY4" fmla="*/ 1289197 h 1313542"/>
                  <a:gd name="connsiteX5" fmla="*/ 289403 w 571820"/>
                  <a:gd name="connsiteY5" fmla="*/ 1307193 h 1313542"/>
                  <a:gd name="connsiteX6" fmla="*/ 289403 w 571820"/>
                  <a:gd name="connsiteY6" fmla="*/ 1313542 h 1313542"/>
                  <a:gd name="connsiteX7" fmla="*/ 262617 w 571820"/>
                  <a:gd name="connsiteY7" fmla="*/ 1289197 h 1313542"/>
                  <a:gd name="connsiteX8" fmla="*/ 0 w 571820"/>
                  <a:gd name="connsiteY8" fmla="*/ 655183 h 1313542"/>
                  <a:gd name="connsiteX9" fmla="*/ 262617 w 571820"/>
                  <a:gd name="connsiteY9" fmla="*/ 21170 h 1313542"/>
                  <a:gd name="connsiteX0" fmla="*/ 262617 w 571820"/>
                  <a:gd name="connsiteY0" fmla="*/ 21170 h 1364739"/>
                  <a:gd name="connsiteX1" fmla="*/ 285910 w 571820"/>
                  <a:gd name="connsiteY1" fmla="*/ 0 h 1364739"/>
                  <a:gd name="connsiteX2" fmla="*/ 309203 w 571820"/>
                  <a:gd name="connsiteY2" fmla="*/ 21170 h 1364739"/>
                  <a:gd name="connsiteX3" fmla="*/ 571820 w 571820"/>
                  <a:gd name="connsiteY3" fmla="*/ 655184 h 1364739"/>
                  <a:gd name="connsiteX4" fmla="*/ 309203 w 571820"/>
                  <a:gd name="connsiteY4" fmla="*/ 1289197 h 1364739"/>
                  <a:gd name="connsiteX5" fmla="*/ 289403 w 571820"/>
                  <a:gd name="connsiteY5" fmla="*/ 1307193 h 1364739"/>
                  <a:gd name="connsiteX6" fmla="*/ 177485 w 571820"/>
                  <a:gd name="connsiteY6" fmla="*/ 1364739 h 1364739"/>
                  <a:gd name="connsiteX7" fmla="*/ 262617 w 571820"/>
                  <a:gd name="connsiteY7" fmla="*/ 1289197 h 1364739"/>
                  <a:gd name="connsiteX8" fmla="*/ 0 w 571820"/>
                  <a:gd name="connsiteY8" fmla="*/ 655183 h 1364739"/>
                  <a:gd name="connsiteX9" fmla="*/ 262617 w 571820"/>
                  <a:gd name="connsiteY9" fmla="*/ 21170 h 1364739"/>
                  <a:gd name="connsiteX0" fmla="*/ 262617 w 571820"/>
                  <a:gd name="connsiteY0" fmla="*/ 21170 h 1364739"/>
                  <a:gd name="connsiteX1" fmla="*/ 285910 w 571820"/>
                  <a:gd name="connsiteY1" fmla="*/ 0 h 1364739"/>
                  <a:gd name="connsiteX2" fmla="*/ 309203 w 571820"/>
                  <a:gd name="connsiteY2" fmla="*/ 21170 h 1364739"/>
                  <a:gd name="connsiteX3" fmla="*/ 571820 w 571820"/>
                  <a:gd name="connsiteY3" fmla="*/ 655184 h 1364739"/>
                  <a:gd name="connsiteX4" fmla="*/ 309203 w 571820"/>
                  <a:gd name="connsiteY4" fmla="*/ 1289197 h 1364739"/>
                  <a:gd name="connsiteX5" fmla="*/ 285832 w 571820"/>
                  <a:gd name="connsiteY5" fmla="*/ 1311956 h 1364739"/>
                  <a:gd name="connsiteX6" fmla="*/ 177485 w 571820"/>
                  <a:gd name="connsiteY6" fmla="*/ 1364739 h 1364739"/>
                  <a:gd name="connsiteX7" fmla="*/ 262617 w 571820"/>
                  <a:gd name="connsiteY7" fmla="*/ 1289197 h 1364739"/>
                  <a:gd name="connsiteX8" fmla="*/ 0 w 571820"/>
                  <a:gd name="connsiteY8" fmla="*/ 655183 h 1364739"/>
                  <a:gd name="connsiteX9" fmla="*/ 262617 w 571820"/>
                  <a:gd name="connsiteY9" fmla="*/ 21170 h 1364739"/>
                  <a:gd name="connsiteX0" fmla="*/ 262617 w 571820"/>
                  <a:gd name="connsiteY0" fmla="*/ 21170 h 1311956"/>
                  <a:gd name="connsiteX1" fmla="*/ 285910 w 571820"/>
                  <a:gd name="connsiteY1" fmla="*/ 0 h 1311956"/>
                  <a:gd name="connsiteX2" fmla="*/ 309203 w 571820"/>
                  <a:gd name="connsiteY2" fmla="*/ 21170 h 1311956"/>
                  <a:gd name="connsiteX3" fmla="*/ 571820 w 571820"/>
                  <a:gd name="connsiteY3" fmla="*/ 655184 h 1311956"/>
                  <a:gd name="connsiteX4" fmla="*/ 309203 w 571820"/>
                  <a:gd name="connsiteY4" fmla="*/ 1289197 h 1311956"/>
                  <a:gd name="connsiteX5" fmla="*/ 285832 w 571820"/>
                  <a:gd name="connsiteY5" fmla="*/ 1311956 h 1311956"/>
                  <a:gd name="connsiteX6" fmla="*/ 262617 w 571820"/>
                  <a:gd name="connsiteY6" fmla="*/ 1289197 h 1311956"/>
                  <a:gd name="connsiteX7" fmla="*/ 0 w 571820"/>
                  <a:gd name="connsiteY7" fmla="*/ 655183 h 1311956"/>
                  <a:gd name="connsiteX8" fmla="*/ 262617 w 571820"/>
                  <a:gd name="connsiteY8" fmla="*/ 21170 h 13119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71820" h="1311956">
                    <a:moveTo>
                      <a:pt x="262617" y="21170"/>
                    </a:moveTo>
                    <a:lnTo>
                      <a:pt x="285910" y="0"/>
                    </a:lnTo>
                    <a:lnTo>
                      <a:pt x="309203" y="21170"/>
                    </a:lnTo>
                    <a:cubicBezTo>
                      <a:pt x="471461" y="183428"/>
                      <a:pt x="571820" y="407586"/>
                      <a:pt x="571820" y="655184"/>
                    </a:cubicBezTo>
                    <a:cubicBezTo>
                      <a:pt x="571820" y="902781"/>
                      <a:pt x="471461" y="1126939"/>
                      <a:pt x="309203" y="1289197"/>
                    </a:cubicBezTo>
                    <a:lnTo>
                      <a:pt x="285832" y="1311956"/>
                    </a:lnTo>
                    <a:lnTo>
                      <a:pt x="262617" y="1289197"/>
                    </a:lnTo>
                    <a:cubicBezTo>
                      <a:pt x="100359" y="1126938"/>
                      <a:pt x="0" y="902781"/>
                      <a:pt x="0" y="655183"/>
                    </a:cubicBezTo>
                    <a:cubicBezTo>
                      <a:pt x="0" y="407586"/>
                      <a:pt x="100359" y="183428"/>
                      <a:pt x="262617" y="21170"/>
                    </a:cubicBezTo>
                    <a:close/>
                  </a:path>
                </a:pathLst>
              </a:cu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cxnSp>
            <p:nvCxnSpPr>
              <p:cNvPr id="19" name="Straight Connector 18">
                <a:extLst>
                  <a:ext uri="{FF2B5EF4-FFF2-40B4-BE49-F238E27FC236}">
                    <a16:creationId xmlns:a16="http://schemas.microsoft.com/office/drawing/2014/main" id="{803A57D6-0C36-4560-A08A-16768551EF6F}"/>
                  </a:ext>
                </a:extLst>
              </p:cNvPr>
              <p:cNvCxnSpPr>
                <a:cxnSpLocks/>
              </p:cNvCxnSpPr>
              <p:nvPr/>
            </p:nvCxnSpPr>
            <p:spPr>
              <a:xfrm>
                <a:off x="8768695" y="4330454"/>
                <a:ext cx="0" cy="1620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spTree>
    <p:extLst>
      <p:ext uri="{BB962C8B-B14F-4D97-AF65-F5344CB8AC3E}">
        <p14:creationId xmlns:p14="http://schemas.microsoft.com/office/powerpoint/2010/main" val="15010654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EA217A-A229-4751-8D09-0CAD914F6286}"/>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1A9DEA33-60C3-4B28-B3EF-E93D6D46A30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F7D3B28-C66B-4279-AB67-2BC1D01239A4}"/>
              </a:ext>
            </a:extLst>
          </p:cNvPr>
          <p:cNvSpPr>
            <a:spLocks noGrp="1"/>
          </p:cNvSpPr>
          <p:nvPr>
            <p:ph type="dt" sz="half" idx="10"/>
          </p:nvPr>
        </p:nvSpPr>
        <p:spPr>
          <a:xfrm>
            <a:off x="541338" y="6401999"/>
            <a:ext cx="2206625" cy="369332"/>
          </a:xfrm>
          <a:prstGeom prst="rect">
            <a:avLst/>
          </a:prstGeom>
        </p:spPr>
        <p:txBody>
          <a:bodyPr/>
          <a:lstStyle/>
          <a:p>
            <a:fld id="{64F0E216-BA48-4F04-AC4F-645AA0DD6AC6}" type="datetimeFigureOut">
              <a:rPr lang="en-US" smtClean="0"/>
              <a:t>4/28/2024</a:t>
            </a:fld>
            <a:endParaRPr lang="en-US"/>
          </a:p>
        </p:txBody>
      </p:sp>
      <p:sp>
        <p:nvSpPr>
          <p:cNvPr id="5" name="Footer Placeholder 4">
            <a:extLst>
              <a:ext uri="{FF2B5EF4-FFF2-40B4-BE49-F238E27FC236}">
                <a16:creationId xmlns:a16="http://schemas.microsoft.com/office/drawing/2014/main" id="{8928FF39-A0DA-4F77-9297-B83C86B575D9}"/>
              </a:ext>
            </a:extLst>
          </p:cNvPr>
          <p:cNvSpPr>
            <a:spLocks noGrp="1"/>
          </p:cNvSpPr>
          <p:nvPr>
            <p:ph type="ftr" sz="quarter" idx="11"/>
          </p:nvPr>
        </p:nvSpPr>
        <p:spPr>
          <a:xfrm>
            <a:off x="3308350" y="6401999"/>
            <a:ext cx="5575300" cy="369332"/>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69D7D65A-9D4E-42F6-A8BF-1EEAFB180710}"/>
              </a:ext>
            </a:extLst>
          </p:cNvPr>
          <p:cNvSpPr>
            <a:spLocks noGrp="1"/>
          </p:cNvSpPr>
          <p:nvPr>
            <p:ph type="sldNum" sz="quarter" idx="12"/>
          </p:nvPr>
        </p:nvSpPr>
        <p:spPr>
          <a:xfrm>
            <a:off x="9442800" y="6401999"/>
            <a:ext cx="2208212" cy="369332"/>
          </a:xfrm>
          <a:prstGeom prst="rect">
            <a:avLst/>
          </a:prstGeom>
        </p:spPr>
        <p:txBody>
          <a:bodyPr/>
          <a:lstStyle/>
          <a:p>
            <a:fld id="{D39607A7-8386-47DB-8578-DDEDD194E5D4}" type="slidenum">
              <a:rPr lang="en-US" smtClean="0"/>
              <a:t>‹#›</a:t>
            </a:fld>
            <a:endParaRPr lang="en-US"/>
          </a:p>
        </p:txBody>
      </p:sp>
    </p:spTree>
    <p:extLst>
      <p:ext uri="{BB962C8B-B14F-4D97-AF65-F5344CB8AC3E}">
        <p14:creationId xmlns:p14="http://schemas.microsoft.com/office/powerpoint/2010/main" val="408296653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3017BB-B242-4CC6-887C-83E08CE2D54A}"/>
              </a:ext>
            </a:extLst>
          </p:cNvPr>
          <p:cNvSpPr>
            <a:spLocks noGrp="1"/>
          </p:cNvSpPr>
          <p:nvPr>
            <p:ph type="title"/>
          </p:nvPr>
        </p:nvSpPr>
        <p:spPr>
          <a:xfrm>
            <a:off x="1079500" y="2252663"/>
            <a:ext cx="4457700" cy="2349500"/>
          </a:xfrm>
        </p:spPr>
        <p:txBody>
          <a:bodyPr anchor="ctr" anchorCtr="0">
            <a:normAutofit/>
          </a:bodyPr>
          <a:lstStyle>
            <a:lvl1pPr algn="ctr">
              <a:defRPr sz="28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26695823-EA83-493F-8FEC-C72B5B9CF2FD}"/>
              </a:ext>
            </a:extLst>
          </p:cNvPr>
          <p:cNvSpPr>
            <a:spLocks noGrp="1"/>
          </p:cNvSpPr>
          <p:nvPr>
            <p:ph type="body" idx="1"/>
          </p:nvPr>
        </p:nvSpPr>
        <p:spPr>
          <a:xfrm>
            <a:off x="6654800" y="2252664"/>
            <a:ext cx="4451348" cy="2349500"/>
          </a:xfrm>
        </p:spPr>
        <p:txBody>
          <a:bodyPr anchor="ctr" anchorCtr="0"/>
          <a:lstStyle>
            <a:lvl1pPr marL="0" indent="0">
              <a:buNone/>
              <a:defRPr sz="2400" i="1">
                <a:solidFill>
                  <a:schemeClr val="tx1">
                    <a:alpha val="70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1E08E54-36BB-4AB4-BE1F-5FA8207BEAF8}"/>
              </a:ext>
            </a:extLst>
          </p:cNvPr>
          <p:cNvSpPr>
            <a:spLocks noGrp="1"/>
          </p:cNvSpPr>
          <p:nvPr>
            <p:ph type="dt" sz="half" idx="10"/>
          </p:nvPr>
        </p:nvSpPr>
        <p:spPr>
          <a:xfrm>
            <a:off x="541338" y="6401999"/>
            <a:ext cx="2206625" cy="369332"/>
          </a:xfrm>
          <a:prstGeom prst="rect">
            <a:avLst/>
          </a:prstGeom>
        </p:spPr>
        <p:txBody>
          <a:bodyPr/>
          <a:lstStyle/>
          <a:p>
            <a:fld id="{64F0E216-BA48-4F04-AC4F-645AA0DD6AC6}" type="datetimeFigureOut">
              <a:rPr lang="en-US" smtClean="0"/>
              <a:t>4/28/2024</a:t>
            </a:fld>
            <a:endParaRPr lang="en-US"/>
          </a:p>
        </p:txBody>
      </p:sp>
      <p:sp>
        <p:nvSpPr>
          <p:cNvPr id="5" name="Footer Placeholder 4">
            <a:extLst>
              <a:ext uri="{FF2B5EF4-FFF2-40B4-BE49-F238E27FC236}">
                <a16:creationId xmlns:a16="http://schemas.microsoft.com/office/drawing/2014/main" id="{C0453A6A-C55A-40A1-A3BB-DB417047F547}"/>
              </a:ext>
            </a:extLst>
          </p:cNvPr>
          <p:cNvSpPr>
            <a:spLocks noGrp="1"/>
          </p:cNvSpPr>
          <p:nvPr>
            <p:ph type="ftr" sz="quarter" idx="11"/>
          </p:nvPr>
        </p:nvSpPr>
        <p:spPr>
          <a:xfrm>
            <a:off x="3308350" y="6401999"/>
            <a:ext cx="5575300" cy="369332"/>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96D6E656-7AC0-4BD3-AFE5-4B5122E2F2D8}"/>
              </a:ext>
            </a:extLst>
          </p:cNvPr>
          <p:cNvSpPr>
            <a:spLocks noGrp="1"/>
          </p:cNvSpPr>
          <p:nvPr>
            <p:ph type="sldNum" sz="quarter" idx="12"/>
          </p:nvPr>
        </p:nvSpPr>
        <p:spPr>
          <a:xfrm>
            <a:off x="9442800" y="6401999"/>
            <a:ext cx="2208212" cy="369332"/>
          </a:xfrm>
          <a:prstGeom prst="rect">
            <a:avLst/>
          </a:prstGeom>
        </p:spPr>
        <p:txBody>
          <a:bodyPr/>
          <a:lstStyle/>
          <a:p>
            <a:fld id="{D39607A7-8386-47DB-8578-DDEDD194E5D4}" type="slidenum">
              <a:rPr lang="en-US" smtClean="0"/>
              <a:t>‹#›</a:t>
            </a:fld>
            <a:endParaRPr lang="en-US"/>
          </a:p>
        </p:txBody>
      </p:sp>
      <p:grpSp>
        <p:nvGrpSpPr>
          <p:cNvPr id="20" name="Group 19">
            <a:extLst>
              <a:ext uri="{FF2B5EF4-FFF2-40B4-BE49-F238E27FC236}">
                <a16:creationId xmlns:a16="http://schemas.microsoft.com/office/drawing/2014/main" id="{E9ABE19D-0B51-4388-93D1-0CD6B767115D}"/>
              </a:ext>
            </a:extLst>
          </p:cNvPr>
          <p:cNvGrpSpPr/>
          <p:nvPr/>
        </p:nvGrpSpPr>
        <p:grpSpPr>
          <a:xfrm>
            <a:off x="999771" y="932104"/>
            <a:ext cx="913428" cy="1032464"/>
            <a:chOff x="999771" y="932104"/>
            <a:chExt cx="913428" cy="1032464"/>
          </a:xfrm>
        </p:grpSpPr>
        <p:grpSp>
          <p:nvGrpSpPr>
            <p:cNvPr id="21" name="Group 20">
              <a:extLst>
                <a:ext uri="{FF2B5EF4-FFF2-40B4-BE49-F238E27FC236}">
                  <a16:creationId xmlns:a16="http://schemas.microsoft.com/office/drawing/2014/main" id="{46226ED6-7133-4222-9552-0EA4B1B3C9FB}"/>
                </a:ext>
              </a:extLst>
            </p:cNvPr>
            <p:cNvGrpSpPr/>
            <p:nvPr/>
          </p:nvGrpSpPr>
          <p:grpSpPr>
            <a:xfrm rot="8100000" flipV="1">
              <a:off x="1047457" y="1290386"/>
              <a:ext cx="865742" cy="628383"/>
              <a:chOff x="558167" y="958515"/>
              <a:chExt cx="865742" cy="628383"/>
            </a:xfrm>
            <a:solidFill>
              <a:schemeClr val="accent3"/>
            </a:solidFill>
          </p:grpSpPr>
          <p:sp>
            <p:nvSpPr>
              <p:cNvPr id="28" name="Freeform: Shape 27">
                <a:extLst>
                  <a:ext uri="{FF2B5EF4-FFF2-40B4-BE49-F238E27FC236}">
                    <a16:creationId xmlns:a16="http://schemas.microsoft.com/office/drawing/2014/main" id="{BE810E40-D42F-4034-93BA-54446465D20B}"/>
                  </a:ext>
                </a:extLst>
              </p:cNvPr>
              <p:cNvSpPr/>
              <p:nvPr/>
            </p:nvSpPr>
            <p:spPr>
              <a:xfrm rot="8100000" flipH="1">
                <a:off x="558167" y="1122160"/>
                <a:ext cx="464738" cy="464738"/>
              </a:xfrm>
              <a:custGeom>
                <a:avLst/>
                <a:gdLst>
                  <a:gd name="connsiteX0" fmla="*/ 446142 w 464738"/>
                  <a:gd name="connsiteY0" fmla="*/ 464738 h 464738"/>
                  <a:gd name="connsiteX1" fmla="*/ 130673 w 464738"/>
                  <a:gd name="connsiteY1" fmla="*/ 334066 h 464738"/>
                  <a:gd name="connsiteX2" fmla="*/ 0 w 464738"/>
                  <a:gd name="connsiteY2" fmla="*/ 18596 h 464738"/>
                  <a:gd name="connsiteX3" fmla="*/ 836 w 464738"/>
                  <a:gd name="connsiteY3" fmla="*/ 1089 h 464738"/>
                  <a:gd name="connsiteX4" fmla="*/ 606 w 464738"/>
                  <a:gd name="connsiteY4" fmla="*/ 859 h 464738"/>
                  <a:gd name="connsiteX5" fmla="*/ 848 w 464738"/>
                  <a:gd name="connsiteY5" fmla="*/ 848 h 464738"/>
                  <a:gd name="connsiteX6" fmla="*/ 859 w 464738"/>
                  <a:gd name="connsiteY6" fmla="*/ 606 h 464738"/>
                  <a:gd name="connsiteX7" fmla="*/ 1089 w 464738"/>
                  <a:gd name="connsiteY7" fmla="*/ 836 h 464738"/>
                  <a:gd name="connsiteX8" fmla="*/ 18596 w 464738"/>
                  <a:gd name="connsiteY8" fmla="*/ 0 h 464738"/>
                  <a:gd name="connsiteX9" fmla="*/ 334066 w 464738"/>
                  <a:gd name="connsiteY9" fmla="*/ 130672 h 464738"/>
                  <a:gd name="connsiteX10" fmla="*/ 464738 w 464738"/>
                  <a:gd name="connsiteY10" fmla="*/ 446142 h 464738"/>
                  <a:gd name="connsiteX11" fmla="*/ 463902 w 464738"/>
                  <a:gd name="connsiteY11" fmla="*/ 463650 h 464738"/>
                  <a:gd name="connsiteX12" fmla="*/ 464132 w 464738"/>
                  <a:gd name="connsiteY12" fmla="*/ 463880 h 464738"/>
                  <a:gd name="connsiteX13" fmla="*/ 463891 w 464738"/>
                  <a:gd name="connsiteY13" fmla="*/ 463892 h 464738"/>
                  <a:gd name="connsiteX14" fmla="*/ 463879 w 464738"/>
                  <a:gd name="connsiteY14" fmla="*/ 464132 h 464738"/>
                  <a:gd name="connsiteX15" fmla="*/ 463650 w 464738"/>
                  <a:gd name="connsiteY15" fmla="*/ 463903 h 4647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64738" h="464738">
                    <a:moveTo>
                      <a:pt x="446142" y="464738"/>
                    </a:moveTo>
                    <a:cubicBezTo>
                      <a:pt x="331965" y="464738"/>
                      <a:pt x="217787" y="421181"/>
                      <a:pt x="130673" y="334066"/>
                    </a:cubicBezTo>
                    <a:cubicBezTo>
                      <a:pt x="43558" y="246952"/>
                      <a:pt x="1" y="132774"/>
                      <a:pt x="0" y="18596"/>
                    </a:cubicBezTo>
                    <a:lnTo>
                      <a:pt x="836" y="1089"/>
                    </a:lnTo>
                    <a:lnTo>
                      <a:pt x="606" y="859"/>
                    </a:lnTo>
                    <a:lnTo>
                      <a:pt x="848" y="848"/>
                    </a:lnTo>
                    <a:lnTo>
                      <a:pt x="859" y="606"/>
                    </a:lnTo>
                    <a:lnTo>
                      <a:pt x="1089" y="836"/>
                    </a:lnTo>
                    <a:lnTo>
                      <a:pt x="18596" y="0"/>
                    </a:lnTo>
                    <a:cubicBezTo>
                      <a:pt x="132774" y="0"/>
                      <a:pt x="246951" y="43557"/>
                      <a:pt x="334066" y="130672"/>
                    </a:cubicBezTo>
                    <a:cubicBezTo>
                      <a:pt x="421181" y="217787"/>
                      <a:pt x="464738" y="331964"/>
                      <a:pt x="464738" y="446142"/>
                    </a:cubicBezTo>
                    <a:lnTo>
                      <a:pt x="463902" y="463650"/>
                    </a:lnTo>
                    <a:lnTo>
                      <a:pt x="464132" y="463880"/>
                    </a:lnTo>
                    <a:lnTo>
                      <a:pt x="463891" y="463892"/>
                    </a:lnTo>
                    <a:lnTo>
                      <a:pt x="463879" y="464132"/>
                    </a:lnTo>
                    <a:lnTo>
                      <a:pt x="463650" y="463903"/>
                    </a:lnTo>
                    <a:close/>
                  </a:path>
                </a:pathLst>
              </a:custGeom>
              <a:solidFill>
                <a:schemeClr val="accent4">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29" name="Freeform: Shape 28">
                <a:extLst>
                  <a:ext uri="{FF2B5EF4-FFF2-40B4-BE49-F238E27FC236}">
                    <a16:creationId xmlns:a16="http://schemas.microsoft.com/office/drawing/2014/main" id="{60F6BFC2-CA89-42B8-8A5A-E9F26BA87FBB}"/>
                  </a:ext>
                </a:extLst>
              </p:cNvPr>
              <p:cNvSpPr/>
              <p:nvPr/>
            </p:nvSpPr>
            <p:spPr>
              <a:xfrm rot="5400000" flipH="1">
                <a:off x="959170" y="958515"/>
                <a:ext cx="464739" cy="464739"/>
              </a:xfrm>
              <a:custGeom>
                <a:avLst/>
                <a:gdLst>
                  <a:gd name="connsiteX0" fmla="*/ 464132 w 464739"/>
                  <a:gd name="connsiteY0" fmla="*/ 463881 h 464739"/>
                  <a:gd name="connsiteX1" fmla="*/ 463891 w 464739"/>
                  <a:gd name="connsiteY1" fmla="*/ 463892 h 464739"/>
                  <a:gd name="connsiteX2" fmla="*/ 463880 w 464739"/>
                  <a:gd name="connsiteY2" fmla="*/ 464132 h 464739"/>
                  <a:gd name="connsiteX3" fmla="*/ 463651 w 464739"/>
                  <a:gd name="connsiteY3" fmla="*/ 463904 h 464739"/>
                  <a:gd name="connsiteX4" fmla="*/ 446142 w 464739"/>
                  <a:gd name="connsiteY4" fmla="*/ 464739 h 464739"/>
                  <a:gd name="connsiteX5" fmla="*/ 130673 w 464739"/>
                  <a:gd name="connsiteY5" fmla="*/ 334067 h 464739"/>
                  <a:gd name="connsiteX6" fmla="*/ 0 w 464739"/>
                  <a:gd name="connsiteY6" fmla="*/ 18597 h 464739"/>
                  <a:gd name="connsiteX7" fmla="*/ 836 w 464739"/>
                  <a:gd name="connsiteY7" fmla="*/ 1089 h 464739"/>
                  <a:gd name="connsiteX8" fmla="*/ 607 w 464739"/>
                  <a:gd name="connsiteY8" fmla="*/ 859 h 464739"/>
                  <a:gd name="connsiteX9" fmla="*/ 848 w 464739"/>
                  <a:gd name="connsiteY9" fmla="*/ 848 h 464739"/>
                  <a:gd name="connsiteX10" fmla="*/ 859 w 464739"/>
                  <a:gd name="connsiteY10" fmla="*/ 607 h 464739"/>
                  <a:gd name="connsiteX11" fmla="*/ 1089 w 464739"/>
                  <a:gd name="connsiteY11" fmla="*/ 836 h 464739"/>
                  <a:gd name="connsiteX12" fmla="*/ 18597 w 464739"/>
                  <a:gd name="connsiteY12" fmla="*/ 0 h 464739"/>
                  <a:gd name="connsiteX13" fmla="*/ 334067 w 464739"/>
                  <a:gd name="connsiteY13" fmla="*/ 130672 h 464739"/>
                  <a:gd name="connsiteX14" fmla="*/ 464739 w 464739"/>
                  <a:gd name="connsiteY14" fmla="*/ 446142 h 464739"/>
                  <a:gd name="connsiteX15" fmla="*/ 463903 w 464739"/>
                  <a:gd name="connsiteY15" fmla="*/ 463652 h 464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64739" h="464739">
                    <a:moveTo>
                      <a:pt x="464132" y="463881"/>
                    </a:moveTo>
                    <a:lnTo>
                      <a:pt x="463891" y="463892"/>
                    </a:lnTo>
                    <a:lnTo>
                      <a:pt x="463880" y="464132"/>
                    </a:lnTo>
                    <a:lnTo>
                      <a:pt x="463651" y="463904"/>
                    </a:lnTo>
                    <a:lnTo>
                      <a:pt x="446142" y="464739"/>
                    </a:lnTo>
                    <a:cubicBezTo>
                      <a:pt x="331965" y="464739"/>
                      <a:pt x="217787" y="421182"/>
                      <a:pt x="130673" y="334067"/>
                    </a:cubicBezTo>
                    <a:cubicBezTo>
                      <a:pt x="43558" y="246953"/>
                      <a:pt x="1" y="132775"/>
                      <a:pt x="0" y="18597"/>
                    </a:cubicBezTo>
                    <a:lnTo>
                      <a:pt x="836" y="1089"/>
                    </a:lnTo>
                    <a:lnTo>
                      <a:pt x="607" y="859"/>
                    </a:lnTo>
                    <a:lnTo>
                      <a:pt x="848" y="848"/>
                    </a:lnTo>
                    <a:lnTo>
                      <a:pt x="859" y="607"/>
                    </a:lnTo>
                    <a:lnTo>
                      <a:pt x="1089" y="836"/>
                    </a:lnTo>
                    <a:lnTo>
                      <a:pt x="18597" y="0"/>
                    </a:lnTo>
                    <a:cubicBezTo>
                      <a:pt x="132775" y="0"/>
                      <a:pt x="246952" y="43557"/>
                      <a:pt x="334067" y="130672"/>
                    </a:cubicBezTo>
                    <a:cubicBezTo>
                      <a:pt x="421182" y="217787"/>
                      <a:pt x="464739" y="331964"/>
                      <a:pt x="464739" y="446142"/>
                    </a:cubicBezTo>
                    <a:lnTo>
                      <a:pt x="463903" y="463652"/>
                    </a:lnTo>
                    <a:close/>
                  </a:path>
                </a:pathLst>
              </a:custGeom>
              <a:solidFill>
                <a:schemeClr val="accent4">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grpSp>
        <p:grpSp>
          <p:nvGrpSpPr>
            <p:cNvPr id="22" name="Group 21">
              <a:extLst>
                <a:ext uri="{FF2B5EF4-FFF2-40B4-BE49-F238E27FC236}">
                  <a16:creationId xmlns:a16="http://schemas.microsoft.com/office/drawing/2014/main" id="{1CA36485-DC1D-48C9-91B2-425DBC66D471}"/>
                </a:ext>
              </a:extLst>
            </p:cNvPr>
            <p:cNvGrpSpPr/>
            <p:nvPr/>
          </p:nvGrpSpPr>
          <p:grpSpPr>
            <a:xfrm rot="10800000" flipH="1" flipV="1">
              <a:off x="999771" y="932104"/>
              <a:ext cx="864005" cy="1032464"/>
              <a:chOff x="2207971" y="2384401"/>
              <a:chExt cx="864005" cy="1032464"/>
            </a:xfrm>
          </p:grpSpPr>
          <p:sp>
            <p:nvSpPr>
              <p:cNvPr id="23" name="Freeform: Shape 22">
                <a:extLst>
                  <a:ext uri="{FF2B5EF4-FFF2-40B4-BE49-F238E27FC236}">
                    <a16:creationId xmlns:a16="http://schemas.microsoft.com/office/drawing/2014/main" id="{0ACF276E-196C-4923-B7D1-48A8E6A1669C}"/>
                  </a:ext>
                </a:extLst>
              </p:cNvPr>
              <p:cNvSpPr/>
              <p:nvPr/>
            </p:nvSpPr>
            <p:spPr>
              <a:xfrm rot="13500000">
                <a:off x="2207971" y="2856305"/>
                <a:ext cx="464739" cy="464739"/>
              </a:xfrm>
              <a:custGeom>
                <a:avLst/>
                <a:gdLst>
                  <a:gd name="connsiteX0" fmla="*/ 464132 w 464739"/>
                  <a:gd name="connsiteY0" fmla="*/ 463881 h 464739"/>
                  <a:gd name="connsiteX1" fmla="*/ 463891 w 464739"/>
                  <a:gd name="connsiteY1" fmla="*/ 463892 h 464739"/>
                  <a:gd name="connsiteX2" fmla="*/ 463880 w 464739"/>
                  <a:gd name="connsiteY2" fmla="*/ 464132 h 464739"/>
                  <a:gd name="connsiteX3" fmla="*/ 463651 w 464739"/>
                  <a:gd name="connsiteY3" fmla="*/ 463904 h 464739"/>
                  <a:gd name="connsiteX4" fmla="*/ 446142 w 464739"/>
                  <a:gd name="connsiteY4" fmla="*/ 464739 h 464739"/>
                  <a:gd name="connsiteX5" fmla="*/ 130673 w 464739"/>
                  <a:gd name="connsiteY5" fmla="*/ 334067 h 464739"/>
                  <a:gd name="connsiteX6" fmla="*/ 0 w 464739"/>
                  <a:gd name="connsiteY6" fmla="*/ 18597 h 464739"/>
                  <a:gd name="connsiteX7" fmla="*/ 836 w 464739"/>
                  <a:gd name="connsiteY7" fmla="*/ 1089 h 464739"/>
                  <a:gd name="connsiteX8" fmla="*/ 607 w 464739"/>
                  <a:gd name="connsiteY8" fmla="*/ 859 h 464739"/>
                  <a:gd name="connsiteX9" fmla="*/ 848 w 464739"/>
                  <a:gd name="connsiteY9" fmla="*/ 848 h 464739"/>
                  <a:gd name="connsiteX10" fmla="*/ 859 w 464739"/>
                  <a:gd name="connsiteY10" fmla="*/ 607 h 464739"/>
                  <a:gd name="connsiteX11" fmla="*/ 1089 w 464739"/>
                  <a:gd name="connsiteY11" fmla="*/ 836 h 464739"/>
                  <a:gd name="connsiteX12" fmla="*/ 18597 w 464739"/>
                  <a:gd name="connsiteY12" fmla="*/ 0 h 464739"/>
                  <a:gd name="connsiteX13" fmla="*/ 334067 w 464739"/>
                  <a:gd name="connsiteY13" fmla="*/ 130672 h 464739"/>
                  <a:gd name="connsiteX14" fmla="*/ 464739 w 464739"/>
                  <a:gd name="connsiteY14" fmla="*/ 446142 h 464739"/>
                  <a:gd name="connsiteX15" fmla="*/ 463903 w 464739"/>
                  <a:gd name="connsiteY15" fmla="*/ 463652 h 464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64739" h="464739">
                    <a:moveTo>
                      <a:pt x="464132" y="463881"/>
                    </a:moveTo>
                    <a:lnTo>
                      <a:pt x="463891" y="463892"/>
                    </a:lnTo>
                    <a:lnTo>
                      <a:pt x="463880" y="464132"/>
                    </a:lnTo>
                    <a:lnTo>
                      <a:pt x="463651" y="463904"/>
                    </a:lnTo>
                    <a:lnTo>
                      <a:pt x="446142" y="464739"/>
                    </a:lnTo>
                    <a:cubicBezTo>
                      <a:pt x="331965" y="464739"/>
                      <a:pt x="217787" y="421182"/>
                      <a:pt x="130673" y="334067"/>
                    </a:cubicBezTo>
                    <a:cubicBezTo>
                      <a:pt x="43558" y="246953"/>
                      <a:pt x="1" y="132775"/>
                      <a:pt x="0" y="18597"/>
                    </a:cubicBezTo>
                    <a:lnTo>
                      <a:pt x="836" y="1089"/>
                    </a:lnTo>
                    <a:lnTo>
                      <a:pt x="607" y="859"/>
                    </a:lnTo>
                    <a:lnTo>
                      <a:pt x="848" y="848"/>
                    </a:lnTo>
                    <a:lnTo>
                      <a:pt x="859" y="607"/>
                    </a:lnTo>
                    <a:lnTo>
                      <a:pt x="1089" y="836"/>
                    </a:lnTo>
                    <a:lnTo>
                      <a:pt x="18597" y="0"/>
                    </a:lnTo>
                    <a:cubicBezTo>
                      <a:pt x="132775" y="0"/>
                      <a:pt x="246952" y="43557"/>
                      <a:pt x="334067" y="130672"/>
                    </a:cubicBezTo>
                    <a:cubicBezTo>
                      <a:pt x="421182" y="217787"/>
                      <a:pt x="464739" y="331964"/>
                      <a:pt x="464739" y="446142"/>
                    </a:cubicBezTo>
                    <a:lnTo>
                      <a:pt x="463903" y="463652"/>
                    </a:lnTo>
                    <a:close/>
                  </a:path>
                </a:pathLst>
              </a:cu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24" name="Freeform: Shape 23">
                <a:extLst>
                  <a:ext uri="{FF2B5EF4-FFF2-40B4-BE49-F238E27FC236}">
                    <a16:creationId xmlns:a16="http://schemas.microsoft.com/office/drawing/2014/main" id="{FFE3686C-DFF6-4995-81B8-FA38F5BB0401}"/>
                  </a:ext>
                </a:extLst>
              </p:cNvPr>
              <p:cNvSpPr/>
              <p:nvPr/>
            </p:nvSpPr>
            <p:spPr>
              <a:xfrm rot="10800000">
                <a:off x="2607238" y="2688467"/>
                <a:ext cx="464738" cy="464738"/>
              </a:xfrm>
              <a:custGeom>
                <a:avLst/>
                <a:gdLst>
                  <a:gd name="connsiteX0" fmla="*/ 446142 w 464738"/>
                  <a:gd name="connsiteY0" fmla="*/ 464738 h 464738"/>
                  <a:gd name="connsiteX1" fmla="*/ 130673 w 464738"/>
                  <a:gd name="connsiteY1" fmla="*/ 334066 h 464738"/>
                  <a:gd name="connsiteX2" fmla="*/ 0 w 464738"/>
                  <a:gd name="connsiteY2" fmla="*/ 18596 h 464738"/>
                  <a:gd name="connsiteX3" fmla="*/ 836 w 464738"/>
                  <a:gd name="connsiteY3" fmla="*/ 1089 h 464738"/>
                  <a:gd name="connsiteX4" fmla="*/ 606 w 464738"/>
                  <a:gd name="connsiteY4" fmla="*/ 859 h 464738"/>
                  <a:gd name="connsiteX5" fmla="*/ 848 w 464738"/>
                  <a:gd name="connsiteY5" fmla="*/ 848 h 464738"/>
                  <a:gd name="connsiteX6" fmla="*/ 859 w 464738"/>
                  <a:gd name="connsiteY6" fmla="*/ 606 h 464738"/>
                  <a:gd name="connsiteX7" fmla="*/ 1089 w 464738"/>
                  <a:gd name="connsiteY7" fmla="*/ 836 h 464738"/>
                  <a:gd name="connsiteX8" fmla="*/ 18596 w 464738"/>
                  <a:gd name="connsiteY8" fmla="*/ 0 h 464738"/>
                  <a:gd name="connsiteX9" fmla="*/ 334066 w 464738"/>
                  <a:gd name="connsiteY9" fmla="*/ 130672 h 464738"/>
                  <a:gd name="connsiteX10" fmla="*/ 464738 w 464738"/>
                  <a:gd name="connsiteY10" fmla="*/ 446142 h 464738"/>
                  <a:gd name="connsiteX11" fmla="*/ 463902 w 464738"/>
                  <a:gd name="connsiteY11" fmla="*/ 463650 h 464738"/>
                  <a:gd name="connsiteX12" fmla="*/ 464132 w 464738"/>
                  <a:gd name="connsiteY12" fmla="*/ 463880 h 464738"/>
                  <a:gd name="connsiteX13" fmla="*/ 463891 w 464738"/>
                  <a:gd name="connsiteY13" fmla="*/ 463892 h 464738"/>
                  <a:gd name="connsiteX14" fmla="*/ 463879 w 464738"/>
                  <a:gd name="connsiteY14" fmla="*/ 464132 h 464738"/>
                  <a:gd name="connsiteX15" fmla="*/ 463650 w 464738"/>
                  <a:gd name="connsiteY15" fmla="*/ 463903 h 4647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64738" h="464738">
                    <a:moveTo>
                      <a:pt x="446142" y="464738"/>
                    </a:moveTo>
                    <a:cubicBezTo>
                      <a:pt x="331965" y="464738"/>
                      <a:pt x="217787" y="421181"/>
                      <a:pt x="130673" y="334066"/>
                    </a:cubicBezTo>
                    <a:cubicBezTo>
                      <a:pt x="43558" y="246952"/>
                      <a:pt x="1" y="132774"/>
                      <a:pt x="0" y="18596"/>
                    </a:cubicBezTo>
                    <a:lnTo>
                      <a:pt x="836" y="1089"/>
                    </a:lnTo>
                    <a:lnTo>
                      <a:pt x="606" y="859"/>
                    </a:lnTo>
                    <a:lnTo>
                      <a:pt x="848" y="848"/>
                    </a:lnTo>
                    <a:lnTo>
                      <a:pt x="859" y="606"/>
                    </a:lnTo>
                    <a:lnTo>
                      <a:pt x="1089" y="836"/>
                    </a:lnTo>
                    <a:lnTo>
                      <a:pt x="18596" y="0"/>
                    </a:lnTo>
                    <a:cubicBezTo>
                      <a:pt x="132774" y="0"/>
                      <a:pt x="246951" y="43557"/>
                      <a:pt x="334066" y="130672"/>
                    </a:cubicBezTo>
                    <a:cubicBezTo>
                      <a:pt x="421181" y="217787"/>
                      <a:pt x="464738" y="331964"/>
                      <a:pt x="464738" y="446142"/>
                    </a:cubicBezTo>
                    <a:lnTo>
                      <a:pt x="463902" y="463650"/>
                    </a:lnTo>
                    <a:lnTo>
                      <a:pt x="464132" y="463880"/>
                    </a:lnTo>
                    <a:lnTo>
                      <a:pt x="463891" y="463892"/>
                    </a:lnTo>
                    <a:lnTo>
                      <a:pt x="463879" y="464132"/>
                    </a:lnTo>
                    <a:lnTo>
                      <a:pt x="463650" y="463903"/>
                    </a:lnTo>
                    <a:close/>
                  </a:path>
                </a:pathLst>
              </a:cu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nvGrpSpPr>
              <p:cNvPr id="25" name="Group 24">
                <a:extLst>
                  <a:ext uri="{FF2B5EF4-FFF2-40B4-BE49-F238E27FC236}">
                    <a16:creationId xmlns:a16="http://schemas.microsoft.com/office/drawing/2014/main" id="{9DCBF653-CCB9-47B2-9DD9-68847A45D82D}"/>
                  </a:ext>
                </a:extLst>
              </p:cNvPr>
              <p:cNvGrpSpPr/>
              <p:nvPr/>
            </p:nvGrpSpPr>
            <p:grpSpPr>
              <a:xfrm>
                <a:off x="2440769" y="2384401"/>
                <a:ext cx="313009" cy="1032464"/>
                <a:chOff x="2440769" y="2384401"/>
                <a:chExt cx="313009" cy="1032464"/>
              </a:xfrm>
            </p:grpSpPr>
            <p:cxnSp>
              <p:nvCxnSpPr>
                <p:cNvPr id="26" name="Straight Connector 25">
                  <a:extLst>
                    <a:ext uri="{FF2B5EF4-FFF2-40B4-BE49-F238E27FC236}">
                      <a16:creationId xmlns:a16="http://schemas.microsoft.com/office/drawing/2014/main" id="{7F081A1F-C7C9-4907-AAED-B4E9B64973FB}"/>
                    </a:ext>
                  </a:extLst>
                </p:cNvPr>
                <p:cNvCxnSpPr>
                  <a:cxnSpLocks/>
                </p:cNvCxnSpPr>
                <p:nvPr/>
              </p:nvCxnSpPr>
              <p:spPr>
                <a:xfrm rot="10800000" flipH="1">
                  <a:off x="2440769" y="2516865"/>
                  <a:ext cx="0" cy="900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34F8F89A-0719-4D9A-8379-9EEBD7201052}"/>
                    </a:ext>
                  </a:extLst>
                </p:cNvPr>
                <p:cNvCxnSpPr>
                  <a:cxnSpLocks/>
                </p:cNvCxnSpPr>
                <p:nvPr/>
              </p:nvCxnSpPr>
              <p:spPr>
                <a:xfrm rot="8100000" flipH="1">
                  <a:off x="2753778" y="2384401"/>
                  <a:ext cx="0" cy="900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grpSp>
      <p:grpSp>
        <p:nvGrpSpPr>
          <p:cNvPr id="30" name="Group 29">
            <a:extLst>
              <a:ext uri="{FF2B5EF4-FFF2-40B4-BE49-F238E27FC236}">
                <a16:creationId xmlns:a16="http://schemas.microsoft.com/office/drawing/2014/main" id="{E7AA5779-FF0F-4ACF-A56C-710A4CDEC8A3}"/>
              </a:ext>
            </a:extLst>
          </p:cNvPr>
          <p:cNvGrpSpPr/>
          <p:nvPr/>
        </p:nvGrpSpPr>
        <p:grpSpPr>
          <a:xfrm>
            <a:off x="1437136" y="649304"/>
            <a:ext cx="388541" cy="388541"/>
            <a:chOff x="5752675" y="5440856"/>
            <a:chExt cx="388541" cy="388541"/>
          </a:xfrm>
        </p:grpSpPr>
        <p:sp>
          <p:nvSpPr>
            <p:cNvPr id="31" name="Oval 30">
              <a:extLst>
                <a:ext uri="{FF2B5EF4-FFF2-40B4-BE49-F238E27FC236}">
                  <a16:creationId xmlns:a16="http://schemas.microsoft.com/office/drawing/2014/main" id="{5F0ADB13-4626-4F84-B513-0B58E65C248E}"/>
                </a:ext>
              </a:extLst>
            </p:cNvPr>
            <p:cNvSpPr/>
            <p:nvPr/>
          </p:nvSpPr>
          <p:spPr>
            <a:xfrm rot="10800000">
              <a:off x="5800801" y="5488982"/>
              <a:ext cx="340415" cy="340415"/>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32" name="Oval 31">
              <a:extLst>
                <a:ext uri="{FF2B5EF4-FFF2-40B4-BE49-F238E27FC236}">
                  <a16:creationId xmlns:a16="http://schemas.microsoft.com/office/drawing/2014/main" id="{AF46BC46-AD78-4932-95BA-D3009154CA7A}"/>
                </a:ext>
              </a:extLst>
            </p:cNvPr>
            <p:cNvSpPr/>
            <p:nvPr/>
          </p:nvSpPr>
          <p:spPr>
            <a:xfrm>
              <a:off x="5752675" y="5440856"/>
              <a:ext cx="340415" cy="340415"/>
            </a:xfrm>
            <a:prstGeom prst="ellipse">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cxnSp>
        <p:nvCxnSpPr>
          <p:cNvPr id="33" name="Straight Connector 32">
            <a:extLst>
              <a:ext uri="{FF2B5EF4-FFF2-40B4-BE49-F238E27FC236}">
                <a16:creationId xmlns:a16="http://schemas.microsoft.com/office/drawing/2014/main" id="{D38118F0-6EA8-4901-9161-9101C6DDD97E}"/>
              </a:ext>
            </a:extLst>
          </p:cNvPr>
          <p:cNvCxnSpPr>
            <a:cxnSpLocks/>
          </p:cNvCxnSpPr>
          <p:nvPr/>
        </p:nvCxnSpPr>
        <p:spPr>
          <a:xfrm rot="16200000" flipH="1">
            <a:off x="5826000" y="3429001"/>
            <a:ext cx="540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0620510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ED013D-A80D-4455-B886-0C3448294C02}"/>
              </a:ext>
            </a:extLst>
          </p:cNvPr>
          <p:cNvSpPr>
            <a:spLocks noGrp="1"/>
          </p:cNvSpPr>
          <p:nvPr>
            <p:ph type="title"/>
          </p:nvPr>
        </p:nvSpPr>
        <p:spPr/>
        <p:txBody>
          <a:bodyPr/>
          <a:lstStyle>
            <a:lvl1pPr algn="l">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4A99D3AB-20B9-4D90-8106-506F443682C8}"/>
              </a:ext>
            </a:extLst>
          </p:cNvPr>
          <p:cNvSpPr>
            <a:spLocks noGrp="1"/>
          </p:cNvSpPr>
          <p:nvPr>
            <p:ph sz="half" idx="1"/>
          </p:nvPr>
        </p:nvSpPr>
        <p:spPr>
          <a:xfrm>
            <a:off x="1085850" y="1790700"/>
            <a:ext cx="4740150" cy="39782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85F9DF39-257F-4C10-A7B4-1AA1C66F28E9}"/>
              </a:ext>
            </a:extLst>
          </p:cNvPr>
          <p:cNvSpPr>
            <a:spLocks noGrp="1"/>
          </p:cNvSpPr>
          <p:nvPr>
            <p:ph sz="half" idx="2"/>
          </p:nvPr>
        </p:nvSpPr>
        <p:spPr>
          <a:xfrm>
            <a:off x="6366000" y="1790700"/>
            <a:ext cx="4740150" cy="39782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E0E57E5E-B324-4633-AB65-4A53498B9FAD}"/>
              </a:ext>
            </a:extLst>
          </p:cNvPr>
          <p:cNvSpPr>
            <a:spLocks noGrp="1"/>
          </p:cNvSpPr>
          <p:nvPr>
            <p:ph type="dt" sz="half" idx="10"/>
          </p:nvPr>
        </p:nvSpPr>
        <p:spPr>
          <a:xfrm>
            <a:off x="541338" y="6401999"/>
            <a:ext cx="2206625" cy="369332"/>
          </a:xfrm>
          <a:prstGeom prst="rect">
            <a:avLst/>
          </a:prstGeom>
        </p:spPr>
        <p:txBody>
          <a:bodyPr/>
          <a:lstStyle/>
          <a:p>
            <a:fld id="{64F0E216-BA48-4F04-AC4F-645AA0DD6AC6}" type="datetimeFigureOut">
              <a:rPr lang="en-US" smtClean="0"/>
              <a:t>4/28/2024</a:t>
            </a:fld>
            <a:endParaRPr lang="en-US"/>
          </a:p>
        </p:txBody>
      </p:sp>
      <p:sp>
        <p:nvSpPr>
          <p:cNvPr id="6" name="Footer Placeholder 5">
            <a:extLst>
              <a:ext uri="{FF2B5EF4-FFF2-40B4-BE49-F238E27FC236}">
                <a16:creationId xmlns:a16="http://schemas.microsoft.com/office/drawing/2014/main" id="{5B42A16D-8423-4C91-B839-F95380250FA3}"/>
              </a:ext>
            </a:extLst>
          </p:cNvPr>
          <p:cNvSpPr>
            <a:spLocks noGrp="1"/>
          </p:cNvSpPr>
          <p:nvPr>
            <p:ph type="ftr" sz="quarter" idx="11"/>
          </p:nvPr>
        </p:nvSpPr>
        <p:spPr>
          <a:xfrm>
            <a:off x="3308350" y="6401999"/>
            <a:ext cx="5575300" cy="369332"/>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063AD46B-C875-4F91-8991-4A4E5D768D92}"/>
              </a:ext>
            </a:extLst>
          </p:cNvPr>
          <p:cNvSpPr>
            <a:spLocks noGrp="1"/>
          </p:cNvSpPr>
          <p:nvPr>
            <p:ph type="sldNum" sz="quarter" idx="12"/>
          </p:nvPr>
        </p:nvSpPr>
        <p:spPr>
          <a:xfrm>
            <a:off x="9442800" y="6401999"/>
            <a:ext cx="2208212" cy="369332"/>
          </a:xfrm>
          <a:prstGeom prst="rect">
            <a:avLst/>
          </a:prstGeom>
        </p:spPr>
        <p:txBody>
          <a:bodyPr/>
          <a:lstStyle/>
          <a:p>
            <a:fld id="{D39607A7-8386-47DB-8578-DDEDD194E5D4}" type="slidenum">
              <a:rPr lang="en-US" smtClean="0"/>
              <a:t>‹#›</a:t>
            </a:fld>
            <a:endParaRPr lang="en-US"/>
          </a:p>
        </p:txBody>
      </p:sp>
    </p:spTree>
    <p:extLst>
      <p:ext uri="{BB962C8B-B14F-4D97-AF65-F5344CB8AC3E}">
        <p14:creationId xmlns:p14="http://schemas.microsoft.com/office/powerpoint/2010/main" val="155064316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5170C3-74D3-4445-A879-4F7CF42ED29A}"/>
              </a:ext>
            </a:extLst>
          </p:cNvPr>
          <p:cNvSpPr>
            <a:spLocks noGrp="1"/>
          </p:cNvSpPr>
          <p:nvPr>
            <p:ph type="title"/>
          </p:nvPr>
        </p:nvSpPr>
        <p:spPr>
          <a:xfrm>
            <a:off x="1079500" y="1011238"/>
            <a:ext cx="10026650" cy="655637"/>
          </a:xfrm>
        </p:spPr>
        <p:txBody>
          <a:bodyPr>
            <a:normAutofit/>
          </a:bodyPr>
          <a:lstStyle>
            <a:lvl1pPr algn="l">
              <a:defRPr/>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B2B64494-3C1C-49FE-ADB2-6F41CEEA82EF}"/>
              </a:ext>
            </a:extLst>
          </p:cNvPr>
          <p:cNvSpPr>
            <a:spLocks noGrp="1"/>
          </p:cNvSpPr>
          <p:nvPr>
            <p:ph type="body" idx="1"/>
          </p:nvPr>
        </p:nvSpPr>
        <p:spPr>
          <a:xfrm>
            <a:off x="1079500" y="1854200"/>
            <a:ext cx="4741200" cy="553998"/>
          </a:xfrm>
        </p:spPr>
        <p:txBody>
          <a:bodyPr anchor="t" anchorCtr="0">
            <a:normAutofit/>
          </a:bodyPr>
          <a:lstStyle>
            <a:lvl1pPr marL="0" indent="0">
              <a:lnSpc>
                <a:spcPct val="100000"/>
              </a:lnSpc>
              <a:buNone/>
              <a:defRPr sz="1800" b="0" cap="all" spc="300" baseline="0">
                <a:solidFill>
                  <a:schemeClr val="tx1">
                    <a:alpha val="8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8EE19A6-8340-43A4-9B30-A27DEB9E2BF1}"/>
              </a:ext>
            </a:extLst>
          </p:cNvPr>
          <p:cNvSpPr>
            <a:spLocks noGrp="1"/>
          </p:cNvSpPr>
          <p:nvPr>
            <p:ph sz="half" idx="2"/>
          </p:nvPr>
        </p:nvSpPr>
        <p:spPr>
          <a:xfrm>
            <a:off x="1079500" y="2525561"/>
            <a:ext cx="4741200" cy="32434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7B9D4B31-0090-483A-BF84-CEA2B22D51D5}"/>
              </a:ext>
            </a:extLst>
          </p:cNvPr>
          <p:cNvSpPr>
            <a:spLocks noGrp="1"/>
          </p:cNvSpPr>
          <p:nvPr>
            <p:ph type="body" sz="quarter" idx="3"/>
          </p:nvPr>
        </p:nvSpPr>
        <p:spPr>
          <a:xfrm>
            <a:off x="6364950" y="1854200"/>
            <a:ext cx="4741200" cy="553998"/>
          </a:xfrm>
        </p:spPr>
        <p:txBody>
          <a:bodyPr anchor="t" anchorCtr="0">
            <a:normAutofit/>
          </a:bodyPr>
          <a:lstStyle>
            <a:lvl1pPr marL="0" indent="0">
              <a:lnSpc>
                <a:spcPct val="100000"/>
              </a:lnSpc>
              <a:buNone/>
              <a:defRPr sz="1800" b="0" cap="all" spc="300" baseline="0">
                <a:solidFill>
                  <a:schemeClr val="tx1">
                    <a:alpha val="8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08DB9E9-0BD8-4F85-9342-5C5BA0D35CEA}"/>
              </a:ext>
            </a:extLst>
          </p:cNvPr>
          <p:cNvSpPr>
            <a:spLocks noGrp="1"/>
          </p:cNvSpPr>
          <p:nvPr>
            <p:ph sz="quarter" idx="4"/>
          </p:nvPr>
        </p:nvSpPr>
        <p:spPr>
          <a:xfrm>
            <a:off x="6364950" y="2525560"/>
            <a:ext cx="4741200" cy="32434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52AE3D3E-6168-45C3-BAB4-04FFFB983541}"/>
              </a:ext>
            </a:extLst>
          </p:cNvPr>
          <p:cNvSpPr>
            <a:spLocks noGrp="1"/>
          </p:cNvSpPr>
          <p:nvPr>
            <p:ph type="dt" sz="half" idx="10"/>
          </p:nvPr>
        </p:nvSpPr>
        <p:spPr>
          <a:xfrm>
            <a:off x="541338" y="6401999"/>
            <a:ext cx="2206625" cy="369332"/>
          </a:xfrm>
          <a:prstGeom prst="rect">
            <a:avLst/>
          </a:prstGeom>
        </p:spPr>
        <p:txBody>
          <a:bodyPr/>
          <a:lstStyle/>
          <a:p>
            <a:fld id="{64F0E216-BA48-4F04-AC4F-645AA0DD6AC6}" type="datetimeFigureOut">
              <a:rPr lang="en-US" smtClean="0"/>
              <a:t>4/28/2024</a:t>
            </a:fld>
            <a:endParaRPr lang="en-US"/>
          </a:p>
        </p:txBody>
      </p:sp>
      <p:sp>
        <p:nvSpPr>
          <p:cNvPr id="8" name="Footer Placeholder 7">
            <a:extLst>
              <a:ext uri="{FF2B5EF4-FFF2-40B4-BE49-F238E27FC236}">
                <a16:creationId xmlns:a16="http://schemas.microsoft.com/office/drawing/2014/main" id="{DA8F8D02-7CCF-4321-847A-CD553E52A342}"/>
              </a:ext>
            </a:extLst>
          </p:cNvPr>
          <p:cNvSpPr>
            <a:spLocks noGrp="1"/>
          </p:cNvSpPr>
          <p:nvPr>
            <p:ph type="ftr" sz="quarter" idx="11"/>
          </p:nvPr>
        </p:nvSpPr>
        <p:spPr>
          <a:xfrm>
            <a:off x="3308350" y="6401999"/>
            <a:ext cx="5575300" cy="369332"/>
          </a:xfrm>
          <a:prstGeom prst="rect">
            <a:avLst/>
          </a:prstGeom>
        </p:spPr>
        <p:txBody>
          <a:bodyPr/>
          <a:lstStyle/>
          <a:p>
            <a:endParaRPr lang="en-US"/>
          </a:p>
        </p:txBody>
      </p:sp>
      <p:sp>
        <p:nvSpPr>
          <p:cNvPr id="9" name="Slide Number Placeholder 8">
            <a:extLst>
              <a:ext uri="{FF2B5EF4-FFF2-40B4-BE49-F238E27FC236}">
                <a16:creationId xmlns:a16="http://schemas.microsoft.com/office/drawing/2014/main" id="{9F966368-2A9A-4617-A2A9-E4E9ACD06381}"/>
              </a:ext>
            </a:extLst>
          </p:cNvPr>
          <p:cNvSpPr>
            <a:spLocks noGrp="1"/>
          </p:cNvSpPr>
          <p:nvPr>
            <p:ph type="sldNum" sz="quarter" idx="12"/>
          </p:nvPr>
        </p:nvSpPr>
        <p:spPr>
          <a:xfrm>
            <a:off x="9442800" y="6401999"/>
            <a:ext cx="2208212" cy="369332"/>
          </a:xfrm>
          <a:prstGeom prst="rect">
            <a:avLst/>
          </a:prstGeom>
        </p:spPr>
        <p:txBody>
          <a:bodyPr/>
          <a:lstStyle/>
          <a:p>
            <a:fld id="{D39607A7-8386-47DB-8578-DDEDD194E5D4}" type="slidenum">
              <a:rPr lang="en-US" smtClean="0"/>
              <a:t>‹#›</a:t>
            </a:fld>
            <a:endParaRPr lang="en-US"/>
          </a:p>
        </p:txBody>
      </p:sp>
    </p:spTree>
    <p:extLst>
      <p:ext uri="{BB962C8B-B14F-4D97-AF65-F5344CB8AC3E}">
        <p14:creationId xmlns:p14="http://schemas.microsoft.com/office/powerpoint/2010/main" val="28009984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90855A-C7D7-455F-BD47-AB4221DD0240}"/>
              </a:ext>
            </a:extLst>
          </p:cNvPr>
          <p:cNvSpPr>
            <a:spLocks noGrp="1"/>
          </p:cNvSpPr>
          <p:nvPr>
            <p:ph type="title"/>
          </p:nvPr>
        </p:nvSpPr>
        <p:spPr>
          <a:xfrm>
            <a:off x="1079500" y="1079500"/>
            <a:ext cx="10026650" cy="4689475"/>
          </a:xfrm>
        </p:spPr>
        <p:txBody>
          <a:bodyPr anchor="ctr"/>
          <a:lstStyle>
            <a:lvl1pPr algn="ctr">
              <a:defRPr/>
            </a:lvl1p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1629F6FD-C2F8-4688-B52A-ED76F48B8B41}"/>
              </a:ext>
            </a:extLst>
          </p:cNvPr>
          <p:cNvSpPr>
            <a:spLocks noGrp="1"/>
          </p:cNvSpPr>
          <p:nvPr>
            <p:ph type="dt" sz="half" idx="10"/>
          </p:nvPr>
        </p:nvSpPr>
        <p:spPr>
          <a:xfrm>
            <a:off x="541338" y="6401999"/>
            <a:ext cx="2206625" cy="369332"/>
          </a:xfrm>
          <a:prstGeom prst="rect">
            <a:avLst/>
          </a:prstGeom>
        </p:spPr>
        <p:txBody>
          <a:bodyPr/>
          <a:lstStyle/>
          <a:p>
            <a:fld id="{64F0E216-BA48-4F04-AC4F-645AA0DD6AC6}" type="datetimeFigureOut">
              <a:rPr lang="en-US" smtClean="0"/>
              <a:t>4/28/2024</a:t>
            </a:fld>
            <a:endParaRPr lang="en-US"/>
          </a:p>
        </p:txBody>
      </p:sp>
      <p:sp>
        <p:nvSpPr>
          <p:cNvPr id="4" name="Footer Placeholder 3">
            <a:extLst>
              <a:ext uri="{FF2B5EF4-FFF2-40B4-BE49-F238E27FC236}">
                <a16:creationId xmlns:a16="http://schemas.microsoft.com/office/drawing/2014/main" id="{AB358F0F-237C-4F8E-A5A7-48269F700B1D}"/>
              </a:ext>
            </a:extLst>
          </p:cNvPr>
          <p:cNvSpPr>
            <a:spLocks noGrp="1"/>
          </p:cNvSpPr>
          <p:nvPr>
            <p:ph type="ftr" sz="quarter" idx="11"/>
          </p:nvPr>
        </p:nvSpPr>
        <p:spPr>
          <a:xfrm>
            <a:off x="3308350" y="6401999"/>
            <a:ext cx="5575300" cy="369332"/>
          </a:xfrm>
          <a:prstGeom prst="rect">
            <a:avLst/>
          </a:prstGeom>
        </p:spPr>
        <p:txBody>
          <a:bodyPr/>
          <a:lstStyle/>
          <a:p>
            <a:endParaRPr lang="en-US"/>
          </a:p>
        </p:txBody>
      </p:sp>
      <p:sp>
        <p:nvSpPr>
          <p:cNvPr id="5" name="Slide Number Placeholder 4">
            <a:extLst>
              <a:ext uri="{FF2B5EF4-FFF2-40B4-BE49-F238E27FC236}">
                <a16:creationId xmlns:a16="http://schemas.microsoft.com/office/drawing/2014/main" id="{68C3629E-70C3-44A4-A268-2194CD424AF9}"/>
              </a:ext>
            </a:extLst>
          </p:cNvPr>
          <p:cNvSpPr>
            <a:spLocks noGrp="1"/>
          </p:cNvSpPr>
          <p:nvPr>
            <p:ph type="sldNum" sz="quarter" idx="12"/>
          </p:nvPr>
        </p:nvSpPr>
        <p:spPr>
          <a:xfrm>
            <a:off x="9442800" y="6401999"/>
            <a:ext cx="2208212" cy="369332"/>
          </a:xfrm>
          <a:prstGeom prst="rect">
            <a:avLst/>
          </a:prstGeom>
        </p:spPr>
        <p:txBody>
          <a:bodyPr/>
          <a:lstStyle/>
          <a:p>
            <a:fld id="{D39607A7-8386-47DB-8578-DDEDD194E5D4}" type="slidenum">
              <a:rPr lang="en-US" smtClean="0"/>
              <a:t>‹#›</a:t>
            </a:fld>
            <a:endParaRPr lang="en-US"/>
          </a:p>
        </p:txBody>
      </p:sp>
    </p:spTree>
    <p:extLst>
      <p:ext uri="{BB962C8B-B14F-4D97-AF65-F5344CB8AC3E}">
        <p14:creationId xmlns:p14="http://schemas.microsoft.com/office/powerpoint/2010/main" val="352864106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F0232D4-EC56-49D3-B967-D972B5E5E2C1}"/>
              </a:ext>
            </a:extLst>
          </p:cNvPr>
          <p:cNvSpPr>
            <a:spLocks noGrp="1"/>
          </p:cNvSpPr>
          <p:nvPr>
            <p:ph type="dt" sz="half" idx="10"/>
          </p:nvPr>
        </p:nvSpPr>
        <p:spPr>
          <a:xfrm>
            <a:off x="541338" y="6401999"/>
            <a:ext cx="2206625" cy="369332"/>
          </a:xfrm>
          <a:prstGeom prst="rect">
            <a:avLst/>
          </a:prstGeom>
        </p:spPr>
        <p:txBody>
          <a:bodyPr/>
          <a:lstStyle/>
          <a:p>
            <a:fld id="{64F0E216-BA48-4F04-AC4F-645AA0DD6AC6}" type="datetimeFigureOut">
              <a:rPr lang="en-US" smtClean="0"/>
              <a:t>4/28/2024</a:t>
            </a:fld>
            <a:endParaRPr lang="en-US"/>
          </a:p>
        </p:txBody>
      </p:sp>
      <p:sp>
        <p:nvSpPr>
          <p:cNvPr id="3" name="Footer Placeholder 2">
            <a:extLst>
              <a:ext uri="{FF2B5EF4-FFF2-40B4-BE49-F238E27FC236}">
                <a16:creationId xmlns:a16="http://schemas.microsoft.com/office/drawing/2014/main" id="{0B2C3171-136A-405F-B1CF-C0DAFAA21E41}"/>
              </a:ext>
            </a:extLst>
          </p:cNvPr>
          <p:cNvSpPr>
            <a:spLocks noGrp="1"/>
          </p:cNvSpPr>
          <p:nvPr>
            <p:ph type="ftr" sz="quarter" idx="11"/>
          </p:nvPr>
        </p:nvSpPr>
        <p:spPr>
          <a:xfrm>
            <a:off x="3308350" y="6401999"/>
            <a:ext cx="5575300" cy="369332"/>
          </a:xfrm>
          <a:prstGeom prst="rect">
            <a:avLst/>
          </a:prstGeom>
        </p:spPr>
        <p:txBody>
          <a:bodyPr/>
          <a:lstStyle/>
          <a:p>
            <a:endParaRPr lang="en-US"/>
          </a:p>
        </p:txBody>
      </p:sp>
      <p:sp>
        <p:nvSpPr>
          <p:cNvPr id="4" name="Slide Number Placeholder 3">
            <a:extLst>
              <a:ext uri="{FF2B5EF4-FFF2-40B4-BE49-F238E27FC236}">
                <a16:creationId xmlns:a16="http://schemas.microsoft.com/office/drawing/2014/main" id="{76523E7E-BA29-40D2-BE24-10E7F7050409}"/>
              </a:ext>
            </a:extLst>
          </p:cNvPr>
          <p:cNvSpPr>
            <a:spLocks noGrp="1"/>
          </p:cNvSpPr>
          <p:nvPr>
            <p:ph type="sldNum" sz="quarter" idx="12"/>
          </p:nvPr>
        </p:nvSpPr>
        <p:spPr>
          <a:xfrm>
            <a:off x="9442800" y="6401999"/>
            <a:ext cx="2208212" cy="369332"/>
          </a:xfrm>
          <a:prstGeom prst="rect">
            <a:avLst/>
          </a:prstGeom>
        </p:spPr>
        <p:txBody>
          <a:bodyPr/>
          <a:lstStyle/>
          <a:p>
            <a:fld id="{D39607A7-8386-47DB-8578-DDEDD194E5D4}" type="slidenum">
              <a:rPr lang="en-US" smtClean="0"/>
              <a:t>‹#›</a:t>
            </a:fld>
            <a:endParaRPr lang="en-US"/>
          </a:p>
        </p:txBody>
      </p:sp>
    </p:spTree>
    <p:extLst>
      <p:ext uri="{BB962C8B-B14F-4D97-AF65-F5344CB8AC3E}">
        <p14:creationId xmlns:p14="http://schemas.microsoft.com/office/powerpoint/2010/main" val="69094487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3607EF-706F-47DD-B487-7C3E4EDE1945}"/>
              </a:ext>
            </a:extLst>
          </p:cNvPr>
          <p:cNvSpPr>
            <a:spLocks noGrp="1"/>
          </p:cNvSpPr>
          <p:nvPr>
            <p:ph type="title"/>
          </p:nvPr>
        </p:nvSpPr>
        <p:spPr>
          <a:xfrm>
            <a:off x="1071607" y="1011238"/>
            <a:ext cx="3906000" cy="1292400"/>
          </a:xfrm>
        </p:spPr>
        <p:txBody>
          <a:bodyPr anchor="t" anchorCtr="0">
            <a:normAutofit/>
          </a:bodyPr>
          <a:lstStyle>
            <a:lvl1pPr>
              <a:defRPr sz="28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08298442-7D9F-4D62-866B-FBA382F06C4C}"/>
              </a:ext>
            </a:extLst>
          </p:cNvPr>
          <p:cNvSpPr>
            <a:spLocks noGrp="1"/>
          </p:cNvSpPr>
          <p:nvPr>
            <p:ph idx="1"/>
          </p:nvPr>
        </p:nvSpPr>
        <p:spPr>
          <a:xfrm>
            <a:off x="5537200" y="955230"/>
            <a:ext cx="5583193" cy="4813745"/>
          </a:xfrm>
        </p:spPr>
        <p:txBody>
          <a:bodyPr/>
          <a:lstStyle>
            <a:lvl1pPr marL="0" indent="0">
              <a:lnSpc>
                <a:spcPct val="100000"/>
              </a:lnSpc>
              <a:buFontTx/>
              <a:buNone/>
              <a:defRPr sz="4800"/>
            </a:lvl1pPr>
            <a:lvl2pPr marL="0">
              <a:lnSpc>
                <a:spcPct val="100000"/>
              </a:lnSpc>
              <a:defRPr sz="4800"/>
            </a:lvl2pPr>
            <a:lvl3pPr marL="0" indent="0">
              <a:buNone/>
              <a:defRPr sz="2000"/>
            </a:lvl3pPr>
            <a:lvl4pPr marL="0">
              <a:defRPr sz="2000"/>
            </a:lvl4pPr>
            <a:lvl5pPr marL="360000">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267D1DB7-AC43-460E-B3C5-9F8B37D1B50A}"/>
              </a:ext>
            </a:extLst>
          </p:cNvPr>
          <p:cNvSpPr>
            <a:spLocks noGrp="1"/>
          </p:cNvSpPr>
          <p:nvPr>
            <p:ph type="body" sz="half" idx="2"/>
          </p:nvPr>
        </p:nvSpPr>
        <p:spPr>
          <a:xfrm>
            <a:off x="1079499" y="2664000"/>
            <a:ext cx="3905999" cy="3106800"/>
          </a:xfrm>
        </p:spPr>
        <p:txBody>
          <a:bodyPr>
            <a:normAutofit/>
          </a:bodyPr>
          <a:lstStyle>
            <a:lvl1pPr marL="0" indent="0">
              <a:buNone/>
              <a:defRPr sz="20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40C5DE9-6995-4F6E-AF64-6CE9A677971D}"/>
              </a:ext>
            </a:extLst>
          </p:cNvPr>
          <p:cNvSpPr>
            <a:spLocks noGrp="1"/>
          </p:cNvSpPr>
          <p:nvPr>
            <p:ph type="dt" sz="half" idx="10"/>
          </p:nvPr>
        </p:nvSpPr>
        <p:spPr>
          <a:xfrm>
            <a:off x="541338" y="6401999"/>
            <a:ext cx="2206625" cy="369332"/>
          </a:xfrm>
          <a:prstGeom prst="rect">
            <a:avLst/>
          </a:prstGeom>
        </p:spPr>
        <p:txBody>
          <a:bodyPr/>
          <a:lstStyle/>
          <a:p>
            <a:fld id="{64F0E216-BA48-4F04-AC4F-645AA0DD6AC6}" type="datetimeFigureOut">
              <a:rPr lang="en-US" smtClean="0"/>
              <a:t>4/28/2024</a:t>
            </a:fld>
            <a:endParaRPr lang="en-US"/>
          </a:p>
        </p:txBody>
      </p:sp>
      <p:sp>
        <p:nvSpPr>
          <p:cNvPr id="6" name="Footer Placeholder 5">
            <a:extLst>
              <a:ext uri="{FF2B5EF4-FFF2-40B4-BE49-F238E27FC236}">
                <a16:creationId xmlns:a16="http://schemas.microsoft.com/office/drawing/2014/main" id="{388BC655-2B4D-48CA-90B9-740400332295}"/>
              </a:ext>
            </a:extLst>
          </p:cNvPr>
          <p:cNvSpPr>
            <a:spLocks noGrp="1"/>
          </p:cNvSpPr>
          <p:nvPr>
            <p:ph type="ftr" sz="quarter" idx="11"/>
          </p:nvPr>
        </p:nvSpPr>
        <p:spPr>
          <a:xfrm>
            <a:off x="3308350" y="6401999"/>
            <a:ext cx="5575300" cy="369332"/>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1314A7E0-1D83-4CE0-9FFE-3EEE2B3C27ED}"/>
              </a:ext>
            </a:extLst>
          </p:cNvPr>
          <p:cNvSpPr>
            <a:spLocks noGrp="1"/>
          </p:cNvSpPr>
          <p:nvPr>
            <p:ph type="sldNum" sz="quarter" idx="12"/>
          </p:nvPr>
        </p:nvSpPr>
        <p:spPr>
          <a:xfrm>
            <a:off x="9442800" y="6401999"/>
            <a:ext cx="2208212" cy="369332"/>
          </a:xfrm>
          <a:prstGeom prst="rect">
            <a:avLst/>
          </a:prstGeom>
        </p:spPr>
        <p:txBody>
          <a:bodyPr/>
          <a:lstStyle/>
          <a:p>
            <a:fld id="{D39607A7-8386-47DB-8578-DDEDD194E5D4}" type="slidenum">
              <a:rPr lang="en-US" smtClean="0"/>
              <a:t>‹#›</a:t>
            </a:fld>
            <a:endParaRPr lang="en-US"/>
          </a:p>
        </p:txBody>
      </p:sp>
    </p:spTree>
    <p:extLst>
      <p:ext uri="{BB962C8B-B14F-4D97-AF65-F5344CB8AC3E}">
        <p14:creationId xmlns:p14="http://schemas.microsoft.com/office/powerpoint/2010/main" val="162396439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4F7F85-950A-4BED-AE31-5C85DE4FA488}"/>
              </a:ext>
            </a:extLst>
          </p:cNvPr>
          <p:cNvSpPr>
            <a:spLocks noGrp="1"/>
          </p:cNvSpPr>
          <p:nvPr>
            <p:ph type="title"/>
          </p:nvPr>
        </p:nvSpPr>
        <p:spPr>
          <a:xfrm>
            <a:off x="1079501" y="1011238"/>
            <a:ext cx="3905250" cy="1292662"/>
          </a:xfrm>
        </p:spPr>
        <p:txBody>
          <a:bodyPr anchor="t" anchorCtr="0">
            <a:normAutofit/>
          </a:bodyPr>
          <a:lstStyle>
            <a:lvl1pPr>
              <a:defRPr sz="28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6813A008-3741-4305-8A06-C0D8404A32BB}"/>
              </a:ext>
            </a:extLst>
          </p:cNvPr>
          <p:cNvSpPr>
            <a:spLocks noGrp="1"/>
          </p:cNvSpPr>
          <p:nvPr>
            <p:ph type="pic" idx="1"/>
          </p:nvPr>
        </p:nvSpPr>
        <p:spPr>
          <a:xfrm>
            <a:off x="5537200" y="531813"/>
            <a:ext cx="6113812" cy="5784849"/>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a:extLst>
              <a:ext uri="{FF2B5EF4-FFF2-40B4-BE49-F238E27FC236}">
                <a16:creationId xmlns:a16="http://schemas.microsoft.com/office/drawing/2014/main" id="{BF2ADC63-3365-4920-AF26-600F4D2EA579}"/>
              </a:ext>
            </a:extLst>
          </p:cNvPr>
          <p:cNvSpPr>
            <a:spLocks noGrp="1"/>
          </p:cNvSpPr>
          <p:nvPr>
            <p:ph type="body" sz="half" idx="2"/>
          </p:nvPr>
        </p:nvSpPr>
        <p:spPr>
          <a:xfrm>
            <a:off x="1079500" y="2663825"/>
            <a:ext cx="3905250" cy="3105150"/>
          </a:xfrm>
        </p:spPr>
        <p:txBody>
          <a:bodyPr>
            <a:normAutofit/>
          </a:bodyPr>
          <a:lstStyle>
            <a:lvl1pPr marL="0" indent="0">
              <a:buNone/>
              <a:defRPr sz="20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AC161BE-EF8B-4F4D-8197-61442EBC46BD}"/>
              </a:ext>
            </a:extLst>
          </p:cNvPr>
          <p:cNvSpPr>
            <a:spLocks noGrp="1"/>
          </p:cNvSpPr>
          <p:nvPr>
            <p:ph type="dt" sz="half" idx="10"/>
          </p:nvPr>
        </p:nvSpPr>
        <p:spPr>
          <a:xfrm>
            <a:off x="541338" y="6401999"/>
            <a:ext cx="2206625" cy="369332"/>
          </a:xfrm>
          <a:prstGeom prst="rect">
            <a:avLst/>
          </a:prstGeom>
        </p:spPr>
        <p:txBody>
          <a:bodyPr/>
          <a:lstStyle/>
          <a:p>
            <a:fld id="{64F0E216-BA48-4F04-AC4F-645AA0DD6AC6}" type="datetimeFigureOut">
              <a:rPr lang="en-US" smtClean="0"/>
              <a:t>4/28/2024</a:t>
            </a:fld>
            <a:endParaRPr lang="en-US"/>
          </a:p>
        </p:txBody>
      </p:sp>
      <p:sp>
        <p:nvSpPr>
          <p:cNvPr id="6" name="Footer Placeholder 5">
            <a:extLst>
              <a:ext uri="{FF2B5EF4-FFF2-40B4-BE49-F238E27FC236}">
                <a16:creationId xmlns:a16="http://schemas.microsoft.com/office/drawing/2014/main" id="{9FD37897-BFE5-414E-9334-53116988DC37}"/>
              </a:ext>
            </a:extLst>
          </p:cNvPr>
          <p:cNvSpPr>
            <a:spLocks noGrp="1"/>
          </p:cNvSpPr>
          <p:nvPr>
            <p:ph type="ftr" sz="quarter" idx="11"/>
          </p:nvPr>
        </p:nvSpPr>
        <p:spPr>
          <a:xfrm>
            <a:off x="3308350" y="6401999"/>
            <a:ext cx="5575300" cy="369332"/>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3F5BF024-9A20-4B80-976D-420DCCD1616D}"/>
              </a:ext>
            </a:extLst>
          </p:cNvPr>
          <p:cNvSpPr>
            <a:spLocks noGrp="1"/>
          </p:cNvSpPr>
          <p:nvPr>
            <p:ph type="sldNum" sz="quarter" idx="12"/>
          </p:nvPr>
        </p:nvSpPr>
        <p:spPr>
          <a:xfrm>
            <a:off x="9442800" y="6401999"/>
            <a:ext cx="2208212" cy="369332"/>
          </a:xfrm>
          <a:prstGeom prst="rect">
            <a:avLst/>
          </a:prstGeom>
        </p:spPr>
        <p:txBody>
          <a:bodyPr/>
          <a:lstStyle/>
          <a:p>
            <a:fld id="{D39607A7-8386-47DB-8578-DDEDD194E5D4}" type="slidenum">
              <a:rPr lang="en-US" smtClean="0"/>
              <a:t>‹#›</a:t>
            </a:fld>
            <a:endParaRPr lang="en-US"/>
          </a:p>
        </p:txBody>
      </p:sp>
    </p:spTree>
    <p:extLst>
      <p:ext uri="{BB962C8B-B14F-4D97-AF65-F5344CB8AC3E}">
        <p14:creationId xmlns:p14="http://schemas.microsoft.com/office/powerpoint/2010/main" val="166776981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AB794F-0C7D-47A6-A355-9B54F3A082B7}"/>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518BEFC-5F95-43C3-A662-CF24426CB374}"/>
              </a:ext>
            </a:extLst>
          </p:cNvPr>
          <p:cNvSpPr>
            <a:spLocks noGrp="1"/>
          </p:cNvSpPr>
          <p:nvPr>
            <p:ph type="body" orient="vert" idx="1"/>
          </p:nvPr>
        </p:nvSpPr>
        <p:spPr>
          <a:xfrm>
            <a:off x="1079500" y="1790700"/>
            <a:ext cx="10026650" cy="397827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DE020A41-C226-41AB-8766-C9BF3E9BF9D0}"/>
              </a:ext>
            </a:extLst>
          </p:cNvPr>
          <p:cNvSpPr>
            <a:spLocks noGrp="1"/>
          </p:cNvSpPr>
          <p:nvPr>
            <p:ph type="dt" sz="half" idx="10"/>
          </p:nvPr>
        </p:nvSpPr>
        <p:spPr>
          <a:xfrm>
            <a:off x="541338" y="6401999"/>
            <a:ext cx="2206625" cy="369332"/>
          </a:xfrm>
          <a:prstGeom prst="rect">
            <a:avLst/>
          </a:prstGeom>
        </p:spPr>
        <p:txBody>
          <a:bodyPr/>
          <a:lstStyle/>
          <a:p>
            <a:fld id="{64F0E216-BA48-4F04-AC4F-645AA0DD6AC6}" type="datetimeFigureOut">
              <a:rPr lang="en-US" smtClean="0"/>
              <a:t>4/28/2024</a:t>
            </a:fld>
            <a:endParaRPr lang="en-US"/>
          </a:p>
        </p:txBody>
      </p:sp>
      <p:sp>
        <p:nvSpPr>
          <p:cNvPr id="5" name="Footer Placeholder 4">
            <a:extLst>
              <a:ext uri="{FF2B5EF4-FFF2-40B4-BE49-F238E27FC236}">
                <a16:creationId xmlns:a16="http://schemas.microsoft.com/office/drawing/2014/main" id="{877795E9-017B-4505-810D-A5F553A56BC9}"/>
              </a:ext>
            </a:extLst>
          </p:cNvPr>
          <p:cNvSpPr>
            <a:spLocks noGrp="1"/>
          </p:cNvSpPr>
          <p:nvPr>
            <p:ph type="ftr" sz="quarter" idx="11"/>
          </p:nvPr>
        </p:nvSpPr>
        <p:spPr>
          <a:xfrm>
            <a:off x="3308350" y="6401999"/>
            <a:ext cx="5575300" cy="369332"/>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6626A1BD-3429-4C11-B230-8AD083EC3EC2}"/>
              </a:ext>
            </a:extLst>
          </p:cNvPr>
          <p:cNvSpPr>
            <a:spLocks noGrp="1"/>
          </p:cNvSpPr>
          <p:nvPr>
            <p:ph type="sldNum" sz="quarter" idx="12"/>
          </p:nvPr>
        </p:nvSpPr>
        <p:spPr>
          <a:xfrm>
            <a:off x="9442800" y="6401999"/>
            <a:ext cx="2208212" cy="369332"/>
          </a:xfrm>
          <a:prstGeom prst="rect">
            <a:avLst/>
          </a:prstGeom>
        </p:spPr>
        <p:txBody>
          <a:bodyPr/>
          <a:lstStyle/>
          <a:p>
            <a:fld id="{D39607A7-8386-47DB-8578-DDEDD194E5D4}" type="slidenum">
              <a:rPr lang="en-US" smtClean="0"/>
              <a:t>‹#›</a:t>
            </a:fld>
            <a:endParaRPr lang="en-US"/>
          </a:p>
        </p:txBody>
      </p:sp>
    </p:spTree>
    <p:extLst>
      <p:ext uri="{BB962C8B-B14F-4D97-AF65-F5344CB8AC3E}">
        <p14:creationId xmlns:p14="http://schemas.microsoft.com/office/powerpoint/2010/main" val="216028556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EA11CA2-18BF-408B-A40C-B43A0A7B80FA}"/>
              </a:ext>
            </a:extLst>
          </p:cNvPr>
          <p:cNvSpPr>
            <a:spLocks noGrp="1"/>
          </p:cNvSpPr>
          <p:nvPr>
            <p:ph type="title" orient="vert"/>
          </p:nvPr>
        </p:nvSpPr>
        <p:spPr>
          <a:xfrm>
            <a:off x="9899079" y="1079500"/>
            <a:ext cx="1292662" cy="4689476"/>
          </a:xfrm>
        </p:spPr>
        <p:txBody>
          <a:bodyPr vert="eaVert">
            <a:normAutofit/>
          </a:bodyPr>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BAE424B6-12FC-41A1-AF7C-7E3931D97204}"/>
              </a:ext>
            </a:extLst>
          </p:cNvPr>
          <p:cNvSpPr>
            <a:spLocks noGrp="1"/>
          </p:cNvSpPr>
          <p:nvPr>
            <p:ph type="body" orient="vert" idx="1"/>
          </p:nvPr>
        </p:nvSpPr>
        <p:spPr>
          <a:xfrm>
            <a:off x="1079499" y="1079500"/>
            <a:ext cx="8495943" cy="4689476"/>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735CF957-F921-48CF-97FE-91190C1AE9B3}"/>
              </a:ext>
            </a:extLst>
          </p:cNvPr>
          <p:cNvSpPr>
            <a:spLocks noGrp="1"/>
          </p:cNvSpPr>
          <p:nvPr>
            <p:ph type="dt" sz="half" idx="10"/>
          </p:nvPr>
        </p:nvSpPr>
        <p:spPr>
          <a:xfrm>
            <a:off x="541338" y="6401999"/>
            <a:ext cx="2206625" cy="369332"/>
          </a:xfrm>
          <a:prstGeom prst="rect">
            <a:avLst/>
          </a:prstGeom>
        </p:spPr>
        <p:txBody>
          <a:bodyPr/>
          <a:lstStyle/>
          <a:p>
            <a:fld id="{64F0E216-BA48-4F04-AC4F-645AA0DD6AC6}" type="datetimeFigureOut">
              <a:rPr lang="en-US" smtClean="0"/>
              <a:t>4/28/2024</a:t>
            </a:fld>
            <a:endParaRPr lang="en-US"/>
          </a:p>
        </p:txBody>
      </p:sp>
      <p:sp>
        <p:nvSpPr>
          <p:cNvPr id="5" name="Footer Placeholder 4">
            <a:extLst>
              <a:ext uri="{FF2B5EF4-FFF2-40B4-BE49-F238E27FC236}">
                <a16:creationId xmlns:a16="http://schemas.microsoft.com/office/drawing/2014/main" id="{6653F49D-6E0C-47F7-BAAD-A427913DC4D1}"/>
              </a:ext>
            </a:extLst>
          </p:cNvPr>
          <p:cNvSpPr>
            <a:spLocks noGrp="1"/>
          </p:cNvSpPr>
          <p:nvPr>
            <p:ph type="ftr" sz="quarter" idx="11"/>
          </p:nvPr>
        </p:nvSpPr>
        <p:spPr>
          <a:xfrm>
            <a:off x="3308350" y="6401999"/>
            <a:ext cx="5575300" cy="369332"/>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B038A122-F390-46CF-BECF-3AE05CA585C4}"/>
              </a:ext>
            </a:extLst>
          </p:cNvPr>
          <p:cNvSpPr>
            <a:spLocks noGrp="1"/>
          </p:cNvSpPr>
          <p:nvPr>
            <p:ph type="sldNum" sz="quarter" idx="12"/>
          </p:nvPr>
        </p:nvSpPr>
        <p:spPr>
          <a:xfrm>
            <a:off x="9442800" y="6401999"/>
            <a:ext cx="2208212" cy="369332"/>
          </a:xfrm>
          <a:prstGeom prst="rect">
            <a:avLst/>
          </a:prstGeom>
        </p:spPr>
        <p:txBody>
          <a:bodyPr/>
          <a:lstStyle/>
          <a:p>
            <a:fld id="{D39607A7-8386-47DB-8578-DDEDD194E5D4}" type="slidenum">
              <a:rPr lang="en-US" smtClean="0"/>
              <a:t>‹#›</a:t>
            </a:fld>
            <a:endParaRPr lang="en-US"/>
          </a:p>
        </p:txBody>
      </p:sp>
    </p:spTree>
    <p:extLst>
      <p:ext uri="{BB962C8B-B14F-4D97-AF65-F5344CB8AC3E}">
        <p14:creationId xmlns:p14="http://schemas.microsoft.com/office/powerpoint/2010/main" val="210839856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C700152-D18D-4405-8FB2-5985831B57A0}"/>
              </a:ext>
            </a:extLst>
          </p:cNvPr>
          <p:cNvSpPr>
            <a:spLocks noGrp="1"/>
          </p:cNvSpPr>
          <p:nvPr>
            <p:ph type="title"/>
          </p:nvPr>
        </p:nvSpPr>
        <p:spPr>
          <a:xfrm>
            <a:off x="1079500" y="1011238"/>
            <a:ext cx="10026650" cy="655637"/>
          </a:xfrm>
          <a:prstGeom prst="rect">
            <a:avLst/>
          </a:prstGeom>
        </p:spPr>
        <p:txBody>
          <a:bodyPr vert="horz" lIns="0" tIns="0" rIns="0" bIns="0" rtlCol="0" anchor="t" anchorCtr="0">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722E92E1-0C4A-474E-8E29-8DB404101BA7}"/>
              </a:ext>
            </a:extLst>
          </p:cNvPr>
          <p:cNvSpPr>
            <a:spLocks noGrp="1"/>
          </p:cNvSpPr>
          <p:nvPr>
            <p:ph type="body" idx="1"/>
          </p:nvPr>
        </p:nvSpPr>
        <p:spPr>
          <a:xfrm>
            <a:off x="1079500" y="1790700"/>
            <a:ext cx="10026650" cy="3978275"/>
          </a:xfrm>
          <a:prstGeom prst="rect">
            <a:avLst/>
          </a:prstGeom>
        </p:spPr>
        <p:txBody>
          <a:bodyPr vert="horz" lIns="0" tIns="0" rIns="0" bIns="0" rtlCol="0" anchor="t" anchorCtr="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B122E245-B48B-4526-8D2D-9475E64B0624}"/>
              </a:ext>
            </a:extLst>
          </p:cNvPr>
          <p:cNvSpPr>
            <a:spLocks noGrp="1"/>
          </p:cNvSpPr>
          <p:nvPr>
            <p:ph type="dt" sz="half" idx="2"/>
          </p:nvPr>
        </p:nvSpPr>
        <p:spPr>
          <a:xfrm>
            <a:off x="541338" y="6401999"/>
            <a:ext cx="2206625" cy="369332"/>
          </a:xfrm>
          <a:prstGeom prst="rect">
            <a:avLst/>
          </a:prstGeom>
        </p:spPr>
        <p:txBody>
          <a:bodyPr vert="horz" lIns="0" tIns="0" rIns="0" bIns="0" rtlCol="0" anchor="ctr">
            <a:normAutofit/>
          </a:bodyPr>
          <a:lstStyle>
            <a:lvl1pPr algn="l">
              <a:defRPr sz="1000" cap="all" spc="300" baseline="0">
                <a:solidFill>
                  <a:schemeClr val="tx1">
                    <a:alpha val="70000"/>
                  </a:schemeClr>
                </a:solidFill>
              </a:defRPr>
            </a:lvl1pPr>
          </a:lstStyle>
          <a:p>
            <a:fld id="{64F0E216-BA48-4F04-AC4F-645AA0DD6AC6}" type="datetimeFigureOut">
              <a:rPr lang="en-US" smtClean="0"/>
              <a:pPr/>
              <a:t>4/28/2024</a:t>
            </a:fld>
            <a:endParaRPr lang="en-US" dirty="0"/>
          </a:p>
        </p:txBody>
      </p:sp>
      <p:sp>
        <p:nvSpPr>
          <p:cNvPr id="5" name="Footer Placeholder 4">
            <a:extLst>
              <a:ext uri="{FF2B5EF4-FFF2-40B4-BE49-F238E27FC236}">
                <a16:creationId xmlns:a16="http://schemas.microsoft.com/office/drawing/2014/main" id="{C2A0FE5C-A494-40F2-A357-786AFFA6318E}"/>
              </a:ext>
            </a:extLst>
          </p:cNvPr>
          <p:cNvSpPr>
            <a:spLocks noGrp="1"/>
          </p:cNvSpPr>
          <p:nvPr>
            <p:ph type="ftr" sz="quarter" idx="3"/>
          </p:nvPr>
        </p:nvSpPr>
        <p:spPr>
          <a:xfrm>
            <a:off x="3308350" y="6401999"/>
            <a:ext cx="5575300" cy="369332"/>
          </a:xfrm>
          <a:prstGeom prst="rect">
            <a:avLst/>
          </a:prstGeom>
        </p:spPr>
        <p:txBody>
          <a:bodyPr vert="horz" lIns="0" tIns="0" rIns="0" bIns="0" rtlCol="0" anchor="ctr">
            <a:normAutofit/>
          </a:bodyPr>
          <a:lstStyle>
            <a:lvl1pPr algn="ctr">
              <a:defRPr sz="1000" cap="all" spc="300" baseline="0">
                <a:solidFill>
                  <a:schemeClr val="tx1">
                    <a:alpha val="70000"/>
                  </a:schemeClr>
                </a:solidFill>
              </a:defRPr>
            </a:lvl1pPr>
          </a:lstStyle>
          <a:p>
            <a:endParaRPr lang="en-US" dirty="0"/>
          </a:p>
        </p:txBody>
      </p:sp>
      <p:sp>
        <p:nvSpPr>
          <p:cNvPr id="6" name="Slide Number Placeholder 5">
            <a:extLst>
              <a:ext uri="{FF2B5EF4-FFF2-40B4-BE49-F238E27FC236}">
                <a16:creationId xmlns:a16="http://schemas.microsoft.com/office/drawing/2014/main" id="{504686A1-EDE2-44D9-A671-F708A6F883D7}"/>
              </a:ext>
            </a:extLst>
          </p:cNvPr>
          <p:cNvSpPr>
            <a:spLocks noGrp="1"/>
          </p:cNvSpPr>
          <p:nvPr>
            <p:ph type="sldNum" sz="quarter" idx="4"/>
          </p:nvPr>
        </p:nvSpPr>
        <p:spPr>
          <a:xfrm>
            <a:off x="9442800" y="6401999"/>
            <a:ext cx="2208212" cy="369332"/>
          </a:xfrm>
          <a:prstGeom prst="rect">
            <a:avLst/>
          </a:prstGeom>
        </p:spPr>
        <p:txBody>
          <a:bodyPr vert="horz" lIns="0" tIns="0" rIns="0" bIns="0" rtlCol="0" anchor="ctr">
            <a:normAutofit/>
          </a:bodyPr>
          <a:lstStyle>
            <a:lvl1pPr algn="r">
              <a:defRPr sz="1000" cap="all" spc="300" baseline="0">
                <a:solidFill>
                  <a:schemeClr val="tx1">
                    <a:alpha val="70000"/>
                  </a:schemeClr>
                </a:solidFill>
              </a:defRPr>
            </a:lvl1pPr>
          </a:lstStyle>
          <a:p>
            <a:fld id="{D39607A7-8386-47DB-8578-DDEDD194E5D4}" type="slidenum">
              <a:rPr lang="en-US" smtClean="0"/>
              <a:pPr/>
              <a:t>‹#›</a:t>
            </a:fld>
            <a:endParaRPr lang="en-US" dirty="0"/>
          </a:p>
        </p:txBody>
      </p:sp>
    </p:spTree>
    <p:extLst>
      <p:ext uri="{BB962C8B-B14F-4D97-AF65-F5344CB8AC3E}">
        <p14:creationId xmlns:p14="http://schemas.microsoft.com/office/powerpoint/2010/main" val="3270245337"/>
      </p:ext>
    </p:extLst>
  </p:cSld>
  <p:clrMap bg1="dk1" tx1="lt1" bg2="dk2" tx2="lt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Lst>
  <p:txStyles>
    <p:titleStyle>
      <a:lvl1pPr algn="l" defTabSz="914400" rtl="0" eaLnBrk="1" latinLnBrk="0" hangingPunct="1">
        <a:lnSpc>
          <a:spcPct val="100000"/>
        </a:lnSpc>
        <a:spcBef>
          <a:spcPct val="0"/>
        </a:spcBef>
        <a:buNone/>
        <a:defRPr sz="2800" kern="1200" cap="all" spc="400" baseline="0">
          <a:solidFill>
            <a:schemeClr val="tx1"/>
          </a:solidFill>
          <a:latin typeface="+mj-lt"/>
          <a:ea typeface="+mj-ea"/>
          <a:cs typeface="+mj-cs"/>
        </a:defRPr>
      </a:lvl1pPr>
    </p:titleStyle>
    <p:bodyStyle>
      <a:lvl1pPr marL="360000" indent="-360000" algn="l" defTabSz="914400" rtl="0" eaLnBrk="1" latinLnBrk="0" hangingPunct="1">
        <a:lnSpc>
          <a:spcPct val="125000"/>
        </a:lnSpc>
        <a:spcBef>
          <a:spcPts val="1000"/>
        </a:spcBef>
        <a:buClr>
          <a:schemeClr val="accent1">
            <a:lumMod val="60000"/>
            <a:lumOff val="40000"/>
          </a:schemeClr>
        </a:buClr>
        <a:buFont typeface="Wingdings" panose="05000000000000000000" pitchFamily="2" charset="2"/>
        <a:buChar char=""/>
        <a:defRPr sz="2000" kern="1200">
          <a:solidFill>
            <a:schemeClr val="tx1">
              <a:alpha val="70000"/>
            </a:schemeClr>
          </a:solidFill>
          <a:latin typeface="+mn-lt"/>
          <a:ea typeface="+mn-ea"/>
          <a:cs typeface="+mn-cs"/>
        </a:defRPr>
      </a:lvl1pPr>
      <a:lvl2pPr marL="360000" indent="0" algn="l" defTabSz="914400" rtl="0" eaLnBrk="1" latinLnBrk="0" hangingPunct="1">
        <a:lnSpc>
          <a:spcPct val="125000"/>
        </a:lnSpc>
        <a:spcBef>
          <a:spcPts val="500"/>
        </a:spcBef>
        <a:buClr>
          <a:schemeClr val="accent1">
            <a:lumMod val="60000"/>
            <a:lumOff val="40000"/>
          </a:schemeClr>
        </a:buClr>
        <a:buFontTx/>
        <a:buNone/>
        <a:defRPr sz="2000" i="1" kern="1200">
          <a:solidFill>
            <a:schemeClr val="tx1">
              <a:alpha val="70000"/>
            </a:schemeClr>
          </a:solidFill>
          <a:latin typeface="+mn-lt"/>
          <a:ea typeface="+mn-ea"/>
          <a:cs typeface="+mn-cs"/>
        </a:defRPr>
      </a:lvl2pPr>
      <a:lvl3pPr marL="1080000" indent="-360000" algn="l" defTabSz="914400" rtl="0" eaLnBrk="1" latinLnBrk="0" hangingPunct="1">
        <a:lnSpc>
          <a:spcPct val="125000"/>
        </a:lnSpc>
        <a:spcBef>
          <a:spcPts val="500"/>
        </a:spcBef>
        <a:buClr>
          <a:schemeClr val="accent1">
            <a:lumMod val="60000"/>
            <a:lumOff val="40000"/>
          </a:schemeClr>
        </a:buClr>
        <a:buFont typeface="Wingdings" panose="05000000000000000000" pitchFamily="2" charset="2"/>
        <a:buChar char=""/>
        <a:defRPr sz="2000" kern="1200">
          <a:solidFill>
            <a:schemeClr val="tx1">
              <a:alpha val="70000"/>
            </a:schemeClr>
          </a:solidFill>
          <a:latin typeface="+mn-lt"/>
          <a:ea typeface="+mn-ea"/>
          <a:cs typeface="+mn-cs"/>
        </a:defRPr>
      </a:lvl3pPr>
      <a:lvl4pPr marL="1080000" indent="0" algn="l" defTabSz="914400" rtl="0" eaLnBrk="1" latinLnBrk="0" hangingPunct="1">
        <a:lnSpc>
          <a:spcPct val="125000"/>
        </a:lnSpc>
        <a:spcBef>
          <a:spcPts val="500"/>
        </a:spcBef>
        <a:buClr>
          <a:schemeClr val="accent1">
            <a:lumMod val="60000"/>
            <a:lumOff val="40000"/>
          </a:schemeClr>
        </a:buClr>
        <a:buFontTx/>
        <a:buNone/>
        <a:defRPr sz="2000" i="1" kern="1200">
          <a:solidFill>
            <a:schemeClr val="tx1">
              <a:alpha val="70000"/>
            </a:schemeClr>
          </a:solidFill>
          <a:latin typeface="+mn-lt"/>
          <a:ea typeface="+mn-ea"/>
          <a:cs typeface="+mn-cs"/>
        </a:defRPr>
      </a:lvl4pPr>
      <a:lvl5pPr marL="1800000" indent="-360000" algn="l" defTabSz="914400" rtl="0" eaLnBrk="1" latinLnBrk="0" hangingPunct="1">
        <a:lnSpc>
          <a:spcPct val="125000"/>
        </a:lnSpc>
        <a:spcBef>
          <a:spcPts val="500"/>
        </a:spcBef>
        <a:buClr>
          <a:schemeClr val="accent1">
            <a:lumMod val="60000"/>
            <a:lumOff val="40000"/>
          </a:schemeClr>
        </a:buClr>
        <a:buFont typeface="Wingdings" panose="05000000000000000000" pitchFamily="2" charset="2"/>
        <a:buChar char=""/>
        <a:defRPr sz="2000" kern="1200">
          <a:solidFill>
            <a:schemeClr val="tx1">
              <a:alpha val="70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3" Type="http://schemas.openxmlformats.org/officeDocument/2006/relationships/image" Target="../media/image17.png"/><Relationship Id="rId18" Type="http://schemas.openxmlformats.org/officeDocument/2006/relationships/customXml" Target="../ink/ink9.xml"/><Relationship Id="rId26" Type="http://schemas.openxmlformats.org/officeDocument/2006/relationships/customXml" Target="../ink/ink13.xml"/><Relationship Id="rId39" Type="http://schemas.openxmlformats.org/officeDocument/2006/relationships/image" Target="../media/image30.png"/><Relationship Id="rId21" Type="http://schemas.openxmlformats.org/officeDocument/2006/relationships/image" Target="../media/image21.png"/><Relationship Id="rId34" Type="http://schemas.openxmlformats.org/officeDocument/2006/relationships/customXml" Target="../ink/ink17.xml"/><Relationship Id="rId42" Type="http://schemas.openxmlformats.org/officeDocument/2006/relationships/customXml" Target="../ink/ink21.xml"/><Relationship Id="rId47" Type="http://schemas.openxmlformats.org/officeDocument/2006/relationships/image" Target="../media/image34.png"/><Relationship Id="rId50" Type="http://schemas.openxmlformats.org/officeDocument/2006/relationships/customXml" Target="../ink/ink25.xml"/><Relationship Id="rId55" Type="http://schemas.openxmlformats.org/officeDocument/2006/relationships/image" Target="../media/image38.png"/><Relationship Id="rId7" Type="http://schemas.openxmlformats.org/officeDocument/2006/relationships/image" Target="../media/image14.png"/><Relationship Id="rId2" Type="http://schemas.openxmlformats.org/officeDocument/2006/relationships/customXml" Target="../ink/ink1.xml"/><Relationship Id="rId16" Type="http://schemas.openxmlformats.org/officeDocument/2006/relationships/customXml" Target="../ink/ink8.xml"/><Relationship Id="rId29" Type="http://schemas.openxmlformats.org/officeDocument/2006/relationships/image" Target="../media/image25.png"/><Relationship Id="rId11" Type="http://schemas.openxmlformats.org/officeDocument/2006/relationships/image" Target="../media/image16.png"/><Relationship Id="rId24" Type="http://schemas.openxmlformats.org/officeDocument/2006/relationships/customXml" Target="../ink/ink12.xml"/><Relationship Id="rId32" Type="http://schemas.openxmlformats.org/officeDocument/2006/relationships/customXml" Target="../ink/ink16.xml"/><Relationship Id="rId37" Type="http://schemas.openxmlformats.org/officeDocument/2006/relationships/image" Target="../media/image29.png"/><Relationship Id="rId40" Type="http://schemas.openxmlformats.org/officeDocument/2006/relationships/customXml" Target="../ink/ink20.xml"/><Relationship Id="rId45" Type="http://schemas.openxmlformats.org/officeDocument/2006/relationships/image" Target="../media/image33.png"/><Relationship Id="rId53" Type="http://schemas.openxmlformats.org/officeDocument/2006/relationships/image" Target="../media/image37.png"/><Relationship Id="rId58" Type="http://schemas.openxmlformats.org/officeDocument/2006/relationships/image" Target="../media/image39.png"/><Relationship Id="rId5" Type="http://schemas.openxmlformats.org/officeDocument/2006/relationships/image" Target="../media/image13.png"/><Relationship Id="rId19" Type="http://schemas.openxmlformats.org/officeDocument/2006/relationships/image" Target="../media/image20.png"/><Relationship Id="rId4" Type="http://schemas.openxmlformats.org/officeDocument/2006/relationships/customXml" Target="../ink/ink2.xml"/><Relationship Id="rId9" Type="http://schemas.openxmlformats.org/officeDocument/2006/relationships/image" Target="../media/image15.png"/><Relationship Id="rId14" Type="http://schemas.openxmlformats.org/officeDocument/2006/relationships/customXml" Target="../ink/ink7.xml"/><Relationship Id="rId22" Type="http://schemas.openxmlformats.org/officeDocument/2006/relationships/customXml" Target="../ink/ink11.xml"/><Relationship Id="rId27" Type="http://schemas.openxmlformats.org/officeDocument/2006/relationships/image" Target="../media/image24.png"/><Relationship Id="rId30" Type="http://schemas.openxmlformats.org/officeDocument/2006/relationships/customXml" Target="../ink/ink15.xml"/><Relationship Id="rId35" Type="http://schemas.openxmlformats.org/officeDocument/2006/relationships/image" Target="../media/image28.png"/><Relationship Id="rId43" Type="http://schemas.openxmlformats.org/officeDocument/2006/relationships/image" Target="../media/image32.png"/><Relationship Id="rId48" Type="http://schemas.openxmlformats.org/officeDocument/2006/relationships/customXml" Target="../ink/ink24.xml"/><Relationship Id="rId56" Type="http://schemas.openxmlformats.org/officeDocument/2006/relationships/customXml" Target="../ink/ink28.xml"/><Relationship Id="rId8" Type="http://schemas.openxmlformats.org/officeDocument/2006/relationships/customXml" Target="../ink/ink4.xml"/><Relationship Id="rId51" Type="http://schemas.openxmlformats.org/officeDocument/2006/relationships/image" Target="../media/image36.png"/><Relationship Id="rId3" Type="http://schemas.openxmlformats.org/officeDocument/2006/relationships/image" Target="../media/image12.png"/><Relationship Id="rId12" Type="http://schemas.openxmlformats.org/officeDocument/2006/relationships/customXml" Target="../ink/ink6.xml"/><Relationship Id="rId17" Type="http://schemas.openxmlformats.org/officeDocument/2006/relationships/image" Target="../media/image19.png"/><Relationship Id="rId25" Type="http://schemas.openxmlformats.org/officeDocument/2006/relationships/image" Target="../media/image23.png"/><Relationship Id="rId33" Type="http://schemas.openxmlformats.org/officeDocument/2006/relationships/image" Target="../media/image27.png"/><Relationship Id="rId38" Type="http://schemas.openxmlformats.org/officeDocument/2006/relationships/customXml" Target="../ink/ink19.xml"/><Relationship Id="rId46" Type="http://schemas.openxmlformats.org/officeDocument/2006/relationships/customXml" Target="../ink/ink23.xml"/><Relationship Id="rId59" Type="http://schemas.openxmlformats.org/officeDocument/2006/relationships/customXml" Target="../ink/ink30.xml"/><Relationship Id="rId20" Type="http://schemas.openxmlformats.org/officeDocument/2006/relationships/customXml" Target="../ink/ink10.xml"/><Relationship Id="rId41" Type="http://schemas.openxmlformats.org/officeDocument/2006/relationships/image" Target="../media/image31.png"/><Relationship Id="rId54" Type="http://schemas.openxmlformats.org/officeDocument/2006/relationships/customXml" Target="../ink/ink27.xml"/><Relationship Id="rId1" Type="http://schemas.openxmlformats.org/officeDocument/2006/relationships/slideLayout" Target="../slideLayouts/slideLayout2.xml"/><Relationship Id="rId6" Type="http://schemas.openxmlformats.org/officeDocument/2006/relationships/customXml" Target="../ink/ink3.xml"/><Relationship Id="rId15" Type="http://schemas.openxmlformats.org/officeDocument/2006/relationships/image" Target="../media/image18.png"/><Relationship Id="rId23" Type="http://schemas.openxmlformats.org/officeDocument/2006/relationships/image" Target="../media/image22.png"/><Relationship Id="rId28" Type="http://schemas.openxmlformats.org/officeDocument/2006/relationships/customXml" Target="../ink/ink14.xml"/><Relationship Id="rId36" Type="http://schemas.openxmlformats.org/officeDocument/2006/relationships/customXml" Target="../ink/ink18.xml"/><Relationship Id="rId49" Type="http://schemas.openxmlformats.org/officeDocument/2006/relationships/image" Target="../media/image35.png"/><Relationship Id="rId57" Type="http://schemas.openxmlformats.org/officeDocument/2006/relationships/customXml" Target="../ink/ink29.xml"/><Relationship Id="rId10" Type="http://schemas.openxmlformats.org/officeDocument/2006/relationships/customXml" Target="../ink/ink5.xml"/><Relationship Id="rId31" Type="http://schemas.openxmlformats.org/officeDocument/2006/relationships/image" Target="../media/image26.png"/><Relationship Id="rId44" Type="http://schemas.openxmlformats.org/officeDocument/2006/relationships/customXml" Target="../ink/ink22.xml"/><Relationship Id="rId52" Type="http://schemas.openxmlformats.org/officeDocument/2006/relationships/customXml" Target="../ink/ink26.xml"/><Relationship Id="rId60" Type="http://schemas.openxmlformats.org/officeDocument/2006/relationships/image" Target="../media/image40.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011B0B3-5679-4759-90B8-3B908C4CBD2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36C3005-0A57-4850-6D8F-F9B1D096B6D7}"/>
              </a:ext>
            </a:extLst>
          </p:cNvPr>
          <p:cNvSpPr>
            <a:spLocks noGrp="1"/>
          </p:cNvSpPr>
          <p:nvPr>
            <p:ph type="ctrTitle"/>
          </p:nvPr>
        </p:nvSpPr>
        <p:spPr>
          <a:xfrm>
            <a:off x="1079510" y="4602162"/>
            <a:ext cx="4457690" cy="1720850"/>
          </a:xfrm>
        </p:spPr>
        <p:txBody>
          <a:bodyPr anchor="ctr">
            <a:normAutofit/>
          </a:bodyPr>
          <a:lstStyle/>
          <a:p>
            <a:r>
              <a:rPr lang="en-US" dirty="0"/>
              <a:t>Engineering management</a:t>
            </a:r>
          </a:p>
        </p:txBody>
      </p:sp>
      <p:pic>
        <p:nvPicPr>
          <p:cNvPr id="4" name="Picture 3" descr="Pastel pink monochrome minimal table and office items">
            <a:extLst>
              <a:ext uri="{FF2B5EF4-FFF2-40B4-BE49-F238E27FC236}">
                <a16:creationId xmlns:a16="http://schemas.microsoft.com/office/drawing/2014/main" id="{EDB9615F-3A09-53FD-B0BC-5AAEB8CAFCE4}"/>
              </a:ext>
            </a:extLst>
          </p:cNvPr>
          <p:cNvPicPr>
            <a:picLocks noChangeAspect="1"/>
          </p:cNvPicPr>
          <p:nvPr/>
        </p:nvPicPr>
        <p:blipFill rotWithShape="1">
          <a:blip r:embed="rId2"/>
          <a:srcRect t="41458"/>
          <a:stretch/>
        </p:blipFill>
        <p:spPr>
          <a:xfrm>
            <a:off x="20" y="10"/>
            <a:ext cx="12191977" cy="4014777"/>
          </a:xfrm>
          <a:prstGeom prst="rect">
            <a:avLst/>
          </a:prstGeom>
        </p:spPr>
      </p:pic>
      <p:cxnSp>
        <p:nvCxnSpPr>
          <p:cNvPr id="11" name="Straight Connector 10">
            <a:extLst>
              <a:ext uri="{FF2B5EF4-FFF2-40B4-BE49-F238E27FC236}">
                <a16:creationId xmlns:a16="http://schemas.microsoft.com/office/drawing/2014/main" id="{32E97E5C-7A5F-424E-AAE4-654396E9079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rot="5400000">
            <a:off x="5826000" y="5462587"/>
            <a:ext cx="540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7" name="Title 1">
            <a:extLst>
              <a:ext uri="{FF2B5EF4-FFF2-40B4-BE49-F238E27FC236}">
                <a16:creationId xmlns:a16="http://schemas.microsoft.com/office/drawing/2014/main" id="{2DBDA850-4836-DB6B-882A-192CBF32576E}"/>
              </a:ext>
            </a:extLst>
          </p:cNvPr>
          <p:cNvSpPr txBox="1">
            <a:spLocks/>
          </p:cNvSpPr>
          <p:nvPr/>
        </p:nvSpPr>
        <p:spPr>
          <a:xfrm>
            <a:off x="3622152" y="1503505"/>
            <a:ext cx="4457690" cy="1720850"/>
          </a:xfrm>
          <a:prstGeom prst="rect">
            <a:avLst/>
          </a:prstGeom>
        </p:spPr>
        <p:txBody>
          <a:bodyPr vert="horz" lIns="0" tIns="0" rIns="0" bIns="0" rtlCol="0" anchor="ctr" anchorCtr="0">
            <a:normAutofit/>
          </a:bodyPr>
          <a:lstStyle>
            <a:lvl1pPr algn="ctr" defTabSz="914400" rtl="0" eaLnBrk="1" latinLnBrk="0" hangingPunct="1">
              <a:lnSpc>
                <a:spcPct val="100000"/>
              </a:lnSpc>
              <a:spcBef>
                <a:spcPct val="0"/>
              </a:spcBef>
              <a:buNone/>
              <a:defRPr sz="2800" kern="1200" cap="all" spc="400" baseline="0">
                <a:solidFill>
                  <a:schemeClr val="tx1"/>
                </a:solidFill>
                <a:latin typeface="+mj-lt"/>
                <a:ea typeface="+mj-ea"/>
                <a:cs typeface="+mj-cs"/>
              </a:defRPr>
            </a:lvl1pPr>
          </a:lstStyle>
          <a:p>
            <a:r>
              <a:rPr lang="en-US" sz="4000" b="1" dirty="0">
                <a:solidFill>
                  <a:srgbClr val="002060"/>
                </a:solidFill>
                <a:effectLst>
                  <a:outerShdw blurRad="38100" dist="38100" dir="2700000" algn="tl">
                    <a:srgbClr val="000000">
                      <a:alpha val="43137"/>
                    </a:srgbClr>
                  </a:outerShdw>
                </a:effectLst>
                <a:latin typeface="Arial Rounded MT Bold" panose="020F0704030504030204" pitchFamily="34" charset="0"/>
              </a:rPr>
              <a:t>PROJECT management</a:t>
            </a:r>
          </a:p>
        </p:txBody>
      </p:sp>
      <p:sp>
        <p:nvSpPr>
          <p:cNvPr id="6" name="Subtitle 5">
            <a:extLst>
              <a:ext uri="{FF2B5EF4-FFF2-40B4-BE49-F238E27FC236}">
                <a16:creationId xmlns:a16="http://schemas.microsoft.com/office/drawing/2014/main" id="{3A6814B0-B70D-DF33-148A-2443DC6B936C}"/>
              </a:ext>
            </a:extLst>
          </p:cNvPr>
          <p:cNvSpPr>
            <a:spLocks noGrp="1"/>
          </p:cNvSpPr>
          <p:nvPr>
            <p:ph type="subTitle" idx="1"/>
          </p:nvPr>
        </p:nvSpPr>
        <p:spPr/>
        <p:txBody>
          <a:bodyPr/>
          <a:lstStyle/>
          <a:p>
            <a:endParaRPr lang="sr-Latn-CS"/>
          </a:p>
        </p:txBody>
      </p:sp>
    </p:spTree>
    <p:extLst>
      <p:ext uri="{BB962C8B-B14F-4D97-AF65-F5344CB8AC3E}">
        <p14:creationId xmlns:p14="http://schemas.microsoft.com/office/powerpoint/2010/main" val="225563835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316A5661-2CFE-478C-BAC3-729F393F3C4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BC1DA2B-FE6F-1C6E-BFA0-9B15DC40309D}"/>
              </a:ext>
            </a:extLst>
          </p:cNvPr>
          <p:cNvSpPr>
            <a:spLocks noGrp="1"/>
          </p:cNvSpPr>
          <p:nvPr>
            <p:ph type="title"/>
          </p:nvPr>
        </p:nvSpPr>
        <p:spPr>
          <a:xfrm>
            <a:off x="2030244" y="697430"/>
            <a:ext cx="8564528" cy="774543"/>
          </a:xfrm>
        </p:spPr>
        <p:txBody>
          <a:bodyPr anchor="ctr">
            <a:normAutofit/>
          </a:bodyPr>
          <a:lstStyle/>
          <a:p>
            <a:r>
              <a:rPr lang="en-US" sz="4000" dirty="0">
                <a:solidFill>
                  <a:srgbClr val="FFC000"/>
                </a:solidFill>
                <a:latin typeface="Arial Rounded MT Bold" panose="020F0704030504030204" pitchFamily="34" charset="0"/>
              </a:rPr>
              <a:t>Project management</a:t>
            </a:r>
          </a:p>
        </p:txBody>
      </p:sp>
      <p:grpSp>
        <p:nvGrpSpPr>
          <p:cNvPr id="10" name="Group 9">
            <a:extLst>
              <a:ext uri="{FF2B5EF4-FFF2-40B4-BE49-F238E27FC236}">
                <a16:creationId xmlns:a16="http://schemas.microsoft.com/office/drawing/2014/main" id="{FB7BE8CD-E348-464A-82CC-7EF7AA82842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999771" y="649304"/>
            <a:ext cx="913428" cy="1315264"/>
            <a:chOff x="999771" y="649304"/>
            <a:chExt cx="913428" cy="1315264"/>
          </a:xfrm>
        </p:grpSpPr>
        <p:grpSp>
          <p:nvGrpSpPr>
            <p:cNvPr id="11" name="Group 10">
              <a:extLst>
                <a:ext uri="{FF2B5EF4-FFF2-40B4-BE49-F238E27FC236}">
                  <a16:creationId xmlns:a16="http://schemas.microsoft.com/office/drawing/2014/main" id="{B8CC82D2-4C4A-4C67-8483-5199F97B37A7}"/>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999771" y="932104"/>
              <a:ext cx="913428" cy="1032464"/>
              <a:chOff x="999771" y="932104"/>
              <a:chExt cx="913428" cy="1032464"/>
            </a:xfrm>
          </p:grpSpPr>
          <p:grpSp>
            <p:nvGrpSpPr>
              <p:cNvPr id="15" name="Group 14">
                <a:extLst>
                  <a:ext uri="{FF2B5EF4-FFF2-40B4-BE49-F238E27FC236}">
                    <a16:creationId xmlns:a16="http://schemas.microsoft.com/office/drawing/2014/main" id="{70D2391D-AA33-4F5E-BD96-B42D93DED226}"/>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rot="8100000" flipV="1">
                <a:off x="1047457" y="1290386"/>
                <a:ext cx="865742" cy="628383"/>
                <a:chOff x="558167" y="958515"/>
                <a:chExt cx="865742" cy="628383"/>
              </a:xfrm>
              <a:solidFill>
                <a:schemeClr val="accent3"/>
              </a:solidFill>
            </p:grpSpPr>
            <p:sp>
              <p:nvSpPr>
                <p:cNvPr id="22" name="Freeform: Shape 21">
                  <a:extLst>
                    <a:ext uri="{FF2B5EF4-FFF2-40B4-BE49-F238E27FC236}">
                      <a16:creationId xmlns:a16="http://schemas.microsoft.com/office/drawing/2014/main" id="{BE166DCE-539D-4C74-9C9D-AC000BA2F8A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8100000" flipH="1">
                  <a:off x="558167" y="1122160"/>
                  <a:ext cx="464738" cy="464738"/>
                </a:xfrm>
                <a:custGeom>
                  <a:avLst/>
                  <a:gdLst>
                    <a:gd name="connsiteX0" fmla="*/ 446142 w 464738"/>
                    <a:gd name="connsiteY0" fmla="*/ 464738 h 464738"/>
                    <a:gd name="connsiteX1" fmla="*/ 130673 w 464738"/>
                    <a:gd name="connsiteY1" fmla="*/ 334066 h 464738"/>
                    <a:gd name="connsiteX2" fmla="*/ 0 w 464738"/>
                    <a:gd name="connsiteY2" fmla="*/ 18596 h 464738"/>
                    <a:gd name="connsiteX3" fmla="*/ 836 w 464738"/>
                    <a:gd name="connsiteY3" fmla="*/ 1089 h 464738"/>
                    <a:gd name="connsiteX4" fmla="*/ 606 w 464738"/>
                    <a:gd name="connsiteY4" fmla="*/ 859 h 464738"/>
                    <a:gd name="connsiteX5" fmla="*/ 848 w 464738"/>
                    <a:gd name="connsiteY5" fmla="*/ 848 h 464738"/>
                    <a:gd name="connsiteX6" fmla="*/ 859 w 464738"/>
                    <a:gd name="connsiteY6" fmla="*/ 606 h 464738"/>
                    <a:gd name="connsiteX7" fmla="*/ 1089 w 464738"/>
                    <a:gd name="connsiteY7" fmla="*/ 836 h 464738"/>
                    <a:gd name="connsiteX8" fmla="*/ 18596 w 464738"/>
                    <a:gd name="connsiteY8" fmla="*/ 0 h 464738"/>
                    <a:gd name="connsiteX9" fmla="*/ 334066 w 464738"/>
                    <a:gd name="connsiteY9" fmla="*/ 130672 h 464738"/>
                    <a:gd name="connsiteX10" fmla="*/ 464738 w 464738"/>
                    <a:gd name="connsiteY10" fmla="*/ 446142 h 464738"/>
                    <a:gd name="connsiteX11" fmla="*/ 463902 w 464738"/>
                    <a:gd name="connsiteY11" fmla="*/ 463650 h 464738"/>
                    <a:gd name="connsiteX12" fmla="*/ 464132 w 464738"/>
                    <a:gd name="connsiteY12" fmla="*/ 463880 h 464738"/>
                    <a:gd name="connsiteX13" fmla="*/ 463891 w 464738"/>
                    <a:gd name="connsiteY13" fmla="*/ 463892 h 464738"/>
                    <a:gd name="connsiteX14" fmla="*/ 463879 w 464738"/>
                    <a:gd name="connsiteY14" fmla="*/ 464132 h 464738"/>
                    <a:gd name="connsiteX15" fmla="*/ 463650 w 464738"/>
                    <a:gd name="connsiteY15" fmla="*/ 463903 h 4647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64738" h="464738">
                      <a:moveTo>
                        <a:pt x="446142" y="464738"/>
                      </a:moveTo>
                      <a:cubicBezTo>
                        <a:pt x="331965" y="464738"/>
                        <a:pt x="217787" y="421181"/>
                        <a:pt x="130673" y="334066"/>
                      </a:cubicBezTo>
                      <a:cubicBezTo>
                        <a:pt x="43558" y="246952"/>
                        <a:pt x="1" y="132774"/>
                        <a:pt x="0" y="18596"/>
                      </a:cubicBezTo>
                      <a:lnTo>
                        <a:pt x="836" y="1089"/>
                      </a:lnTo>
                      <a:lnTo>
                        <a:pt x="606" y="859"/>
                      </a:lnTo>
                      <a:lnTo>
                        <a:pt x="848" y="848"/>
                      </a:lnTo>
                      <a:lnTo>
                        <a:pt x="859" y="606"/>
                      </a:lnTo>
                      <a:lnTo>
                        <a:pt x="1089" y="836"/>
                      </a:lnTo>
                      <a:lnTo>
                        <a:pt x="18596" y="0"/>
                      </a:lnTo>
                      <a:cubicBezTo>
                        <a:pt x="132774" y="0"/>
                        <a:pt x="246951" y="43557"/>
                        <a:pt x="334066" y="130672"/>
                      </a:cubicBezTo>
                      <a:cubicBezTo>
                        <a:pt x="421181" y="217787"/>
                        <a:pt x="464738" y="331964"/>
                        <a:pt x="464738" y="446142"/>
                      </a:cubicBezTo>
                      <a:lnTo>
                        <a:pt x="463902" y="463650"/>
                      </a:lnTo>
                      <a:lnTo>
                        <a:pt x="464132" y="463880"/>
                      </a:lnTo>
                      <a:lnTo>
                        <a:pt x="463891" y="463892"/>
                      </a:lnTo>
                      <a:lnTo>
                        <a:pt x="463879" y="464132"/>
                      </a:lnTo>
                      <a:lnTo>
                        <a:pt x="463650" y="463903"/>
                      </a:lnTo>
                      <a:close/>
                    </a:path>
                  </a:pathLst>
                </a:custGeom>
                <a:solidFill>
                  <a:schemeClr val="accent4">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3" name="Freeform: Shape 22">
                  <a:extLst>
                    <a:ext uri="{FF2B5EF4-FFF2-40B4-BE49-F238E27FC236}">
                      <a16:creationId xmlns:a16="http://schemas.microsoft.com/office/drawing/2014/main" id="{DCC6BEB5-DA1F-4F9E-BA5D-8F892A0FB8F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flipH="1">
                  <a:off x="959170" y="958515"/>
                  <a:ext cx="464739" cy="464739"/>
                </a:xfrm>
                <a:custGeom>
                  <a:avLst/>
                  <a:gdLst>
                    <a:gd name="connsiteX0" fmla="*/ 464132 w 464739"/>
                    <a:gd name="connsiteY0" fmla="*/ 463881 h 464739"/>
                    <a:gd name="connsiteX1" fmla="*/ 463891 w 464739"/>
                    <a:gd name="connsiteY1" fmla="*/ 463892 h 464739"/>
                    <a:gd name="connsiteX2" fmla="*/ 463880 w 464739"/>
                    <a:gd name="connsiteY2" fmla="*/ 464132 h 464739"/>
                    <a:gd name="connsiteX3" fmla="*/ 463651 w 464739"/>
                    <a:gd name="connsiteY3" fmla="*/ 463904 h 464739"/>
                    <a:gd name="connsiteX4" fmla="*/ 446142 w 464739"/>
                    <a:gd name="connsiteY4" fmla="*/ 464739 h 464739"/>
                    <a:gd name="connsiteX5" fmla="*/ 130673 w 464739"/>
                    <a:gd name="connsiteY5" fmla="*/ 334067 h 464739"/>
                    <a:gd name="connsiteX6" fmla="*/ 0 w 464739"/>
                    <a:gd name="connsiteY6" fmla="*/ 18597 h 464739"/>
                    <a:gd name="connsiteX7" fmla="*/ 836 w 464739"/>
                    <a:gd name="connsiteY7" fmla="*/ 1089 h 464739"/>
                    <a:gd name="connsiteX8" fmla="*/ 607 w 464739"/>
                    <a:gd name="connsiteY8" fmla="*/ 859 h 464739"/>
                    <a:gd name="connsiteX9" fmla="*/ 848 w 464739"/>
                    <a:gd name="connsiteY9" fmla="*/ 848 h 464739"/>
                    <a:gd name="connsiteX10" fmla="*/ 859 w 464739"/>
                    <a:gd name="connsiteY10" fmla="*/ 607 h 464739"/>
                    <a:gd name="connsiteX11" fmla="*/ 1089 w 464739"/>
                    <a:gd name="connsiteY11" fmla="*/ 836 h 464739"/>
                    <a:gd name="connsiteX12" fmla="*/ 18597 w 464739"/>
                    <a:gd name="connsiteY12" fmla="*/ 0 h 464739"/>
                    <a:gd name="connsiteX13" fmla="*/ 334067 w 464739"/>
                    <a:gd name="connsiteY13" fmla="*/ 130672 h 464739"/>
                    <a:gd name="connsiteX14" fmla="*/ 464739 w 464739"/>
                    <a:gd name="connsiteY14" fmla="*/ 446142 h 464739"/>
                    <a:gd name="connsiteX15" fmla="*/ 463903 w 464739"/>
                    <a:gd name="connsiteY15" fmla="*/ 463652 h 464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64739" h="464739">
                      <a:moveTo>
                        <a:pt x="464132" y="463881"/>
                      </a:moveTo>
                      <a:lnTo>
                        <a:pt x="463891" y="463892"/>
                      </a:lnTo>
                      <a:lnTo>
                        <a:pt x="463880" y="464132"/>
                      </a:lnTo>
                      <a:lnTo>
                        <a:pt x="463651" y="463904"/>
                      </a:lnTo>
                      <a:lnTo>
                        <a:pt x="446142" y="464739"/>
                      </a:lnTo>
                      <a:cubicBezTo>
                        <a:pt x="331965" y="464739"/>
                        <a:pt x="217787" y="421182"/>
                        <a:pt x="130673" y="334067"/>
                      </a:cubicBezTo>
                      <a:cubicBezTo>
                        <a:pt x="43558" y="246953"/>
                        <a:pt x="1" y="132775"/>
                        <a:pt x="0" y="18597"/>
                      </a:cubicBezTo>
                      <a:lnTo>
                        <a:pt x="836" y="1089"/>
                      </a:lnTo>
                      <a:lnTo>
                        <a:pt x="607" y="859"/>
                      </a:lnTo>
                      <a:lnTo>
                        <a:pt x="848" y="848"/>
                      </a:lnTo>
                      <a:lnTo>
                        <a:pt x="859" y="607"/>
                      </a:lnTo>
                      <a:lnTo>
                        <a:pt x="1089" y="836"/>
                      </a:lnTo>
                      <a:lnTo>
                        <a:pt x="18597" y="0"/>
                      </a:lnTo>
                      <a:cubicBezTo>
                        <a:pt x="132775" y="0"/>
                        <a:pt x="246952" y="43557"/>
                        <a:pt x="334067" y="130672"/>
                      </a:cubicBezTo>
                      <a:cubicBezTo>
                        <a:pt x="421182" y="217787"/>
                        <a:pt x="464739" y="331964"/>
                        <a:pt x="464739" y="446142"/>
                      </a:cubicBezTo>
                      <a:lnTo>
                        <a:pt x="463903" y="463652"/>
                      </a:lnTo>
                      <a:close/>
                    </a:path>
                  </a:pathLst>
                </a:custGeom>
                <a:solidFill>
                  <a:schemeClr val="accent4">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grpSp>
          <p:grpSp>
            <p:nvGrpSpPr>
              <p:cNvPr id="16" name="Group 15">
                <a:extLst>
                  <a:ext uri="{FF2B5EF4-FFF2-40B4-BE49-F238E27FC236}">
                    <a16:creationId xmlns:a16="http://schemas.microsoft.com/office/drawing/2014/main" id="{C0300EB9-093C-4C32-A212-821D7AC082B4}"/>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rot="10800000" flipH="1" flipV="1">
                <a:off x="999771" y="932104"/>
                <a:ext cx="864005" cy="1032464"/>
                <a:chOff x="2207971" y="2384401"/>
                <a:chExt cx="864005" cy="1032464"/>
              </a:xfrm>
            </p:grpSpPr>
            <p:sp>
              <p:nvSpPr>
                <p:cNvPr id="17" name="Freeform: Shape 16">
                  <a:extLst>
                    <a:ext uri="{FF2B5EF4-FFF2-40B4-BE49-F238E27FC236}">
                      <a16:creationId xmlns:a16="http://schemas.microsoft.com/office/drawing/2014/main" id="{AFC97B3C-CF0E-4C93-AA39-7A677A12C50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3500000">
                  <a:off x="2207971" y="2856305"/>
                  <a:ext cx="464739" cy="464739"/>
                </a:xfrm>
                <a:custGeom>
                  <a:avLst/>
                  <a:gdLst>
                    <a:gd name="connsiteX0" fmla="*/ 464132 w 464739"/>
                    <a:gd name="connsiteY0" fmla="*/ 463881 h 464739"/>
                    <a:gd name="connsiteX1" fmla="*/ 463891 w 464739"/>
                    <a:gd name="connsiteY1" fmla="*/ 463892 h 464739"/>
                    <a:gd name="connsiteX2" fmla="*/ 463880 w 464739"/>
                    <a:gd name="connsiteY2" fmla="*/ 464132 h 464739"/>
                    <a:gd name="connsiteX3" fmla="*/ 463651 w 464739"/>
                    <a:gd name="connsiteY3" fmla="*/ 463904 h 464739"/>
                    <a:gd name="connsiteX4" fmla="*/ 446142 w 464739"/>
                    <a:gd name="connsiteY4" fmla="*/ 464739 h 464739"/>
                    <a:gd name="connsiteX5" fmla="*/ 130673 w 464739"/>
                    <a:gd name="connsiteY5" fmla="*/ 334067 h 464739"/>
                    <a:gd name="connsiteX6" fmla="*/ 0 w 464739"/>
                    <a:gd name="connsiteY6" fmla="*/ 18597 h 464739"/>
                    <a:gd name="connsiteX7" fmla="*/ 836 w 464739"/>
                    <a:gd name="connsiteY7" fmla="*/ 1089 h 464739"/>
                    <a:gd name="connsiteX8" fmla="*/ 607 w 464739"/>
                    <a:gd name="connsiteY8" fmla="*/ 859 h 464739"/>
                    <a:gd name="connsiteX9" fmla="*/ 848 w 464739"/>
                    <a:gd name="connsiteY9" fmla="*/ 848 h 464739"/>
                    <a:gd name="connsiteX10" fmla="*/ 859 w 464739"/>
                    <a:gd name="connsiteY10" fmla="*/ 607 h 464739"/>
                    <a:gd name="connsiteX11" fmla="*/ 1089 w 464739"/>
                    <a:gd name="connsiteY11" fmla="*/ 836 h 464739"/>
                    <a:gd name="connsiteX12" fmla="*/ 18597 w 464739"/>
                    <a:gd name="connsiteY12" fmla="*/ 0 h 464739"/>
                    <a:gd name="connsiteX13" fmla="*/ 334067 w 464739"/>
                    <a:gd name="connsiteY13" fmla="*/ 130672 h 464739"/>
                    <a:gd name="connsiteX14" fmla="*/ 464739 w 464739"/>
                    <a:gd name="connsiteY14" fmla="*/ 446142 h 464739"/>
                    <a:gd name="connsiteX15" fmla="*/ 463903 w 464739"/>
                    <a:gd name="connsiteY15" fmla="*/ 463652 h 464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64739" h="464739">
                      <a:moveTo>
                        <a:pt x="464132" y="463881"/>
                      </a:moveTo>
                      <a:lnTo>
                        <a:pt x="463891" y="463892"/>
                      </a:lnTo>
                      <a:lnTo>
                        <a:pt x="463880" y="464132"/>
                      </a:lnTo>
                      <a:lnTo>
                        <a:pt x="463651" y="463904"/>
                      </a:lnTo>
                      <a:lnTo>
                        <a:pt x="446142" y="464739"/>
                      </a:lnTo>
                      <a:cubicBezTo>
                        <a:pt x="331965" y="464739"/>
                        <a:pt x="217787" y="421182"/>
                        <a:pt x="130673" y="334067"/>
                      </a:cubicBezTo>
                      <a:cubicBezTo>
                        <a:pt x="43558" y="246953"/>
                        <a:pt x="1" y="132775"/>
                        <a:pt x="0" y="18597"/>
                      </a:cubicBezTo>
                      <a:lnTo>
                        <a:pt x="836" y="1089"/>
                      </a:lnTo>
                      <a:lnTo>
                        <a:pt x="607" y="859"/>
                      </a:lnTo>
                      <a:lnTo>
                        <a:pt x="848" y="848"/>
                      </a:lnTo>
                      <a:lnTo>
                        <a:pt x="859" y="607"/>
                      </a:lnTo>
                      <a:lnTo>
                        <a:pt x="1089" y="836"/>
                      </a:lnTo>
                      <a:lnTo>
                        <a:pt x="18597" y="0"/>
                      </a:lnTo>
                      <a:cubicBezTo>
                        <a:pt x="132775" y="0"/>
                        <a:pt x="246952" y="43557"/>
                        <a:pt x="334067" y="130672"/>
                      </a:cubicBezTo>
                      <a:cubicBezTo>
                        <a:pt x="421182" y="217787"/>
                        <a:pt x="464739" y="331964"/>
                        <a:pt x="464739" y="446142"/>
                      </a:cubicBezTo>
                      <a:lnTo>
                        <a:pt x="463903" y="463652"/>
                      </a:lnTo>
                      <a:close/>
                    </a:path>
                  </a:pathLst>
                </a:cu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8" name="Freeform: Shape 17">
                  <a:extLst>
                    <a:ext uri="{FF2B5EF4-FFF2-40B4-BE49-F238E27FC236}">
                      <a16:creationId xmlns:a16="http://schemas.microsoft.com/office/drawing/2014/main" id="{0943F14E-6185-4A31-8318-2088A05F5C9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2607238" y="2688467"/>
                  <a:ext cx="464738" cy="464738"/>
                </a:xfrm>
                <a:custGeom>
                  <a:avLst/>
                  <a:gdLst>
                    <a:gd name="connsiteX0" fmla="*/ 446142 w 464738"/>
                    <a:gd name="connsiteY0" fmla="*/ 464738 h 464738"/>
                    <a:gd name="connsiteX1" fmla="*/ 130673 w 464738"/>
                    <a:gd name="connsiteY1" fmla="*/ 334066 h 464738"/>
                    <a:gd name="connsiteX2" fmla="*/ 0 w 464738"/>
                    <a:gd name="connsiteY2" fmla="*/ 18596 h 464738"/>
                    <a:gd name="connsiteX3" fmla="*/ 836 w 464738"/>
                    <a:gd name="connsiteY3" fmla="*/ 1089 h 464738"/>
                    <a:gd name="connsiteX4" fmla="*/ 606 w 464738"/>
                    <a:gd name="connsiteY4" fmla="*/ 859 h 464738"/>
                    <a:gd name="connsiteX5" fmla="*/ 848 w 464738"/>
                    <a:gd name="connsiteY5" fmla="*/ 848 h 464738"/>
                    <a:gd name="connsiteX6" fmla="*/ 859 w 464738"/>
                    <a:gd name="connsiteY6" fmla="*/ 606 h 464738"/>
                    <a:gd name="connsiteX7" fmla="*/ 1089 w 464738"/>
                    <a:gd name="connsiteY7" fmla="*/ 836 h 464738"/>
                    <a:gd name="connsiteX8" fmla="*/ 18596 w 464738"/>
                    <a:gd name="connsiteY8" fmla="*/ 0 h 464738"/>
                    <a:gd name="connsiteX9" fmla="*/ 334066 w 464738"/>
                    <a:gd name="connsiteY9" fmla="*/ 130672 h 464738"/>
                    <a:gd name="connsiteX10" fmla="*/ 464738 w 464738"/>
                    <a:gd name="connsiteY10" fmla="*/ 446142 h 464738"/>
                    <a:gd name="connsiteX11" fmla="*/ 463902 w 464738"/>
                    <a:gd name="connsiteY11" fmla="*/ 463650 h 464738"/>
                    <a:gd name="connsiteX12" fmla="*/ 464132 w 464738"/>
                    <a:gd name="connsiteY12" fmla="*/ 463880 h 464738"/>
                    <a:gd name="connsiteX13" fmla="*/ 463891 w 464738"/>
                    <a:gd name="connsiteY13" fmla="*/ 463892 h 464738"/>
                    <a:gd name="connsiteX14" fmla="*/ 463879 w 464738"/>
                    <a:gd name="connsiteY14" fmla="*/ 464132 h 464738"/>
                    <a:gd name="connsiteX15" fmla="*/ 463650 w 464738"/>
                    <a:gd name="connsiteY15" fmla="*/ 463903 h 4647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64738" h="464738">
                      <a:moveTo>
                        <a:pt x="446142" y="464738"/>
                      </a:moveTo>
                      <a:cubicBezTo>
                        <a:pt x="331965" y="464738"/>
                        <a:pt x="217787" y="421181"/>
                        <a:pt x="130673" y="334066"/>
                      </a:cubicBezTo>
                      <a:cubicBezTo>
                        <a:pt x="43558" y="246952"/>
                        <a:pt x="1" y="132774"/>
                        <a:pt x="0" y="18596"/>
                      </a:cubicBezTo>
                      <a:lnTo>
                        <a:pt x="836" y="1089"/>
                      </a:lnTo>
                      <a:lnTo>
                        <a:pt x="606" y="859"/>
                      </a:lnTo>
                      <a:lnTo>
                        <a:pt x="848" y="848"/>
                      </a:lnTo>
                      <a:lnTo>
                        <a:pt x="859" y="606"/>
                      </a:lnTo>
                      <a:lnTo>
                        <a:pt x="1089" y="836"/>
                      </a:lnTo>
                      <a:lnTo>
                        <a:pt x="18596" y="0"/>
                      </a:lnTo>
                      <a:cubicBezTo>
                        <a:pt x="132774" y="0"/>
                        <a:pt x="246951" y="43557"/>
                        <a:pt x="334066" y="130672"/>
                      </a:cubicBezTo>
                      <a:cubicBezTo>
                        <a:pt x="421181" y="217787"/>
                        <a:pt x="464738" y="331964"/>
                        <a:pt x="464738" y="446142"/>
                      </a:cubicBezTo>
                      <a:lnTo>
                        <a:pt x="463902" y="463650"/>
                      </a:lnTo>
                      <a:lnTo>
                        <a:pt x="464132" y="463880"/>
                      </a:lnTo>
                      <a:lnTo>
                        <a:pt x="463891" y="463892"/>
                      </a:lnTo>
                      <a:lnTo>
                        <a:pt x="463879" y="464132"/>
                      </a:lnTo>
                      <a:lnTo>
                        <a:pt x="463650" y="463903"/>
                      </a:lnTo>
                      <a:close/>
                    </a:path>
                  </a:pathLst>
                </a:cu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nvGrpSpPr>
                <p:cNvPr id="19" name="Group 18">
                  <a:extLst>
                    <a:ext uri="{FF2B5EF4-FFF2-40B4-BE49-F238E27FC236}">
                      <a16:creationId xmlns:a16="http://schemas.microsoft.com/office/drawing/2014/main" id="{F3B56658-371E-446B-B30D-D4EA2A88A973}"/>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2440769" y="2384401"/>
                  <a:ext cx="313009" cy="1032464"/>
                  <a:chOff x="2440769" y="2384401"/>
                  <a:chExt cx="313009" cy="1032464"/>
                </a:xfrm>
              </p:grpSpPr>
              <p:cxnSp>
                <p:nvCxnSpPr>
                  <p:cNvPr id="20" name="Straight Connector 19">
                    <a:extLst>
                      <a:ext uri="{FF2B5EF4-FFF2-40B4-BE49-F238E27FC236}">
                        <a16:creationId xmlns:a16="http://schemas.microsoft.com/office/drawing/2014/main" id="{068979FB-2943-4091-A490-D9F8695DF0D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rot="10800000" flipH="1">
                    <a:off x="2440769" y="2516865"/>
                    <a:ext cx="0" cy="900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B378C39C-3FC0-4521-8336-33A86391920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rot="8100000" flipH="1">
                    <a:off x="2753778" y="2384401"/>
                    <a:ext cx="0" cy="900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grpSp>
        <p:grpSp>
          <p:nvGrpSpPr>
            <p:cNvPr id="12" name="Group 11">
              <a:extLst>
                <a:ext uri="{FF2B5EF4-FFF2-40B4-BE49-F238E27FC236}">
                  <a16:creationId xmlns:a16="http://schemas.microsoft.com/office/drawing/2014/main" id="{72C6951D-2EAF-4333-B8A8-F473DC3BDF44}"/>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1437136" y="649304"/>
              <a:ext cx="388541" cy="388541"/>
              <a:chOff x="5752675" y="5440856"/>
              <a:chExt cx="388541" cy="388541"/>
            </a:xfrm>
          </p:grpSpPr>
          <p:sp>
            <p:nvSpPr>
              <p:cNvPr id="13" name="Oval 12">
                <a:extLst>
                  <a:ext uri="{FF2B5EF4-FFF2-40B4-BE49-F238E27FC236}">
                    <a16:creationId xmlns:a16="http://schemas.microsoft.com/office/drawing/2014/main" id="{63E77698-5758-433A-9DF3-3BE43B6FBDA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5800801" y="5488982"/>
                <a:ext cx="340415" cy="340415"/>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4" name="Oval 13">
                <a:extLst>
                  <a:ext uri="{FF2B5EF4-FFF2-40B4-BE49-F238E27FC236}">
                    <a16:creationId xmlns:a16="http://schemas.microsoft.com/office/drawing/2014/main" id="{FF47FF7F-75A9-438D-8BA7-428BF76974C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52675" y="5440856"/>
                <a:ext cx="340415" cy="340415"/>
              </a:xfrm>
              <a:prstGeom prst="ellipse">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grpSp>
      <p:grpSp>
        <p:nvGrpSpPr>
          <p:cNvPr id="24" name="Group 4">
            <a:extLst>
              <a:ext uri="{FF2B5EF4-FFF2-40B4-BE49-F238E27FC236}">
                <a16:creationId xmlns:a16="http://schemas.microsoft.com/office/drawing/2014/main" id="{4345AABC-D8E2-6AA0-51A7-90DDE13474DD}"/>
              </a:ext>
            </a:extLst>
          </p:cNvPr>
          <p:cNvGrpSpPr>
            <a:grpSpLocks/>
          </p:cNvGrpSpPr>
          <p:nvPr/>
        </p:nvGrpSpPr>
        <p:grpSpPr bwMode="auto">
          <a:xfrm>
            <a:off x="6841814" y="1924050"/>
            <a:ext cx="5132388" cy="3009900"/>
            <a:chOff x="1324" y="868"/>
            <a:chExt cx="3592" cy="2188"/>
          </a:xfrm>
        </p:grpSpPr>
        <p:sp>
          <p:nvSpPr>
            <p:cNvPr id="25" name="Rectangle 5">
              <a:extLst>
                <a:ext uri="{FF2B5EF4-FFF2-40B4-BE49-F238E27FC236}">
                  <a16:creationId xmlns:a16="http://schemas.microsoft.com/office/drawing/2014/main" id="{2038B6E4-91AF-8B14-FD1D-03C5C5FA6DEE}"/>
                </a:ext>
              </a:extLst>
            </p:cNvPr>
            <p:cNvSpPr>
              <a:spLocks noChangeArrowheads="1"/>
            </p:cNvSpPr>
            <p:nvPr/>
          </p:nvSpPr>
          <p:spPr bwMode="auto">
            <a:xfrm>
              <a:off x="1324" y="868"/>
              <a:ext cx="568" cy="2188"/>
            </a:xfrm>
            <a:prstGeom prst="rect">
              <a:avLst/>
            </a:prstGeom>
            <a:solidFill>
              <a:srgbClr val="00FFCC"/>
            </a:solidFill>
            <a:ln w="12700">
              <a:solidFill>
                <a:srgbClr val="000000"/>
              </a:solidFill>
              <a:miter lim="800000"/>
              <a:headEnd/>
              <a:tailEnd/>
            </a:ln>
          </p:spPr>
          <p:txBody>
            <a:bodyPr lIns="103188" tIns="514350" rIns="103188" bIns="514350"/>
            <a:lstStyle>
              <a:lvl1pPr defTabSz="454025">
                <a:defRPr sz="2400">
                  <a:solidFill>
                    <a:schemeClr val="tx1"/>
                  </a:solidFill>
                  <a:latin typeface="Times New Roman" panose="02020603050405020304" pitchFamily="18" charset="0"/>
                </a:defRPr>
              </a:lvl1pPr>
              <a:lvl2pPr marL="742950" indent="-285750" defTabSz="454025">
                <a:defRPr sz="2400">
                  <a:solidFill>
                    <a:schemeClr val="tx1"/>
                  </a:solidFill>
                  <a:latin typeface="Times New Roman" panose="02020603050405020304" pitchFamily="18" charset="0"/>
                </a:defRPr>
              </a:lvl2pPr>
              <a:lvl3pPr marL="1143000" indent="-228600" defTabSz="454025">
                <a:defRPr sz="2400">
                  <a:solidFill>
                    <a:schemeClr val="tx1"/>
                  </a:solidFill>
                  <a:latin typeface="Times New Roman" panose="02020603050405020304" pitchFamily="18" charset="0"/>
                </a:defRPr>
              </a:lvl3pPr>
              <a:lvl4pPr marL="1600200" indent="-228600" defTabSz="454025">
                <a:defRPr sz="2400">
                  <a:solidFill>
                    <a:schemeClr val="tx1"/>
                  </a:solidFill>
                  <a:latin typeface="Times New Roman" panose="02020603050405020304" pitchFamily="18" charset="0"/>
                </a:defRPr>
              </a:lvl4pPr>
              <a:lvl5pPr marL="2057400" indent="-228600" defTabSz="454025">
                <a:defRPr sz="2400">
                  <a:solidFill>
                    <a:schemeClr val="tx1"/>
                  </a:solidFill>
                  <a:latin typeface="Times New Roman" panose="02020603050405020304" pitchFamily="18" charset="0"/>
                </a:defRPr>
              </a:lvl5pPr>
              <a:lvl6pPr marL="2514600" indent="-228600" defTabSz="454025"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defTabSz="454025"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defTabSz="454025"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defTabSz="454025" eaLnBrk="0" fontAlgn="base" hangingPunct="0">
                <a:spcBef>
                  <a:spcPct val="0"/>
                </a:spcBef>
                <a:spcAft>
                  <a:spcPct val="0"/>
                </a:spcAft>
                <a:defRPr sz="2400">
                  <a:solidFill>
                    <a:schemeClr val="tx1"/>
                  </a:solidFill>
                  <a:latin typeface="Times New Roman" panose="02020603050405020304" pitchFamily="18" charset="0"/>
                </a:defRPr>
              </a:lvl9pPr>
            </a:lstStyle>
            <a:p>
              <a:pPr>
                <a:spcBef>
                  <a:spcPct val="80000"/>
                </a:spcBef>
              </a:pPr>
              <a:r>
                <a:rPr lang="en-US" altLang="en-US" sz="1200" b="1" i="1" dirty="0">
                  <a:solidFill>
                    <a:srgbClr val="FF0000"/>
                  </a:solidFill>
                  <a:latin typeface="Arial Nova Light" panose="020B0304020202020204" pitchFamily="34" charset="0"/>
                </a:rPr>
                <a:t>Build A</a:t>
              </a:r>
            </a:p>
            <a:p>
              <a:pPr>
                <a:spcBef>
                  <a:spcPct val="80000"/>
                </a:spcBef>
              </a:pPr>
              <a:r>
                <a:rPr lang="en-US" altLang="en-US" sz="1200" b="1" i="1" dirty="0">
                  <a:solidFill>
                    <a:srgbClr val="000000"/>
                  </a:solidFill>
                  <a:latin typeface="Arial Nova Light" panose="020B0304020202020204" pitchFamily="34" charset="0"/>
                </a:rPr>
                <a:t>A Done</a:t>
              </a:r>
            </a:p>
            <a:p>
              <a:pPr>
                <a:spcBef>
                  <a:spcPct val="80000"/>
                </a:spcBef>
              </a:pPr>
              <a:r>
                <a:rPr lang="en-US" altLang="en-US" sz="1200" b="1" i="1" dirty="0">
                  <a:solidFill>
                    <a:srgbClr val="FF0000"/>
                  </a:solidFill>
                  <a:latin typeface="Arial Nova Light" panose="020B0304020202020204" pitchFamily="34" charset="0"/>
                </a:rPr>
                <a:t>Build B</a:t>
              </a:r>
            </a:p>
            <a:p>
              <a:pPr>
                <a:spcBef>
                  <a:spcPct val="80000"/>
                </a:spcBef>
              </a:pPr>
              <a:r>
                <a:rPr lang="en-US" altLang="en-US" sz="1200" b="1" i="1" dirty="0">
                  <a:solidFill>
                    <a:srgbClr val="000000"/>
                  </a:solidFill>
                  <a:latin typeface="Arial Nova Light" panose="020B0304020202020204" pitchFamily="34" charset="0"/>
                </a:rPr>
                <a:t>B Done</a:t>
              </a:r>
            </a:p>
            <a:p>
              <a:pPr>
                <a:spcBef>
                  <a:spcPct val="80000"/>
                </a:spcBef>
              </a:pPr>
              <a:r>
                <a:rPr lang="en-US" altLang="en-US" sz="1200" b="1" i="1" dirty="0">
                  <a:solidFill>
                    <a:srgbClr val="FF0000"/>
                  </a:solidFill>
                  <a:latin typeface="Arial Nova Light" panose="020B0304020202020204" pitchFamily="34" charset="0"/>
                </a:rPr>
                <a:t>Build C</a:t>
              </a:r>
            </a:p>
            <a:p>
              <a:pPr>
                <a:spcBef>
                  <a:spcPct val="80000"/>
                </a:spcBef>
              </a:pPr>
              <a:r>
                <a:rPr lang="en-US" altLang="en-US" sz="1200" b="1" i="1" dirty="0">
                  <a:solidFill>
                    <a:srgbClr val="000000"/>
                  </a:solidFill>
                  <a:latin typeface="Arial Nova Light" panose="020B0304020202020204" pitchFamily="34" charset="0"/>
                </a:rPr>
                <a:t>C Done</a:t>
              </a:r>
            </a:p>
            <a:p>
              <a:pPr>
                <a:spcBef>
                  <a:spcPct val="80000"/>
                </a:spcBef>
              </a:pPr>
              <a:r>
                <a:rPr lang="en-US" altLang="en-US" sz="1200" b="1" i="1" dirty="0">
                  <a:solidFill>
                    <a:srgbClr val="FF0000"/>
                  </a:solidFill>
                  <a:latin typeface="Arial Nova Light" panose="020B0304020202020204" pitchFamily="34" charset="0"/>
                </a:rPr>
                <a:t>Build D</a:t>
              </a:r>
            </a:p>
            <a:p>
              <a:pPr>
                <a:spcBef>
                  <a:spcPct val="80000"/>
                </a:spcBef>
              </a:pPr>
              <a:r>
                <a:rPr lang="en-US" altLang="en-US" sz="1200" b="1" i="1" dirty="0">
                  <a:solidFill>
                    <a:srgbClr val="000000"/>
                  </a:solidFill>
                  <a:latin typeface="Arial Nova Light" panose="020B0304020202020204" pitchFamily="34" charset="0"/>
                </a:rPr>
                <a:t>Ship</a:t>
              </a:r>
            </a:p>
          </p:txBody>
        </p:sp>
        <p:grpSp>
          <p:nvGrpSpPr>
            <p:cNvPr id="26" name="Group 6">
              <a:extLst>
                <a:ext uri="{FF2B5EF4-FFF2-40B4-BE49-F238E27FC236}">
                  <a16:creationId xmlns:a16="http://schemas.microsoft.com/office/drawing/2014/main" id="{87211780-698B-E494-B969-39D90E0BB6F5}"/>
                </a:ext>
              </a:extLst>
            </p:cNvPr>
            <p:cNvGrpSpPr>
              <a:grpSpLocks/>
            </p:cNvGrpSpPr>
            <p:nvPr/>
          </p:nvGrpSpPr>
          <p:grpSpPr bwMode="auto">
            <a:xfrm>
              <a:off x="1900" y="868"/>
              <a:ext cx="3016" cy="2188"/>
              <a:chOff x="1900" y="868"/>
              <a:chExt cx="3016" cy="2188"/>
            </a:xfrm>
          </p:grpSpPr>
          <p:sp>
            <p:nvSpPr>
              <p:cNvPr id="48" name="Rectangle 7">
                <a:extLst>
                  <a:ext uri="{FF2B5EF4-FFF2-40B4-BE49-F238E27FC236}">
                    <a16:creationId xmlns:a16="http://schemas.microsoft.com/office/drawing/2014/main" id="{DA201E6D-47F4-2848-57D4-376EC10B99D8}"/>
                  </a:ext>
                </a:extLst>
              </p:cNvPr>
              <p:cNvSpPr>
                <a:spLocks noChangeArrowheads="1"/>
              </p:cNvSpPr>
              <p:nvPr/>
            </p:nvSpPr>
            <p:spPr bwMode="auto">
              <a:xfrm>
                <a:off x="1900" y="868"/>
                <a:ext cx="3016" cy="2188"/>
              </a:xfrm>
              <a:prstGeom prst="rect">
                <a:avLst/>
              </a:prstGeom>
              <a:solidFill>
                <a:srgbClr val="FFFFFF"/>
              </a:solidFill>
              <a:ln w="12700">
                <a:solidFill>
                  <a:srgbClr val="000000"/>
                </a:solidFill>
                <a:miter lim="800000"/>
                <a:headEnd/>
                <a:tailEnd/>
              </a:ln>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latin typeface="Arial Nova Light" panose="020B0304020202020204" pitchFamily="34" charset="0"/>
                </a:endParaRPr>
              </a:p>
            </p:txBody>
          </p:sp>
          <p:sp>
            <p:nvSpPr>
              <p:cNvPr id="49" name="Rectangle 8">
                <a:extLst>
                  <a:ext uri="{FF2B5EF4-FFF2-40B4-BE49-F238E27FC236}">
                    <a16:creationId xmlns:a16="http://schemas.microsoft.com/office/drawing/2014/main" id="{12470BDA-F36A-4D27-874F-BA89ED663DDA}"/>
                  </a:ext>
                </a:extLst>
              </p:cNvPr>
              <p:cNvSpPr>
                <a:spLocks noChangeArrowheads="1"/>
              </p:cNvSpPr>
              <p:nvPr/>
            </p:nvSpPr>
            <p:spPr bwMode="auto">
              <a:xfrm>
                <a:off x="1900" y="868"/>
                <a:ext cx="496" cy="208"/>
              </a:xfrm>
              <a:prstGeom prst="rect">
                <a:avLst/>
              </a:prstGeom>
              <a:solidFill>
                <a:schemeClr val="hlink"/>
              </a:solidFill>
              <a:ln w="12700">
                <a:solidFill>
                  <a:srgbClr val="000000"/>
                </a:solidFill>
                <a:miter lim="800000"/>
                <a:headEnd/>
                <a:tailEnd/>
              </a:ln>
            </p:spPr>
            <p:txBody>
              <a:bodyPr wrap="none" lIns="96838" tIns="49212" rIns="96838" bIns="49212" anchor="ctr"/>
              <a:lstStyle>
                <a:lvl1pPr defTabSz="638175">
                  <a:defRPr sz="2400">
                    <a:solidFill>
                      <a:schemeClr val="tx1"/>
                    </a:solidFill>
                    <a:latin typeface="Times New Roman" panose="02020603050405020304" pitchFamily="18" charset="0"/>
                  </a:defRPr>
                </a:lvl1pPr>
                <a:lvl2pPr marL="742950" indent="-285750" defTabSz="638175">
                  <a:defRPr sz="2400">
                    <a:solidFill>
                      <a:schemeClr val="tx1"/>
                    </a:solidFill>
                    <a:latin typeface="Times New Roman" panose="02020603050405020304" pitchFamily="18" charset="0"/>
                  </a:defRPr>
                </a:lvl2pPr>
                <a:lvl3pPr marL="1143000" indent="-228600" defTabSz="638175">
                  <a:defRPr sz="2400">
                    <a:solidFill>
                      <a:schemeClr val="tx1"/>
                    </a:solidFill>
                    <a:latin typeface="Times New Roman" panose="02020603050405020304" pitchFamily="18" charset="0"/>
                  </a:defRPr>
                </a:lvl3pPr>
                <a:lvl4pPr marL="1600200" indent="-228600" defTabSz="638175">
                  <a:defRPr sz="2400">
                    <a:solidFill>
                      <a:schemeClr val="tx1"/>
                    </a:solidFill>
                    <a:latin typeface="Times New Roman" panose="02020603050405020304" pitchFamily="18" charset="0"/>
                  </a:defRPr>
                </a:lvl4pPr>
                <a:lvl5pPr marL="2057400" indent="-228600" defTabSz="638175">
                  <a:defRPr sz="2400">
                    <a:solidFill>
                      <a:schemeClr val="tx1"/>
                    </a:solidFill>
                    <a:latin typeface="Times New Roman" panose="02020603050405020304" pitchFamily="18" charset="0"/>
                  </a:defRPr>
                </a:lvl5pPr>
                <a:lvl6pPr marL="2514600" indent="-228600" defTabSz="638175"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defTabSz="638175"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defTabSz="638175"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defTabSz="638175"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US" altLang="en-US" sz="1800" b="1" dirty="0">
                    <a:solidFill>
                      <a:srgbClr val="000000"/>
                    </a:solidFill>
                    <a:latin typeface="Arial Nova Light" panose="020B0304020202020204" pitchFamily="34" charset="0"/>
                  </a:rPr>
                  <a:t>JAN</a:t>
                </a:r>
              </a:p>
            </p:txBody>
          </p:sp>
          <p:sp>
            <p:nvSpPr>
              <p:cNvPr id="50" name="Rectangle 9">
                <a:extLst>
                  <a:ext uri="{FF2B5EF4-FFF2-40B4-BE49-F238E27FC236}">
                    <a16:creationId xmlns:a16="http://schemas.microsoft.com/office/drawing/2014/main" id="{EE04A601-C927-0B03-6FC8-C144E8AF04E3}"/>
                  </a:ext>
                </a:extLst>
              </p:cNvPr>
              <p:cNvSpPr>
                <a:spLocks noChangeArrowheads="1"/>
              </p:cNvSpPr>
              <p:nvPr/>
            </p:nvSpPr>
            <p:spPr bwMode="auto">
              <a:xfrm>
                <a:off x="2404" y="868"/>
                <a:ext cx="496" cy="208"/>
              </a:xfrm>
              <a:prstGeom prst="rect">
                <a:avLst/>
              </a:prstGeom>
              <a:solidFill>
                <a:schemeClr val="hlink"/>
              </a:solidFill>
              <a:ln w="12700">
                <a:solidFill>
                  <a:srgbClr val="000000"/>
                </a:solidFill>
                <a:miter lim="800000"/>
                <a:headEnd/>
                <a:tailEnd/>
              </a:ln>
            </p:spPr>
            <p:txBody>
              <a:bodyPr wrap="none" lIns="96838" tIns="49212" rIns="96838" bIns="49212" anchor="ctr"/>
              <a:lstStyle>
                <a:lvl1pPr defTabSz="638175">
                  <a:defRPr sz="2400">
                    <a:solidFill>
                      <a:schemeClr val="tx1"/>
                    </a:solidFill>
                    <a:latin typeface="Times New Roman" panose="02020603050405020304" pitchFamily="18" charset="0"/>
                  </a:defRPr>
                </a:lvl1pPr>
                <a:lvl2pPr marL="742950" indent="-285750" defTabSz="638175">
                  <a:defRPr sz="2400">
                    <a:solidFill>
                      <a:schemeClr val="tx1"/>
                    </a:solidFill>
                    <a:latin typeface="Times New Roman" panose="02020603050405020304" pitchFamily="18" charset="0"/>
                  </a:defRPr>
                </a:lvl2pPr>
                <a:lvl3pPr marL="1143000" indent="-228600" defTabSz="638175">
                  <a:defRPr sz="2400">
                    <a:solidFill>
                      <a:schemeClr val="tx1"/>
                    </a:solidFill>
                    <a:latin typeface="Times New Roman" panose="02020603050405020304" pitchFamily="18" charset="0"/>
                  </a:defRPr>
                </a:lvl3pPr>
                <a:lvl4pPr marL="1600200" indent="-228600" defTabSz="638175">
                  <a:defRPr sz="2400">
                    <a:solidFill>
                      <a:schemeClr val="tx1"/>
                    </a:solidFill>
                    <a:latin typeface="Times New Roman" panose="02020603050405020304" pitchFamily="18" charset="0"/>
                  </a:defRPr>
                </a:lvl4pPr>
                <a:lvl5pPr marL="2057400" indent="-228600" defTabSz="638175">
                  <a:defRPr sz="2400">
                    <a:solidFill>
                      <a:schemeClr val="tx1"/>
                    </a:solidFill>
                    <a:latin typeface="Times New Roman" panose="02020603050405020304" pitchFamily="18" charset="0"/>
                  </a:defRPr>
                </a:lvl5pPr>
                <a:lvl6pPr marL="2514600" indent="-228600" defTabSz="638175"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defTabSz="638175"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defTabSz="638175"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defTabSz="638175"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US" altLang="en-US" sz="1800" b="1">
                    <a:solidFill>
                      <a:srgbClr val="000000"/>
                    </a:solidFill>
                    <a:latin typeface="Arial Nova Light" panose="020B0304020202020204" pitchFamily="34" charset="0"/>
                  </a:rPr>
                  <a:t>FEB</a:t>
                </a:r>
              </a:p>
            </p:txBody>
          </p:sp>
          <p:sp>
            <p:nvSpPr>
              <p:cNvPr id="51" name="Rectangle 10">
                <a:extLst>
                  <a:ext uri="{FF2B5EF4-FFF2-40B4-BE49-F238E27FC236}">
                    <a16:creationId xmlns:a16="http://schemas.microsoft.com/office/drawing/2014/main" id="{27069C3B-0E10-14CB-6290-8F5A901D26A0}"/>
                  </a:ext>
                </a:extLst>
              </p:cNvPr>
              <p:cNvSpPr>
                <a:spLocks noChangeArrowheads="1"/>
              </p:cNvSpPr>
              <p:nvPr/>
            </p:nvSpPr>
            <p:spPr bwMode="auto">
              <a:xfrm>
                <a:off x="2908" y="868"/>
                <a:ext cx="496" cy="208"/>
              </a:xfrm>
              <a:prstGeom prst="rect">
                <a:avLst/>
              </a:prstGeom>
              <a:solidFill>
                <a:schemeClr val="hlink"/>
              </a:solidFill>
              <a:ln w="12700">
                <a:solidFill>
                  <a:srgbClr val="000000"/>
                </a:solidFill>
                <a:miter lim="800000"/>
                <a:headEnd/>
                <a:tailEnd/>
              </a:ln>
            </p:spPr>
            <p:txBody>
              <a:bodyPr wrap="none" lIns="96838" tIns="49212" rIns="96838" bIns="49212" anchor="ctr"/>
              <a:lstStyle>
                <a:lvl1pPr defTabSz="638175">
                  <a:defRPr sz="2400">
                    <a:solidFill>
                      <a:schemeClr val="tx1"/>
                    </a:solidFill>
                    <a:latin typeface="Times New Roman" panose="02020603050405020304" pitchFamily="18" charset="0"/>
                  </a:defRPr>
                </a:lvl1pPr>
                <a:lvl2pPr marL="742950" indent="-285750" defTabSz="638175">
                  <a:defRPr sz="2400">
                    <a:solidFill>
                      <a:schemeClr val="tx1"/>
                    </a:solidFill>
                    <a:latin typeface="Times New Roman" panose="02020603050405020304" pitchFamily="18" charset="0"/>
                  </a:defRPr>
                </a:lvl2pPr>
                <a:lvl3pPr marL="1143000" indent="-228600" defTabSz="638175">
                  <a:defRPr sz="2400">
                    <a:solidFill>
                      <a:schemeClr val="tx1"/>
                    </a:solidFill>
                    <a:latin typeface="Times New Roman" panose="02020603050405020304" pitchFamily="18" charset="0"/>
                  </a:defRPr>
                </a:lvl3pPr>
                <a:lvl4pPr marL="1600200" indent="-228600" defTabSz="638175">
                  <a:defRPr sz="2400">
                    <a:solidFill>
                      <a:schemeClr val="tx1"/>
                    </a:solidFill>
                    <a:latin typeface="Times New Roman" panose="02020603050405020304" pitchFamily="18" charset="0"/>
                  </a:defRPr>
                </a:lvl4pPr>
                <a:lvl5pPr marL="2057400" indent="-228600" defTabSz="638175">
                  <a:defRPr sz="2400">
                    <a:solidFill>
                      <a:schemeClr val="tx1"/>
                    </a:solidFill>
                    <a:latin typeface="Times New Roman" panose="02020603050405020304" pitchFamily="18" charset="0"/>
                  </a:defRPr>
                </a:lvl5pPr>
                <a:lvl6pPr marL="2514600" indent="-228600" defTabSz="638175"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defTabSz="638175"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defTabSz="638175"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defTabSz="638175"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US" altLang="en-US" sz="1800" b="1">
                    <a:solidFill>
                      <a:srgbClr val="000000"/>
                    </a:solidFill>
                    <a:latin typeface="Arial Nova Light" panose="020B0304020202020204" pitchFamily="34" charset="0"/>
                  </a:rPr>
                  <a:t>MAR</a:t>
                </a:r>
              </a:p>
            </p:txBody>
          </p:sp>
          <p:sp>
            <p:nvSpPr>
              <p:cNvPr id="52" name="Rectangle 11">
                <a:extLst>
                  <a:ext uri="{FF2B5EF4-FFF2-40B4-BE49-F238E27FC236}">
                    <a16:creationId xmlns:a16="http://schemas.microsoft.com/office/drawing/2014/main" id="{DB6B6E4B-6A5C-4F06-4CA9-CE92052B6D5C}"/>
                  </a:ext>
                </a:extLst>
              </p:cNvPr>
              <p:cNvSpPr>
                <a:spLocks noChangeArrowheads="1"/>
              </p:cNvSpPr>
              <p:nvPr/>
            </p:nvSpPr>
            <p:spPr bwMode="auto">
              <a:xfrm>
                <a:off x="3412" y="868"/>
                <a:ext cx="496" cy="208"/>
              </a:xfrm>
              <a:prstGeom prst="rect">
                <a:avLst/>
              </a:prstGeom>
              <a:solidFill>
                <a:schemeClr val="hlink"/>
              </a:solidFill>
              <a:ln w="12700">
                <a:solidFill>
                  <a:srgbClr val="000000"/>
                </a:solidFill>
                <a:miter lim="800000"/>
                <a:headEnd/>
                <a:tailEnd/>
              </a:ln>
            </p:spPr>
            <p:txBody>
              <a:bodyPr wrap="none" lIns="96838" tIns="49212" rIns="96838" bIns="49212" anchor="ctr"/>
              <a:lstStyle>
                <a:lvl1pPr defTabSz="638175">
                  <a:defRPr sz="2400">
                    <a:solidFill>
                      <a:schemeClr val="tx1"/>
                    </a:solidFill>
                    <a:latin typeface="Times New Roman" panose="02020603050405020304" pitchFamily="18" charset="0"/>
                  </a:defRPr>
                </a:lvl1pPr>
                <a:lvl2pPr marL="742950" indent="-285750" defTabSz="638175">
                  <a:defRPr sz="2400">
                    <a:solidFill>
                      <a:schemeClr val="tx1"/>
                    </a:solidFill>
                    <a:latin typeface="Times New Roman" panose="02020603050405020304" pitchFamily="18" charset="0"/>
                  </a:defRPr>
                </a:lvl2pPr>
                <a:lvl3pPr marL="1143000" indent="-228600" defTabSz="638175">
                  <a:defRPr sz="2400">
                    <a:solidFill>
                      <a:schemeClr val="tx1"/>
                    </a:solidFill>
                    <a:latin typeface="Times New Roman" panose="02020603050405020304" pitchFamily="18" charset="0"/>
                  </a:defRPr>
                </a:lvl3pPr>
                <a:lvl4pPr marL="1600200" indent="-228600" defTabSz="638175">
                  <a:defRPr sz="2400">
                    <a:solidFill>
                      <a:schemeClr val="tx1"/>
                    </a:solidFill>
                    <a:latin typeface="Times New Roman" panose="02020603050405020304" pitchFamily="18" charset="0"/>
                  </a:defRPr>
                </a:lvl4pPr>
                <a:lvl5pPr marL="2057400" indent="-228600" defTabSz="638175">
                  <a:defRPr sz="2400">
                    <a:solidFill>
                      <a:schemeClr val="tx1"/>
                    </a:solidFill>
                    <a:latin typeface="Times New Roman" panose="02020603050405020304" pitchFamily="18" charset="0"/>
                  </a:defRPr>
                </a:lvl5pPr>
                <a:lvl6pPr marL="2514600" indent="-228600" defTabSz="638175"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defTabSz="638175"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defTabSz="638175"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defTabSz="638175"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US" altLang="en-US" sz="1800" b="1">
                    <a:solidFill>
                      <a:srgbClr val="000000"/>
                    </a:solidFill>
                    <a:latin typeface="Arial Nova Light" panose="020B0304020202020204" pitchFamily="34" charset="0"/>
                  </a:rPr>
                  <a:t>APR</a:t>
                </a:r>
              </a:p>
            </p:txBody>
          </p:sp>
          <p:sp>
            <p:nvSpPr>
              <p:cNvPr id="53" name="Rectangle 12">
                <a:extLst>
                  <a:ext uri="{FF2B5EF4-FFF2-40B4-BE49-F238E27FC236}">
                    <a16:creationId xmlns:a16="http://schemas.microsoft.com/office/drawing/2014/main" id="{043CD6E6-6ACD-4C03-B01A-82FF189626CC}"/>
                  </a:ext>
                </a:extLst>
              </p:cNvPr>
              <p:cNvSpPr>
                <a:spLocks noChangeArrowheads="1"/>
              </p:cNvSpPr>
              <p:nvPr/>
            </p:nvSpPr>
            <p:spPr bwMode="auto">
              <a:xfrm>
                <a:off x="3916" y="868"/>
                <a:ext cx="496" cy="208"/>
              </a:xfrm>
              <a:prstGeom prst="rect">
                <a:avLst/>
              </a:prstGeom>
              <a:solidFill>
                <a:schemeClr val="hlink"/>
              </a:solidFill>
              <a:ln w="12700">
                <a:solidFill>
                  <a:srgbClr val="000000"/>
                </a:solidFill>
                <a:miter lim="800000"/>
                <a:headEnd/>
                <a:tailEnd/>
              </a:ln>
            </p:spPr>
            <p:txBody>
              <a:bodyPr wrap="none" lIns="96838" tIns="49212" rIns="96838" bIns="49212" anchor="ctr"/>
              <a:lstStyle>
                <a:lvl1pPr defTabSz="638175">
                  <a:defRPr sz="2400">
                    <a:solidFill>
                      <a:schemeClr val="tx1"/>
                    </a:solidFill>
                    <a:latin typeface="Times New Roman" panose="02020603050405020304" pitchFamily="18" charset="0"/>
                  </a:defRPr>
                </a:lvl1pPr>
                <a:lvl2pPr marL="742950" indent="-285750" defTabSz="638175">
                  <a:defRPr sz="2400">
                    <a:solidFill>
                      <a:schemeClr val="tx1"/>
                    </a:solidFill>
                    <a:latin typeface="Times New Roman" panose="02020603050405020304" pitchFamily="18" charset="0"/>
                  </a:defRPr>
                </a:lvl2pPr>
                <a:lvl3pPr marL="1143000" indent="-228600" defTabSz="638175">
                  <a:defRPr sz="2400">
                    <a:solidFill>
                      <a:schemeClr val="tx1"/>
                    </a:solidFill>
                    <a:latin typeface="Times New Roman" panose="02020603050405020304" pitchFamily="18" charset="0"/>
                  </a:defRPr>
                </a:lvl3pPr>
                <a:lvl4pPr marL="1600200" indent="-228600" defTabSz="638175">
                  <a:defRPr sz="2400">
                    <a:solidFill>
                      <a:schemeClr val="tx1"/>
                    </a:solidFill>
                    <a:latin typeface="Times New Roman" panose="02020603050405020304" pitchFamily="18" charset="0"/>
                  </a:defRPr>
                </a:lvl4pPr>
                <a:lvl5pPr marL="2057400" indent="-228600" defTabSz="638175">
                  <a:defRPr sz="2400">
                    <a:solidFill>
                      <a:schemeClr val="tx1"/>
                    </a:solidFill>
                    <a:latin typeface="Times New Roman" panose="02020603050405020304" pitchFamily="18" charset="0"/>
                  </a:defRPr>
                </a:lvl5pPr>
                <a:lvl6pPr marL="2514600" indent="-228600" defTabSz="638175"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defTabSz="638175"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defTabSz="638175"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defTabSz="638175"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US" altLang="en-US" sz="1800" b="1" dirty="0">
                    <a:solidFill>
                      <a:srgbClr val="000000"/>
                    </a:solidFill>
                    <a:latin typeface="Arial Nova Light" panose="020B0304020202020204" pitchFamily="34" charset="0"/>
                  </a:rPr>
                  <a:t>MAY</a:t>
                </a:r>
              </a:p>
            </p:txBody>
          </p:sp>
          <p:sp>
            <p:nvSpPr>
              <p:cNvPr id="54" name="Rectangle 13">
                <a:extLst>
                  <a:ext uri="{FF2B5EF4-FFF2-40B4-BE49-F238E27FC236}">
                    <a16:creationId xmlns:a16="http://schemas.microsoft.com/office/drawing/2014/main" id="{046BC93D-69BC-429E-A88E-5440E3906120}"/>
                  </a:ext>
                </a:extLst>
              </p:cNvPr>
              <p:cNvSpPr>
                <a:spLocks noChangeArrowheads="1"/>
              </p:cNvSpPr>
              <p:nvPr/>
            </p:nvSpPr>
            <p:spPr bwMode="auto">
              <a:xfrm>
                <a:off x="4420" y="868"/>
                <a:ext cx="496" cy="208"/>
              </a:xfrm>
              <a:prstGeom prst="rect">
                <a:avLst/>
              </a:prstGeom>
              <a:solidFill>
                <a:schemeClr val="hlink"/>
              </a:solidFill>
              <a:ln w="12700">
                <a:solidFill>
                  <a:srgbClr val="000000"/>
                </a:solidFill>
                <a:miter lim="800000"/>
                <a:headEnd/>
                <a:tailEnd/>
              </a:ln>
            </p:spPr>
            <p:txBody>
              <a:bodyPr wrap="none" lIns="96838" tIns="49212" rIns="96838" bIns="49212" anchor="ctr"/>
              <a:lstStyle>
                <a:lvl1pPr defTabSz="638175">
                  <a:defRPr sz="2400">
                    <a:solidFill>
                      <a:schemeClr val="tx1"/>
                    </a:solidFill>
                    <a:latin typeface="Times New Roman" panose="02020603050405020304" pitchFamily="18" charset="0"/>
                  </a:defRPr>
                </a:lvl1pPr>
                <a:lvl2pPr marL="742950" indent="-285750" defTabSz="638175">
                  <a:defRPr sz="2400">
                    <a:solidFill>
                      <a:schemeClr val="tx1"/>
                    </a:solidFill>
                    <a:latin typeface="Times New Roman" panose="02020603050405020304" pitchFamily="18" charset="0"/>
                  </a:defRPr>
                </a:lvl2pPr>
                <a:lvl3pPr marL="1143000" indent="-228600" defTabSz="638175">
                  <a:defRPr sz="2400">
                    <a:solidFill>
                      <a:schemeClr val="tx1"/>
                    </a:solidFill>
                    <a:latin typeface="Times New Roman" panose="02020603050405020304" pitchFamily="18" charset="0"/>
                  </a:defRPr>
                </a:lvl3pPr>
                <a:lvl4pPr marL="1600200" indent="-228600" defTabSz="638175">
                  <a:defRPr sz="2400">
                    <a:solidFill>
                      <a:schemeClr val="tx1"/>
                    </a:solidFill>
                    <a:latin typeface="Times New Roman" panose="02020603050405020304" pitchFamily="18" charset="0"/>
                  </a:defRPr>
                </a:lvl4pPr>
                <a:lvl5pPr marL="2057400" indent="-228600" defTabSz="638175">
                  <a:defRPr sz="2400">
                    <a:solidFill>
                      <a:schemeClr val="tx1"/>
                    </a:solidFill>
                    <a:latin typeface="Times New Roman" panose="02020603050405020304" pitchFamily="18" charset="0"/>
                  </a:defRPr>
                </a:lvl5pPr>
                <a:lvl6pPr marL="2514600" indent="-228600" defTabSz="638175"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defTabSz="638175"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defTabSz="638175"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defTabSz="638175"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US" altLang="en-US" sz="1800" b="1">
                    <a:solidFill>
                      <a:srgbClr val="000000"/>
                    </a:solidFill>
                    <a:latin typeface="Arial Nova Light" panose="020B0304020202020204" pitchFamily="34" charset="0"/>
                  </a:rPr>
                  <a:t>JUN</a:t>
                </a:r>
              </a:p>
            </p:txBody>
          </p:sp>
          <p:sp>
            <p:nvSpPr>
              <p:cNvPr id="55" name="Line 14">
                <a:extLst>
                  <a:ext uri="{FF2B5EF4-FFF2-40B4-BE49-F238E27FC236}">
                    <a16:creationId xmlns:a16="http://schemas.microsoft.com/office/drawing/2014/main" id="{F63F1919-186E-6F4A-CF0E-129048B17EB4}"/>
                  </a:ext>
                </a:extLst>
              </p:cNvPr>
              <p:cNvSpPr>
                <a:spLocks noChangeShapeType="1"/>
              </p:cNvSpPr>
              <p:nvPr/>
            </p:nvSpPr>
            <p:spPr bwMode="auto">
              <a:xfrm>
                <a:off x="1913" y="1080"/>
                <a:ext cx="2991"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US">
                  <a:latin typeface="Arial Nova Light" panose="020B0304020202020204" pitchFamily="34" charset="0"/>
                </a:endParaRPr>
              </a:p>
            </p:txBody>
          </p:sp>
          <p:sp>
            <p:nvSpPr>
              <p:cNvPr id="56" name="Line 15">
                <a:extLst>
                  <a:ext uri="{FF2B5EF4-FFF2-40B4-BE49-F238E27FC236}">
                    <a16:creationId xmlns:a16="http://schemas.microsoft.com/office/drawing/2014/main" id="{CDF50EF2-9953-3580-C5B6-9C408CBDEC0B}"/>
                  </a:ext>
                </a:extLst>
              </p:cNvPr>
              <p:cNvSpPr>
                <a:spLocks noChangeShapeType="1"/>
              </p:cNvSpPr>
              <p:nvPr/>
            </p:nvSpPr>
            <p:spPr bwMode="auto">
              <a:xfrm>
                <a:off x="2400" y="1089"/>
                <a:ext cx="0" cy="1963"/>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US">
                  <a:latin typeface="Arial Nova Light" panose="020B0304020202020204" pitchFamily="34" charset="0"/>
                </a:endParaRPr>
              </a:p>
            </p:txBody>
          </p:sp>
          <p:sp>
            <p:nvSpPr>
              <p:cNvPr id="57" name="Line 16">
                <a:extLst>
                  <a:ext uri="{FF2B5EF4-FFF2-40B4-BE49-F238E27FC236}">
                    <a16:creationId xmlns:a16="http://schemas.microsoft.com/office/drawing/2014/main" id="{E881C3C8-0992-9B3D-AA45-50D38938225C}"/>
                  </a:ext>
                </a:extLst>
              </p:cNvPr>
              <p:cNvSpPr>
                <a:spLocks noChangeShapeType="1"/>
              </p:cNvSpPr>
              <p:nvPr/>
            </p:nvSpPr>
            <p:spPr bwMode="auto">
              <a:xfrm>
                <a:off x="2904" y="1089"/>
                <a:ext cx="0" cy="1963"/>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US">
                  <a:latin typeface="Arial Nova Light" panose="020B0304020202020204" pitchFamily="34" charset="0"/>
                </a:endParaRPr>
              </a:p>
            </p:txBody>
          </p:sp>
          <p:sp>
            <p:nvSpPr>
              <p:cNvPr id="58" name="Line 17">
                <a:extLst>
                  <a:ext uri="{FF2B5EF4-FFF2-40B4-BE49-F238E27FC236}">
                    <a16:creationId xmlns:a16="http://schemas.microsoft.com/office/drawing/2014/main" id="{3A058DF9-C566-E9A0-4528-2E16E538A563}"/>
                  </a:ext>
                </a:extLst>
              </p:cNvPr>
              <p:cNvSpPr>
                <a:spLocks noChangeShapeType="1"/>
              </p:cNvSpPr>
              <p:nvPr/>
            </p:nvSpPr>
            <p:spPr bwMode="auto">
              <a:xfrm>
                <a:off x="3408" y="1089"/>
                <a:ext cx="0" cy="1963"/>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US">
                  <a:latin typeface="Arial Nova Light" panose="020B0304020202020204" pitchFamily="34" charset="0"/>
                </a:endParaRPr>
              </a:p>
            </p:txBody>
          </p:sp>
          <p:sp>
            <p:nvSpPr>
              <p:cNvPr id="59" name="Line 18">
                <a:extLst>
                  <a:ext uri="{FF2B5EF4-FFF2-40B4-BE49-F238E27FC236}">
                    <a16:creationId xmlns:a16="http://schemas.microsoft.com/office/drawing/2014/main" id="{0D195FEC-FF8E-CC01-5F30-25B430E04F03}"/>
                  </a:ext>
                </a:extLst>
              </p:cNvPr>
              <p:cNvSpPr>
                <a:spLocks noChangeShapeType="1"/>
              </p:cNvSpPr>
              <p:nvPr/>
            </p:nvSpPr>
            <p:spPr bwMode="auto">
              <a:xfrm>
                <a:off x="3912" y="1089"/>
                <a:ext cx="0" cy="1963"/>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US">
                  <a:latin typeface="Arial Nova Light" panose="020B0304020202020204" pitchFamily="34" charset="0"/>
                </a:endParaRPr>
              </a:p>
            </p:txBody>
          </p:sp>
          <p:sp>
            <p:nvSpPr>
              <p:cNvPr id="60" name="Line 19">
                <a:extLst>
                  <a:ext uri="{FF2B5EF4-FFF2-40B4-BE49-F238E27FC236}">
                    <a16:creationId xmlns:a16="http://schemas.microsoft.com/office/drawing/2014/main" id="{151E5DDC-D415-2E72-FC5C-94A5DB8E9C86}"/>
                  </a:ext>
                </a:extLst>
              </p:cNvPr>
              <p:cNvSpPr>
                <a:spLocks noChangeShapeType="1"/>
              </p:cNvSpPr>
              <p:nvPr/>
            </p:nvSpPr>
            <p:spPr bwMode="auto">
              <a:xfrm>
                <a:off x="4416" y="1089"/>
                <a:ext cx="0" cy="1963"/>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US">
                  <a:latin typeface="Arial Nova Light" panose="020B0304020202020204" pitchFamily="34" charset="0"/>
                </a:endParaRPr>
              </a:p>
            </p:txBody>
          </p:sp>
        </p:grpSp>
        <p:grpSp>
          <p:nvGrpSpPr>
            <p:cNvPr id="27" name="Group 20">
              <a:extLst>
                <a:ext uri="{FF2B5EF4-FFF2-40B4-BE49-F238E27FC236}">
                  <a16:creationId xmlns:a16="http://schemas.microsoft.com/office/drawing/2014/main" id="{B914FE76-9819-6045-B90E-C5564574DCC6}"/>
                </a:ext>
              </a:extLst>
            </p:cNvPr>
            <p:cNvGrpSpPr>
              <a:grpSpLocks/>
            </p:cNvGrpSpPr>
            <p:nvPr/>
          </p:nvGrpSpPr>
          <p:grpSpPr bwMode="auto">
            <a:xfrm>
              <a:off x="1972" y="1192"/>
              <a:ext cx="640" cy="100"/>
              <a:chOff x="1972" y="1192"/>
              <a:chExt cx="640" cy="100"/>
            </a:xfrm>
          </p:grpSpPr>
          <p:sp>
            <p:nvSpPr>
              <p:cNvPr id="45" name="Line 21">
                <a:extLst>
                  <a:ext uri="{FF2B5EF4-FFF2-40B4-BE49-F238E27FC236}">
                    <a16:creationId xmlns:a16="http://schemas.microsoft.com/office/drawing/2014/main" id="{48E75292-D4C7-0426-A771-8E8AD4DE1ED2}"/>
                  </a:ext>
                </a:extLst>
              </p:cNvPr>
              <p:cNvSpPr>
                <a:spLocks noChangeShapeType="1"/>
              </p:cNvSpPr>
              <p:nvPr/>
            </p:nvSpPr>
            <p:spPr bwMode="auto">
              <a:xfrm>
                <a:off x="2049" y="1251"/>
                <a:ext cx="487" cy="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US">
                  <a:latin typeface="Arial Nova Light" panose="020B0304020202020204" pitchFamily="34" charset="0"/>
                </a:endParaRPr>
              </a:p>
            </p:txBody>
          </p:sp>
          <p:sp>
            <p:nvSpPr>
              <p:cNvPr id="46" name="AutoShape 22">
                <a:extLst>
                  <a:ext uri="{FF2B5EF4-FFF2-40B4-BE49-F238E27FC236}">
                    <a16:creationId xmlns:a16="http://schemas.microsoft.com/office/drawing/2014/main" id="{8314BC0D-94C4-14A2-ACA9-35202FA84488}"/>
                  </a:ext>
                </a:extLst>
              </p:cNvPr>
              <p:cNvSpPr>
                <a:spLocks noChangeArrowheads="1"/>
              </p:cNvSpPr>
              <p:nvPr/>
            </p:nvSpPr>
            <p:spPr bwMode="auto">
              <a:xfrm>
                <a:off x="1972" y="1192"/>
                <a:ext cx="100" cy="100"/>
              </a:xfrm>
              <a:prstGeom prst="triangle">
                <a:avLst>
                  <a:gd name="adj" fmla="val 49986"/>
                </a:avLst>
              </a:prstGeom>
              <a:solidFill>
                <a:schemeClr val="accent2"/>
              </a:solidFill>
              <a:ln w="12700">
                <a:solidFill>
                  <a:srgbClr val="000000"/>
                </a:solidFill>
                <a:miter lim="800000"/>
                <a:headEnd/>
                <a:tailEnd/>
              </a:ln>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latin typeface="Arial Nova Light" panose="020B0304020202020204" pitchFamily="34" charset="0"/>
                </a:endParaRPr>
              </a:p>
            </p:txBody>
          </p:sp>
          <p:sp>
            <p:nvSpPr>
              <p:cNvPr id="47" name="AutoShape 23">
                <a:extLst>
                  <a:ext uri="{FF2B5EF4-FFF2-40B4-BE49-F238E27FC236}">
                    <a16:creationId xmlns:a16="http://schemas.microsoft.com/office/drawing/2014/main" id="{5B4FE30A-1EE0-6E27-6CC9-A69E4CE4833F}"/>
                  </a:ext>
                </a:extLst>
              </p:cNvPr>
              <p:cNvSpPr>
                <a:spLocks noChangeArrowheads="1"/>
              </p:cNvSpPr>
              <p:nvPr/>
            </p:nvSpPr>
            <p:spPr bwMode="auto">
              <a:xfrm rot="10800000" flipH="1">
                <a:off x="2512" y="1192"/>
                <a:ext cx="100" cy="100"/>
              </a:xfrm>
              <a:prstGeom prst="triangle">
                <a:avLst>
                  <a:gd name="adj" fmla="val 49986"/>
                </a:avLst>
              </a:prstGeom>
              <a:solidFill>
                <a:schemeClr val="accent2"/>
              </a:solidFill>
              <a:ln w="12700">
                <a:solidFill>
                  <a:srgbClr val="000000"/>
                </a:solidFill>
                <a:miter lim="800000"/>
                <a:headEnd/>
                <a:tailEnd/>
              </a:ln>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latin typeface="Arial Nova Light" panose="020B0304020202020204" pitchFamily="34" charset="0"/>
                </a:endParaRPr>
              </a:p>
            </p:txBody>
          </p:sp>
        </p:grpSp>
        <p:sp>
          <p:nvSpPr>
            <p:cNvPr id="28" name="Oval 24">
              <a:extLst>
                <a:ext uri="{FF2B5EF4-FFF2-40B4-BE49-F238E27FC236}">
                  <a16:creationId xmlns:a16="http://schemas.microsoft.com/office/drawing/2014/main" id="{26171760-E40F-4E57-EF5D-44FE9040F41F}"/>
                </a:ext>
              </a:extLst>
            </p:cNvPr>
            <p:cNvSpPr>
              <a:spLocks noChangeArrowheads="1"/>
            </p:cNvSpPr>
            <p:nvPr/>
          </p:nvSpPr>
          <p:spPr bwMode="auto">
            <a:xfrm>
              <a:off x="2512" y="1426"/>
              <a:ext cx="100" cy="100"/>
            </a:xfrm>
            <a:prstGeom prst="ellipse">
              <a:avLst/>
            </a:prstGeom>
            <a:solidFill>
              <a:schemeClr val="accent2"/>
            </a:solidFill>
            <a:ln w="12700">
              <a:solidFill>
                <a:srgbClr val="000000"/>
              </a:solidFill>
              <a:round/>
              <a:headEnd/>
              <a:tailEnd/>
            </a:ln>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latin typeface="Arial Nova Light" panose="020B0304020202020204" pitchFamily="34" charset="0"/>
              </a:endParaRPr>
            </a:p>
          </p:txBody>
        </p:sp>
        <p:grpSp>
          <p:nvGrpSpPr>
            <p:cNvPr id="29" name="Group 25">
              <a:extLst>
                <a:ext uri="{FF2B5EF4-FFF2-40B4-BE49-F238E27FC236}">
                  <a16:creationId xmlns:a16="http://schemas.microsoft.com/office/drawing/2014/main" id="{C3CD9DB6-D7D4-3720-785F-3089D4A5DDC7}"/>
                </a:ext>
              </a:extLst>
            </p:cNvPr>
            <p:cNvGrpSpPr>
              <a:grpSpLocks/>
            </p:cNvGrpSpPr>
            <p:nvPr/>
          </p:nvGrpSpPr>
          <p:grpSpPr bwMode="auto">
            <a:xfrm>
              <a:off x="2512" y="1678"/>
              <a:ext cx="640" cy="100"/>
              <a:chOff x="2512" y="1678"/>
              <a:chExt cx="640" cy="100"/>
            </a:xfrm>
          </p:grpSpPr>
          <p:sp>
            <p:nvSpPr>
              <p:cNvPr id="42" name="Line 26">
                <a:extLst>
                  <a:ext uri="{FF2B5EF4-FFF2-40B4-BE49-F238E27FC236}">
                    <a16:creationId xmlns:a16="http://schemas.microsoft.com/office/drawing/2014/main" id="{E43C704A-7EAF-F112-B01C-71088A6317D6}"/>
                  </a:ext>
                </a:extLst>
              </p:cNvPr>
              <p:cNvSpPr>
                <a:spLocks noChangeShapeType="1"/>
              </p:cNvSpPr>
              <p:nvPr/>
            </p:nvSpPr>
            <p:spPr bwMode="auto">
              <a:xfrm>
                <a:off x="2589" y="1728"/>
                <a:ext cx="487" cy="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US">
                  <a:latin typeface="Arial Nova Light" panose="020B0304020202020204" pitchFamily="34" charset="0"/>
                </a:endParaRPr>
              </a:p>
            </p:txBody>
          </p:sp>
          <p:sp>
            <p:nvSpPr>
              <p:cNvPr id="43" name="Oval 27">
                <a:extLst>
                  <a:ext uri="{FF2B5EF4-FFF2-40B4-BE49-F238E27FC236}">
                    <a16:creationId xmlns:a16="http://schemas.microsoft.com/office/drawing/2014/main" id="{5EE7D9CD-D44E-1786-4A95-B21FEFB497B0}"/>
                  </a:ext>
                </a:extLst>
              </p:cNvPr>
              <p:cNvSpPr>
                <a:spLocks noChangeArrowheads="1"/>
              </p:cNvSpPr>
              <p:nvPr/>
            </p:nvSpPr>
            <p:spPr bwMode="auto">
              <a:xfrm>
                <a:off x="2512" y="1678"/>
                <a:ext cx="100" cy="100"/>
              </a:xfrm>
              <a:prstGeom prst="ellipse">
                <a:avLst/>
              </a:prstGeom>
              <a:solidFill>
                <a:schemeClr val="accent2"/>
              </a:solidFill>
              <a:ln w="12700">
                <a:solidFill>
                  <a:srgbClr val="000000"/>
                </a:solidFill>
                <a:round/>
                <a:headEnd/>
                <a:tailEnd/>
              </a:ln>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latin typeface="Arial Nova Light" panose="020B0304020202020204" pitchFamily="34" charset="0"/>
                </a:endParaRPr>
              </a:p>
            </p:txBody>
          </p:sp>
          <p:sp>
            <p:nvSpPr>
              <p:cNvPr id="44" name="AutoShape 28">
                <a:extLst>
                  <a:ext uri="{FF2B5EF4-FFF2-40B4-BE49-F238E27FC236}">
                    <a16:creationId xmlns:a16="http://schemas.microsoft.com/office/drawing/2014/main" id="{01CA361B-6BF7-839F-4C0A-9AE8BB9CD67C}"/>
                  </a:ext>
                </a:extLst>
              </p:cNvPr>
              <p:cNvSpPr>
                <a:spLocks noChangeArrowheads="1"/>
              </p:cNvSpPr>
              <p:nvPr/>
            </p:nvSpPr>
            <p:spPr bwMode="auto">
              <a:xfrm>
                <a:off x="3052" y="1678"/>
                <a:ext cx="100" cy="100"/>
              </a:xfrm>
              <a:prstGeom prst="diamond">
                <a:avLst/>
              </a:prstGeom>
              <a:solidFill>
                <a:schemeClr val="accent2"/>
              </a:solidFill>
              <a:ln w="12700">
                <a:solidFill>
                  <a:srgbClr val="000000"/>
                </a:solidFill>
                <a:miter lim="800000"/>
                <a:headEnd/>
                <a:tailEnd/>
              </a:ln>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latin typeface="Arial Nova Light" panose="020B0304020202020204" pitchFamily="34" charset="0"/>
                </a:endParaRPr>
              </a:p>
            </p:txBody>
          </p:sp>
        </p:grpSp>
        <p:sp>
          <p:nvSpPr>
            <p:cNvPr id="30" name="AutoShape 29">
              <a:extLst>
                <a:ext uri="{FF2B5EF4-FFF2-40B4-BE49-F238E27FC236}">
                  <a16:creationId xmlns:a16="http://schemas.microsoft.com/office/drawing/2014/main" id="{43DCD0FF-1413-1BD9-C43C-12E5A7A13467}"/>
                </a:ext>
              </a:extLst>
            </p:cNvPr>
            <p:cNvSpPr>
              <a:spLocks noChangeArrowheads="1"/>
            </p:cNvSpPr>
            <p:nvPr/>
          </p:nvSpPr>
          <p:spPr bwMode="auto">
            <a:xfrm>
              <a:off x="3052" y="1903"/>
              <a:ext cx="100" cy="100"/>
            </a:xfrm>
            <a:prstGeom prst="diamond">
              <a:avLst/>
            </a:prstGeom>
            <a:solidFill>
              <a:schemeClr val="accent2"/>
            </a:solidFill>
            <a:ln w="12700">
              <a:solidFill>
                <a:srgbClr val="000000"/>
              </a:solidFill>
              <a:miter lim="800000"/>
              <a:headEnd/>
              <a:tailEnd/>
            </a:ln>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latin typeface="Arial Nova Light" panose="020B0304020202020204" pitchFamily="34" charset="0"/>
              </a:endParaRPr>
            </a:p>
          </p:txBody>
        </p:sp>
        <p:grpSp>
          <p:nvGrpSpPr>
            <p:cNvPr id="31" name="Group 30">
              <a:extLst>
                <a:ext uri="{FF2B5EF4-FFF2-40B4-BE49-F238E27FC236}">
                  <a16:creationId xmlns:a16="http://schemas.microsoft.com/office/drawing/2014/main" id="{E9018E7F-F00B-8B01-62FE-7285DC257893}"/>
                </a:ext>
              </a:extLst>
            </p:cNvPr>
            <p:cNvGrpSpPr>
              <a:grpSpLocks/>
            </p:cNvGrpSpPr>
            <p:nvPr/>
          </p:nvGrpSpPr>
          <p:grpSpPr bwMode="auto">
            <a:xfrm>
              <a:off x="3052" y="2128"/>
              <a:ext cx="640" cy="100"/>
              <a:chOff x="3052" y="2128"/>
              <a:chExt cx="640" cy="100"/>
            </a:xfrm>
          </p:grpSpPr>
          <p:sp>
            <p:nvSpPr>
              <p:cNvPr id="39" name="Line 31">
                <a:extLst>
                  <a:ext uri="{FF2B5EF4-FFF2-40B4-BE49-F238E27FC236}">
                    <a16:creationId xmlns:a16="http://schemas.microsoft.com/office/drawing/2014/main" id="{F7CDCE69-56C6-494A-8ECB-F5D7A8C2BF35}"/>
                  </a:ext>
                </a:extLst>
              </p:cNvPr>
              <p:cNvSpPr>
                <a:spLocks noChangeShapeType="1"/>
              </p:cNvSpPr>
              <p:nvPr/>
            </p:nvSpPr>
            <p:spPr bwMode="auto">
              <a:xfrm>
                <a:off x="3129" y="2178"/>
                <a:ext cx="487" cy="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US">
                  <a:latin typeface="Arial Nova Light" panose="020B0304020202020204" pitchFamily="34" charset="0"/>
                </a:endParaRPr>
              </a:p>
            </p:txBody>
          </p:sp>
          <p:sp>
            <p:nvSpPr>
              <p:cNvPr id="40" name="AutoShape 32">
                <a:extLst>
                  <a:ext uri="{FF2B5EF4-FFF2-40B4-BE49-F238E27FC236}">
                    <a16:creationId xmlns:a16="http://schemas.microsoft.com/office/drawing/2014/main" id="{12F7B802-73EF-63A1-B934-F78D39F1249A}"/>
                  </a:ext>
                </a:extLst>
              </p:cNvPr>
              <p:cNvSpPr>
                <a:spLocks noChangeArrowheads="1"/>
              </p:cNvSpPr>
              <p:nvPr/>
            </p:nvSpPr>
            <p:spPr bwMode="auto">
              <a:xfrm>
                <a:off x="3052" y="2128"/>
                <a:ext cx="100" cy="100"/>
              </a:xfrm>
              <a:prstGeom prst="diamond">
                <a:avLst/>
              </a:prstGeom>
              <a:solidFill>
                <a:schemeClr val="accent2"/>
              </a:solidFill>
              <a:ln w="12700">
                <a:solidFill>
                  <a:srgbClr val="000000"/>
                </a:solidFill>
                <a:miter lim="800000"/>
                <a:headEnd/>
                <a:tailEnd/>
              </a:ln>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latin typeface="Arial Nova Light" panose="020B0304020202020204" pitchFamily="34" charset="0"/>
                </a:endParaRPr>
              </a:p>
            </p:txBody>
          </p:sp>
          <p:sp>
            <p:nvSpPr>
              <p:cNvPr id="41" name="AutoShape 33">
                <a:extLst>
                  <a:ext uri="{FF2B5EF4-FFF2-40B4-BE49-F238E27FC236}">
                    <a16:creationId xmlns:a16="http://schemas.microsoft.com/office/drawing/2014/main" id="{0FBBFDC6-4CEF-F815-3F3A-7A722FDEE1FF}"/>
                  </a:ext>
                </a:extLst>
              </p:cNvPr>
              <p:cNvSpPr>
                <a:spLocks noChangeArrowheads="1"/>
              </p:cNvSpPr>
              <p:nvPr/>
            </p:nvSpPr>
            <p:spPr bwMode="auto">
              <a:xfrm>
                <a:off x="3592" y="2128"/>
                <a:ext cx="100" cy="100"/>
              </a:xfrm>
              <a:prstGeom prst="diamond">
                <a:avLst/>
              </a:prstGeom>
              <a:solidFill>
                <a:schemeClr val="accent2"/>
              </a:solidFill>
              <a:ln w="12700">
                <a:solidFill>
                  <a:srgbClr val="000000"/>
                </a:solidFill>
                <a:miter lim="800000"/>
                <a:headEnd/>
                <a:tailEnd/>
              </a:ln>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latin typeface="Arial Nova Light" panose="020B0304020202020204" pitchFamily="34" charset="0"/>
                </a:endParaRPr>
              </a:p>
            </p:txBody>
          </p:sp>
        </p:grpSp>
        <p:sp>
          <p:nvSpPr>
            <p:cNvPr id="32" name="AutoShape 34">
              <a:extLst>
                <a:ext uri="{FF2B5EF4-FFF2-40B4-BE49-F238E27FC236}">
                  <a16:creationId xmlns:a16="http://schemas.microsoft.com/office/drawing/2014/main" id="{49909C7D-9904-E23D-97B8-70F305B84ED6}"/>
                </a:ext>
              </a:extLst>
            </p:cNvPr>
            <p:cNvSpPr>
              <a:spLocks noChangeArrowheads="1"/>
            </p:cNvSpPr>
            <p:nvPr/>
          </p:nvSpPr>
          <p:spPr bwMode="auto">
            <a:xfrm>
              <a:off x="3592" y="2362"/>
              <a:ext cx="100" cy="100"/>
            </a:xfrm>
            <a:prstGeom prst="cube">
              <a:avLst>
                <a:gd name="adj" fmla="val 20000"/>
              </a:avLst>
            </a:prstGeom>
            <a:solidFill>
              <a:schemeClr val="accent2"/>
            </a:solidFill>
            <a:ln w="12700">
              <a:solidFill>
                <a:srgbClr val="000000"/>
              </a:solidFill>
              <a:miter lim="800000"/>
              <a:headEnd/>
              <a:tailEnd/>
            </a:ln>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latin typeface="Arial Nova Light" panose="020B0304020202020204" pitchFamily="34" charset="0"/>
              </a:endParaRPr>
            </a:p>
          </p:txBody>
        </p:sp>
        <p:grpSp>
          <p:nvGrpSpPr>
            <p:cNvPr id="33" name="Group 35">
              <a:extLst>
                <a:ext uri="{FF2B5EF4-FFF2-40B4-BE49-F238E27FC236}">
                  <a16:creationId xmlns:a16="http://schemas.microsoft.com/office/drawing/2014/main" id="{7A58F417-74A7-5936-5C01-62667DA22FD0}"/>
                </a:ext>
              </a:extLst>
            </p:cNvPr>
            <p:cNvGrpSpPr>
              <a:grpSpLocks/>
            </p:cNvGrpSpPr>
            <p:nvPr/>
          </p:nvGrpSpPr>
          <p:grpSpPr bwMode="auto">
            <a:xfrm>
              <a:off x="3592" y="2614"/>
              <a:ext cx="640" cy="100"/>
              <a:chOff x="3592" y="2614"/>
              <a:chExt cx="640" cy="100"/>
            </a:xfrm>
          </p:grpSpPr>
          <p:sp>
            <p:nvSpPr>
              <p:cNvPr id="36" name="Line 36">
                <a:extLst>
                  <a:ext uri="{FF2B5EF4-FFF2-40B4-BE49-F238E27FC236}">
                    <a16:creationId xmlns:a16="http://schemas.microsoft.com/office/drawing/2014/main" id="{6C30782C-0566-CAB4-1BCF-2002227A8B48}"/>
                  </a:ext>
                </a:extLst>
              </p:cNvPr>
              <p:cNvSpPr>
                <a:spLocks noChangeShapeType="1"/>
              </p:cNvSpPr>
              <p:nvPr/>
            </p:nvSpPr>
            <p:spPr bwMode="auto">
              <a:xfrm>
                <a:off x="3669" y="2673"/>
                <a:ext cx="487" cy="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US">
                  <a:latin typeface="Arial Nova Light" panose="020B0304020202020204" pitchFamily="34" charset="0"/>
                </a:endParaRPr>
              </a:p>
            </p:txBody>
          </p:sp>
          <p:sp>
            <p:nvSpPr>
              <p:cNvPr id="37" name="AutoShape 37">
                <a:extLst>
                  <a:ext uri="{FF2B5EF4-FFF2-40B4-BE49-F238E27FC236}">
                    <a16:creationId xmlns:a16="http://schemas.microsoft.com/office/drawing/2014/main" id="{5447F250-AAC3-AA77-04A3-93AF8C49C8F0}"/>
                  </a:ext>
                </a:extLst>
              </p:cNvPr>
              <p:cNvSpPr>
                <a:spLocks noChangeArrowheads="1"/>
              </p:cNvSpPr>
              <p:nvPr/>
            </p:nvSpPr>
            <p:spPr bwMode="auto">
              <a:xfrm>
                <a:off x="3592" y="2614"/>
                <a:ext cx="100" cy="100"/>
              </a:xfrm>
              <a:prstGeom prst="cube">
                <a:avLst>
                  <a:gd name="adj" fmla="val 24986"/>
                </a:avLst>
              </a:prstGeom>
              <a:solidFill>
                <a:schemeClr val="accent2"/>
              </a:solidFill>
              <a:ln w="12700">
                <a:solidFill>
                  <a:srgbClr val="000000"/>
                </a:solidFill>
                <a:miter lim="800000"/>
                <a:headEnd/>
                <a:tailEnd/>
              </a:ln>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latin typeface="Arial Nova Light" panose="020B0304020202020204" pitchFamily="34" charset="0"/>
                </a:endParaRPr>
              </a:p>
            </p:txBody>
          </p:sp>
          <p:sp>
            <p:nvSpPr>
              <p:cNvPr id="38" name="AutoShape 38">
                <a:extLst>
                  <a:ext uri="{FF2B5EF4-FFF2-40B4-BE49-F238E27FC236}">
                    <a16:creationId xmlns:a16="http://schemas.microsoft.com/office/drawing/2014/main" id="{7E8839A5-F353-D7CB-F991-21D364DBE153}"/>
                  </a:ext>
                </a:extLst>
              </p:cNvPr>
              <p:cNvSpPr>
                <a:spLocks noChangeArrowheads="1"/>
              </p:cNvSpPr>
              <p:nvPr/>
            </p:nvSpPr>
            <p:spPr bwMode="auto">
              <a:xfrm>
                <a:off x="4132" y="2614"/>
                <a:ext cx="100" cy="100"/>
              </a:xfrm>
              <a:prstGeom prst="cube">
                <a:avLst>
                  <a:gd name="adj" fmla="val 24986"/>
                </a:avLst>
              </a:prstGeom>
              <a:solidFill>
                <a:schemeClr val="accent2"/>
              </a:solidFill>
              <a:ln w="12700">
                <a:solidFill>
                  <a:srgbClr val="000000"/>
                </a:solidFill>
                <a:miter lim="800000"/>
                <a:headEnd/>
                <a:tailEnd/>
              </a:ln>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latin typeface="Arial Nova Light" panose="020B0304020202020204" pitchFamily="34" charset="0"/>
                </a:endParaRPr>
              </a:p>
            </p:txBody>
          </p:sp>
        </p:grpSp>
        <p:sp>
          <p:nvSpPr>
            <p:cNvPr id="34" name="AutoShape 39">
              <a:extLst>
                <a:ext uri="{FF2B5EF4-FFF2-40B4-BE49-F238E27FC236}">
                  <a16:creationId xmlns:a16="http://schemas.microsoft.com/office/drawing/2014/main" id="{043F9C9E-2AC1-2A7E-9112-223353C322D1}"/>
                </a:ext>
              </a:extLst>
            </p:cNvPr>
            <p:cNvSpPr>
              <a:spLocks noChangeArrowheads="1"/>
            </p:cNvSpPr>
            <p:nvPr/>
          </p:nvSpPr>
          <p:spPr bwMode="auto">
            <a:xfrm>
              <a:off x="4528" y="2776"/>
              <a:ext cx="172" cy="172"/>
            </a:xfrm>
            <a:prstGeom prst="star5">
              <a:avLst/>
            </a:prstGeom>
            <a:solidFill>
              <a:srgbClr val="FF0000"/>
            </a:solidFill>
            <a:ln w="12700">
              <a:solidFill>
                <a:srgbClr val="000000"/>
              </a:solidFill>
              <a:miter lim="800000"/>
              <a:headEnd/>
              <a:tailEnd/>
            </a:ln>
            <a:effectLst/>
          </p:spPr>
          <p:txBody>
            <a:bodyPr wrap="none" anchor="ctr"/>
            <a:lstStyle/>
            <a:p>
              <a:pPr>
                <a:defRPr/>
              </a:pPr>
              <a:endParaRPr lang="en-US">
                <a:latin typeface="Arial Nova Light" panose="020B0304020202020204" pitchFamily="34" charset="0"/>
              </a:endParaRPr>
            </a:p>
          </p:txBody>
        </p:sp>
        <p:sp>
          <p:nvSpPr>
            <p:cNvPr id="35" name="AutoShape 40">
              <a:extLst>
                <a:ext uri="{FF2B5EF4-FFF2-40B4-BE49-F238E27FC236}">
                  <a16:creationId xmlns:a16="http://schemas.microsoft.com/office/drawing/2014/main" id="{B059643F-63BB-CFAF-1BE2-7EFC61ACE638}"/>
                </a:ext>
              </a:extLst>
            </p:cNvPr>
            <p:cNvSpPr>
              <a:spLocks noChangeArrowheads="1"/>
            </p:cNvSpPr>
            <p:nvPr/>
          </p:nvSpPr>
          <p:spPr bwMode="auto">
            <a:xfrm flipH="1">
              <a:off x="4312" y="2524"/>
              <a:ext cx="532" cy="203"/>
            </a:xfrm>
            <a:prstGeom prst="wedgeRoundRectCallout">
              <a:avLst>
                <a:gd name="adj1" fmla="val -18347"/>
                <a:gd name="adj2" fmla="val 66667"/>
                <a:gd name="adj3" fmla="val 16667"/>
              </a:avLst>
            </a:prstGeom>
            <a:solidFill>
              <a:srgbClr val="FFFFFF"/>
            </a:solidFill>
            <a:ln w="12700">
              <a:solidFill>
                <a:srgbClr val="000000"/>
              </a:solidFill>
              <a:miter lim="800000"/>
              <a:headEnd/>
              <a:tailEnd/>
            </a:ln>
          </p:spPr>
          <p:txBody>
            <a:bodyPr wrap="none" lIns="69850" tIns="34925" rIns="69850" bIns="34925" anchor="ctr"/>
            <a:lstStyle>
              <a:lvl1pPr defTabSz="454025">
                <a:defRPr sz="2400">
                  <a:solidFill>
                    <a:schemeClr val="tx1"/>
                  </a:solidFill>
                  <a:latin typeface="Times New Roman" panose="02020603050405020304" pitchFamily="18" charset="0"/>
                </a:defRPr>
              </a:lvl1pPr>
              <a:lvl2pPr marL="742950" indent="-285750" defTabSz="454025">
                <a:defRPr sz="2400">
                  <a:solidFill>
                    <a:schemeClr val="tx1"/>
                  </a:solidFill>
                  <a:latin typeface="Times New Roman" panose="02020603050405020304" pitchFamily="18" charset="0"/>
                </a:defRPr>
              </a:lvl2pPr>
              <a:lvl3pPr marL="1143000" indent="-228600" defTabSz="454025">
                <a:defRPr sz="2400">
                  <a:solidFill>
                    <a:schemeClr val="tx1"/>
                  </a:solidFill>
                  <a:latin typeface="Times New Roman" panose="02020603050405020304" pitchFamily="18" charset="0"/>
                </a:defRPr>
              </a:lvl3pPr>
              <a:lvl4pPr marL="1600200" indent="-228600" defTabSz="454025">
                <a:defRPr sz="2400">
                  <a:solidFill>
                    <a:schemeClr val="tx1"/>
                  </a:solidFill>
                  <a:latin typeface="Times New Roman" panose="02020603050405020304" pitchFamily="18" charset="0"/>
                </a:defRPr>
              </a:lvl4pPr>
              <a:lvl5pPr marL="2057400" indent="-228600" defTabSz="454025">
                <a:defRPr sz="2400">
                  <a:solidFill>
                    <a:schemeClr val="tx1"/>
                  </a:solidFill>
                  <a:latin typeface="Times New Roman" panose="02020603050405020304" pitchFamily="18" charset="0"/>
                </a:defRPr>
              </a:lvl5pPr>
              <a:lvl6pPr marL="2514600" indent="-228600" defTabSz="454025"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defTabSz="454025"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defTabSz="454025"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defTabSz="454025"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US" altLang="en-US" sz="1200" b="1" dirty="0">
                  <a:solidFill>
                    <a:srgbClr val="C40CC8"/>
                  </a:solidFill>
                  <a:effectLst>
                    <a:outerShdw blurRad="38100" dist="38100" dir="2700000" algn="tl">
                      <a:srgbClr val="000000">
                        <a:alpha val="43137"/>
                      </a:srgbClr>
                    </a:outerShdw>
                  </a:effectLst>
                  <a:latin typeface="Arial Nova Light" panose="020B0304020202020204" pitchFamily="34" charset="0"/>
                </a:rPr>
                <a:t>On time!</a:t>
              </a:r>
            </a:p>
          </p:txBody>
        </p:sp>
      </p:grpSp>
      <p:sp>
        <p:nvSpPr>
          <p:cNvPr id="61" name="TextBox 60">
            <a:extLst>
              <a:ext uri="{FF2B5EF4-FFF2-40B4-BE49-F238E27FC236}">
                <a16:creationId xmlns:a16="http://schemas.microsoft.com/office/drawing/2014/main" id="{DF27DA85-F987-F1D8-D192-5F2FDFB3E97F}"/>
              </a:ext>
            </a:extLst>
          </p:cNvPr>
          <p:cNvSpPr txBox="1"/>
          <p:nvPr/>
        </p:nvSpPr>
        <p:spPr>
          <a:xfrm>
            <a:off x="342531" y="1986803"/>
            <a:ext cx="6177010" cy="3662541"/>
          </a:xfrm>
          <a:prstGeom prst="rect">
            <a:avLst/>
          </a:prstGeom>
          <a:noFill/>
        </p:spPr>
        <p:txBody>
          <a:bodyPr wrap="square">
            <a:spAutoFit/>
          </a:bodyPr>
          <a:lstStyle/>
          <a:p>
            <a:r>
              <a:rPr lang="en-US" sz="2400" b="1" dirty="0">
                <a:solidFill>
                  <a:srgbClr val="92D050"/>
                </a:solidFill>
                <a:effectLst>
                  <a:outerShdw blurRad="38100" dist="38100" dir="2700000" algn="tl">
                    <a:srgbClr val="000000">
                      <a:alpha val="43137"/>
                    </a:srgbClr>
                  </a:outerShdw>
                </a:effectLst>
                <a:latin typeface="Arial Nova Light" panose="020B0304020202020204" pitchFamily="34" charset="0"/>
              </a:rPr>
              <a:t>Projects</a:t>
            </a:r>
          </a:p>
          <a:p>
            <a:pPr algn="just"/>
            <a:endParaRPr lang="en-US" sz="800" dirty="0">
              <a:solidFill>
                <a:srgbClr val="99FFCC"/>
              </a:solidFill>
              <a:effectLst>
                <a:outerShdw blurRad="38100" dist="38100" dir="2700000" algn="tl">
                  <a:srgbClr val="000000">
                    <a:alpha val="43137"/>
                  </a:srgbClr>
                </a:outerShdw>
              </a:effectLst>
              <a:latin typeface="Arial Nova Light" panose="020B0304020202020204" pitchFamily="34" charset="0"/>
            </a:endParaRPr>
          </a:p>
          <a:p>
            <a:pPr algn="just"/>
            <a:r>
              <a:rPr lang="en-US" sz="2000" dirty="0">
                <a:solidFill>
                  <a:srgbClr val="99FFCC"/>
                </a:solidFill>
                <a:effectLst>
                  <a:outerShdw blurRad="38100" dist="38100" dir="2700000" algn="tl">
                    <a:srgbClr val="000000">
                      <a:alpha val="43137"/>
                    </a:srgbClr>
                  </a:outerShdw>
                </a:effectLst>
                <a:latin typeface="Arial Nova Light" panose="020B0304020202020204" pitchFamily="34" charset="0"/>
              </a:rPr>
              <a:t>Projects are unique, one-time endeavor designed to accomplish a set of objectives in a limited time frame. </a:t>
            </a:r>
          </a:p>
          <a:p>
            <a:pPr algn="just"/>
            <a:endParaRPr lang="en-US" sz="800" dirty="0">
              <a:latin typeface="Arial Nova Light" panose="020B0304020202020204" pitchFamily="34" charset="0"/>
            </a:endParaRPr>
          </a:p>
          <a:p>
            <a:pPr algn="just"/>
            <a:r>
              <a:rPr lang="en-US" dirty="0">
                <a:latin typeface="Arial Nova Light" panose="020B0304020202020204" pitchFamily="34" charset="0"/>
              </a:rPr>
              <a:t>Examples of projects include constructing a shopping complex, merging two companies, putting on a play, and designing and running a political campaign.</a:t>
            </a:r>
          </a:p>
          <a:p>
            <a:pPr algn="just"/>
            <a:endParaRPr lang="en-US" sz="800" dirty="0">
              <a:latin typeface="Arial Nova Light" panose="020B0304020202020204" pitchFamily="34" charset="0"/>
            </a:endParaRPr>
          </a:p>
          <a:p>
            <a:pPr algn="just"/>
            <a:r>
              <a:rPr lang="en-US" dirty="0">
                <a:latin typeface="Arial Nova Light" panose="020B0304020202020204" pitchFamily="34" charset="0"/>
              </a:rPr>
              <a:t>Examples of projects within business organizations include designing new products or services, designing advertising campaigns, designing information systems, reengineering a process, designing databases, software development, and designing web pages.</a:t>
            </a:r>
          </a:p>
        </p:txBody>
      </p:sp>
    </p:spTree>
    <p:extLst>
      <p:ext uri="{BB962C8B-B14F-4D97-AF65-F5344CB8AC3E}">
        <p14:creationId xmlns:p14="http://schemas.microsoft.com/office/powerpoint/2010/main" val="110816691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B4BC8B-85BA-74CA-07C7-3EDB4BF865A3}"/>
              </a:ext>
            </a:extLst>
          </p:cNvPr>
          <p:cNvSpPr>
            <a:spLocks noGrp="1"/>
          </p:cNvSpPr>
          <p:nvPr>
            <p:ph type="title"/>
          </p:nvPr>
        </p:nvSpPr>
        <p:spPr>
          <a:xfrm>
            <a:off x="1079500" y="494891"/>
            <a:ext cx="10026650" cy="655637"/>
          </a:xfrm>
        </p:spPr>
        <p:txBody>
          <a:bodyPr/>
          <a:lstStyle/>
          <a:p>
            <a:r>
              <a:rPr lang="en-US" dirty="0"/>
              <a:t>Characteristics of a project</a:t>
            </a:r>
          </a:p>
        </p:txBody>
      </p:sp>
      <p:sp>
        <p:nvSpPr>
          <p:cNvPr id="3" name="Content Placeholder 2">
            <a:extLst>
              <a:ext uri="{FF2B5EF4-FFF2-40B4-BE49-F238E27FC236}">
                <a16:creationId xmlns:a16="http://schemas.microsoft.com/office/drawing/2014/main" id="{02E49F42-8967-AC7B-9D2A-A48F3772DDF5}"/>
              </a:ext>
            </a:extLst>
          </p:cNvPr>
          <p:cNvSpPr>
            <a:spLocks noGrp="1"/>
          </p:cNvSpPr>
          <p:nvPr>
            <p:ph idx="1"/>
          </p:nvPr>
        </p:nvSpPr>
        <p:spPr>
          <a:xfrm>
            <a:off x="1004086" y="1150529"/>
            <a:ext cx="10026650" cy="2610766"/>
          </a:xfrm>
        </p:spPr>
        <p:txBody>
          <a:bodyPr/>
          <a:lstStyle/>
          <a:p>
            <a:r>
              <a:rPr lang="en-US" dirty="0"/>
              <a:t>It will have fixed/pre-defined objective(s)</a:t>
            </a:r>
          </a:p>
          <a:p>
            <a:r>
              <a:rPr lang="en-US" dirty="0"/>
              <a:t>It has limited timeframe within which it should be completed</a:t>
            </a:r>
          </a:p>
          <a:p>
            <a:r>
              <a:rPr lang="en-US" dirty="0"/>
              <a:t>It has limited budget or resources to accomplish the objectives</a:t>
            </a:r>
          </a:p>
          <a:p>
            <a:r>
              <a:rPr lang="en-US" dirty="0"/>
              <a:t>Uniqueness: Each project will be unique. Even constructing same building in two different location will have uniqueness in terms of location.   </a:t>
            </a:r>
          </a:p>
          <a:p>
            <a:pPr marL="0" indent="0">
              <a:buNone/>
            </a:pPr>
            <a:endParaRPr lang="en-US" dirty="0"/>
          </a:p>
        </p:txBody>
      </p:sp>
      <p:sp>
        <p:nvSpPr>
          <p:cNvPr id="4" name="Title 1">
            <a:extLst>
              <a:ext uri="{FF2B5EF4-FFF2-40B4-BE49-F238E27FC236}">
                <a16:creationId xmlns:a16="http://schemas.microsoft.com/office/drawing/2014/main" id="{B7F134BE-2BE3-830F-6F60-F5DFFC8E976B}"/>
              </a:ext>
            </a:extLst>
          </p:cNvPr>
          <p:cNvSpPr txBox="1">
            <a:spLocks/>
          </p:cNvSpPr>
          <p:nvPr/>
        </p:nvSpPr>
        <p:spPr>
          <a:xfrm>
            <a:off x="1004086" y="3676446"/>
            <a:ext cx="10026650" cy="655637"/>
          </a:xfrm>
          <a:prstGeom prst="rect">
            <a:avLst/>
          </a:prstGeom>
        </p:spPr>
        <p:txBody>
          <a:bodyPr vert="horz" lIns="0" tIns="0" rIns="0" bIns="0" rtlCol="0" anchor="t" anchorCtr="0">
            <a:normAutofit/>
          </a:bodyPr>
          <a:lstStyle>
            <a:lvl1pPr algn="l" defTabSz="914400" rtl="0" eaLnBrk="1" latinLnBrk="0" hangingPunct="1">
              <a:lnSpc>
                <a:spcPct val="100000"/>
              </a:lnSpc>
              <a:spcBef>
                <a:spcPct val="0"/>
              </a:spcBef>
              <a:buNone/>
              <a:defRPr sz="2800" kern="1200" cap="all" spc="400" baseline="0">
                <a:solidFill>
                  <a:schemeClr val="tx1"/>
                </a:solidFill>
                <a:latin typeface="+mj-lt"/>
                <a:ea typeface="+mj-ea"/>
                <a:cs typeface="+mj-cs"/>
              </a:defRPr>
            </a:lvl1pPr>
          </a:lstStyle>
          <a:p>
            <a:r>
              <a:rPr lang="en-US" dirty="0"/>
              <a:t>Difference with operations</a:t>
            </a:r>
          </a:p>
        </p:txBody>
      </p:sp>
      <p:sp>
        <p:nvSpPr>
          <p:cNvPr id="5" name="Content Placeholder 2">
            <a:extLst>
              <a:ext uri="{FF2B5EF4-FFF2-40B4-BE49-F238E27FC236}">
                <a16:creationId xmlns:a16="http://schemas.microsoft.com/office/drawing/2014/main" id="{53236070-648F-DECB-18EC-47A5A883B5D0}"/>
              </a:ext>
            </a:extLst>
          </p:cNvPr>
          <p:cNvSpPr txBox="1">
            <a:spLocks/>
          </p:cNvSpPr>
          <p:nvPr/>
        </p:nvSpPr>
        <p:spPr>
          <a:xfrm>
            <a:off x="1079500" y="4247234"/>
            <a:ext cx="10026650" cy="2039978"/>
          </a:xfrm>
          <a:prstGeom prst="rect">
            <a:avLst/>
          </a:prstGeom>
        </p:spPr>
        <p:txBody>
          <a:bodyPr vert="horz" lIns="0" tIns="0" rIns="0" bIns="0" rtlCol="0" anchor="t" anchorCtr="0">
            <a:normAutofit/>
          </a:bodyPr>
          <a:lstStyle>
            <a:lvl1pPr marL="360000" indent="-360000" algn="l" defTabSz="914400" rtl="0" eaLnBrk="1" latinLnBrk="0" hangingPunct="1">
              <a:lnSpc>
                <a:spcPct val="125000"/>
              </a:lnSpc>
              <a:spcBef>
                <a:spcPts val="1000"/>
              </a:spcBef>
              <a:buClr>
                <a:schemeClr val="accent1">
                  <a:lumMod val="60000"/>
                  <a:lumOff val="40000"/>
                </a:schemeClr>
              </a:buClr>
              <a:buFont typeface="Wingdings" panose="05000000000000000000" pitchFamily="2" charset="2"/>
              <a:buChar char=""/>
              <a:defRPr sz="2000" kern="1200">
                <a:solidFill>
                  <a:schemeClr val="tx1">
                    <a:alpha val="70000"/>
                  </a:schemeClr>
                </a:solidFill>
                <a:latin typeface="+mn-lt"/>
                <a:ea typeface="+mn-ea"/>
                <a:cs typeface="+mn-cs"/>
              </a:defRPr>
            </a:lvl1pPr>
            <a:lvl2pPr marL="360000" indent="0" algn="l" defTabSz="914400" rtl="0" eaLnBrk="1" latinLnBrk="0" hangingPunct="1">
              <a:lnSpc>
                <a:spcPct val="125000"/>
              </a:lnSpc>
              <a:spcBef>
                <a:spcPts val="500"/>
              </a:spcBef>
              <a:buClr>
                <a:schemeClr val="accent1">
                  <a:lumMod val="60000"/>
                  <a:lumOff val="40000"/>
                </a:schemeClr>
              </a:buClr>
              <a:buFontTx/>
              <a:buNone/>
              <a:defRPr sz="2000" i="1" kern="1200">
                <a:solidFill>
                  <a:schemeClr val="tx1">
                    <a:alpha val="70000"/>
                  </a:schemeClr>
                </a:solidFill>
                <a:latin typeface="+mn-lt"/>
                <a:ea typeface="+mn-ea"/>
                <a:cs typeface="+mn-cs"/>
              </a:defRPr>
            </a:lvl2pPr>
            <a:lvl3pPr marL="1080000" indent="-360000" algn="l" defTabSz="914400" rtl="0" eaLnBrk="1" latinLnBrk="0" hangingPunct="1">
              <a:lnSpc>
                <a:spcPct val="125000"/>
              </a:lnSpc>
              <a:spcBef>
                <a:spcPts val="500"/>
              </a:spcBef>
              <a:buClr>
                <a:schemeClr val="accent1">
                  <a:lumMod val="60000"/>
                  <a:lumOff val="40000"/>
                </a:schemeClr>
              </a:buClr>
              <a:buFont typeface="Wingdings" panose="05000000000000000000" pitchFamily="2" charset="2"/>
              <a:buChar char=""/>
              <a:defRPr sz="2000" kern="1200">
                <a:solidFill>
                  <a:schemeClr val="tx1">
                    <a:alpha val="70000"/>
                  </a:schemeClr>
                </a:solidFill>
                <a:latin typeface="+mn-lt"/>
                <a:ea typeface="+mn-ea"/>
                <a:cs typeface="+mn-cs"/>
              </a:defRPr>
            </a:lvl3pPr>
            <a:lvl4pPr marL="1080000" indent="0" algn="l" defTabSz="914400" rtl="0" eaLnBrk="1" latinLnBrk="0" hangingPunct="1">
              <a:lnSpc>
                <a:spcPct val="125000"/>
              </a:lnSpc>
              <a:spcBef>
                <a:spcPts val="500"/>
              </a:spcBef>
              <a:buClr>
                <a:schemeClr val="accent1">
                  <a:lumMod val="60000"/>
                  <a:lumOff val="40000"/>
                </a:schemeClr>
              </a:buClr>
              <a:buFontTx/>
              <a:buNone/>
              <a:defRPr sz="2000" i="1" kern="1200">
                <a:solidFill>
                  <a:schemeClr val="tx1">
                    <a:alpha val="70000"/>
                  </a:schemeClr>
                </a:solidFill>
                <a:latin typeface="+mn-lt"/>
                <a:ea typeface="+mn-ea"/>
                <a:cs typeface="+mn-cs"/>
              </a:defRPr>
            </a:lvl4pPr>
            <a:lvl5pPr marL="1800000" indent="-360000" algn="l" defTabSz="914400" rtl="0" eaLnBrk="1" latinLnBrk="0" hangingPunct="1">
              <a:lnSpc>
                <a:spcPct val="125000"/>
              </a:lnSpc>
              <a:spcBef>
                <a:spcPts val="500"/>
              </a:spcBef>
              <a:buClr>
                <a:schemeClr val="accent1">
                  <a:lumMod val="60000"/>
                  <a:lumOff val="40000"/>
                </a:schemeClr>
              </a:buClr>
              <a:buFont typeface="Wingdings" panose="05000000000000000000" pitchFamily="2" charset="2"/>
              <a:buChar char=""/>
              <a:defRPr sz="2000" kern="1200">
                <a:solidFill>
                  <a:schemeClr val="tx1">
                    <a:alpha val="70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dirty="0"/>
          </a:p>
        </p:txBody>
      </p:sp>
      <p:sp>
        <p:nvSpPr>
          <p:cNvPr id="6" name="Content Placeholder 2">
            <a:extLst>
              <a:ext uri="{FF2B5EF4-FFF2-40B4-BE49-F238E27FC236}">
                <a16:creationId xmlns:a16="http://schemas.microsoft.com/office/drawing/2014/main" id="{5BE0AAFC-BB0C-BAAE-AF95-32E5B1830BB6}"/>
              </a:ext>
            </a:extLst>
          </p:cNvPr>
          <p:cNvSpPr txBox="1">
            <a:spLocks/>
          </p:cNvSpPr>
          <p:nvPr/>
        </p:nvSpPr>
        <p:spPr>
          <a:xfrm>
            <a:off x="1004086" y="4121543"/>
            <a:ext cx="10026650" cy="2610766"/>
          </a:xfrm>
          <a:prstGeom prst="rect">
            <a:avLst/>
          </a:prstGeom>
        </p:spPr>
        <p:txBody>
          <a:bodyPr vert="horz" lIns="0" tIns="0" rIns="0" bIns="0" rtlCol="0" anchor="t" anchorCtr="0">
            <a:normAutofit/>
          </a:bodyPr>
          <a:lstStyle>
            <a:lvl1pPr marL="360000" indent="-360000" algn="l" defTabSz="914400" rtl="0" eaLnBrk="1" latinLnBrk="0" hangingPunct="1">
              <a:lnSpc>
                <a:spcPct val="125000"/>
              </a:lnSpc>
              <a:spcBef>
                <a:spcPts val="1000"/>
              </a:spcBef>
              <a:buClr>
                <a:schemeClr val="accent1">
                  <a:lumMod val="60000"/>
                  <a:lumOff val="40000"/>
                </a:schemeClr>
              </a:buClr>
              <a:buFont typeface="Wingdings" panose="05000000000000000000" pitchFamily="2" charset="2"/>
              <a:buChar char=""/>
              <a:defRPr sz="2000" kern="1200">
                <a:solidFill>
                  <a:schemeClr val="tx1">
                    <a:alpha val="70000"/>
                  </a:schemeClr>
                </a:solidFill>
                <a:latin typeface="+mn-lt"/>
                <a:ea typeface="+mn-ea"/>
                <a:cs typeface="+mn-cs"/>
              </a:defRPr>
            </a:lvl1pPr>
            <a:lvl2pPr marL="360000" indent="0" algn="l" defTabSz="914400" rtl="0" eaLnBrk="1" latinLnBrk="0" hangingPunct="1">
              <a:lnSpc>
                <a:spcPct val="125000"/>
              </a:lnSpc>
              <a:spcBef>
                <a:spcPts val="500"/>
              </a:spcBef>
              <a:buClr>
                <a:schemeClr val="accent1">
                  <a:lumMod val="60000"/>
                  <a:lumOff val="40000"/>
                </a:schemeClr>
              </a:buClr>
              <a:buFontTx/>
              <a:buNone/>
              <a:defRPr sz="2000" i="1" kern="1200">
                <a:solidFill>
                  <a:schemeClr val="tx1">
                    <a:alpha val="70000"/>
                  </a:schemeClr>
                </a:solidFill>
                <a:latin typeface="+mn-lt"/>
                <a:ea typeface="+mn-ea"/>
                <a:cs typeface="+mn-cs"/>
              </a:defRPr>
            </a:lvl2pPr>
            <a:lvl3pPr marL="1080000" indent="-360000" algn="l" defTabSz="914400" rtl="0" eaLnBrk="1" latinLnBrk="0" hangingPunct="1">
              <a:lnSpc>
                <a:spcPct val="125000"/>
              </a:lnSpc>
              <a:spcBef>
                <a:spcPts val="500"/>
              </a:spcBef>
              <a:buClr>
                <a:schemeClr val="accent1">
                  <a:lumMod val="60000"/>
                  <a:lumOff val="40000"/>
                </a:schemeClr>
              </a:buClr>
              <a:buFont typeface="Wingdings" panose="05000000000000000000" pitchFamily="2" charset="2"/>
              <a:buChar char=""/>
              <a:defRPr sz="2000" kern="1200">
                <a:solidFill>
                  <a:schemeClr val="tx1">
                    <a:alpha val="70000"/>
                  </a:schemeClr>
                </a:solidFill>
                <a:latin typeface="+mn-lt"/>
                <a:ea typeface="+mn-ea"/>
                <a:cs typeface="+mn-cs"/>
              </a:defRPr>
            </a:lvl3pPr>
            <a:lvl4pPr marL="1080000" indent="0" algn="l" defTabSz="914400" rtl="0" eaLnBrk="1" latinLnBrk="0" hangingPunct="1">
              <a:lnSpc>
                <a:spcPct val="125000"/>
              </a:lnSpc>
              <a:spcBef>
                <a:spcPts val="500"/>
              </a:spcBef>
              <a:buClr>
                <a:schemeClr val="accent1">
                  <a:lumMod val="60000"/>
                  <a:lumOff val="40000"/>
                </a:schemeClr>
              </a:buClr>
              <a:buFontTx/>
              <a:buNone/>
              <a:defRPr sz="2000" i="1" kern="1200">
                <a:solidFill>
                  <a:schemeClr val="tx1">
                    <a:alpha val="70000"/>
                  </a:schemeClr>
                </a:solidFill>
                <a:latin typeface="+mn-lt"/>
                <a:ea typeface="+mn-ea"/>
                <a:cs typeface="+mn-cs"/>
              </a:defRPr>
            </a:lvl4pPr>
            <a:lvl5pPr marL="1800000" indent="-360000" algn="l" defTabSz="914400" rtl="0" eaLnBrk="1" latinLnBrk="0" hangingPunct="1">
              <a:lnSpc>
                <a:spcPct val="125000"/>
              </a:lnSpc>
              <a:spcBef>
                <a:spcPts val="500"/>
              </a:spcBef>
              <a:buClr>
                <a:schemeClr val="accent1">
                  <a:lumMod val="60000"/>
                  <a:lumOff val="40000"/>
                </a:schemeClr>
              </a:buClr>
              <a:buFont typeface="Wingdings" panose="05000000000000000000" pitchFamily="2" charset="2"/>
              <a:buChar char=""/>
              <a:defRPr sz="2000" kern="1200">
                <a:solidFill>
                  <a:schemeClr val="tx1">
                    <a:alpha val="70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Operations is continuous process with repetitive tasks, whereas project has a fixed timeframe</a:t>
            </a:r>
          </a:p>
          <a:p>
            <a:r>
              <a:rPr lang="en-US" dirty="0"/>
              <a:t>Developing a new product is a project, whereas manufacturing the product to supply into market is operations</a:t>
            </a:r>
          </a:p>
          <a:p>
            <a:r>
              <a:rPr lang="en-US" dirty="0"/>
              <a:t>Operations management focuses of achieving resource efficiency, whereas project management focuses on completing the project with allocated time and budget </a:t>
            </a:r>
          </a:p>
          <a:p>
            <a:pPr marL="0" indent="0">
              <a:buFont typeface="Wingdings" panose="05000000000000000000" pitchFamily="2" charset="2"/>
              <a:buNone/>
            </a:pPr>
            <a:endParaRPr lang="en-US" dirty="0"/>
          </a:p>
        </p:txBody>
      </p:sp>
    </p:spTree>
    <p:extLst>
      <p:ext uri="{BB962C8B-B14F-4D97-AF65-F5344CB8AC3E}">
        <p14:creationId xmlns:p14="http://schemas.microsoft.com/office/powerpoint/2010/main" val="352767914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316A5661-2CFE-478C-BAC3-729F393F3C4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BC1DA2B-FE6F-1C6E-BFA0-9B15DC40309D}"/>
              </a:ext>
            </a:extLst>
          </p:cNvPr>
          <p:cNvSpPr>
            <a:spLocks noGrp="1"/>
          </p:cNvSpPr>
          <p:nvPr>
            <p:ph type="title"/>
          </p:nvPr>
        </p:nvSpPr>
        <p:spPr>
          <a:xfrm>
            <a:off x="2030244" y="697430"/>
            <a:ext cx="8564528" cy="774543"/>
          </a:xfrm>
        </p:spPr>
        <p:txBody>
          <a:bodyPr anchor="ctr">
            <a:normAutofit/>
          </a:bodyPr>
          <a:lstStyle/>
          <a:p>
            <a:r>
              <a:rPr lang="en-US" sz="4000" dirty="0">
                <a:solidFill>
                  <a:srgbClr val="FFC000"/>
                </a:solidFill>
                <a:latin typeface="Arial Rounded MT Bold" panose="020F0704030504030204" pitchFamily="34" charset="0"/>
              </a:rPr>
              <a:t>PROJECT LIFE CYCLE</a:t>
            </a:r>
          </a:p>
        </p:txBody>
      </p:sp>
      <p:grpSp>
        <p:nvGrpSpPr>
          <p:cNvPr id="10" name="Group 9">
            <a:extLst>
              <a:ext uri="{FF2B5EF4-FFF2-40B4-BE49-F238E27FC236}">
                <a16:creationId xmlns:a16="http://schemas.microsoft.com/office/drawing/2014/main" id="{FB7BE8CD-E348-464A-82CC-7EF7AA82842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999771" y="649304"/>
            <a:ext cx="913428" cy="1315264"/>
            <a:chOff x="999771" y="649304"/>
            <a:chExt cx="913428" cy="1315264"/>
          </a:xfrm>
        </p:grpSpPr>
        <p:grpSp>
          <p:nvGrpSpPr>
            <p:cNvPr id="11" name="Group 10">
              <a:extLst>
                <a:ext uri="{FF2B5EF4-FFF2-40B4-BE49-F238E27FC236}">
                  <a16:creationId xmlns:a16="http://schemas.microsoft.com/office/drawing/2014/main" id="{B8CC82D2-4C4A-4C67-8483-5199F97B37A7}"/>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999771" y="932104"/>
              <a:ext cx="913428" cy="1032464"/>
              <a:chOff x="999771" y="932104"/>
              <a:chExt cx="913428" cy="1032464"/>
            </a:xfrm>
          </p:grpSpPr>
          <p:grpSp>
            <p:nvGrpSpPr>
              <p:cNvPr id="15" name="Group 14">
                <a:extLst>
                  <a:ext uri="{FF2B5EF4-FFF2-40B4-BE49-F238E27FC236}">
                    <a16:creationId xmlns:a16="http://schemas.microsoft.com/office/drawing/2014/main" id="{70D2391D-AA33-4F5E-BD96-B42D93DED226}"/>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rot="8100000" flipV="1">
                <a:off x="1047457" y="1290386"/>
                <a:ext cx="865742" cy="628383"/>
                <a:chOff x="558167" y="958515"/>
                <a:chExt cx="865742" cy="628383"/>
              </a:xfrm>
              <a:solidFill>
                <a:schemeClr val="accent3"/>
              </a:solidFill>
            </p:grpSpPr>
            <p:sp>
              <p:nvSpPr>
                <p:cNvPr id="22" name="Freeform: Shape 21">
                  <a:extLst>
                    <a:ext uri="{FF2B5EF4-FFF2-40B4-BE49-F238E27FC236}">
                      <a16:creationId xmlns:a16="http://schemas.microsoft.com/office/drawing/2014/main" id="{BE166DCE-539D-4C74-9C9D-AC000BA2F8A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8100000" flipH="1">
                  <a:off x="558167" y="1122160"/>
                  <a:ext cx="464738" cy="464738"/>
                </a:xfrm>
                <a:custGeom>
                  <a:avLst/>
                  <a:gdLst>
                    <a:gd name="connsiteX0" fmla="*/ 446142 w 464738"/>
                    <a:gd name="connsiteY0" fmla="*/ 464738 h 464738"/>
                    <a:gd name="connsiteX1" fmla="*/ 130673 w 464738"/>
                    <a:gd name="connsiteY1" fmla="*/ 334066 h 464738"/>
                    <a:gd name="connsiteX2" fmla="*/ 0 w 464738"/>
                    <a:gd name="connsiteY2" fmla="*/ 18596 h 464738"/>
                    <a:gd name="connsiteX3" fmla="*/ 836 w 464738"/>
                    <a:gd name="connsiteY3" fmla="*/ 1089 h 464738"/>
                    <a:gd name="connsiteX4" fmla="*/ 606 w 464738"/>
                    <a:gd name="connsiteY4" fmla="*/ 859 h 464738"/>
                    <a:gd name="connsiteX5" fmla="*/ 848 w 464738"/>
                    <a:gd name="connsiteY5" fmla="*/ 848 h 464738"/>
                    <a:gd name="connsiteX6" fmla="*/ 859 w 464738"/>
                    <a:gd name="connsiteY6" fmla="*/ 606 h 464738"/>
                    <a:gd name="connsiteX7" fmla="*/ 1089 w 464738"/>
                    <a:gd name="connsiteY7" fmla="*/ 836 h 464738"/>
                    <a:gd name="connsiteX8" fmla="*/ 18596 w 464738"/>
                    <a:gd name="connsiteY8" fmla="*/ 0 h 464738"/>
                    <a:gd name="connsiteX9" fmla="*/ 334066 w 464738"/>
                    <a:gd name="connsiteY9" fmla="*/ 130672 h 464738"/>
                    <a:gd name="connsiteX10" fmla="*/ 464738 w 464738"/>
                    <a:gd name="connsiteY10" fmla="*/ 446142 h 464738"/>
                    <a:gd name="connsiteX11" fmla="*/ 463902 w 464738"/>
                    <a:gd name="connsiteY11" fmla="*/ 463650 h 464738"/>
                    <a:gd name="connsiteX12" fmla="*/ 464132 w 464738"/>
                    <a:gd name="connsiteY12" fmla="*/ 463880 h 464738"/>
                    <a:gd name="connsiteX13" fmla="*/ 463891 w 464738"/>
                    <a:gd name="connsiteY13" fmla="*/ 463892 h 464738"/>
                    <a:gd name="connsiteX14" fmla="*/ 463879 w 464738"/>
                    <a:gd name="connsiteY14" fmla="*/ 464132 h 464738"/>
                    <a:gd name="connsiteX15" fmla="*/ 463650 w 464738"/>
                    <a:gd name="connsiteY15" fmla="*/ 463903 h 4647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64738" h="464738">
                      <a:moveTo>
                        <a:pt x="446142" y="464738"/>
                      </a:moveTo>
                      <a:cubicBezTo>
                        <a:pt x="331965" y="464738"/>
                        <a:pt x="217787" y="421181"/>
                        <a:pt x="130673" y="334066"/>
                      </a:cubicBezTo>
                      <a:cubicBezTo>
                        <a:pt x="43558" y="246952"/>
                        <a:pt x="1" y="132774"/>
                        <a:pt x="0" y="18596"/>
                      </a:cubicBezTo>
                      <a:lnTo>
                        <a:pt x="836" y="1089"/>
                      </a:lnTo>
                      <a:lnTo>
                        <a:pt x="606" y="859"/>
                      </a:lnTo>
                      <a:lnTo>
                        <a:pt x="848" y="848"/>
                      </a:lnTo>
                      <a:lnTo>
                        <a:pt x="859" y="606"/>
                      </a:lnTo>
                      <a:lnTo>
                        <a:pt x="1089" y="836"/>
                      </a:lnTo>
                      <a:lnTo>
                        <a:pt x="18596" y="0"/>
                      </a:lnTo>
                      <a:cubicBezTo>
                        <a:pt x="132774" y="0"/>
                        <a:pt x="246951" y="43557"/>
                        <a:pt x="334066" y="130672"/>
                      </a:cubicBezTo>
                      <a:cubicBezTo>
                        <a:pt x="421181" y="217787"/>
                        <a:pt x="464738" y="331964"/>
                        <a:pt x="464738" y="446142"/>
                      </a:cubicBezTo>
                      <a:lnTo>
                        <a:pt x="463902" y="463650"/>
                      </a:lnTo>
                      <a:lnTo>
                        <a:pt x="464132" y="463880"/>
                      </a:lnTo>
                      <a:lnTo>
                        <a:pt x="463891" y="463892"/>
                      </a:lnTo>
                      <a:lnTo>
                        <a:pt x="463879" y="464132"/>
                      </a:lnTo>
                      <a:lnTo>
                        <a:pt x="463650" y="463903"/>
                      </a:lnTo>
                      <a:close/>
                    </a:path>
                  </a:pathLst>
                </a:custGeom>
                <a:solidFill>
                  <a:schemeClr val="accent4">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3" name="Freeform: Shape 22">
                  <a:extLst>
                    <a:ext uri="{FF2B5EF4-FFF2-40B4-BE49-F238E27FC236}">
                      <a16:creationId xmlns:a16="http://schemas.microsoft.com/office/drawing/2014/main" id="{DCC6BEB5-DA1F-4F9E-BA5D-8F892A0FB8F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flipH="1">
                  <a:off x="959170" y="958515"/>
                  <a:ext cx="464739" cy="464739"/>
                </a:xfrm>
                <a:custGeom>
                  <a:avLst/>
                  <a:gdLst>
                    <a:gd name="connsiteX0" fmla="*/ 464132 w 464739"/>
                    <a:gd name="connsiteY0" fmla="*/ 463881 h 464739"/>
                    <a:gd name="connsiteX1" fmla="*/ 463891 w 464739"/>
                    <a:gd name="connsiteY1" fmla="*/ 463892 h 464739"/>
                    <a:gd name="connsiteX2" fmla="*/ 463880 w 464739"/>
                    <a:gd name="connsiteY2" fmla="*/ 464132 h 464739"/>
                    <a:gd name="connsiteX3" fmla="*/ 463651 w 464739"/>
                    <a:gd name="connsiteY3" fmla="*/ 463904 h 464739"/>
                    <a:gd name="connsiteX4" fmla="*/ 446142 w 464739"/>
                    <a:gd name="connsiteY4" fmla="*/ 464739 h 464739"/>
                    <a:gd name="connsiteX5" fmla="*/ 130673 w 464739"/>
                    <a:gd name="connsiteY5" fmla="*/ 334067 h 464739"/>
                    <a:gd name="connsiteX6" fmla="*/ 0 w 464739"/>
                    <a:gd name="connsiteY6" fmla="*/ 18597 h 464739"/>
                    <a:gd name="connsiteX7" fmla="*/ 836 w 464739"/>
                    <a:gd name="connsiteY7" fmla="*/ 1089 h 464739"/>
                    <a:gd name="connsiteX8" fmla="*/ 607 w 464739"/>
                    <a:gd name="connsiteY8" fmla="*/ 859 h 464739"/>
                    <a:gd name="connsiteX9" fmla="*/ 848 w 464739"/>
                    <a:gd name="connsiteY9" fmla="*/ 848 h 464739"/>
                    <a:gd name="connsiteX10" fmla="*/ 859 w 464739"/>
                    <a:gd name="connsiteY10" fmla="*/ 607 h 464739"/>
                    <a:gd name="connsiteX11" fmla="*/ 1089 w 464739"/>
                    <a:gd name="connsiteY11" fmla="*/ 836 h 464739"/>
                    <a:gd name="connsiteX12" fmla="*/ 18597 w 464739"/>
                    <a:gd name="connsiteY12" fmla="*/ 0 h 464739"/>
                    <a:gd name="connsiteX13" fmla="*/ 334067 w 464739"/>
                    <a:gd name="connsiteY13" fmla="*/ 130672 h 464739"/>
                    <a:gd name="connsiteX14" fmla="*/ 464739 w 464739"/>
                    <a:gd name="connsiteY14" fmla="*/ 446142 h 464739"/>
                    <a:gd name="connsiteX15" fmla="*/ 463903 w 464739"/>
                    <a:gd name="connsiteY15" fmla="*/ 463652 h 464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64739" h="464739">
                      <a:moveTo>
                        <a:pt x="464132" y="463881"/>
                      </a:moveTo>
                      <a:lnTo>
                        <a:pt x="463891" y="463892"/>
                      </a:lnTo>
                      <a:lnTo>
                        <a:pt x="463880" y="464132"/>
                      </a:lnTo>
                      <a:lnTo>
                        <a:pt x="463651" y="463904"/>
                      </a:lnTo>
                      <a:lnTo>
                        <a:pt x="446142" y="464739"/>
                      </a:lnTo>
                      <a:cubicBezTo>
                        <a:pt x="331965" y="464739"/>
                        <a:pt x="217787" y="421182"/>
                        <a:pt x="130673" y="334067"/>
                      </a:cubicBezTo>
                      <a:cubicBezTo>
                        <a:pt x="43558" y="246953"/>
                        <a:pt x="1" y="132775"/>
                        <a:pt x="0" y="18597"/>
                      </a:cubicBezTo>
                      <a:lnTo>
                        <a:pt x="836" y="1089"/>
                      </a:lnTo>
                      <a:lnTo>
                        <a:pt x="607" y="859"/>
                      </a:lnTo>
                      <a:lnTo>
                        <a:pt x="848" y="848"/>
                      </a:lnTo>
                      <a:lnTo>
                        <a:pt x="859" y="607"/>
                      </a:lnTo>
                      <a:lnTo>
                        <a:pt x="1089" y="836"/>
                      </a:lnTo>
                      <a:lnTo>
                        <a:pt x="18597" y="0"/>
                      </a:lnTo>
                      <a:cubicBezTo>
                        <a:pt x="132775" y="0"/>
                        <a:pt x="246952" y="43557"/>
                        <a:pt x="334067" y="130672"/>
                      </a:cubicBezTo>
                      <a:cubicBezTo>
                        <a:pt x="421182" y="217787"/>
                        <a:pt x="464739" y="331964"/>
                        <a:pt x="464739" y="446142"/>
                      </a:cubicBezTo>
                      <a:lnTo>
                        <a:pt x="463903" y="463652"/>
                      </a:lnTo>
                      <a:close/>
                    </a:path>
                  </a:pathLst>
                </a:custGeom>
                <a:solidFill>
                  <a:schemeClr val="accent4">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grpSp>
          <p:grpSp>
            <p:nvGrpSpPr>
              <p:cNvPr id="16" name="Group 15">
                <a:extLst>
                  <a:ext uri="{FF2B5EF4-FFF2-40B4-BE49-F238E27FC236}">
                    <a16:creationId xmlns:a16="http://schemas.microsoft.com/office/drawing/2014/main" id="{C0300EB9-093C-4C32-A212-821D7AC082B4}"/>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rot="10800000" flipH="1" flipV="1">
                <a:off x="999771" y="932104"/>
                <a:ext cx="864005" cy="1032464"/>
                <a:chOff x="2207971" y="2384401"/>
                <a:chExt cx="864005" cy="1032464"/>
              </a:xfrm>
            </p:grpSpPr>
            <p:sp>
              <p:nvSpPr>
                <p:cNvPr id="17" name="Freeform: Shape 16">
                  <a:extLst>
                    <a:ext uri="{FF2B5EF4-FFF2-40B4-BE49-F238E27FC236}">
                      <a16:creationId xmlns:a16="http://schemas.microsoft.com/office/drawing/2014/main" id="{AFC97B3C-CF0E-4C93-AA39-7A677A12C50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3500000">
                  <a:off x="2207971" y="2856305"/>
                  <a:ext cx="464739" cy="464739"/>
                </a:xfrm>
                <a:custGeom>
                  <a:avLst/>
                  <a:gdLst>
                    <a:gd name="connsiteX0" fmla="*/ 464132 w 464739"/>
                    <a:gd name="connsiteY0" fmla="*/ 463881 h 464739"/>
                    <a:gd name="connsiteX1" fmla="*/ 463891 w 464739"/>
                    <a:gd name="connsiteY1" fmla="*/ 463892 h 464739"/>
                    <a:gd name="connsiteX2" fmla="*/ 463880 w 464739"/>
                    <a:gd name="connsiteY2" fmla="*/ 464132 h 464739"/>
                    <a:gd name="connsiteX3" fmla="*/ 463651 w 464739"/>
                    <a:gd name="connsiteY3" fmla="*/ 463904 h 464739"/>
                    <a:gd name="connsiteX4" fmla="*/ 446142 w 464739"/>
                    <a:gd name="connsiteY4" fmla="*/ 464739 h 464739"/>
                    <a:gd name="connsiteX5" fmla="*/ 130673 w 464739"/>
                    <a:gd name="connsiteY5" fmla="*/ 334067 h 464739"/>
                    <a:gd name="connsiteX6" fmla="*/ 0 w 464739"/>
                    <a:gd name="connsiteY6" fmla="*/ 18597 h 464739"/>
                    <a:gd name="connsiteX7" fmla="*/ 836 w 464739"/>
                    <a:gd name="connsiteY7" fmla="*/ 1089 h 464739"/>
                    <a:gd name="connsiteX8" fmla="*/ 607 w 464739"/>
                    <a:gd name="connsiteY8" fmla="*/ 859 h 464739"/>
                    <a:gd name="connsiteX9" fmla="*/ 848 w 464739"/>
                    <a:gd name="connsiteY9" fmla="*/ 848 h 464739"/>
                    <a:gd name="connsiteX10" fmla="*/ 859 w 464739"/>
                    <a:gd name="connsiteY10" fmla="*/ 607 h 464739"/>
                    <a:gd name="connsiteX11" fmla="*/ 1089 w 464739"/>
                    <a:gd name="connsiteY11" fmla="*/ 836 h 464739"/>
                    <a:gd name="connsiteX12" fmla="*/ 18597 w 464739"/>
                    <a:gd name="connsiteY12" fmla="*/ 0 h 464739"/>
                    <a:gd name="connsiteX13" fmla="*/ 334067 w 464739"/>
                    <a:gd name="connsiteY13" fmla="*/ 130672 h 464739"/>
                    <a:gd name="connsiteX14" fmla="*/ 464739 w 464739"/>
                    <a:gd name="connsiteY14" fmla="*/ 446142 h 464739"/>
                    <a:gd name="connsiteX15" fmla="*/ 463903 w 464739"/>
                    <a:gd name="connsiteY15" fmla="*/ 463652 h 464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64739" h="464739">
                      <a:moveTo>
                        <a:pt x="464132" y="463881"/>
                      </a:moveTo>
                      <a:lnTo>
                        <a:pt x="463891" y="463892"/>
                      </a:lnTo>
                      <a:lnTo>
                        <a:pt x="463880" y="464132"/>
                      </a:lnTo>
                      <a:lnTo>
                        <a:pt x="463651" y="463904"/>
                      </a:lnTo>
                      <a:lnTo>
                        <a:pt x="446142" y="464739"/>
                      </a:lnTo>
                      <a:cubicBezTo>
                        <a:pt x="331965" y="464739"/>
                        <a:pt x="217787" y="421182"/>
                        <a:pt x="130673" y="334067"/>
                      </a:cubicBezTo>
                      <a:cubicBezTo>
                        <a:pt x="43558" y="246953"/>
                        <a:pt x="1" y="132775"/>
                        <a:pt x="0" y="18597"/>
                      </a:cubicBezTo>
                      <a:lnTo>
                        <a:pt x="836" y="1089"/>
                      </a:lnTo>
                      <a:lnTo>
                        <a:pt x="607" y="859"/>
                      </a:lnTo>
                      <a:lnTo>
                        <a:pt x="848" y="848"/>
                      </a:lnTo>
                      <a:lnTo>
                        <a:pt x="859" y="607"/>
                      </a:lnTo>
                      <a:lnTo>
                        <a:pt x="1089" y="836"/>
                      </a:lnTo>
                      <a:lnTo>
                        <a:pt x="18597" y="0"/>
                      </a:lnTo>
                      <a:cubicBezTo>
                        <a:pt x="132775" y="0"/>
                        <a:pt x="246952" y="43557"/>
                        <a:pt x="334067" y="130672"/>
                      </a:cubicBezTo>
                      <a:cubicBezTo>
                        <a:pt x="421182" y="217787"/>
                        <a:pt x="464739" y="331964"/>
                        <a:pt x="464739" y="446142"/>
                      </a:cubicBezTo>
                      <a:lnTo>
                        <a:pt x="463903" y="463652"/>
                      </a:lnTo>
                      <a:close/>
                    </a:path>
                  </a:pathLst>
                </a:cu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8" name="Freeform: Shape 17">
                  <a:extLst>
                    <a:ext uri="{FF2B5EF4-FFF2-40B4-BE49-F238E27FC236}">
                      <a16:creationId xmlns:a16="http://schemas.microsoft.com/office/drawing/2014/main" id="{0943F14E-6185-4A31-8318-2088A05F5C9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2607238" y="2688467"/>
                  <a:ext cx="464738" cy="464738"/>
                </a:xfrm>
                <a:custGeom>
                  <a:avLst/>
                  <a:gdLst>
                    <a:gd name="connsiteX0" fmla="*/ 446142 w 464738"/>
                    <a:gd name="connsiteY0" fmla="*/ 464738 h 464738"/>
                    <a:gd name="connsiteX1" fmla="*/ 130673 w 464738"/>
                    <a:gd name="connsiteY1" fmla="*/ 334066 h 464738"/>
                    <a:gd name="connsiteX2" fmla="*/ 0 w 464738"/>
                    <a:gd name="connsiteY2" fmla="*/ 18596 h 464738"/>
                    <a:gd name="connsiteX3" fmla="*/ 836 w 464738"/>
                    <a:gd name="connsiteY3" fmla="*/ 1089 h 464738"/>
                    <a:gd name="connsiteX4" fmla="*/ 606 w 464738"/>
                    <a:gd name="connsiteY4" fmla="*/ 859 h 464738"/>
                    <a:gd name="connsiteX5" fmla="*/ 848 w 464738"/>
                    <a:gd name="connsiteY5" fmla="*/ 848 h 464738"/>
                    <a:gd name="connsiteX6" fmla="*/ 859 w 464738"/>
                    <a:gd name="connsiteY6" fmla="*/ 606 h 464738"/>
                    <a:gd name="connsiteX7" fmla="*/ 1089 w 464738"/>
                    <a:gd name="connsiteY7" fmla="*/ 836 h 464738"/>
                    <a:gd name="connsiteX8" fmla="*/ 18596 w 464738"/>
                    <a:gd name="connsiteY8" fmla="*/ 0 h 464738"/>
                    <a:gd name="connsiteX9" fmla="*/ 334066 w 464738"/>
                    <a:gd name="connsiteY9" fmla="*/ 130672 h 464738"/>
                    <a:gd name="connsiteX10" fmla="*/ 464738 w 464738"/>
                    <a:gd name="connsiteY10" fmla="*/ 446142 h 464738"/>
                    <a:gd name="connsiteX11" fmla="*/ 463902 w 464738"/>
                    <a:gd name="connsiteY11" fmla="*/ 463650 h 464738"/>
                    <a:gd name="connsiteX12" fmla="*/ 464132 w 464738"/>
                    <a:gd name="connsiteY12" fmla="*/ 463880 h 464738"/>
                    <a:gd name="connsiteX13" fmla="*/ 463891 w 464738"/>
                    <a:gd name="connsiteY13" fmla="*/ 463892 h 464738"/>
                    <a:gd name="connsiteX14" fmla="*/ 463879 w 464738"/>
                    <a:gd name="connsiteY14" fmla="*/ 464132 h 464738"/>
                    <a:gd name="connsiteX15" fmla="*/ 463650 w 464738"/>
                    <a:gd name="connsiteY15" fmla="*/ 463903 h 4647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64738" h="464738">
                      <a:moveTo>
                        <a:pt x="446142" y="464738"/>
                      </a:moveTo>
                      <a:cubicBezTo>
                        <a:pt x="331965" y="464738"/>
                        <a:pt x="217787" y="421181"/>
                        <a:pt x="130673" y="334066"/>
                      </a:cubicBezTo>
                      <a:cubicBezTo>
                        <a:pt x="43558" y="246952"/>
                        <a:pt x="1" y="132774"/>
                        <a:pt x="0" y="18596"/>
                      </a:cubicBezTo>
                      <a:lnTo>
                        <a:pt x="836" y="1089"/>
                      </a:lnTo>
                      <a:lnTo>
                        <a:pt x="606" y="859"/>
                      </a:lnTo>
                      <a:lnTo>
                        <a:pt x="848" y="848"/>
                      </a:lnTo>
                      <a:lnTo>
                        <a:pt x="859" y="606"/>
                      </a:lnTo>
                      <a:lnTo>
                        <a:pt x="1089" y="836"/>
                      </a:lnTo>
                      <a:lnTo>
                        <a:pt x="18596" y="0"/>
                      </a:lnTo>
                      <a:cubicBezTo>
                        <a:pt x="132774" y="0"/>
                        <a:pt x="246951" y="43557"/>
                        <a:pt x="334066" y="130672"/>
                      </a:cubicBezTo>
                      <a:cubicBezTo>
                        <a:pt x="421181" y="217787"/>
                        <a:pt x="464738" y="331964"/>
                        <a:pt x="464738" y="446142"/>
                      </a:cubicBezTo>
                      <a:lnTo>
                        <a:pt x="463902" y="463650"/>
                      </a:lnTo>
                      <a:lnTo>
                        <a:pt x="464132" y="463880"/>
                      </a:lnTo>
                      <a:lnTo>
                        <a:pt x="463891" y="463892"/>
                      </a:lnTo>
                      <a:lnTo>
                        <a:pt x="463879" y="464132"/>
                      </a:lnTo>
                      <a:lnTo>
                        <a:pt x="463650" y="463903"/>
                      </a:lnTo>
                      <a:close/>
                    </a:path>
                  </a:pathLst>
                </a:cu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nvGrpSpPr>
                <p:cNvPr id="19" name="Group 18">
                  <a:extLst>
                    <a:ext uri="{FF2B5EF4-FFF2-40B4-BE49-F238E27FC236}">
                      <a16:creationId xmlns:a16="http://schemas.microsoft.com/office/drawing/2014/main" id="{F3B56658-371E-446B-B30D-D4EA2A88A973}"/>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2440769" y="2384401"/>
                  <a:ext cx="313009" cy="1032464"/>
                  <a:chOff x="2440769" y="2384401"/>
                  <a:chExt cx="313009" cy="1032464"/>
                </a:xfrm>
              </p:grpSpPr>
              <p:cxnSp>
                <p:nvCxnSpPr>
                  <p:cNvPr id="20" name="Straight Connector 19">
                    <a:extLst>
                      <a:ext uri="{FF2B5EF4-FFF2-40B4-BE49-F238E27FC236}">
                        <a16:creationId xmlns:a16="http://schemas.microsoft.com/office/drawing/2014/main" id="{068979FB-2943-4091-A490-D9F8695DF0D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rot="10800000" flipH="1">
                    <a:off x="2440769" y="2516865"/>
                    <a:ext cx="0" cy="900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B378C39C-3FC0-4521-8336-33A86391920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rot="8100000" flipH="1">
                    <a:off x="2753778" y="2384401"/>
                    <a:ext cx="0" cy="900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grpSp>
        <p:grpSp>
          <p:nvGrpSpPr>
            <p:cNvPr id="12" name="Group 11">
              <a:extLst>
                <a:ext uri="{FF2B5EF4-FFF2-40B4-BE49-F238E27FC236}">
                  <a16:creationId xmlns:a16="http://schemas.microsoft.com/office/drawing/2014/main" id="{72C6951D-2EAF-4333-B8A8-F473DC3BDF44}"/>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1437136" y="649304"/>
              <a:ext cx="388541" cy="388541"/>
              <a:chOff x="5752675" y="5440856"/>
              <a:chExt cx="388541" cy="388541"/>
            </a:xfrm>
          </p:grpSpPr>
          <p:sp>
            <p:nvSpPr>
              <p:cNvPr id="13" name="Oval 12">
                <a:extLst>
                  <a:ext uri="{FF2B5EF4-FFF2-40B4-BE49-F238E27FC236}">
                    <a16:creationId xmlns:a16="http://schemas.microsoft.com/office/drawing/2014/main" id="{63E77698-5758-433A-9DF3-3BE43B6FBDA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5800801" y="5488982"/>
                <a:ext cx="340415" cy="340415"/>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4" name="Oval 13">
                <a:extLst>
                  <a:ext uri="{FF2B5EF4-FFF2-40B4-BE49-F238E27FC236}">
                    <a16:creationId xmlns:a16="http://schemas.microsoft.com/office/drawing/2014/main" id="{FF47FF7F-75A9-438D-8BA7-428BF76974C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52675" y="5440856"/>
                <a:ext cx="340415" cy="340415"/>
              </a:xfrm>
              <a:prstGeom prst="ellipse">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grpSp>
      <p:sp>
        <p:nvSpPr>
          <p:cNvPr id="61" name="TextBox 60">
            <a:extLst>
              <a:ext uri="{FF2B5EF4-FFF2-40B4-BE49-F238E27FC236}">
                <a16:creationId xmlns:a16="http://schemas.microsoft.com/office/drawing/2014/main" id="{DF27DA85-F987-F1D8-D192-5F2FDFB3E97F}"/>
              </a:ext>
            </a:extLst>
          </p:cNvPr>
          <p:cNvSpPr txBox="1"/>
          <p:nvPr/>
        </p:nvSpPr>
        <p:spPr>
          <a:xfrm>
            <a:off x="521286" y="2101750"/>
            <a:ext cx="4136439" cy="3385542"/>
          </a:xfrm>
          <a:prstGeom prst="rect">
            <a:avLst/>
          </a:prstGeom>
          <a:noFill/>
        </p:spPr>
        <p:txBody>
          <a:bodyPr wrap="square">
            <a:spAutoFit/>
          </a:bodyPr>
          <a:lstStyle/>
          <a:p>
            <a:pPr algn="just"/>
            <a:r>
              <a:rPr lang="en-US" sz="2200" b="1" dirty="0">
                <a:solidFill>
                  <a:srgbClr val="CCFF99"/>
                </a:solidFill>
                <a:latin typeface="Arial Nova Light" panose="020B0304020202020204" pitchFamily="34" charset="0"/>
              </a:rPr>
              <a:t>The size, length, and scope of projects vary widely according to the nature and purpose of the project. </a:t>
            </a:r>
          </a:p>
          <a:p>
            <a:pPr algn="just"/>
            <a:endParaRPr lang="en-US" sz="800" dirty="0">
              <a:latin typeface="Arial Nova Light" panose="020B0304020202020204" pitchFamily="34" charset="0"/>
            </a:endParaRPr>
          </a:p>
          <a:p>
            <a:pPr algn="just"/>
            <a:r>
              <a:rPr lang="en-US" sz="2200" dirty="0">
                <a:latin typeface="Arial Nova Light" panose="020B0304020202020204" pitchFamily="34" charset="0"/>
              </a:rPr>
              <a:t>Nevertheless, all projects have something in common:</a:t>
            </a:r>
          </a:p>
          <a:p>
            <a:pPr algn="just"/>
            <a:endParaRPr lang="en-US" sz="800" dirty="0">
              <a:latin typeface="Arial Nova Light" panose="020B0304020202020204" pitchFamily="34" charset="0"/>
            </a:endParaRPr>
          </a:p>
          <a:p>
            <a:pPr algn="just"/>
            <a:r>
              <a:rPr lang="en-US" sz="2200" dirty="0">
                <a:latin typeface="Arial Nova Light" panose="020B0304020202020204" pitchFamily="34" charset="0"/>
              </a:rPr>
              <a:t>They go through a life cycle, which typically consists of five phases.</a:t>
            </a:r>
          </a:p>
        </p:txBody>
      </p:sp>
      <p:pic>
        <p:nvPicPr>
          <p:cNvPr id="4" name="Picture 3">
            <a:extLst>
              <a:ext uri="{FF2B5EF4-FFF2-40B4-BE49-F238E27FC236}">
                <a16:creationId xmlns:a16="http://schemas.microsoft.com/office/drawing/2014/main" id="{14164729-CAFB-9E98-F71E-098005085FA1}"/>
              </a:ext>
            </a:extLst>
          </p:cNvPr>
          <p:cNvPicPr>
            <a:picLocks noChangeAspect="1"/>
          </p:cNvPicPr>
          <p:nvPr/>
        </p:nvPicPr>
        <p:blipFill>
          <a:blip r:embed="rId2"/>
          <a:stretch>
            <a:fillRect/>
          </a:stretch>
        </p:blipFill>
        <p:spPr>
          <a:xfrm>
            <a:off x="4922843" y="2270660"/>
            <a:ext cx="7147324" cy="4226977"/>
          </a:xfrm>
          <a:prstGeom prst="rect">
            <a:avLst/>
          </a:prstGeom>
        </p:spPr>
      </p:pic>
    </p:spTree>
    <p:extLst>
      <p:ext uri="{BB962C8B-B14F-4D97-AF65-F5344CB8AC3E}">
        <p14:creationId xmlns:p14="http://schemas.microsoft.com/office/powerpoint/2010/main" val="88080930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316A5661-2CFE-478C-BAC3-729F393F3C4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BC1DA2B-FE6F-1C6E-BFA0-9B15DC40309D}"/>
              </a:ext>
            </a:extLst>
          </p:cNvPr>
          <p:cNvSpPr>
            <a:spLocks noGrp="1"/>
          </p:cNvSpPr>
          <p:nvPr>
            <p:ph type="title"/>
          </p:nvPr>
        </p:nvSpPr>
        <p:spPr>
          <a:xfrm>
            <a:off x="2030244" y="697430"/>
            <a:ext cx="8564528" cy="774543"/>
          </a:xfrm>
        </p:spPr>
        <p:txBody>
          <a:bodyPr anchor="ctr">
            <a:normAutofit/>
          </a:bodyPr>
          <a:lstStyle/>
          <a:p>
            <a:r>
              <a:rPr lang="en-US" sz="4000" dirty="0">
                <a:solidFill>
                  <a:srgbClr val="FFC000"/>
                </a:solidFill>
                <a:latin typeface="Arial Rounded MT Bold" panose="020F0704030504030204" pitchFamily="34" charset="0"/>
              </a:rPr>
              <a:t>PROJECT LIFE CYCLE</a:t>
            </a:r>
          </a:p>
        </p:txBody>
      </p:sp>
      <p:grpSp>
        <p:nvGrpSpPr>
          <p:cNvPr id="10" name="Group 9">
            <a:extLst>
              <a:ext uri="{FF2B5EF4-FFF2-40B4-BE49-F238E27FC236}">
                <a16:creationId xmlns:a16="http://schemas.microsoft.com/office/drawing/2014/main" id="{FB7BE8CD-E348-464A-82CC-7EF7AA82842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999771" y="649304"/>
            <a:ext cx="913428" cy="1315264"/>
            <a:chOff x="999771" y="649304"/>
            <a:chExt cx="913428" cy="1315264"/>
          </a:xfrm>
        </p:grpSpPr>
        <p:grpSp>
          <p:nvGrpSpPr>
            <p:cNvPr id="11" name="Group 10">
              <a:extLst>
                <a:ext uri="{FF2B5EF4-FFF2-40B4-BE49-F238E27FC236}">
                  <a16:creationId xmlns:a16="http://schemas.microsoft.com/office/drawing/2014/main" id="{B8CC82D2-4C4A-4C67-8483-5199F97B37A7}"/>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999771" y="932104"/>
              <a:ext cx="913428" cy="1032464"/>
              <a:chOff x="999771" y="932104"/>
              <a:chExt cx="913428" cy="1032464"/>
            </a:xfrm>
          </p:grpSpPr>
          <p:grpSp>
            <p:nvGrpSpPr>
              <p:cNvPr id="15" name="Group 14">
                <a:extLst>
                  <a:ext uri="{FF2B5EF4-FFF2-40B4-BE49-F238E27FC236}">
                    <a16:creationId xmlns:a16="http://schemas.microsoft.com/office/drawing/2014/main" id="{70D2391D-AA33-4F5E-BD96-B42D93DED226}"/>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rot="8100000" flipV="1">
                <a:off x="1047457" y="1290386"/>
                <a:ext cx="865742" cy="628383"/>
                <a:chOff x="558167" y="958515"/>
                <a:chExt cx="865742" cy="628383"/>
              </a:xfrm>
              <a:solidFill>
                <a:schemeClr val="accent3"/>
              </a:solidFill>
            </p:grpSpPr>
            <p:sp>
              <p:nvSpPr>
                <p:cNvPr id="22" name="Freeform: Shape 21">
                  <a:extLst>
                    <a:ext uri="{FF2B5EF4-FFF2-40B4-BE49-F238E27FC236}">
                      <a16:creationId xmlns:a16="http://schemas.microsoft.com/office/drawing/2014/main" id="{BE166DCE-539D-4C74-9C9D-AC000BA2F8A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8100000" flipH="1">
                  <a:off x="558167" y="1122160"/>
                  <a:ext cx="464738" cy="464738"/>
                </a:xfrm>
                <a:custGeom>
                  <a:avLst/>
                  <a:gdLst>
                    <a:gd name="connsiteX0" fmla="*/ 446142 w 464738"/>
                    <a:gd name="connsiteY0" fmla="*/ 464738 h 464738"/>
                    <a:gd name="connsiteX1" fmla="*/ 130673 w 464738"/>
                    <a:gd name="connsiteY1" fmla="*/ 334066 h 464738"/>
                    <a:gd name="connsiteX2" fmla="*/ 0 w 464738"/>
                    <a:gd name="connsiteY2" fmla="*/ 18596 h 464738"/>
                    <a:gd name="connsiteX3" fmla="*/ 836 w 464738"/>
                    <a:gd name="connsiteY3" fmla="*/ 1089 h 464738"/>
                    <a:gd name="connsiteX4" fmla="*/ 606 w 464738"/>
                    <a:gd name="connsiteY4" fmla="*/ 859 h 464738"/>
                    <a:gd name="connsiteX5" fmla="*/ 848 w 464738"/>
                    <a:gd name="connsiteY5" fmla="*/ 848 h 464738"/>
                    <a:gd name="connsiteX6" fmla="*/ 859 w 464738"/>
                    <a:gd name="connsiteY6" fmla="*/ 606 h 464738"/>
                    <a:gd name="connsiteX7" fmla="*/ 1089 w 464738"/>
                    <a:gd name="connsiteY7" fmla="*/ 836 h 464738"/>
                    <a:gd name="connsiteX8" fmla="*/ 18596 w 464738"/>
                    <a:gd name="connsiteY8" fmla="*/ 0 h 464738"/>
                    <a:gd name="connsiteX9" fmla="*/ 334066 w 464738"/>
                    <a:gd name="connsiteY9" fmla="*/ 130672 h 464738"/>
                    <a:gd name="connsiteX10" fmla="*/ 464738 w 464738"/>
                    <a:gd name="connsiteY10" fmla="*/ 446142 h 464738"/>
                    <a:gd name="connsiteX11" fmla="*/ 463902 w 464738"/>
                    <a:gd name="connsiteY11" fmla="*/ 463650 h 464738"/>
                    <a:gd name="connsiteX12" fmla="*/ 464132 w 464738"/>
                    <a:gd name="connsiteY12" fmla="*/ 463880 h 464738"/>
                    <a:gd name="connsiteX13" fmla="*/ 463891 w 464738"/>
                    <a:gd name="connsiteY13" fmla="*/ 463892 h 464738"/>
                    <a:gd name="connsiteX14" fmla="*/ 463879 w 464738"/>
                    <a:gd name="connsiteY14" fmla="*/ 464132 h 464738"/>
                    <a:gd name="connsiteX15" fmla="*/ 463650 w 464738"/>
                    <a:gd name="connsiteY15" fmla="*/ 463903 h 4647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64738" h="464738">
                      <a:moveTo>
                        <a:pt x="446142" y="464738"/>
                      </a:moveTo>
                      <a:cubicBezTo>
                        <a:pt x="331965" y="464738"/>
                        <a:pt x="217787" y="421181"/>
                        <a:pt x="130673" y="334066"/>
                      </a:cubicBezTo>
                      <a:cubicBezTo>
                        <a:pt x="43558" y="246952"/>
                        <a:pt x="1" y="132774"/>
                        <a:pt x="0" y="18596"/>
                      </a:cubicBezTo>
                      <a:lnTo>
                        <a:pt x="836" y="1089"/>
                      </a:lnTo>
                      <a:lnTo>
                        <a:pt x="606" y="859"/>
                      </a:lnTo>
                      <a:lnTo>
                        <a:pt x="848" y="848"/>
                      </a:lnTo>
                      <a:lnTo>
                        <a:pt x="859" y="606"/>
                      </a:lnTo>
                      <a:lnTo>
                        <a:pt x="1089" y="836"/>
                      </a:lnTo>
                      <a:lnTo>
                        <a:pt x="18596" y="0"/>
                      </a:lnTo>
                      <a:cubicBezTo>
                        <a:pt x="132774" y="0"/>
                        <a:pt x="246951" y="43557"/>
                        <a:pt x="334066" y="130672"/>
                      </a:cubicBezTo>
                      <a:cubicBezTo>
                        <a:pt x="421181" y="217787"/>
                        <a:pt x="464738" y="331964"/>
                        <a:pt x="464738" y="446142"/>
                      </a:cubicBezTo>
                      <a:lnTo>
                        <a:pt x="463902" y="463650"/>
                      </a:lnTo>
                      <a:lnTo>
                        <a:pt x="464132" y="463880"/>
                      </a:lnTo>
                      <a:lnTo>
                        <a:pt x="463891" y="463892"/>
                      </a:lnTo>
                      <a:lnTo>
                        <a:pt x="463879" y="464132"/>
                      </a:lnTo>
                      <a:lnTo>
                        <a:pt x="463650" y="463903"/>
                      </a:lnTo>
                      <a:close/>
                    </a:path>
                  </a:pathLst>
                </a:custGeom>
                <a:solidFill>
                  <a:schemeClr val="accent4">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3" name="Freeform: Shape 22">
                  <a:extLst>
                    <a:ext uri="{FF2B5EF4-FFF2-40B4-BE49-F238E27FC236}">
                      <a16:creationId xmlns:a16="http://schemas.microsoft.com/office/drawing/2014/main" id="{DCC6BEB5-DA1F-4F9E-BA5D-8F892A0FB8F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flipH="1">
                  <a:off x="959170" y="958515"/>
                  <a:ext cx="464739" cy="464739"/>
                </a:xfrm>
                <a:custGeom>
                  <a:avLst/>
                  <a:gdLst>
                    <a:gd name="connsiteX0" fmla="*/ 464132 w 464739"/>
                    <a:gd name="connsiteY0" fmla="*/ 463881 h 464739"/>
                    <a:gd name="connsiteX1" fmla="*/ 463891 w 464739"/>
                    <a:gd name="connsiteY1" fmla="*/ 463892 h 464739"/>
                    <a:gd name="connsiteX2" fmla="*/ 463880 w 464739"/>
                    <a:gd name="connsiteY2" fmla="*/ 464132 h 464739"/>
                    <a:gd name="connsiteX3" fmla="*/ 463651 w 464739"/>
                    <a:gd name="connsiteY3" fmla="*/ 463904 h 464739"/>
                    <a:gd name="connsiteX4" fmla="*/ 446142 w 464739"/>
                    <a:gd name="connsiteY4" fmla="*/ 464739 h 464739"/>
                    <a:gd name="connsiteX5" fmla="*/ 130673 w 464739"/>
                    <a:gd name="connsiteY5" fmla="*/ 334067 h 464739"/>
                    <a:gd name="connsiteX6" fmla="*/ 0 w 464739"/>
                    <a:gd name="connsiteY6" fmla="*/ 18597 h 464739"/>
                    <a:gd name="connsiteX7" fmla="*/ 836 w 464739"/>
                    <a:gd name="connsiteY7" fmla="*/ 1089 h 464739"/>
                    <a:gd name="connsiteX8" fmla="*/ 607 w 464739"/>
                    <a:gd name="connsiteY8" fmla="*/ 859 h 464739"/>
                    <a:gd name="connsiteX9" fmla="*/ 848 w 464739"/>
                    <a:gd name="connsiteY9" fmla="*/ 848 h 464739"/>
                    <a:gd name="connsiteX10" fmla="*/ 859 w 464739"/>
                    <a:gd name="connsiteY10" fmla="*/ 607 h 464739"/>
                    <a:gd name="connsiteX11" fmla="*/ 1089 w 464739"/>
                    <a:gd name="connsiteY11" fmla="*/ 836 h 464739"/>
                    <a:gd name="connsiteX12" fmla="*/ 18597 w 464739"/>
                    <a:gd name="connsiteY12" fmla="*/ 0 h 464739"/>
                    <a:gd name="connsiteX13" fmla="*/ 334067 w 464739"/>
                    <a:gd name="connsiteY13" fmla="*/ 130672 h 464739"/>
                    <a:gd name="connsiteX14" fmla="*/ 464739 w 464739"/>
                    <a:gd name="connsiteY14" fmla="*/ 446142 h 464739"/>
                    <a:gd name="connsiteX15" fmla="*/ 463903 w 464739"/>
                    <a:gd name="connsiteY15" fmla="*/ 463652 h 464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64739" h="464739">
                      <a:moveTo>
                        <a:pt x="464132" y="463881"/>
                      </a:moveTo>
                      <a:lnTo>
                        <a:pt x="463891" y="463892"/>
                      </a:lnTo>
                      <a:lnTo>
                        <a:pt x="463880" y="464132"/>
                      </a:lnTo>
                      <a:lnTo>
                        <a:pt x="463651" y="463904"/>
                      </a:lnTo>
                      <a:lnTo>
                        <a:pt x="446142" y="464739"/>
                      </a:lnTo>
                      <a:cubicBezTo>
                        <a:pt x="331965" y="464739"/>
                        <a:pt x="217787" y="421182"/>
                        <a:pt x="130673" y="334067"/>
                      </a:cubicBezTo>
                      <a:cubicBezTo>
                        <a:pt x="43558" y="246953"/>
                        <a:pt x="1" y="132775"/>
                        <a:pt x="0" y="18597"/>
                      </a:cubicBezTo>
                      <a:lnTo>
                        <a:pt x="836" y="1089"/>
                      </a:lnTo>
                      <a:lnTo>
                        <a:pt x="607" y="859"/>
                      </a:lnTo>
                      <a:lnTo>
                        <a:pt x="848" y="848"/>
                      </a:lnTo>
                      <a:lnTo>
                        <a:pt x="859" y="607"/>
                      </a:lnTo>
                      <a:lnTo>
                        <a:pt x="1089" y="836"/>
                      </a:lnTo>
                      <a:lnTo>
                        <a:pt x="18597" y="0"/>
                      </a:lnTo>
                      <a:cubicBezTo>
                        <a:pt x="132775" y="0"/>
                        <a:pt x="246952" y="43557"/>
                        <a:pt x="334067" y="130672"/>
                      </a:cubicBezTo>
                      <a:cubicBezTo>
                        <a:pt x="421182" y="217787"/>
                        <a:pt x="464739" y="331964"/>
                        <a:pt x="464739" y="446142"/>
                      </a:cubicBezTo>
                      <a:lnTo>
                        <a:pt x="463903" y="463652"/>
                      </a:lnTo>
                      <a:close/>
                    </a:path>
                  </a:pathLst>
                </a:custGeom>
                <a:solidFill>
                  <a:schemeClr val="accent4">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grpSp>
          <p:grpSp>
            <p:nvGrpSpPr>
              <p:cNvPr id="16" name="Group 15">
                <a:extLst>
                  <a:ext uri="{FF2B5EF4-FFF2-40B4-BE49-F238E27FC236}">
                    <a16:creationId xmlns:a16="http://schemas.microsoft.com/office/drawing/2014/main" id="{C0300EB9-093C-4C32-A212-821D7AC082B4}"/>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rot="10800000" flipH="1" flipV="1">
                <a:off x="999771" y="932104"/>
                <a:ext cx="864005" cy="1032464"/>
                <a:chOff x="2207971" y="2384401"/>
                <a:chExt cx="864005" cy="1032464"/>
              </a:xfrm>
            </p:grpSpPr>
            <p:sp>
              <p:nvSpPr>
                <p:cNvPr id="17" name="Freeform: Shape 16">
                  <a:extLst>
                    <a:ext uri="{FF2B5EF4-FFF2-40B4-BE49-F238E27FC236}">
                      <a16:creationId xmlns:a16="http://schemas.microsoft.com/office/drawing/2014/main" id="{AFC97B3C-CF0E-4C93-AA39-7A677A12C50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3500000">
                  <a:off x="2207971" y="2856305"/>
                  <a:ext cx="464739" cy="464739"/>
                </a:xfrm>
                <a:custGeom>
                  <a:avLst/>
                  <a:gdLst>
                    <a:gd name="connsiteX0" fmla="*/ 464132 w 464739"/>
                    <a:gd name="connsiteY0" fmla="*/ 463881 h 464739"/>
                    <a:gd name="connsiteX1" fmla="*/ 463891 w 464739"/>
                    <a:gd name="connsiteY1" fmla="*/ 463892 h 464739"/>
                    <a:gd name="connsiteX2" fmla="*/ 463880 w 464739"/>
                    <a:gd name="connsiteY2" fmla="*/ 464132 h 464739"/>
                    <a:gd name="connsiteX3" fmla="*/ 463651 w 464739"/>
                    <a:gd name="connsiteY3" fmla="*/ 463904 h 464739"/>
                    <a:gd name="connsiteX4" fmla="*/ 446142 w 464739"/>
                    <a:gd name="connsiteY4" fmla="*/ 464739 h 464739"/>
                    <a:gd name="connsiteX5" fmla="*/ 130673 w 464739"/>
                    <a:gd name="connsiteY5" fmla="*/ 334067 h 464739"/>
                    <a:gd name="connsiteX6" fmla="*/ 0 w 464739"/>
                    <a:gd name="connsiteY6" fmla="*/ 18597 h 464739"/>
                    <a:gd name="connsiteX7" fmla="*/ 836 w 464739"/>
                    <a:gd name="connsiteY7" fmla="*/ 1089 h 464739"/>
                    <a:gd name="connsiteX8" fmla="*/ 607 w 464739"/>
                    <a:gd name="connsiteY8" fmla="*/ 859 h 464739"/>
                    <a:gd name="connsiteX9" fmla="*/ 848 w 464739"/>
                    <a:gd name="connsiteY9" fmla="*/ 848 h 464739"/>
                    <a:gd name="connsiteX10" fmla="*/ 859 w 464739"/>
                    <a:gd name="connsiteY10" fmla="*/ 607 h 464739"/>
                    <a:gd name="connsiteX11" fmla="*/ 1089 w 464739"/>
                    <a:gd name="connsiteY11" fmla="*/ 836 h 464739"/>
                    <a:gd name="connsiteX12" fmla="*/ 18597 w 464739"/>
                    <a:gd name="connsiteY12" fmla="*/ 0 h 464739"/>
                    <a:gd name="connsiteX13" fmla="*/ 334067 w 464739"/>
                    <a:gd name="connsiteY13" fmla="*/ 130672 h 464739"/>
                    <a:gd name="connsiteX14" fmla="*/ 464739 w 464739"/>
                    <a:gd name="connsiteY14" fmla="*/ 446142 h 464739"/>
                    <a:gd name="connsiteX15" fmla="*/ 463903 w 464739"/>
                    <a:gd name="connsiteY15" fmla="*/ 463652 h 464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64739" h="464739">
                      <a:moveTo>
                        <a:pt x="464132" y="463881"/>
                      </a:moveTo>
                      <a:lnTo>
                        <a:pt x="463891" y="463892"/>
                      </a:lnTo>
                      <a:lnTo>
                        <a:pt x="463880" y="464132"/>
                      </a:lnTo>
                      <a:lnTo>
                        <a:pt x="463651" y="463904"/>
                      </a:lnTo>
                      <a:lnTo>
                        <a:pt x="446142" y="464739"/>
                      </a:lnTo>
                      <a:cubicBezTo>
                        <a:pt x="331965" y="464739"/>
                        <a:pt x="217787" y="421182"/>
                        <a:pt x="130673" y="334067"/>
                      </a:cubicBezTo>
                      <a:cubicBezTo>
                        <a:pt x="43558" y="246953"/>
                        <a:pt x="1" y="132775"/>
                        <a:pt x="0" y="18597"/>
                      </a:cubicBezTo>
                      <a:lnTo>
                        <a:pt x="836" y="1089"/>
                      </a:lnTo>
                      <a:lnTo>
                        <a:pt x="607" y="859"/>
                      </a:lnTo>
                      <a:lnTo>
                        <a:pt x="848" y="848"/>
                      </a:lnTo>
                      <a:lnTo>
                        <a:pt x="859" y="607"/>
                      </a:lnTo>
                      <a:lnTo>
                        <a:pt x="1089" y="836"/>
                      </a:lnTo>
                      <a:lnTo>
                        <a:pt x="18597" y="0"/>
                      </a:lnTo>
                      <a:cubicBezTo>
                        <a:pt x="132775" y="0"/>
                        <a:pt x="246952" y="43557"/>
                        <a:pt x="334067" y="130672"/>
                      </a:cubicBezTo>
                      <a:cubicBezTo>
                        <a:pt x="421182" y="217787"/>
                        <a:pt x="464739" y="331964"/>
                        <a:pt x="464739" y="446142"/>
                      </a:cubicBezTo>
                      <a:lnTo>
                        <a:pt x="463903" y="463652"/>
                      </a:lnTo>
                      <a:close/>
                    </a:path>
                  </a:pathLst>
                </a:cu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8" name="Freeform: Shape 17">
                  <a:extLst>
                    <a:ext uri="{FF2B5EF4-FFF2-40B4-BE49-F238E27FC236}">
                      <a16:creationId xmlns:a16="http://schemas.microsoft.com/office/drawing/2014/main" id="{0943F14E-6185-4A31-8318-2088A05F5C9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2607238" y="2688467"/>
                  <a:ext cx="464738" cy="464738"/>
                </a:xfrm>
                <a:custGeom>
                  <a:avLst/>
                  <a:gdLst>
                    <a:gd name="connsiteX0" fmla="*/ 446142 w 464738"/>
                    <a:gd name="connsiteY0" fmla="*/ 464738 h 464738"/>
                    <a:gd name="connsiteX1" fmla="*/ 130673 w 464738"/>
                    <a:gd name="connsiteY1" fmla="*/ 334066 h 464738"/>
                    <a:gd name="connsiteX2" fmla="*/ 0 w 464738"/>
                    <a:gd name="connsiteY2" fmla="*/ 18596 h 464738"/>
                    <a:gd name="connsiteX3" fmla="*/ 836 w 464738"/>
                    <a:gd name="connsiteY3" fmla="*/ 1089 h 464738"/>
                    <a:gd name="connsiteX4" fmla="*/ 606 w 464738"/>
                    <a:gd name="connsiteY4" fmla="*/ 859 h 464738"/>
                    <a:gd name="connsiteX5" fmla="*/ 848 w 464738"/>
                    <a:gd name="connsiteY5" fmla="*/ 848 h 464738"/>
                    <a:gd name="connsiteX6" fmla="*/ 859 w 464738"/>
                    <a:gd name="connsiteY6" fmla="*/ 606 h 464738"/>
                    <a:gd name="connsiteX7" fmla="*/ 1089 w 464738"/>
                    <a:gd name="connsiteY7" fmla="*/ 836 h 464738"/>
                    <a:gd name="connsiteX8" fmla="*/ 18596 w 464738"/>
                    <a:gd name="connsiteY8" fmla="*/ 0 h 464738"/>
                    <a:gd name="connsiteX9" fmla="*/ 334066 w 464738"/>
                    <a:gd name="connsiteY9" fmla="*/ 130672 h 464738"/>
                    <a:gd name="connsiteX10" fmla="*/ 464738 w 464738"/>
                    <a:gd name="connsiteY10" fmla="*/ 446142 h 464738"/>
                    <a:gd name="connsiteX11" fmla="*/ 463902 w 464738"/>
                    <a:gd name="connsiteY11" fmla="*/ 463650 h 464738"/>
                    <a:gd name="connsiteX12" fmla="*/ 464132 w 464738"/>
                    <a:gd name="connsiteY12" fmla="*/ 463880 h 464738"/>
                    <a:gd name="connsiteX13" fmla="*/ 463891 w 464738"/>
                    <a:gd name="connsiteY13" fmla="*/ 463892 h 464738"/>
                    <a:gd name="connsiteX14" fmla="*/ 463879 w 464738"/>
                    <a:gd name="connsiteY14" fmla="*/ 464132 h 464738"/>
                    <a:gd name="connsiteX15" fmla="*/ 463650 w 464738"/>
                    <a:gd name="connsiteY15" fmla="*/ 463903 h 4647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64738" h="464738">
                      <a:moveTo>
                        <a:pt x="446142" y="464738"/>
                      </a:moveTo>
                      <a:cubicBezTo>
                        <a:pt x="331965" y="464738"/>
                        <a:pt x="217787" y="421181"/>
                        <a:pt x="130673" y="334066"/>
                      </a:cubicBezTo>
                      <a:cubicBezTo>
                        <a:pt x="43558" y="246952"/>
                        <a:pt x="1" y="132774"/>
                        <a:pt x="0" y="18596"/>
                      </a:cubicBezTo>
                      <a:lnTo>
                        <a:pt x="836" y="1089"/>
                      </a:lnTo>
                      <a:lnTo>
                        <a:pt x="606" y="859"/>
                      </a:lnTo>
                      <a:lnTo>
                        <a:pt x="848" y="848"/>
                      </a:lnTo>
                      <a:lnTo>
                        <a:pt x="859" y="606"/>
                      </a:lnTo>
                      <a:lnTo>
                        <a:pt x="1089" y="836"/>
                      </a:lnTo>
                      <a:lnTo>
                        <a:pt x="18596" y="0"/>
                      </a:lnTo>
                      <a:cubicBezTo>
                        <a:pt x="132774" y="0"/>
                        <a:pt x="246951" y="43557"/>
                        <a:pt x="334066" y="130672"/>
                      </a:cubicBezTo>
                      <a:cubicBezTo>
                        <a:pt x="421181" y="217787"/>
                        <a:pt x="464738" y="331964"/>
                        <a:pt x="464738" y="446142"/>
                      </a:cubicBezTo>
                      <a:lnTo>
                        <a:pt x="463902" y="463650"/>
                      </a:lnTo>
                      <a:lnTo>
                        <a:pt x="464132" y="463880"/>
                      </a:lnTo>
                      <a:lnTo>
                        <a:pt x="463891" y="463892"/>
                      </a:lnTo>
                      <a:lnTo>
                        <a:pt x="463879" y="464132"/>
                      </a:lnTo>
                      <a:lnTo>
                        <a:pt x="463650" y="463903"/>
                      </a:lnTo>
                      <a:close/>
                    </a:path>
                  </a:pathLst>
                </a:cu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nvGrpSpPr>
                <p:cNvPr id="19" name="Group 18">
                  <a:extLst>
                    <a:ext uri="{FF2B5EF4-FFF2-40B4-BE49-F238E27FC236}">
                      <a16:creationId xmlns:a16="http://schemas.microsoft.com/office/drawing/2014/main" id="{F3B56658-371E-446B-B30D-D4EA2A88A973}"/>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2440769" y="2384401"/>
                  <a:ext cx="313009" cy="1032464"/>
                  <a:chOff x="2440769" y="2384401"/>
                  <a:chExt cx="313009" cy="1032464"/>
                </a:xfrm>
              </p:grpSpPr>
              <p:cxnSp>
                <p:nvCxnSpPr>
                  <p:cNvPr id="20" name="Straight Connector 19">
                    <a:extLst>
                      <a:ext uri="{FF2B5EF4-FFF2-40B4-BE49-F238E27FC236}">
                        <a16:creationId xmlns:a16="http://schemas.microsoft.com/office/drawing/2014/main" id="{068979FB-2943-4091-A490-D9F8695DF0D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rot="10800000" flipH="1">
                    <a:off x="2440769" y="2516865"/>
                    <a:ext cx="0" cy="900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B378C39C-3FC0-4521-8336-33A86391920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rot="8100000" flipH="1">
                    <a:off x="2753778" y="2384401"/>
                    <a:ext cx="0" cy="900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grpSp>
        <p:grpSp>
          <p:nvGrpSpPr>
            <p:cNvPr id="12" name="Group 11">
              <a:extLst>
                <a:ext uri="{FF2B5EF4-FFF2-40B4-BE49-F238E27FC236}">
                  <a16:creationId xmlns:a16="http://schemas.microsoft.com/office/drawing/2014/main" id="{72C6951D-2EAF-4333-B8A8-F473DC3BDF44}"/>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1437136" y="649304"/>
              <a:ext cx="388541" cy="388541"/>
              <a:chOff x="5752675" y="5440856"/>
              <a:chExt cx="388541" cy="388541"/>
            </a:xfrm>
          </p:grpSpPr>
          <p:sp>
            <p:nvSpPr>
              <p:cNvPr id="13" name="Oval 12">
                <a:extLst>
                  <a:ext uri="{FF2B5EF4-FFF2-40B4-BE49-F238E27FC236}">
                    <a16:creationId xmlns:a16="http://schemas.microsoft.com/office/drawing/2014/main" id="{63E77698-5758-433A-9DF3-3BE43B6FBDA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5800801" y="5488982"/>
                <a:ext cx="340415" cy="340415"/>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4" name="Oval 13">
                <a:extLst>
                  <a:ext uri="{FF2B5EF4-FFF2-40B4-BE49-F238E27FC236}">
                    <a16:creationId xmlns:a16="http://schemas.microsoft.com/office/drawing/2014/main" id="{FF47FF7F-75A9-438D-8BA7-428BF76974C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52675" y="5440856"/>
                <a:ext cx="340415" cy="340415"/>
              </a:xfrm>
              <a:prstGeom prst="ellipse">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grpSp>
      <p:sp>
        <p:nvSpPr>
          <p:cNvPr id="61" name="TextBox 60">
            <a:extLst>
              <a:ext uri="{FF2B5EF4-FFF2-40B4-BE49-F238E27FC236}">
                <a16:creationId xmlns:a16="http://schemas.microsoft.com/office/drawing/2014/main" id="{DF27DA85-F987-F1D8-D192-5F2FDFB3E97F}"/>
              </a:ext>
            </a:extLst>
          </p:cNvPr>
          <p:cNvSpPr txBox="1"/>
          <p:nvPr/>
        </p:nvSpPr>
        <p:spPr>
          <a:xfrm>
            <a:off x="349836" y="2130129"/>
            <a:ext cx="11443360" cy="3570208"/>
          </a:xfrm>
          <a:prstGeom prst="rect">
            <a:avLst/>
          </a:prstGeom>
          <a:noFill/>
        </p:spPr>
        <p:txBody>
          <a:bodyPr wrap="square">
            <a:spAutoFit/>
          </a:bodyPr>
          <a:lstStyle/>
          <a:p>
            <a:pPr marL="457200" indent="-457200" algn="just">
              <a:buFont typeface="+mj-lt"/>
              <a:buAutoNum type="arabicPeriod"/>
            </a:pPr>
            <a:r>
              <a:rPr lang="en-US" sz="2400" b="1" dirty="0">
                <a:solidFill>
                  <a:srgbClr val="FFFF00"/>
                </a:solidFill>
                <a:latin typeface="Arial Nova Light" panose="020B0304020202020204" pitchFamily="34" charset="0"/>
              </a:rPr>
              <a:t>Initiating -  </a:t>
            </a:r>
            <a:r>
              <a:rPr lang="en-US" sz="2200" dirty="0">
                <a:latin typeface="Arial Nova Light" panose="020B0304020202020204" pitchFamily="34" charset="0"/>
              </a:rPr>
              <a:t>This begins the process by outlining the expected costs, benefits, and risks associated with a project.</a:t>
            </a:r>
          </a:p>
          <a:p>
            <a:pPr lvl="1" algn="just"/>
            <a:endParaRPr lang="en-US" sz="800" dirty="0">
              <a:latin typeface="Arial Nova Light" panose="020B0304020202020204" pitchFamily="34" charset="0"/>
            </a:endParaRPr>
          </a:p>
          <a:p>
            <a:pPr lvl="1" algn="just"/>
            <a:r>
              <a:rPr lang="en-US" sz="2200" dirty="0">
                <a:latin typeface="Arial Nova Light" panose="020B0304020202020204" pitchFamily="34" charset="0"/>
              </a:rPr>
              <a:t>It includes defining the major project goals and choosing a project manager.</a:t>
            </a:r>
          </a:p>
          <a:p>
            <a:pPr marL="228600" indent="-228600" algn="just">
              <a:buFont typeface="+mj-lt"/>
              <a:buAutoNum type="arabicPeriod"/>
            </a:pPr>
            <a:endParaRPr lang="en-US" sz="800" dirty="0">
              <a:latin typeface="Arial Nova Light" panose="020B0304020202020204" pitchFamily="34" charset="0"/>
            </a:endParaRPr>
          </a:p>
          <a:p>
            <a:pPr marL="457200" indent="-457200" algn="just">
              <a:buFont typeface="+mj-lt"/>
              <a:buAutoNum type="arabicPeriod"/>
            </a:pPr>
            <a:r>
              <a:rPr lang="en-US" sz="2400" b="1" dirty="0">
                <a:solidFill>
                  <a:srgbClr val="FF99CC"/>
                </a:solidFill>
                <a:latin typeface="Arial Nova Light" panose="020B0304020202020204" pitchFamily="34" charset="0"/>
              </a:rPr>
              <a:t>Planning - </a:t>
            </a:r>
            <a:r>
              <a:rPr lang="en-US" sz="2200" dirty="0">
                <a:latin typeface="Arial Nova Light" panose="020B0304020202020204" pitchFamily="34" charset="0"/>
              </a:rPr>
              <a:t>This phase provides details on deliverables, the scope of the project, the budget, schedule and milestones, performance objectives, resources needed, a quality plan, and a plan for handling risks.</a:t>
            </a:r>
          </a:p>
          <a:p>
            <a:pPr algn="just"/>
            <a:endParaRPr lang="en-US" sz="800" dirty="0">
              <a:latin typeface="Arial Nova Light" panose="020B0304020202020204" pitchFamily="34" charset="0"/>
            </a:endParaRPr>
          </a:p>
          <a:p>
            <a:pPr lvl="1" algn="just"/>
            <a:r>
              <a:rPr lang="en-US" sz="2200" dirty="0">
                <a:latin typeface="Arial Nova Light" panose="020B0304020202020204" pitchFamily="34" charset="0"/>
              </a:rPr>
              <a:t>The accompanying documents generated in the planning phase will be used in the executing and monitoring phases to guide activities and monitor progress. Members of the project team are chosen.</a:t>
            </a:r>
          </a:p>
        </p:txBody>
      </p:sp>
    </p:spTree>
    <p:extLst>
      <p:ext uri="{BB962C8B-B14F-4D97-AF65-F5344CB8AC3E}">
        <p14:creationId xmlns:p14="http://schemas.microsoft.com/office/powerpoint/2010/main" val="347662883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316A5661-2CFE-478C-BAC3-729F393F3C4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BC1DA2B-FE6F-1C6E-BFA0-9B15DC40309D}"/>
              </a:ext>
            </a:extLst>
          </p:cNvPr>
          <p:cNvSpPr>
            <a:spLocks noGrp="1"/>
          </p:cNvSpPr>
          <p:nvPr>
            <p:ph type="title"/>
          </p:nvPr>
        </p:nvSpPr>
        <p:spPr>
          <a:xfrm>
            <a:off x="2030244" y="697430"/>
            <a:ext cx="8564528" cy="774543"/>
          </a:xfrm>
        </p:spPr>
        <p:txBody>
          <a:bodyPr anchor="ctr">
            <a:normAutofit/>
          </a:bodyPr>
          <a:lstStyle/>
          <a:p>
            <a:r>
              <a:rPr lang="en-US" sz="4000" dirty="0">
                <a:solidFill>
                  <a:srgbClr val="FFC000"/>
                </a:solidFill>
                <a:latin typeface="Arial Rounded MT Bold" panose="020F0704030504030204" pitchFamily="34" charset="0"/>
              </a:rPr>
              <a:t>PROJECT LIFE CYCLE</a:t>
            </a:r>
          </a:p>
        </p:txBody>
      </p:sp>
      <p:grpSp>
        <p:nvGrpSpPr>
          <p:cNvPr id="10" name="Group 9">
            <a:extLst>
              <a:ext uri="{FF2B5EF4-FFF2-40B4-BE49-F238E27FC236}">
                <a16:creationId xmlns:a16="http://schemas.microsoft.com/office/drawing/2014/main" id="{FB7BE8CD-E348-464A-82CC-7EF7AA82842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999771" y="649304"/>
            <a:ext cx="913428" cy="1315264"/>
            <a:chOff x="999771" y="649304"/>
            <a:chExt cx="913428" cy="1315264"/>
          </a:xfrm>
        </p:grpSpPr>
        <p:grpSp>
          <p:nvGrpSpPr>
            <p:cNvPr id="11" name="Group 10">
              <a:extLst>
                <a:ext uri="{FF2B5EF4-FFF2-40B4-BE49-F238E27FC236}">
                  <a16:creationId xmlns:a16="http://schemas.microsoft.com/office/drawing/2014/main" id="{B8CC82D2-4C4A-4C67-8483-5199F97B37A7}"/>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999771" y="932104"/>
              <a:ext cx="913428" cy="1032464"/>
              <a:chOff x="999771" y="932104"/>
              <a:chExt cx="913428" cy="1032464"/>
            </a:xfrm>
          </p:grpSpPr>
          <p:grpSp>
            <p:nvGrpSpPr>
              <p:cNvPr id="15" name="Group 14">
                <a:extLst>
                  <a:ext uri="{FF2B5EF4-FFF2-40B4-BE49-F238E27FC236}">
                    <a16:creationId xmlns:a16="http://schemas.microsoft.com/office/drawing/2014/main" id="{70D2391D-AA33-4F5E-BD96-B42D93DED226}"/>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rot="8100000" flipV="1">
                <a:off x="1047457" y="1290386"/>
                <a:ext cx="865742" cy="628383"/>
                <a:chOff x="558167" y="958515"/>
                <a:chExt cx="865742" cy="628383"/>
              </a:xfrm>
              <a:solidFill>
                <a:schemeClr val="accent3"/>
              </a:solidFill>
            </p:grpSpPr>
            <p:sp>
              <p:nvSpPr>
                <p:cNvPr id="22" name="Freeform: Shape 21">
                  <a:extLst>
                    <a:ext uri="{FF2B5EF4-FFF2-40B4-BE49-F238E27FC236}">
                      <a16:creationId xmlns:a16="http://schemas.microsoft.com/office/drawing/2014/main" id="{BE166DCE-539D-4C74-9C9D-AC000BA2F8A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8100000" flipH="1">
                  <a:off x="558167" y="1122160"/>
                  <a:ext cx="464738" cy="464738"/>
                </a:xfrm>
                <a:custGeom>
                  <a:avLst/>
                  <a:gdLst>
                    <a:gd name="connsiteX0" fmla="*/ 446142 w 464738"/>
                    <a:gd name="connsiteY0" fmla="*/ 464738 h 464738"/>
                    <a:gd name="connsiteX1" fmla="*/ 130673 w 464738"/>
                    <a:gd name="connsiteY1" fmla="*/ 334066 h 464738"/>
                    <a:gd name="connsiteX2" fmla="*/ 0 w 464738"/>
                    <a:gd name="connsiteY2" fmla="*/ 18596 h 464738"/>
                    <a:gd name="connsiteX3" fmla="*/ 836 w 464738"/>
                    <a:gd name="connsiteY3" fmla="*/ 1089 h 464738"/>
                    <a:gd name="connsiteX4" fmla="*/ 606 w 464738"/>
                    <a:gd name="connsiteY4" fmla="*/ 859 h 464738"/>
                    <a:gd name="connsiteX5" fmla="*/ 848 w 464738"/>
                    <a:gd name="connsiteY5" fmla="*/ 848 h 464738"/>
                    <a:gd name="connsiteX6" fmla="*/ 859 w 464738"/>
                    <a:gd name="connsiteY6" fmla="*/ 606 h 464738"/>
                    <a:gd name="connsiteX7" fmla="*/ 1089 w 464738"/>
                    <a:gd name="connsiteY7" fmla="*/ 836 h 464738"/>
                    <a:gd name="connsiteX8" fmla="*/ 18596 w 464738"/>
                    <a:gd name="connsiteY8" fmla="*/ 0 h 464738"/>
                    <a:gd name="connsiteX9" fmla="*/ 334066 w 464738"/>
                    <a:gd name="connsiteY9" fmla="*/ 130672 h 464738"/>
                    <a:gd name="connsiteX10" fmla="*/ 464738 w 464738"/>
                    <a:gd name="connsiteY10" fmla="*/ 446142 h 464738"/>
                    <a:gd name="connsiteX11" fmla="*/ 463902 w 464738"/>
                    <a:gd name="connsiteY11" fmla="*/ 463650 h 464738"/>
                    <a:gd name="connsiteX12" fmla="*/ 464132 w 464738"/>
                    <a:gd name="connsiteY12" fmla="*/ 463880 h 464738"/>
                    <a:gd name="connsiteX13" fmla="*/ 463891 w 464738"/>
                    <a:gd name="connsiteY13" fmla="*/ 463892 h 464738"/>
                    <a:gd name="connsiteX14" fmla="*/ 463879 w 464738"/>
                    <a:gd name="connsiteY14" fmla="*/ 464132 h 464738"/>
                    <a:gd name="connsiteX15" fmla="*/ 463650 w 464738"/>
                    <a:gd name="connsiteY15" fmla="*/ 463903 h 4647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64738" h="464738">
                      <a:moveTo>
                        <a:pt x="446142" y="464738"/>
                      </a:moveTo>
                      <a:cubicBezTo>
                        <a:pt x="331965" y="464738"/>
                        <a:pt x="217787" y="421181"/>
                        <a:pt x="130673" y="334066"/>
                      </a:cubicBezTo>
                      <a:cubicBezTo>
                        <a:pt x="43558" y="246952"/>
                        <a:pt x="1" y="132774"/>
                        <a:pt x="0" y="18596"/>
                      </a:cubicBezTo>
                      <a:lnTo>
                        <a:pt x="836" y="1089"/>
                      </a:lnTo>
                      <a:lnTo>
                        <a:pt x="606" y="859"/>
                      </a:lnTo>
                      <a:lnTo>
                        <a:pt x="848" y="848"/>
                      </a:lnTo>
                      <a:lnTo>
                        <a:pt x="859" y="606"/>
                      </a:lnTo>
                      <a:lnTo>
                        <a:pt x="1089" y="836"/>
                      </a:lnTo>
                      <a:lnTo>
                        <a:pt x="18596" y="0"/>
                      </a:lnTo>
                      <a:cubicBezTo>
                        <a:pt x="132774" y="0"/>
                        <a:pt x="246951" y="43557"/>
                        <a:pt x="334066" y="130672"/>
                      </a:cubicBezTo>
                      <a:cubicBezTo>
                        <a:pt x="421181" y="217787"/>
                        <a:pt x="464738" y="331964"/>
                        <a:pt x="464738" y="446142"/>
                      </a:cubicBezTo>
                      <a:lnTo>
                        <a:pt x="463902" y="463650"/>
                      </a:lnTo>
                      <a:lnTo>
                        <a:pt x="464132" y="463880"/>
                      </a:lnTo>
                      <a:lnTo>
                        <a:pt x="463891" y="463892"/>
                      </a:lnTo>
                      <a:lnTo>
                        <a:pt x="463879" y="464132"/>
                      </a:lnTo>
                      <a:lnTo>
                        <a:pt x="463650" y="463903"/>
                      </a:lnTo>
                      <a:close/>
                    </a:path>
                  </a:pathLst>
                </a:custGeom>
                <a:solidFill>
                  <a:schemeClr val="accent4">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3" name="Freeform: Shape 22">
                  <a:extLst>
                    <a:ext uri="{FF2B5EF4-FFF2-40B4-BE49-F238E27FC236}">
                      <a16:creationId xmlns:a16="http://schemas.microsoft.com/office/drawing/2014/main" id="{DCC6BEB5-DA1F-4F9E-BA5D-8F892A0FB8F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flipH="1">
                  <a:off x="959170" y="958515"/>
                  <a:ext cx="464739" cy="464739"/>
                </a:xfrm>
                <a:custGeom>
                  <a:avLst/>
                  <a:gdLst>
                    <a:gd name="connsiteX0" fmla="*/ 464132 w 464739"/>
                    <a:gd name="connsiteY0" fmla="*/ 463881 h 464739"/>
                    <a:gd name="connsiteX1" fmla="*/ 463891 w 464739"/>
                    <a:gd name="connsiteY1" fmla="*/ 463892 h 464739"/>
                    <a:gd name="connsiteX2" fmla="*/ 463880 w 464739"/>
                    <a:gd name="connsiteY2" fmla="*/ 464132 h 464739"/>
                    <a:gd name="connsiteX3" fmla="*/ 463651 w 464739"/>
                    <a:gd name="connsiteY3" fmla="*/ 463904 h 464739"/>
                    <a:gd name="connsiteX4" fmla="*/ 446142 w 464739"/>
                    <a:gd name="connsiteY4" fmla="*/ 464739 h 464739"/>
                    <a:gd name="connsiteX5" fmla="*/ 130673 w 464739"/>
                    <a:gd name="connsiteY5" fmla="*/ 334067 h 464739"/>
                    <a:gd name="connsiteX6" fmla="*/ 0 w 464739"/>
                    <a:gd name="connsiteY6" fmla="*/ 18597 h 464739"/>
                    <a:gd name="connsiteX7" fmla="*/ 836 w 464739"/>
                    <a:gd name="connsiteY7" fmla="*/ 1089 h 464739"/>
                    <a:gd name="connsiteX8" fmla="*/ 607 w 464739"/>
                    <a:gd name="connsiteY8" fmla="*/ 859 h 464739"/>
                    <a:gd name="connsiteX9" fmla="*/ 848 w 464739"/>
                    <a:gd name="connsiteY9" fmla="*/ 848 h 464739"/>
                    <a:gd name="connsiteX10" fmla="*/ 859 w 464739"/>
                    <a:gd name="connsiteY10" fmla="*/ 607 h 464739"/>
                    <a:gd name="connsiteX11" fmla="*/ 1089 w 464739"/>
                    <a:gd name="connsiteY11" fmla="*/ 836 h 464739"/>
                    <a:gd name="connsiteX12" fmla="*/ 18597 w 464739"/>
                    <a:gd name="connsiteY12" fmla="*/ 0 h 464739"/>
                    <a:gd name="connsiteX13" fmla="*/ 334067 w 464739"/>
                    <a:gd name="connsiteY13" fmla="*/ 130672 h 464739"/>
                    <a:gd name="connsiteX14" fmla="*/ 464739 w 464739"/>
                    <a:gd name="connsiteY14" fmla="*/ 446142 h 464739"/>
                    <a:gd name="connsiteX15" fmla="*/ 463903 w 464739"/>
                    <a:gd name="connsiteY15" fmla="*/ 463652 h 464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64739" h="464739">
                      <a:moveTo>
                        <a:pt x="464132" y="463881"/>
                      </a:moveTo>
                      <a:lnTo>
                        <a:pt x="463891" y="463892"/>
                      </a:lnTo>
                      <a:lnTo>
                        <a:pt x="463880" y="464132"/>
                      </a:lnTo>
                      <a:lnTo>
                        <a:pt x="463651" y="463904"/>
                      </a:lnTo>
                      <a:lnTo>
                        <a:pt x="446142" y="464739"/>
                      </a:lnTo>
                      <a:cubicBezTo>
                        <a:pt x="331965" y="464739"/>
                        <a:pt x="217787" y="421182"/>
                        <a:pt x="130673" y="334067"/>
                      </a:cubicBezTo>
                      <a:cubicBezTo>
                        <a:pt x="43558" y="246953"/>
                        <a:pt x="1" y="132775"/>
                        <a:pt x="0" y="18597"/>
                      </a:cubicBezTo>
                      <a:lnTo>
                        <a:pt x="836" y="1089"/>
                      </a:lnTo>
                      <a:lnTo>
                        <a:pt x="607" y="859"/>
                      </a:lnTo>
                      <a:lnTo>
                        <a:pt x="848" y="848"/>
                      </a:lnTo>
                      <a:lnTo>
                        <a:pt x="859" y="607"/>
                      </a:lnTo>
                      <a:lnTo>
                        <a:pt x="1089" y="836"/>
                      </a:lnTo>
                      <a:lnTo>
                        <a:pt x="18597" y="0"/>
                      </a:lnTo>
                      <a:cubicBezTo>
                        <a:pt x="132775" y="0"/>
                        <a:pt x="246952" y="43557"/>
                        <a:pt x="334067" y="130672"/>
                      </a:cubicBezTo>
                      <a:cubicBezTo>
                        <a:pt x="421182" y="217787"/>
                        <a:pt x="464739" y="331964"/>
                        <a:pt x="464739" y="446142"/>
                      </a:cubicBezTo>
                      <a:lnTo>
                        <a:pt x="463903" y="463652"/>
                      </a:lnTo>
                      <a:close/>
                    </a:path>
                  </a:pathLst>
                </a:custGeom>
                <a:solidFill>
                  <a:schemeClr val="accent4">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grpSp>
          <p:grpSp>
            <p:nvGrpSpPr>
              <p:cNvPr id="16" name="Group 15">
                <a:extLst>
                  <a:ext uri="{FF2B5EF4-FFF2-40B4-BE49-F238E27FC236}">
                    <a16:creationId xmlns:a16="http://schemas.microsoft.com/office/drawing/2014/main" id="{C0300EB9-093C-4C32-A212-821D7AC082B4}"/>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rot="10800000" flipH="1" flipV="1">
                <a:off x="999771" y="932104"/>
                <a:ext cx="864005" cy="1032464"/>
                <a:chOff x="2207971" y="2384401"/>
                <a:chExt cx="864005" cy="1032464"/>
              </a:xfrm>
            </p:grpSpPr>
            <p:sp>
              <p:nvSpPr>
                <p:cNvPr id="17" name="Freeform: Shape 16">
                  <a:extLst>
                    <a:ext uri="{FF2B5EF4-FFF2-40B4-BE49-F238E27FC236}">
                      <a16:creationId xmlns:a16="http://schemas.microsoft.com/office/drawing/2014/main" id="{AFC97B3C-CF0E-4C93-AA39-7A677A12C50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3500000">
                  <a:off x="2207971" y="2856305"/>
                  <a:ext cx="464739" cy="464739"/>
                </a:xfrm>
                <a:custGeom>
                  <a:avLst/>
                  <a:gdLst>
                    <a:gd name="connsiteX0" fmla="*/ 464132 w 464739"/>
                    <a:gd name="connsiteY0" fmla="*/ 463881 h 464739"/>
                    <a:gd name="connsiteX1" fmla="*/ 463891 w 464739"/>
                    <a:gd name="connsiteY1" fmla="*/ 463892 h 464739"/>
                    <a:gd name="connsiteX2" fmla="*/ 463880 w 464739"/>
                    <a:gd name="connsiteY2" fmla="*/ 464132 h 464739"/>
                    <a:gd name="connsiteX3" fmla="*/ 463651 w 464739"/>
                    <a:gd name="connsiteY3" fmla="*/ 463904 h 464739"/>
                    <a:gd name="connsiteX4" fmla="*/ 446142 w 464739"/>
                    <a:gd name="connsiteY4" fmla="*/ 464739 h 464739"/>
                    <a:gd name="connsiteX5" fmla="*/ 130673 w 464739"/>
                    <a:gd name="connsiteY5" fmla="*/ 334067 h 464739"/>
                    <a:gd name="connsiteX6" fmla="*/ 0 w 464739"/>
                    <a:gd name="connsiteY6" fmla="*/ 18597 h 464739"/>
                    <a:gd name="connsiteX7" fmla="*/ 836 w 464739"/>
                    <a:gd name="connsiteY7" fmla="*/ 1089 h 464739"/>
                    <a:gd name="connsiteX8" fmla="*/ 607 w 464739"/>
                    <a:gd name="connsiteY8" fmla="*/ 859 h 464739"/>
                    <a:gd name="connsiteX9" fmla="*/ 848 w 464739"/>
                    <a:gd name="connsiteY9" fmla="*/ 848 h 464739"/>
                    <a:gd name="connsiteX10" fmla="*/ 859 w 464739"/>
                    <a:gd name="connsiteY10" fmla="*/ 607 h 464739"/>
                    <a:gd name="connsiteX11" fmla="*/ 1089 w 464739"/>
                    <a:gd name="connsiteY11" fmla="*/ 836 h 464739"/>
                    <a:gd name="connsiteX12" fmla="*/ 18597 w 464739"/>
                    <a:gd name="connsiteY12" fmla="*/ 0 h 464739"/>
                    <a:gd name="connsiteX13" fmla="*/ 334067 w 464739"/>
                    <a:gd name="connsiteY13" fmla="*/ 130672 h 464739"/>
                    <a:gd name="connsiteX14" fmla="*/ 464739 w 464739"/>
                    <a:gd name="connsiteY14" fmla="*/ 446142 h 464739"/>
                    <a:gd name="connsiteX15" fmla="*/ 463903 w 464739"/>
                    <a:gd name="connsiteY15" fmla="*/ 463652 h 464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64739" h="464739">
                      <a:moveTo>
                        <a:pt x="464132" y="463881"/>
                      </a:moveTo>
                      <a:lnTo>
                        <a:pt x="463891" y="463892"/>
                      </a:lnTo>
                      <a:lnTo>
                        <a:pt x="463880" y="464132"/>
                      </a:lnTo>
                      <a:lnTo>
                        <a:pt x="463651" y="463904"/>
                      </a:lnTo>
                      <a:lnTo>
                        <a:pt x="446142" y="464739"/>
                      </a:lnTo>
                      <a:cubicBezTo>
                        <a:pt x="331965" y="464739"/>
                        <a:pt x="217787" y="421182"/>
                        <a:pt x="130673" y="334067"/>
                      </a:cubicBezTo>
                      <a:cubicBezTo>
                        <a:pt x="43558" y="246953"/>
                        <a:pt x="1" y="132775"/>
                        <a:pt x="0" y="18597"/>
                      </a:cubicBezTo>
                      <a:lnTo>
                        <a:pt x="836" y="1089"/>
                      </a:lnTo>
                      <a:lnTo>
                        <a:pt x="607" y="859"/>
                      </a:lnTo>
                      <a:lnTo>
                        <a:pt x="848" y="848"/>
                      </a:lnTo>
                      <a:lnTo>
                        <a:pt x="859" y="607"/>
                      </a:lnTo>
                      <a:lnTo>
                        <a:pt x="1089" y="836"/>
                      </a:lnTo>
                      <a:lnTo>
                        <a:pt x="18597" y="0"/>
                      </a:lnTo>
                      <a:cubicBezTo>
                        <a:pt x="132775" y="0"/>
                        <a:pt x="246952" y="43557"/>
                        <a:pt x="334067" y="130672"/>
                      </a:cubicBezTo>
                      <a:cubicBezTo>
                        <a:pt x="421182" y="217787"/>
                        <a:pt x="464739" y="331964"/>
                        <a:pt x="464739" y="446142"/>
                      </a:cubicBezTo>
                      <a:lnTo>
                        <a:pt x="463903" y="463652"/>
                      </a:lnTo>
                      <a:close/>
                    </a:path>
                  </a:pathLst>
                </a:cu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8" name="Freeform: Shape 17">
                  <a:extLst>
                    <a:ext uri="{FF2B5EF4-FFF2-40B4-BE49-F238E27FC236}">
                      <a16:creationId xmlns:a16="http://schemas.microsoft.com/office/drawing/2014/main" id="{0943F14E-6185-4A31-8318-2088A05F5C9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2607238" y="2688467"/>
                  <a:ext cx="464738" cy="464738"/>
                </a:xfrm>
                <a:custGeom>
                  <a:avLst/>
                  <a:gdLst>
                    <a:gd name="connsiteX0" fmla="*/ 446142 w 464738"/>
                    <a:gd name="connsiteY0" fmla="*/ 464738 h 464738"/>
                    <a:gd name="connsiteX1" fmla="*/ 130673 w 464738"/>
                    <a:gd name="connsiteY1" fmla="*/ 334066 h 464738"/>
                    <a:gd name="connsiteX2" fmla="*/ 0 w 464738"/>
                    <a:gd name="connsiteY2" fmla="*/ 18596 h 464738"/>
                    <a:gd name="connsiteX3" fmla="*/ 836 w 464738"/>
                    <a:gd name="connsiteY3" fmla="*/ 1089 h 464738"/>
                    <a:gd name="connsiteX4" fmla="*/ 606 w 464738"/>
                    <a:gd name="connsiteY4" fmla="*/ 859 h 464738"/>
                    <a:gd name="connsiteX5" fmla="*/ 848 w 464738"/>
                    <a:gd name="connsiteY5" fmla="*/ 848 h 464738"/>
                    <a:gd name="connsiteX6" fmla="*/ 859 w 464738"/>
                    <a:gd name="connsiteY6" fmla="*/ 606 h 464738"/>
                    <a:gd name="connsiteX7" fmla="*/ 1089 w 464738"/>
                    <a:gd name="connsiteY7" fmla="*/ 836 h 464738"/>
                    <a:gd name="connsiteX8" fmla="*/ 18596 w 464738"/>
                    <a:gd name="connsiteY8" fmla="*/ 0 h 464738"/>
                    <a:gd name="connsiteX9" fmla="*/ 334066 w 464738"/>
                    <a:gd name="connsiteY9" fmla="*/ 130672 h 464738"/>
                    <a:gd name="connsiteX10" fmla="*/ 464738 w 464738"/>
                    <a:gd name="connsiteY10" fmla="*/ 446142 h 464738"/>
                    <a:gd name="connsiteX11" fmla="*/ 463902 w 464738"/>
                    <a:gd name="connsiteY11" fmla="*/ 463650 h 464738"/>
                    <a:gd name="connsiteX12" fmla="*/ 464132 w 464738"/>
                    <a:gd name="connsiteY12" fmla="*/ 463880 h 464738"/>
                    <a:gd name="connsiteX13" fmla="*/ 463891 w 464738"/>
                    <a:gd name="connsiteY13" fmla="*/ 463892 h 464738"/>
                    <a:gd name="connsiteX14" fmla="*/ 463879 w 464738"/>
                    <a:gd name="connsiteY14" fmla="*/ 464132 h 464738"/>
                    <a:gd name="connsiteX15" fmla="*/ 463650 w 464738"/>
                    <a:gd name="connsiteY15" fmla="*/ 463903 h 4647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64738" h="464738">
                      <a:moveTo>
                        <a:pt x="446142" y="464738"/>
                      </a:moveTo>
                      <a:cubicBezTo>
                        <a:pt x="331965" y="464738"/>
                        <a:pt x="217787" y="421181"/>
                        <a:pt x="130673" y="334066"/>
                      </a:cubicBezTo>
                      <a:cubicBezTo>
                        <a:pt x="43558" y="246952"/>
                        <a:pt x="1" y="132774"/>
                        <a:pt x="0" y="18596"/>
                      </a:cubicBezTo>
                      <a:lnTo>
                        <a:pt x="836" y="1089"/>
                      </a:lnTo>
                      <a:lnTo>
                        <a:pt x="606" y="859"/>
                      </a:lnTo>
                      <a:lnTo>
                        <a:pt x="848" y="848"/>
                      </a:lnTo>
                      <a:lnTo>
                        <a:pt x="859" y="606"/>
                      </a:lnTo>
                      <a:lnTo>
                        <a:pt x="1089" y="836"/>
                      </a:lnTo>
                      <a:lnTo>
                        <a:pt x="18596" y="0"/>
                      </a:lnTo>
                      <a:cubicBezTo>
                        <a:pt x="132774" y="0"/>
                        <a:pt x="246951" y="43557"/>
                        <a:pt x="334066" y="130672"/>
                      </a:cubicBezTo>
                      <a:cubicBezTo>
                        <a:pt x="421181" y="217787"/>
                        <a:pt x="464738" y="331964"/>
                        <a:pt x="464738" y="446142"/>
                      </a:cubicBezTo>
                      <a:lnTo>
                        <a:pt x="463902" y="463650"/>
                      </a:lnTo>
                      <a:lnTo>
                        <a:pt x="464132" y="463880"/>
                      </a:lnTo>
                      <a:lnTo>
                        <a:pt x="463891" y="463892"/>
                      </a:lnTo>
                      <a:lnTo>
                        <a:pt x="463879" y="464132"/>
                      </a:lnTo>
                      <a:lnTo>
                        <a:pt x="463650" y="463903"/>
                      </a:lnTo>
                      <a:close/>
                    </a:path>
                  </a:pathLst>
                </a:cu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nvGrpSpPr>
                <p:cNvPr id="19" name="Group 18">
                  <a:extLst>
                    <a:ext uri="{FF2B5EF4-FFF2-40B4-BE49-F238E27FC236}">
                      <a16:creationId xmlns:a16="http://schemas.microsoft.com/office/drawing/2014/main" id="{F3B56658-371E-446B-B30D-D4EA2A88A973}"/>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2440769" y="2384401"/>
                  <a:ext cx="313009" cy="1032464"/>
                  <a:chOff x="2440769" y="2384401"/>
                  <a:chExt cx="313009" cy="1032464"/>
                </a:xfrm>
              </p:grpSpPr>
              <p:cxnSp>
                <p:nvCxnSpPr>
                  <p:cNvPr id="20" name="Straight Connector 19">
                    <a:extLst>
                      <a:ext uri="{FF2B5EF4-FFF2-40B4-BE49-F238E27FC236}">
                        <a16:creationId xmlns:a16="http://schemas.microsoft.com/office/drawing/2014/main" id="{068979FB-2943-4091-A490-D9F8695DF0D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rot="10800000" flipH="1">
                    <a:off x="2440769" y="2516865"/>
                    <a:ext cx="0" cy="900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B378C39C-3FC0-4521-8336-33A86391920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rot="8100000" flipH="1">
                    <a:off x="2753778" y="2384401"/>
                    <a:ext cx="0" cy="900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grpSp>
        <p:grpSp>
          <p:nvGrpSpPr>
            <p:cNvPr id="12" name="Group 11">
              <a:extLst>
                <a:ext uri="{FF2B5EF4-FFF2-40B4-BE49-F238E27FC236}">
                  <a16:creationId xmlns:a16="http://schemas.microsoft.com/office/drawing/2014/main" id="{72C6951D-2EAF-4333-B8A8-F473DC3BDF44}"/>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1437136" y="649304"/>
              <a:ext cx="388541" cy="388541"/>
              <a:chOff x="5752675" y="5440856"/>
              <a:chExt cx="388541" cy="388541"/>
            </a:xfrm>
          </p:grpSpPr>
          <p:sp>
            <p:nvSpPr>
              <p:cNvPr id="13" name="Oval 12">
                <a:extLst>
                  <a:ext uri="{FF2B5EF4-FFF2-40B4-BE49-F238E27FC236}">
                    <a16:creationId xmlns:a16="http://schemas.microsoft.com/office/drawing/2014/main" id="{63E77698-5758-433A-9DF3-3BE43B6FBDA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5800801" y="5488982"/>
                <a:ext cx="340415" cy="340415"/>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4" name="Oval 13">
                <a:extLst>
                  <a:ext uri="{FF2B5EF4-FFF2-40B4-BE49-F238E27FC236}">
                    <a16:creationId xmlns:a16="http://schemas.microsoft.com/office/drawing/2014/main" id="{FF47FF7F-75A9-438D-8BA7-428BF76974C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52675" y="5440856"/>
                <a:ext cx="340415" cy="340415"/>
              </a:xfrm>
              <a:prstGeom prst="ellipse">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grpSp>
      <p:sp>
        <p:nvSpPr>
          <p:cNvPr id="61" name="TextBox 60">
            <a:extLst>
              <a:ext uri="{FF2B5EF4-FFF2-40B4-BE49-F238E27FC236}">
                <a16:creationId xmlns:a16="http://schemas.microsoft.com/office/drawing/2014/main" id="{DF27DA85-F987-F1D8-D192-5F2FDFB3E97F}"/>
              </a:ext>
            </a:extLst>
          </p:cNvPr>
          <p:cNvSpPr txBox="1"/>
          <p:nvPr/>
        </p:nvSpPr>
        <p:spPr>
          <a:xfrm>
            <a:off x="349836" y="2130129"/>
            <a:ext cx="11443360" cy="2554545"/>
          </a:xfrm>
          <a:prstGeom prst="rect">
            <a:avLst/>
          </a:prstGeom>
          <a:noFill/>
        </p:spPr>
        <p:txBody>
          <a:bodyPr wrap="square">
            <a:spAutoFit/>
          </a:bodyPr>
          <a:lstStyle/>
          <a:p>
            <a:pPr marL="457200" indent="-457200" algn="just">
              <a:buFont typeface="+mj-lt"/>
              <a:buAutoNum type="arabicPeriod" startAt="3"/>
            </a:pPr>
            <a:r>
              <a:rPr lang="en-US" sz="2400" b="1" dirty="0">
                <a:solidFill>
                  <a:srgbClr val="99FFCC"/>
                </a:solidFill>
                <a:effectLst>
                  <a:outerShdw blurRad="38100" dist="38100" dir="2700000" algn="tl">
                    <a:srgbClr val="000000">
                      <a:alpha val="43137"/>
                    </a:srgbClr>
                  </a:outerShdw>
                </a:effectLst>
                <a:latin typeface="Arial Nova Light" panose="020B0304020202020204" pitchFamily="34" charset="0"/>
              </a:rPr>
              <a:t>Executing -  </a:t>
            </a:r>
            <a:r>
              <a:rPr lang="en-US" sz="2400" dirty="0">
                <a:latin typeface="Arial Nova Light" panose="020B0304020202020204" pitchFamily="34" charset="0"/>
              </a:rPr>
              <a:t>In this phase, the actual work of the project is carried out.</a:t>
            </a:r>
          </a:p>
          <a:p>
            <a:pPr algn="just"/>
            <a:endParaRPr lang="en-US" sz="800" dirty="0">
              <a:latin typeface="Arial Nova Light" panose="020B0304020202020204" pitchFamily="34" charset="0"/>
            </a:endParaRPr>
          </a:p>
          <a:p>
            <a:pPr lvl="1" algn="just"/>
            <a:r>
              <a:rPr lang="en-US" sz="2400" dirty="0">
                <a:latin typeface="Arial Nova Light" panose="020B0304020202020204" pitchFamily="34" charset="0"/>
              </a:rPr>
              <a:t>The project is managed as activities are completed, resources are consumed, and milestones are reached.</a:t>
            </a:r>
          </a:p>
          <a:p>
            <a:pPr lvl="1" algn="just"/>
            <a:endParaRPr lang="en-US" sz="800" dirty="0">
              <a:latin typeface="Arial Nova Light" panose="020B0304020202020204" pitchFamily="34" charset="0"/>
            </a:endParaRPr>
          </a:p>
          <a:p>
            <a:pPr lvl="1" algn="just"/>
            <a:r>
              <a:rPr lang="en-US" sz="2400" dirty="0">
                <a:latin typeface="Arial Nova Light" panose="020B0304020202020204" pitchFamily="34" charset="0"/>
              </a:rPr>
              <a:t>Management involves what the Project Management Institute refers to as the nine management areas: project integration, scope, human resources, communications, time, risk, quality, cost, and procurement.</a:t>
            </a:r>
            <a:endParaRPr lang="en-US" sz="2200" dirty="0">
              <a:latin typeface="Arial Nova Light" panose="020B0304020202020204" pitchFamily="34" charset="0"/>
            </a:endParaRPr>
          </a:p>
        </p:txBody>
      </p:sp>
    </p:spTree>
    <p:extLst>
      <p:ext uri="{BB962C8B-B14F-4D97-AF65-F5344CB8AC3E}">
        <p14:creationId xmlns:p14="http://schemas.microsoft.com/office/powerpoint/2010/main" val="307553355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316A5661-2CFE-478C-BAC3-729F393F3C4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BC1DA2B-FE6F-1C6E-BFA0-9B15DC40309D}"/>
              </a:ext>
            </a:extLst>
          </p:cNvPr>
          <p:cNvSpPr>
            <a:spLocks noGrp="1"/>
          </p:cNvSpPr>
          <p:nvPr>
            <p:ph type="title"/>
          </p:nvPr>
        </p:nvSpPr>
        <p:spPr>
          <a:xfrm>
            <a:off x="2030244" y="697430"/>
            <a:ext cx="8564528" cy="774543"/>
          </a:xfrm>
        </p:spPr>
        <p:txBody>
          <a:bodyPr anchor="ctr">
            <a:normAutofit/>
          </a:bodyPr>
          <a:lstStyle/>
          <a:p>
            <a:r>
              <a:rPr lang="en-US" sz="4000" dirty="0">
                <a:solidFill>
                  <a:srgbClr val="FFC000"/>
                </a:solidFill>
                <a:latin typeface="Arial Rounded MT Bold" panose="020F0704030504030204" pitchFamily="34" charset="0"/>
              </a:rPr>
              <a:t>PROJECT LIFE CYCLE</a:t>
            </a:r>
          </a:p>
        </p:txBody>
      </p:sp>
      <p:grpSp>
        <p:nvGrpSpPr>
          <p:cNvPr id="10" name="Group 9">
            <a:extLst>
              <a:ext uri="{FF2B5EF4-FFF2-40B4-BE49-F238E27FC236}">
                <a16:creationId xmlns:a16="http://schemas.microsoft.com/office/drawing/2014/main" id="{FB7BE8CD-E348-464A-82CC-7EF7AA82842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999771" y="649304"/>
            <a:ext cx="913428" cy="1315264"/>
            <a:chOff x="999771" y="649304"/>
            <a:chExt cx="913428" cy="1315264"/>
          </a:xfrm>
        </p:grpSpPr>
        <p:grpSp>
          <p:nvGrpSpPr>
            <p:cNvPr id="11" name="Group 10">
              <a:extLst>
                <a:ext uri="{FF2B5EF4-FFF2-40B4-BE49-F238E27FC236}">
                  <a16:creationId xmlns:a16="http://schemas.microsoft.com/office/drawing/2014/main" id="{B8CC82D2-4C4A-4C67-8483-5199F97B37A7}"/>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999771" y="932104"/>
              <a:ext cx="913428" cy="1032464"/>
              <a:chOff x="999771" y="932104"/>
              <a:chExt cx="913428" cy="1032464"/>
            </a:xfrm>
          </p:grpSpPr>
          <p:grpSp>
            <p:nvGrpSpPr>
              <p:cNvPr id="15" name="Group 14">
                <a:extLst>
                  <a:ext uri="{FF2B5EF4-FFF2-40B4-BE49-F238E27FC236}">
                    <a16:creationId xmlns:a16="http://schemas.microsoft.com/office/drawing/2014/main" id="{70D2391D-AA33-4F5E-BD96-B42D93DED226}"/>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rot="8100000" flipV="1">
                <a:off x="1047457" y="1290386"/>
                <a:ext cx="865742" cy="628383"/>
                <a:chOff x="558167" y="958515"/>
                <a:chExt cx="865742" cy="628383"/>
              </a:xfrm>
              <a:solidFill>
                <a:schemeClr val="accent3"/>
              </a:solidFill>
            </p:grpSpPr>
            <p:sp>
              <p:nvSpPr>
                <p:cNvPr id="22" name="Freeform: Shape 21">
                  <a:extLst>
                    <a:ext uri="{FF2B5EF4-FFF2-40B4-BE49-F238E27FC236}">
                      <a16:creationId xmlns:a16="http://schemas.microsoft.com/office/drawing/2014/main" id="{BE166DCE-539D-4C74-9C9D-AC000BA2F8A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8100000" flipH="1">
                  <a:off x="558167" y="1122160"/>
                  <a:ext cx="464738" cy="464738"/>
                </a:xfrm>
                <a:custGeom>
                  <a:avLst/>
                  <a:gdLst>
                    <a:gd name="connsiteX0" fmla="*/ 446142 w 464738"/>
                    <a:gd name="connsiteY0" fmla="*/ 464738 h 464738"/>
                    <a:gd name="connsiteX1" fmla="*/ 130673 w 464738"/>
                    <a:gd name="connsiteY1" fmla="*/ 334066 h 464738"/>
                    <a:gd name="connsiteX2" fmla="*/ 0 w 464738"/>
                    <a:gd name="connsiteY2" fmla="*/ 18596 h 464738"/>
                    <a:gd name="connsiteX3" fmla="*/ 836 w 464738"/>
                    <a:gd name="connsiteY3" fmla="*/ 1089 h 464738"/>
                    <a:gd name="connsiteX4" fmla="*/ 606 w 464738"/>
                    <a:gd name="connsiteY4" fmla="*/ 859 h 464738"/>
                    <a:gd name="connsiteX5" fmla="*/ 848 w 464738"/>
                    <a:gd name="connsiteY5" fmla="*/ 848 h 464738"/>
                    <a:gd name="connsiteX6" fmla="*/ 859 w 464738"/>
                    <a:gd name="connsiteY6" fmla="*/ 606 h 464738"/>
                    <a:gd name="connsiteX7" fmla="*/ 1089 w 464738"/>
                    <a:gd name="connsiteY7" fmla="*/ 836 h 464738"/>
                    <a:gd name="connsiteX8" fmla="*/ 18596 w 464738"/>
                    <a:gd name="connsiteY8" fmla="*/ 0 h 464738"/>
                    <a:gd name="connsiteX9" fmla="*/ 334066 w 464738"/>
                    <a:gd name="connsiteY9" fmla="*/ 130672 h 464738"/>
                    <a:gd name="connsiteX10" fmla="*/ 464738 w 464738"/>
                    <a:gd name="connsiteY10" fmla="*/ 446142 h 464738"/>
                    <a:gd name="connsiteX11" fmla="*/ 463902 w 464738"/>
                    <a:gd name="connsiteY11" fmla="*/ 463650 h 464738"/>
                    <a:gd name="connsiteX12" fmla="*/ 464132 w 464738"/>
                    <a:gd name="connsiteY12" fmla="*/ 463880 h 464738"/>
                    <a:gd name="connsiteX13" fmla="*/ 463891 w 464738"/>
                    <a:gd name="connsiteY13" fmla="*/ 463892 h 464738"/>
                    <a:gd name="connsiteX14" fmla="*/ 463879 w 464738"/>
                    <a:gd name="connsiteY14" fmla="*/ 464132 h 464738"/>
                    <a:gd name="connsiteX15" fmla="*/ 463650 w 464738"/>
                    <a:gd name="connsiteY15" fmla="*/ 463903 h 4647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64738" h="464738">
                      <a:moveTo>
                        <a:pt x="446142" y="464738"/>
                      </a:moveTo>
                      <a:cubicBezTo>
                        <a:pt x="331965" y="464738"/>
                        <a:pt x="217787" y="421181"/>
                        <a:pt x="130673" y="334066"/>
                      </a:cubicBezTo>
                      <a:cubicBezTo>
                        <a:pt x="43558" y="246952"/>
                        <a:pt x="1" y="132774"/>
                        <a:pt x="0" y="18596"/>
                      </a:cubicBezTo>
                      <a:lnTo>
                        <a:pt x="836" y="1089"/>
                      </a:lnTo>
                      <a:lnTo>
                        <a:pt x="606" y="859"/>
                      </a:lnTo>
                      <a:lnTo>
                        <a:pt x="848" y="848"/>
                      </a:lnTo>
                      <a:lnTo>
                        <a:pt x="859" y="606"/>
                      </a:lnTo>
                      <a:lnTo>
                        <a:pt x="1089" y="836"/>
                      </a:lnTo>
                      <a:lnTo>
                        <a:pt x="18596" y="0"/>
                      </a:lnTo>
                      <a:cubicBezTo>
                        <a:pt x="132774" y="0"/>
                        <a:pt x="246951" y="43557"/>
                        <a:pt x="334066" y="130672"/>
                      </a:cubicBezTo>
                      <a:cubicBezTo>
                        <a:pt x="421181" y="217787"/>
                        <a:pt x="464738" y="331964"/>
                        <a:pt x="464738" y="446142"/>
                      </a:cubicBezTo>
                      <a:lnTo>
                        <a:pt x="463902" y="463650"/>
                      </a:lnTo>
                      <a:lnTo>
                        <a:pt x="464132" y="463880"/>
                      </a:lnTo>
                      <a:lnTo>
                        <a:pt x="463891" y="463892"/>
                      </a:lnTo>
                      <a:lnTo>
                        <a:pt x="463879" y="464132"/>
                      </a:lnTo>
                      <a:lnTo>
                        <a:pt x="463650" y="463903"/>
                      </a:lnTo>
                      <a:close/>
                    </a:path>
                  </a:pathLst>
                </a:custGeom>
                <a:solidFill>
                  <a:schemeClr val="accent4">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3" name="Freeform: Shape 22">
                  <a:extLst>
                    <a:ext uri="{FF2B5EF4-FFF2-40B4-BE49-F238E27FC236}">
                      <a16:creationId xmlns:a16="http://schemas.microsoft.com/office/drawing/2014/main" id="{DCC6BEB5-DA1F-4F9E-BA5D-8F892A0FB8F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flipH="1">
                  <a:off x="959170" y="958515"/>
                  <a:ext cx="464739" cy="464739"/>
                </a:xfrm>
                <a:custGeom>
                  <a:avLst/>
                  <a:gdLst>
                    <a:gd name="connsiteX0" fmla="*/ 464132 w 464739"/>
                    <a:gd name="connsiteY0" fmla="*/ 463881 h 464739"/>
                    <a:gd name="connsiteX1" fmla="*/ 463891 w 464739"/>
                    <a:gd name="connsiteY1" fmla="*/ 463892 h 464739"/>
                    <a:gd name="connsiteX2" fmla="*/ 463880 w 464739"/>
                    <a:gd name="connsiteY2" fmla="*/ 464132 h 464739"/>
                    <a:gd name="connsiteX3" fmla="*/ 463651 w 464739"/>
                    <a:gd name="connsiteY3" fmla="*/ 463904 h 464739"/>
                    <a:gd name="connsiteX4" fmla="*/ 446142 w 464739"/>
                    <a:gd name="connsiteY4" fmla="*/ 464739 h 464739"/>
                    <a:gd name="connsiteX5" fmla="*/ 130673 w 464739"/>
                    <a:gd name="connsiteY5" fmla="*/ 334067 h 464739"/>
                    <a:gd name="connsiteX6" fmla="*/ 0 w 464739"/>
                    <a:gd name="connsiteY6" fmla="*/ 18597 h 464739"/>
                    <a:gd name="connsiteX7" fmla="*/ 836 w 464739"/>
                    <a:gd name="connsiteY7" fmla="*/ 1089 h 464739"/>
                    <a:gd name="connsiteX8" fmla="*/ 607 w 464739"/>
                    <a:gd name="connsiteY8" fmla="*/ 859 h 464739"/>
                    <a:gd name="connsiteX9" fmla="*/ 848 w 464739"/>
                    <a:gd name="connsiteY9" fmla="*/ 848 h 464739"/>
                    <a:gd name="connsiteX10" fmla="*/ 859 w 464739"/>
                    <a:gd name="connsiteY10" fmla="*/ 607 h 464739"/>
                    <a:gd name="connsiteX11" fmla="*/ 1089 w 464739"/>
                    <a:gd name="connsiteY11" fmla="*/ 836 h 464739"/>
                    <a:gd name="connsiteX12" fmla="*/ 18597 w 464739"/>
                    <a:gd name="connsiteY12" fmla="*/ 0 h 464739"/>
                    <a:gd name="connsiteX13" fmla="*/ 334067 w 464739"/>
                    <a:gd name="connsiteY13" fmla="*/ 130672 h 464739"/>
                    <a:gd name="connsiteX14" fmla="*/ 464739 w 464739"/>
                    <a:gd name="connsiteY14" fmla="*/ 446142 h 464739"/>
                    <a:gd name="connsiteX15" fmla="*/ 463903 w 464739"/>
                    <a:gd name="connsiteY15" fmla="*/ 463652 h 464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64739" h="464739">
                      <a:moveTo>
                        <a:pt x="464132" y="463881"/>
                      </a:moveTo>
                      <a:lnTo>
                        <a:pt x="463891" y="463892"/>
                      </a:lnTo>
                      <a:lnTo>
                        <a:pt x="463880" y="464132"/>
                      </a:lnTo>
                      <a:lnTo>
                        <a:pt x="463651" y="463904"/>
                      </a:lnTo>
                      <a:lnTo>
                        <a:pt x="446142" y="464739"/>
                      </a:lnTo>
                      <a:cubicBezTo>
                        <a:pt x="331965" y="464739"/>
                        <a:pt x="217787" y="421182"/>
                        <a:pt x="130673" y="334067"/>
                      </a:cubicBezTo>
                      <a:cubicBezTo>
                        <a:pt x="43558" y="246953"/>
                        <a:pt x="1" y="132775"/>
                        <a:pt x="0" y="18597"/>
                      </a:cubicBezTo>
                      <a:lnTo>
                        <a:pt x="836" y="1089"/>
                      </a:lnTo>
                      <a:lnTo>
                        <a:pt x="607" y="859"/>
                      </a:lnTo>
                      <a:lnTo>
                        <a:pt x="848" y="848"/>
                      </a:lnTo>
                      <a:lnTo>
                        <a:pt x="859" y="607"/>
                      </a:lnTo>
                      <a:lnTo>
                        <a:pt x="1089" y="836"/>
                      </a:lnTo>
                      <a:lnTo>
                        <a:pt x="18597" y="0"/>
                      </a:lnTo>
                      <a:cubicBezTo>
                        <a:pt x="132775" y="0"/>
                        <a:pt x="246952" y="43557"/>
                        <a:pt x="334067" y="130672"/>
                      </a:cubicBezTo>
                      <a:cubicBezTo>
                        <a:pt x="421182" y="217787"/>
                        <a:pt x="464739" y="331964"/>
                        <a:pt x="464739" y="446142"/>
                      </a:cubicBezTo>
                      <a:lnTo>
                        <a:pt x="463903" y="463652"/>
                      </a:lnTo>
                      <a:close/>
                    </a:path>
                  </a:pathLst>
                </a:custGeom>
                <a:solidFill>
                  <a:schemeClr val="accent4">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grpSp>
          <p:grpSp>
            <p:nvGrpSpPr>
              <p:cNvPr id="16" name="Group 15">
                <a:extLst>
                  <a:ext uri="{FF2B5EF4-FFF2-40B4-BE49-F238E27FC236}">
                    <a16:creationId xmlns:a16="http://schemas.microsoft.com/office/drawing/2014/main" id="{C0300EB9-093C-4C32-A212-821D7AC082B4}"/>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rot="10800000" flipH="1" flipV="1">
                <a:off x="999771" y="932104"/>
                <a:ext cx="864005" cy="1032464"/>
                <a:chOff x="2207971" y="2384401"/>
                <a:chExt cx="864005" cy="1032464"/>
              </a:xfrm>
            </p:grpSpPr>
            <p:sp>
              <p:nvSpPr>
                <p:cNvPr id="17" name="Freeform: Shape 16">
                  <a:extLst>
                    <a:ext uri="{FF2B5EF4-FFF2-40B4-BE49-F238E27FC236}">
                      <a16:creationId xmlns:a16="http://schemas.microsoft.com/office/drawing/2014/main" id="{AFC97B3C-CF0E-4C93-AA39-7A677A12C50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3500000">
                  <a:off x="2207971" y="2856305"/>
                  <a:ext cx="464739" cy="464739"/>
                </a:xfrm>
                <a:custGeom>
                  <a:avLst/>
                  <a:gdLst>
                    <a:gd name="connsiteX0" fmla="*/ 464132 w 464739"/>
                    <a:gd name="connsiteY0" fmla="*/ 463881 h 464739"/>
                    <a:gd name="connsiteX1" fmla="*/ 463891 w 464739"/>
                    <a:gd name="connsiteY1" fmla="*/ 463892 h 464739"/>
                    <a:gd name="connsiteX2" fmla="*/ 463880 w 464739"/>
                    <a:gd name="connsiteY2" fmla="*/ 464132 h 464739"/>
                    <a:gd name="connsiteX3" fmla="*/ 463651 w 464739"/>
                    <a:gd name="connsiteY3" fmla="*/ 463904 h 464739"/>
                    <a:gd name="connsiteX4" fmla="*/ 446142 w 464739"/>
                    <a:gd name="connsiteY4" fmla="*/ 464739 h 464739"/>
                    <a:gd name="connsiteX5" fmla="*/ 130673 w 464739"/>
                    <a:gd name="connsiteY5" fmla="*/ 334067 h 464739"/>
                    <a:gd name="connsiteX6" fmla="*/ 0 w 464739"/>
                    <a:gd name="connsiteY6" fmla="*/ 18597 h 464739"/>
                    <a:gd name="connsiteX7" fmla="*/ 836 w 464739"/>
                    <a:gd name="connsiteY7" fmla="*/ 1089 h 464739"/>
                    <a:gd name="connsiteX8" fmla="*/ 607 w 464739"/>
                    <a:gd name="connsiteY8" fmla="*/ 859 h 464739"/>
                    <a:gd name="connsiteX9" fmla="*/ 848 w 464739"/>
                    <a:gd name="connsiteY9" fmla="*/ 848 h 464739"/>
                    <a:gd name="connsiteX10" fmla="*/ 859 w 464739"/>
                    <a:gd name="connsiteY10" fmla="*/ 607 h 464739"/>
                    <a:gd name="connsiteX11" fmla="*/ 1089 w 464739"/>
                    <a:gd name="connsiteY11" fmla="*/ 836 h 464739"/>
                    <a:gd name="connsiteX12" fmla="*/ 18597 w 464739"/>
                    <a:gd name="connsiteY12" fmla="*/ 0 h 464739"/>
                    <a:gd name="connsiteX13" fmla="*/ 334067 w 464739"/>
                    <a:gd name="connsiteY13" fmla="*/ 130672 h 464739"/>
                    <a:gd name="connsiteX14" fmla="*/ 464739 w 464739"/>
                    <a:gd name="connsiteY14" fmla="*/ 446142 h 464739"/>
                    <a:gd name="connsiteX15" fmla="*/ 463903 w 464739"/>
                    <a:gd name="connsiteY15" fmla="*/ 463652 h 464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64739" h="464739">
                      <a:moveTo>
                        <a:pt x="464132" y="463881"/>
                      </a:moveTo>
                      <a:lnTo>
                        <a:pt x="463891" y="463892"/>
                      </a:lnTo>
                      <a:lnTo>
                        <a:pt x="463880" y="464132"/>
                      </a:lnTo>
                      <a:lnTo>
                        <a:pt x="463651" y="463904"/>
                      </a:lnTo>
                      <a:lnTo>
                        <a:pt x="446142" y="464739"/>
                      </a:lnTo>
                      <a:cubicBezTo>
                        <a:pt x="331965" y="464739"/>
                        <a:pt x="217787" y="421182"/>
                        <a:pt x="130673" y="334067"/>
                      </a:cubicBezTo>
                      <a:cubicBezTo>
                        <a:pt x="43558" y="246953"/>
                        <a:pt x="1" y="132775"/>
                        <a:pt x="0" y="18597"/>
                      </a:cubicBezTo>
                      <a:lnTo>
                        <a:pt x="836" y="1089"/>
                      </a:lnTo>
                      <a:lnTo>
                        <a:pt x="607" y="859"/>
                      </a:lnTo>
                      <a:lnTo>
                        <a:pt x="848" y="848"/>
                      </a:lnTo>
                      <a:lnTo>
                        <a:pt x="859" y="607"/>
                      </a:lnTo>
                      <a:lnTo>
                        <a:pt x="1089" y="836"/>
                      </a:lnTo>
                      <a:lnTo>
                        <a:pt x="18597" y="0"/>
                      </a:lnTo>
                      <a:cubicBezTo>
                        <a:pt x="132775" y="0"/>
                        <a:pt x="246952" y="43557"/>
                        <a:pt x="334067" y="130672"/>
                      </a:cubicBezTo>
                      <a:cubicBezTo>
                        <a:pt x="421182" y="217787"/>
                        <a:pt x="464739" y="331964"/>
                        <a:pt x="464739" y="446142"/>
                      </a:cubicBezTo>
                      <a:lnTo>
                        <a:pt x="463903" y="463652"/>
                      </a:lnTo>
                      <a:close/>
                    </a:path>
                  </a:pathLst>
                </a:cu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8" name="Freeform: Shape 17">
                  <a:extLst>
                    <a:ext uri="{FF2B5EF4-FFF2-40B4-BE49-F238E27FC236}">
                      <a16:creationId xmlns:a16="http://schemas.microsoft.com/office/drawing/2014/main" id="{0943F14E-6185-4A31-8318-2088A05F5C9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2607238" y="2688467"/>
                  <a:ext cx="464738" cy="464738"/>
                </a:xfrm>
                <a:custGeom>
                  <a:avLst/>
                  <a:gdLst>
                    <a:gd name="connsiteX0" fmla="*/ 446142 w 464738"/>
                    <a:gd name="connsiteY0" fmla="*/ 464738 h 464738"/>
                    <a:gd name="connsiteX1" fmla="*/ 130673 w 464738"/>
                    <a:gd name="connsiteY1" fmla="*/ 334066 h 464738"/>
                    <a:gd name="connsiteX2" fmla="*/ 0 w 464738"/>
                    <a:gd name="connsiteY2" fmla="*/ 18596 h 464738"/>
                    <a:gd name="connsiteX3" fmla="*/ 836 w 464738"/>
                    <a:gd name="connsiteY3" fmla="*/ 1089 h 464738"/>
                    <a:gd name="connsiteX4" fmla="*/ 606 w 464738"/>
                    <a:gd name="connsiteY4" fmla="*/ 859 h 464738"/>
                    <a:gd name="connsiteX5" fmla="*/ 848 w 464738"/>
                    <a:gd name="connsiteY5" fmla="*/ 848 h 464738"/>
                    <a:gd name="connsiteX6" fmla="*/ 859 w 464738"/>
                    <a:gd name="connsiteY6" fmla="*/ 606 h 464738"/>
                    <a:gd name="connsiteX7" fmla="*/ 1089 w 464738"/>
                    <a:gd name="connsiteY7" fmla="*/ 836 h 464738"/>
                    <a:gd name="connsiteX8" fmla="*/ 18596 w 464738"/>
                    <a:gd name="connsiteY8" fmla="*/ 0 h 464738"/>
                    <a:gd name="connsiteX9" fmla="*/ 334066 w 464738"/>
                    <a:gd name="connsiteY9" fmla="*/ 130672 h 464738"/>
                    <a:gd name="connsiteX10" fmla="*/ 464738 w 464738"/>
                    <a:gd name="connsiteY10" fmla="*/ 446142 h 464738"/>
                    <a:gd name="connsiteX11" fmla="*/ 463902 w 464738"/>
                    <a:gd name="connsiteY11" fmla="*/ 463650 h 464738"/>
                    <a:gd name="connsiteX12" fmla="*/ 464132 w 464738"/>
                    <a:gd name="connsiteY12" fmla="*/ 463880 h 464738"/>
                    <a:gd name="connsiteX13" fmla="*/ 463891 w 464738"/>
                    <a:gd name="connsiteY13" fmla="*/ 463892 h 464738"/>
                    <a:gd name="connsiteX14" fmla="*/ 463879 w 464738"/>
                    <a:gd name="connsiteY14" fmla="*/ 464132 h 464738"/>
                    <a:gd name="connsiteX15" fmla="*/ 463650 w 464738"/>
                    <a:gd name="connsiteY15" fmla="*/ 463903 h 4647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64738" h="464738">
                      <a:moveTo>
                        <a:pt x="446142" y="464738"/>
                      </a:moveTo>
                      <a:cubicBezTo>
                        <a:pt x="331965" y="464738"/>
                        <a:pt x="217787" y="421181"/>
                        <a:pt x="130673" y="334066"/>
                      </a:cubicBezTo>
                      <a:cubicBezTo>
                        <a:pt x="43558" y="246952"/>
                        <a:pt x="1" y="132774"/>
                        <a:pt x="0" y="18596"/>
                      </a:cubicBezTo>
                      <a:lnTo>
                        <a:pt x="836" y="1089"/>
                      </a:lnTo>
                      <a:lnTo>
                        <a:pt x="606" y="859"/>
                      </a:lnTo>
                      <a:lnTo>
                        <a:pt x="848" y="848"/>
                      </a:lnTo>
                      <a:lnTo>
                        <a:pt x="859" y="606"/>
                      </a:lnTo>
                      <a:lnTo>
                        <a:pt x="1089" y="836"/>
                      </a:lnTo>
                      <a:lnTo>
                        <a:pt x="18596" y="0"/>
                      </a:lnTo>
                      <a:cubicBezTo>
                        <a:pt x="132774" y="0"/>
                        <a:pt x="246951" y="43557"/>
                        <a:pt x="334066" y="130672"/>
                      </a:cubicBezTo>
                      <a:cubicBezTo>
                        <a:pt x="421181" y="217787"/>
                        <a:pt x="464738" y="331964"/>
                        <a:pt x="464738" y="446142"/>
                      </a:cubicBezTo>
                      <a:lnTo>
                        <a:pt x="463902" y="463650"/>
                      </a:lnTo>
                      <a:lnTo>
                        <a:pt x="464132" y="463880"/>
                      </a:lnTo>
                      <a:lnTo>
                        <a:pt x="463891" y="463892"/>
                      </a:lnTo>
                      <a:lnTo>
                        <a:pt x="463879" y="464132"/>
                      </a:lnTo>
                      <a:lnTo>
                        <a:pt x="463650" y="463903"/>
                      </a:lnTo>
                      <a:close/>
                    </a:path>
                  </a:pathLst>
                </a:cu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nvGrpSpPr>
                <p:cNvPr id="19" name="Group 18">
                  <a:extLst>
                    <a:ext uri="{FF2B5EF4-FFF2-40B4-BE49-F238E27FC236}">
                      <a16:creationId xmlns:a16="http://schemas.microsoft.com/office/drawing/2014/main" id="{F3B56658-371E-446B-B30D-D4EA2A88A973}"/>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2440769" y="2384401"/>
                  <a:ext cx="313009" cy="1032464"/>
                  <a:chOff x="2440769" y="2384401"/>
                  <a:chExt cx="313009" cy="1032464"/>
                </a:xfrm>
              </p:grpSpPr>
              <p:cxnSp>
                <p:nvCxnSpPr>
                  <p:cNvPr id="20" name="Straight Connector 19">
                    <a:extLst>
                      <a:ext uri="{FF2B5EF4-FFF2-40B4-BE49-F238E27FC236}">
                        <a16:creationId xmlns:a16="http://schemas.microsoft.com/office/drawing/2014/main" id="{068979FB-2943-4091-A490-D9F8695DF0D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rot="10800000" flipH="1">
                    <a:off x="2440769" y="2516865"/>
                    <a:ext cx="0" cy="900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B378C39C-3FC0-4521-8336-33A86391920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rot="8100000" flipH="1">
                    <a:off x="2753778" y="2384401"/>
                    <a:ext cx="0" cy="900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grpSp>
        <p:grpSp>
          <p:nvGrpSpPr>
            <p:cNvPr id="12" name="Group 11">
              <a:extLst>
                <a:ext uri="{FF2B5EF4-FFF2-40B4-BE49-F238E27FC236}">
                  <a16:creationId xmlns:a16="http://schemas.microsoft.com/office/drawing/2014/main" id="{72C6951D-2EAF-4333-B8A8-F473DC3BDF44}"/>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1437136" y="649304"/>
              <a:ext cx="388541" cy="388541"/>
              <a:chOff x="5752675" y="5440856"/>
              <a:chExt cx="388541" cy="388541"/>
            </a:xfrm>
          </p:grpSpPr>
          <p:sp>
            <p:nvSpPr>
              <p:cNvPr id="13" name="Oval 12">
                <a:extLst>
                  <a:ext uri="{FF2B5EF4-FFF2-40B4-BE49-F238E27FC236}">
                    <a16:creationId xmlns:a16="http://schemas.microsoft.com/office/drawing/2014/main" id="{63E77698-5758-433A-9DF3-3BE43B6FBDA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5800801" y="5488982"/>
                <a:ext cx="340415" cy="340415"/>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4" name="Oval 13">
                <a:extLst>
                  <a:ext uri="{FF2B5EF4-FFF2-40B4-BE49-F238E27FC236}">
                    <a16:creationId xmlns:a16="http://schemas.microsoft.com/office/drawing/2014/main" id="{FF47FF7F-75A9-438D-8BA7-428BF76974C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52675" y="5440856"/>
                <a:ext cx="340415" cy="340415"/>
              </a:xfrm>
              <a:prstGeom prst="ellipse">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grpSp>
      <p:sp>
        <p:nvSpPr>
          <p:cNvPr id="61" name="TextBox 60">
            <a:extLst>
              <a:ext uri="{FF2B5EF4-FFF2-40B4-BE49-F238E27FC236}">
                <a16:creationId xmlns:a16="http://schemas.microsoft.com/office/drawing/2014/main" id="{DF27DA85-F987-F1D8-D192-5F2FDFB3E97F}"/>
              </a:ext>
            </a:extLst>
          </p:cNvPr>
          <p:cNvSpPr txBox="1"/>
          <p:nvPr/>
        </p:nvSpPr>
        <p:spPr>
          <a:xfrm>
            <a:off x="349836" y="2130129"/>
            <a:ext cx="11443360" cy="4031873"/>
          </a:xfrm>
          <a:prstGeom prst="rect">
            <a:avLst/>
          </a:prstGeom>
          <a:noFill/>
        </p:spPr>
        <p:txBody>
          <a:bodyPr wrap="square">
            <a:spAutoFit/>
          </a:bodyPr>
          <a:lstStyle/>
          <a:p>
            <a:pPr marL="457200" indent="-457200" algn="just">
              <a:buFont typeface="+mj-lt"/>
              <a:buAutoNum type="arabicPeriod" startAt="4"/>
            </a:pPr>
            <a:r>
              <a:rPr lang="en-US" sz="2400" b="1" dirty="0">
                <a:solidFill>
                  <a:srgbClr val="CCCCFF"/>
                </a:solidFill>
                <a:effectLst>
                  <a:outerShdw blurRad="38100" dist="38100" dir="2700000" algn="tl">
                    <a:srgbClr val="000000">
                      <a:alpha val="43137"/>
                    </a:srgbClr>
                  </a:outerShdw>
                </a:effectLst>
                <a:latin typeface="Arial Nova Light" panose="020B0304020202020204" pitchFamily="34" charset="0"/>
              </a:rPr>
              <a:t>Monitoring and Controlling - </a:t>
            </a:r>
            <a:r>
              <a:rPr lang="en-US" sz="2400" dirty="0">
                <a:latin typeface="Arial Nova Light" panose="020B0304020202020204" pitchFamily="34" charset="0"/>
              </a:rPr>
              <a:t>This phase occurs at the same time as project execution.</a:t>
            </a:r>
          </a:p>
          <a:p>
            <a:pPr lvl="1" algn="just"/>
            <a:endParaRPr lang="en-US" sz="800" dirty="0">
              <a:latin typeface="Arial Nova Light" panose="020B0304020202020204" pitchFamily="34" charset="0"/>
            </a:endParaRPr>
          </a:p>
          <a:p>
            <a:pPr lvl="1" algn="just"/>
            <a:r>
              <a:rPr lang="en-US" sz="2400" dirty="0">
                <a:latin typeface="Arial Nova Light" panose="020B0304020202020204" pitchFamily="34" charset="0"/>
              </a:rPr>
              <a:t>It involves comparing actual progress with planned progress and undertakes corrective action if needed, as well as monitoring any corrective action to make sure it achieves the desired effect.</a:t>
            </a:r>
          </a:p>
          <a:p>
            <a:pPr marL="457200" indent="-457200" algn="just">
              <a:buFont typeface="+mj-lt"/>
              <a:buAutoNum type="arabicPeriod" startAt="4"/>
            </a:pPr>
            <a:endParaRPr lang="en-US" sz="2400" dirty="0">
              <a:latin typeface="Arial Nova Light" panose="020B0304020202020204" pitchFamily="34" charset="0"/>
            </a:endParaRPr>
          </a:p>
          <a:p>
            <a:pPr marL="457200" indent="-457200" algn="just">
              <a:buFont typeface="+mj-lt"/>
              <a:buAutoNum type="arabicPeriod" startAt="4"/>
            </a:pPr>
            <a:r>
              <a:rPr lang="en-US" sz="2400" b="1" dirty="0">
                <a:solidFill>
                  <a:srgbClr val="CCFFCC"/>
                </a:solidFill>
                <a:effectLst>
                  <a:outerShdw blurRad="38100" dist="38100" dir="2700000" algn="tl">
                    <a:srgbClr val="000000">
                      <a:alpha val="43137"/>
                    </a:srgbClr>
                  </a:outerShdw>
                </a:effectLst>
                <a:latin typeface="Arial Nova Light" panose="020B0304020202020204" pitchFamily="34" charset="0"/>
              </a:rPr>
              <a:t>Closing -  </a:t>
            </a:r>
            <a:r>
              <a:rPr lang="en-US" sz="2400" dirty="0">
                <a:latin typeface="Arial Nova Light" panose="020B0304020202020204" pitchFamily="34" charset="0"/>
              </a:rPr>
              <a:t>This phase ends the project.</a:t>
            </a:r>
          </a:p>
          <a:p>
            <a:pPr lvl="1" algn="just"/>
            <a:endParaRPr lang="en-US" sz="800" dirty="0">
              <a:latin typeface="Arial Nova Light" panose="020B0304020202020204" pitchFamily="34" charset="0"/>
            </a:endParaRPr>
          </a:p>
          <a:p>
            <a:pPr lvl="1" algn="just"/>
            <a:r>
              <a:rPr lang="en-US" sz="2400" dirty="0">
                <a:latin typeface="Arial Nova Light" panose="020B0304020202020204" pitchFamily="34" charset="0"/>
              </a:rPr>
              <a:t>It involves handing off the project deliverables (assuming the project hasn’t been canceled), obtaining customer acceptance, documenting lessons learned and releasing resources.</a:t>
            </a:r>
            <a:endParaRPr lang="en-US" sz="2200" dirty="0">
              <a:latin typeface="Arial Nova Light" panose="020B0304020202020204" pitchFamily="34" charset="0"/>
            </a:endParaRPr>
          </a:p>
        </p:txBody>
      </p:sp>
    </p:spTree>
    <p:extLst>
      <p:ext uri="{BB962C8B-B14F-4D97-AF65-F5344CB8AC3E}">
        <p14:creationId xmlns:p14="http://schemas.microsoft.com/office/powerpoint/2010/main" val="48821026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316A5661-2CFE-478C-BAC3-729F393F3C4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BC1DA2B-FE6F-1C6E-BFA0-9B15DC40309D}"/>
              </a:ext>
            </a:extLst>
          </p:cNvPr>
          <p:cNvSpPr>
            <a:spLocks noGrp="1"/>
          </p:cNvSpPr>
          <p:nvPr>
            <p:ph type="title"/>
          </p:nvPr>
        </p:nvSpPr>
        <p:spPr>
          <a:xfrm>
            <a:off x="2030244" y="697430"/>
            <a:ext cx="8564528" cy="774543"/>
          </a:xfrm>
        </p:spPr>
        <p:txBody>
          <a:bodyPr anchor="ctr">
            <a:normAutofit fontScale="90000"/>
          </a:bodyPr>
          <a:lstStyle/>
          <a:p>
            <a:r>
              <a:rPr lang="en-US" sz="4000" dirty="0">
                <a:solidFill>
                  <a:srgbClr val="CCFF99"/>
                </a:solidFill>
                <a:latin typeface="Arial Rounded MT Bold" panose="020F0704030504030204" pitchFamily="34" charset="0"/>
              </a:rPr>
              <a:t>Key Decisions in Project Management</a:t>
            </a:r>
          </a:p>
        </p:txBody>
      </p:sp>
      <p:grpSp>
        <p:nvGrpSpPr>
          <p:cNvPr id="10" name="Group 9">
            <a:extLst>
              <a:ext uri="{FF2B5EF4-FFF2-40B4-BE49-F238E27FC236}">
                <a16:creationId xmlns:a16="http://schemas.microsoft.com/office/drawing/2014/main" id="{FB7BE8CD-E348-464A-82CC-7EF7AA82842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999771" y="649304"/>
            <a:ext cx="913428" cy="1315264"/>
            <a:chOff x="999771" y="649304"/>
            <a:chExt cx="913428" cy="1315264"/>
          </a:xfrm>
        </p:grpSpPr>
        <p:grpSp>
          <p:nvGrpSpPr>
            <p:cNvPr id="11" name="Group 10">
              <a:extLst>
                <a:ext uri="{FF2B5EF4-FFF2-40B4-BE49-F238E27FC236}">
                  <a16:creationId xmlns:a16="http://schemas.microsoft.com/office/drawing/2014/main" id="{B8CC82D2-4C4A-4C67-8483-5199F97B37A7}"/>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999771" y="932104"/>
              <a:ext cx="913428" cy="1032464"/>
              <a:chOff x="999771" y="932104"/>
              <a:chExt cx="913428" cy="1032464"/>
            </a:xfrm>
          </p:grpSpPr>
          <p:grpSp>
            <p:nvGrpSpPr>
              <p:cNvPr id="15" name="Group 14">
                <a:extLst>
                  <a:ext uri="{FF2B5EF4-FFF2-40B4-BE49-F238E27FC236}">
                    <a16:creationId xmlns:a16="http://schemas.microsoft.com/office/drawing/2014/main" id="{70D2391D-AA33-4F5E-BD96-B42D93DED226}"/>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rot="8100000" flipV="1">
                <a:off x="1047457" y="1290386"/>
                <a:ext cx="865742" cy="628383"/>
                <a:chOff x="558167" y="958515"/>
                <a:chExt cx="865742" cy="628383"/>
              </a:xfrm>
              <a:solidFill>
                <a:schemeClr val="accent3"/>
              </a:solidFill>
            </p:grpSpPr>
            <p:sp>
              <p:nvSpPr>
                <p:cNvPr id="22" name="Freeform: Shape 21">
                  <a:extLst>
                    <a:ext uri="{FF2B5EF4-FFF2-40B4-BE49-F238E27FC236}">
                      <a16:creationId xmlns:a16="http://schemas.microsoft.com/office/drawing/2014/main" id="{BE166DCE-539D-4C74-9C9D-AC000BA2F8A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8100000" flipH="1">
                  <a:off x="558167" y="1122160"/>
                  <a:ext cx="464738" cy="464738"/>
                </a:xfrm>
                <a:custGeom>
                  <a:avLst/>
                  <a:gdLst>
                    <a:gd name="connsiteX0" fmla="*/ 446142 w 464738"/>
                    <a:gd name="connsiteY0" fmla="*/ 464738 h 464738"/>
                    <a:gd name="connsiteX1" fmla="*/ 130673 w 464738"/>
                    <a:gd name="connsiteY1" fmla="*/ 334066 h 464738"/>
                    <a:gd name="connsiteX2" fmla="*/ 0 w 464738"/>
                    <a:gd name="connsiteY2" fmla="*/ 18596 h 464738"/>
                    <a:gd name="connsiteX3" fmla="*/ 836 w 464738"/>
                    <a:gd name="connsiteY3" fmla="*/ 1089 h 464738"/>
                    <a:gd name="connsiteX4" fmla="*/ 606 w 464738"/>
                    <a:gd name="connsiteY4" fmla="*/ 859 h 464738"/>
                    <a:gd name="connsiteX5" fmla="*/ 848 w 464738"/>
                    <a:gd name="connsiteY5" fmla="*/ 848 h 464738"/>
                    <a:gd name="connsiteX6" fmla="*/ 859 w 464738"/>
                    <a:gd name="connsiteY6" fmla="*/ 606 h 464738"/>
                    <a:gd name="connsiteX7" fmla="*/ 1089 w 464738"/>
                    <a:gd name="connsiteY7" fmla="*/ 836 h 464738"/>
                    <a:gd name="connsiteX8" fmla="*/ 18596 w 464738"/>
                    <a:gd name="connsiteY8" fmla="*/ 0 h 464738"/>
                    <a:gd name="connsiteX9" fmla="*/ 334066 w 464738"/>
                    <a:gd name="connsiteY9" fmla="*/ 130672 h 464738"/>
                    <a:gd name="connsiteX10" fmla="*/ 464738 w 464738"/>
                    <a:gd name="connsiteY10" fmla="*/ 446142 h 464738"/>
                    <a:gd name="connsiteX11" fmla="*/ 463902 w 464738"/>
                    <a:gd name="connsiteY11" fmla="*/ 463650 h 464738"/>
                    <a:gd name="connsiteX12" fmla="*/ 464132 w 464738"/>
                    <a:gd name="connsiteY12" fmla="*/ 463880 h 464738"/>
                    <a:gd name="connsiteX13" fmla="*/ 463891 w 464738"/>
                    <a:gd name="connsiteY13" fmla="*/ 463892 h 464738"/>
                    <a:gd name="connsiteX14" fmla="*/ 463879 w 464738"/>
                    <a:gd name="connsiteY14" fmla="*/ 464132 h 464738"/>
                    <a:gd name="connsiteX15" fmla="*/ 463650 w 464738"/>
                    <a:gd name="connsiteY15" fmla="*/ 463903 h 4647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64738" h="464738">
                      <a:moveTo>
                        <a:pt x="446142" y="464738"/>
                      </a:moveTo>
                      <a:cubicBezTo>
                        <a:pt x="331965" y="464738"/>
                        <a:pt x="217787" y="421181"/>
                        <a:pt x="130673" y="334066"/>
                      </a:cubicBezTo>
                      <a:cubicBezTo>
                        <a:pt x="43558" y="246952"/>
                        <a:pt x="1" y="132774"/>
                        <a:pt x="0" y="18596"/>
                      </a:cubicBezTo>
                      <a:lnTo>
                        <a:pt x="836" y="1089"/>
                      </a:lnTo>
                      <a:lnTo>
                        <a:pt x="606" y="859"/>
                      </a:lnTo>
                      <a:lnTo>
                        <a:pt x="848" y="848"/>
                      </a:lnTo>
                      <a:lnTo>
                        <a:pt x="859" y="606"/>
                      </a:lnTo>
                      <a:lnTo>
                        <a:pt x="1089" y="836"/>
                      </a:lnTo>
                      <a:lnTo>
                        <a:pt x="18596" y="0"/>
                      </a:lnTo>
                      <a:cubicBezTo>
                        <a:pt x="132774" y="0"/>
                        <a:pt x="246951" y="43557"/>
                        <a:pt x="334066" y="130672"/>
                      </a:cubicBezTo>
                      <a:cubicBezTo>
                        <a:pt x="421181" y="217787"/>
                        <a:pt x="464738" y="331964"/>
                        <a:pt x="464738" y="446142"/>
                      </a:cubicBezTo>
                      <a:lnTo>
                        <a:pt x="463902" y="463650"/>
                      </a:lnTo>
                      <a:lnTo>
                        <a:pt x="464132" y="463880"/>
                      </a:lnTo>
                      <a:lnTo>
                        <a:pt x="463891" y="463892"/>
                      </a:lnTo>
                      <a:lnTo>
                        <a:pt x="463879" y="464132"/>
                      </a:lnTo>
                      <a:lnTo>
                        <a:pt x="463650" y="463903"/>
                      </a:lnTo>
                      <a:close/>
                    </a:path>
                  </a:pathLst>
                </a:custGeom>
                <a:solidFill>
                  <a:schemeClr val="accent4">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3" name="Freeform: Shape 22">
                  <a:extLst>
                    <a:ext uri="{FF2B5EF4-FFF2-40B4-BE49-F238E27FC236}">
                      <a16:creationId xmlns:a16="http://schemas.microsoft.com/office/drawing/2014/main" id="{DCC6BEB5-DA1F-4F9E-BA5D-8F892A0FB8F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flipH="1">
                  <a:off x="959170" y="958515"/>
                  <a:ext cx="464739" cy="464739"/>
                </a:xfrm>
                <a:custGeom>
                  <a:avLst/>
                  <a:gdLst>
                    <a:gd name="connsiteX0" fmla="*/ 464132 w 464739"/>
                    <a:gd name="connsiteY0" fmla="*/ 463881 h 464739"/>
                    <a:gd name="connsiteX1" fmla="*/ 463891 w 464739"/>
                    <a:gd name="connsiteY1" fmla="*/ 463892 h 464739"/>
                    <a:gd name="connsiteX2" fmla="*/ 463880 w 464739"/>
                    <a:gd name="connsiteY2" fmla="*/ 464132 h 464739"/>
                    <a:gd name="connsiteX3" fmla="*/ 463651 w 464739"/>
                    <a:gd name="connsiteY3" fmla="*/ 463904 h 464739"/>
                    <a:gd name="connsiteX4" fmla="*/ 446142 w 464739"/>
                    <a:gd name="connsiteY4" fmla="*/ 464739 h 464739"/>
                    <a:gd name="connsiteX5" fmla="*/ 130673 w 464739"/>
                    <a:gd name="connsiteY5" fmla="*/ 334067 h 464739"/>
                    <a:gd name="connsiteX6" fmla="*/ 0 w 464739"/>
                    <a:gd name="connsiteY6" fmla="*/ 18597 h 464739"/>
                    <a:gd name="connsiteX7" fmla="*/ 836 w 464739"/>
                    <a:gd name="connsiteY7" fmla="*/ 1089 h 464739"/>
                    <a:gd name="connsiteX8" fmla="*/ 607 w 464739"/>
                    <a:gd name="connsiteY8" fmla="*/ 859 h 464739"/>
                    <a:gd name="connsiteX9" fmla="*/ 848 w 464739"/>
                    <a:gd name="connsiteY9" fmla="*/ 848 h 464739"/>
                    <a:gd name="connsiteX10" fmla="*/ 859 w 464739"/>
                    <a:gd name="connsiteY10" fmla="*/ 607 h 464739"/>
                    <a:gd name="connsiteX11" fmla="*/ 1089 w 464739"/>
                    <a:gd name="connsiteY11" fmla="*/ 836 h 464739"/>
                    <a:gd name="connsiteX12" fmla="*/ 18597 w 464739"/>
                    <a:gd name="connsiteY12" fmla="*/ 0 h 464739"/>
                    <a:gd name="connsiteX13" fmla="*/ 334067 w 464739"/>
                    <a:gd name="connsiteY13" fmla="*/ 130672 h 464739"/>
                    <a:gd name="connsiteX14" fmla="*/ 464739 w 464739"/>
                    <a:gd name="connsiteY14" fmla="*/ 446142 h 464739"/>
                    <a:gd name="connsiteX15" fmla="*/ 463903 w 464739"/>
                    <a:gd name="connsiteY15" fmla="*/ 463652 h 464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64739" h="464739">
                      <a:moveTo>
                        <a:pt x="464132" y="463881"/>
                      </a:moveTo>
                      <a:lnTo>
                        <a:pt x="463891" y="463892"/>
                      </a:lnTo>
                      <a:lnTo>
                        <a:pt x="463880" y="464132"/>
                      </a:lnTo>
                      <a:lnTo>
                        <a:pt x="463651" y="463904"/>
                      </a:lnTo>
                      <a:lnTo>
                        <a:pt x="446142" y="464739"/>
                      </a:lnTo>
                      <a:cubicBezTo>
                        <a:pt x="331965" y="464739"/>
                        <a:pt x="217787" y="421182"/>
                        <a:pt x="130673" y="334067"/>
                      </a:cubicBezTo>
                      <a:cubicBezTo>
                        <a:pt x="43558" y="246953"/>
                        <a:pt x="1" y="132775"/>
                        <a:pt x="0" y="18597"/>
                      </a:cubicBezTo>
                      <a:lnTo>
                        <a:pt x="836" y="1089"/>
                      </a:lnTo>
                      <a:lnTo>
                        <a:pt x="607" y="859"/>
                      </a:lnTo>
                      <a:lnTo>
                        <a:pt x="848" y="848"/>
                      </a:lnTo>
                      <a:lnTo>
                        <a:pt x="859" y="607"/>
                      </a:lnTo>
                      <a:lnTo>
                        <a:pt x="1089" y="836"/>
                      </a:lnTo>
                      <a:lnTo>
                        <a:pt x="18597" y="0"/>
                      </a:lnTo>
                      <a:cubicBezTo>
                        <a:pt x="132775" y="0"/>
                        <a:pt x="246952" y="43557"/>
                        <a:pt x="334067" y="130672"/>
                      </a:cubicBezTo>
                      <a:cubicBezTo>
                        <a:pt x="421182" y="217787"/>
                        <a:pt x="464739" y="331964"/>
                        <a:pt x="464739" y="446142"/>
                      </a:cubicBezTo>
                      <a:lnTo>
                        <a:pt x="463903" y="463652"/>
                      </a:lnTo>
                      <a:close/>
                    </a:path>
                  </a:pathLst>
                </a:custGeom>
                <a:solidFill>
                  <a:schemeClr val="accent4">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grpSp>
          <p:grpSp>
            <p:nvGrpSpPr>
              <p:cNvPr id="16" name="Group 15">
                <a:extLst>
                  <a:ext uri="{FF2B5EF4-FFF2-40B4-BE49-F238E27FC236}">
                    <a16:creationId xmlns:a16="http://schemas.microsoft.com/office/drawing/2014/main" id="{C0300EB9-093C-4C32-A212-821D7AC082B4}"/>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rot="10800000" flipH="1" flipV="1">
                <a:off x="999771" y="932104"/>
                <a:ext cx="864005" cy="1032464"/>
                <a:chOff x="2207971" y="2384401"/>
                <a:chExt cx="864005" cy="1032464"/>
              </a:xfrm>
            </p:grpSpPr>
            <p:sp>
              <p:nvSpPr>
                <p:cNvPr id="17" name="Freeform: Shape 16">
                  <a:extLst>
                    <a:ext uri="{FF2B5EF4-FFF2-40B4-BE49-F238E27FC236}">
                      <a16:creationId xmlns:a16="http://schemas.microsoft.com/office/drawing/2014/main" id="{AFC97B3C-CF0E-4C93-AA39-7A677A12C50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3500000">
                  <a:off x="2207971" y="2856305"/>
                  <a:ext cx="464739" cy="464739"/>
                </a:xfrm>
                <a:custGeom>
                  <a:avLst/>
                  <a:gdLst>
                    <a:gd name="connsiteX0" fmla="*/ 464132 w 464739"/>
                    <a:gd name="connsiteY0" fmla="*/ 463881 h 464739"/>
                    <a:gd name="connsiteX1" fmla="*/ 463891 w 464739"/>
                    <a:gd name="connsiteY1" fmla="*/ 463892 h 464739"/>
                    <a:gd name="connsiteX2" fmla="*/ 463880 w 464739"/>
                    <a:gd name="connsiteY2" fmla="*/ 464132 h 464739"/>
                    <a:gd name="connsiteX3" fmla="*/ 463651 w 464739"/>
                    <a:gd name="connsiteY3" fmla="*/ 463904 h 464739"/>
                    <a:gd name="connsiteX4" fmla="*/ 446142 w 464739"/>
                    <a:gd name="connsiteY4" fmla="*/ 464739 h 464739"/>
                    <a:gd name="connsiteX5" fmla="*/ 130673 w 464739"/>
                    <a:gd name="connsiteY5" fmla="*/ 334067 h 464739"/>
                    <a:gd name="connsiteX6" fmla="*/ 0 w 464739"/>
                    <a:gd name="connsiteY6" fmla="*/ 18597 h 464739"/>
                    <a:gd name="connsiteX7" fmla="*/ 836 w 464739"/>
                    <a:gd name="connsiteY7" fmla="*/ 1089 h 464739"/>
                    <a:gd name="connsiteX8" fmla="*/ 607 w 464739"/>
                    <a:gd name="connsiteY8" fmla="*/ 859 h 464739"/>
                    <a:gd name="connsiteX9" fmla="*/ 848 w 464739"/>
                    <a:gd name="connsiteY9" fmla="*/ 848 h 464739"/>
                    <a:gd name="connsiteX10" fmla="*/ 859 w 464739"/>
                    <a:gd name="connsiteY10" fmla="*/ 607 h 464739"/>
                    <a:gd name="connsiteX11" fmla="*/ 1089 w 464739"/>
                    <a:gd name="connsiteY11" fmla="*/ 836 h 464739"/>
                    <a:gd name="connsiteX12" fmla="*/ 18597 w 464739"/>
                    <a:gd name="connsiteY12" fmla="*/ 0 h 464739"/>
                    <a:gd name="connsiteX13" fmla="*/ 334067 w 464739"/>
                    <a:gd name="connsiteY13" fmla="*/ 130672 h 464739"/>
                    <a:gd name="connsiteX14" fmla="*/ 464739 w 464739"/>
                    <a:gd name="connsiteY14" fmla="*/ 446142 h 464739"/>
                    <a:gd name="connsiteX15" fmla="*/ 463903 w 464739"/>
                    <a:gd name="connsiteY15" fmla="*/ 463652 h 464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64739" h="464739">
                      <a:moveTo>
                        <a:pt x="464132" y="463881"/>
                      </a:moveTo>
                      <a:lnTo>
                        <a:pt x="463891" y="463892"/>
                      </a:lnTo>
                      <a:lnTo>
                        <a:pt x="463880" y="464132"/>
                      </a:lnTo>
                      <a:lnTo>
                        <a:pt x="463651" y="463904"/>
                      </a:lnTo>
                      <a:lnTo>
                        <a:pt x="446142" y="464739"/>
                      </a:lnTo>
                      <a:cubicBezTo>
                        <a:pt x="331965" y="464739"/>
                        <a:pt x="217787" y="421182"/>
                        <a:pt x="130673" y="334067"/>
                      </a:cubicBezTo>
                      <a:cubicBezTo>
                        <a:pt x="43558" y="246953"/>
                        <a:pt x="1" y="132775"/>
                        <a:pt x="0" y="18597"/>
                      </a:cubicBezTo>
                      <a:lnTo>
                        <a:pt x="836" y="1089"/>
                      </a:lnTo>
                      <a:lnTo>
                        <a:pt x="607" y="859"/>
                      </a:lnTo>
                      <a:lnTo>
                        <a:pt x="848" y="848"/>
                      </a:lnTo>
                      <a:lnTo>
                        <a:pt x="859" y="607"/>
                      </a:lnTo>
                      <a:lnTo>
                        <a:pt x="1089" y="836"/>
                      </a:lnTo>
                      <a:lnTo>
                        <a:pt x="18597" y="0"/>
                      </a:lnTo>
                      <a:cubicBezTo>
                        <a:pt x="132775" y="0"/>
                        <a:pt x="246952" y="43557"/>
                        <a:pt x="334067" y="130672"/>
                      </a:cubicBezTo>
                      <a:cubicBezTo>
                        <a:pt x="421182" y="217787"/>
                        <a:pt x="464739" y="331964"/>
                        <a:pt x="464739" y="446142"/>
                      </a:cubicBezTo>
                      <a:lnTo>
                        <a:pt x="463903" y="463652"/>
                      </a:lnTo>
                      <a:close/>
                    </a:path>
                  </a:pathLst>
                </a:cu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8" name="Freeform: Shape 17">
                  <a:extLst>
                    <a:ext uri="{FF2B5EF4-FFF2-40B4-BE49-F238E27FC236}">
                      <a16:creationId xmlns:a16="http://schemas.microsoft.com/office/drawing/2014/main" id="{0943F14E-6185-4A31-8318-2088A05F5C9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2607238" y="2688467"/>
                  <a:ext cx="464738" cy="464738"/>
                </a:xfrm>
                <a:custGeom>
                  <a:avLst/>
                  <a:gdLst>
                    <a:gd name="connsiteX0" fmla="*/ 446142 w 464738"/>
                    <a:gd name="connsiteY0" fmla="*/ 464738 h 464738"/>
                    <a:gd name="connsiteX1" fmla="*/ 130673 w 464738"/>
                    <a:gd name="connsiteY1" fmla="*/ 334066 h 464738"/>
                    <a:gd name="connsiteX2" fmla="*/ 0 w 464738"/>
                    <a:gd name="connsiteY2" fmla="*/ 18596 h 464738"/>
                    <a:gd name="connsiteX3" fmla="*/ 836 w 464738"/>
                    <a:gd name="connsiteY3" fmla="*/ 1089 h 464738"/>
                    <a:gd name="connsiteX4" fmla="*/ 606 w 464738"/>
                    <a:gd name="connsiteY4" fmla="*/ 859 h 464738"/>
                    <a:gd name="connsiteX5" fmla="*/ 848 w 464738"/>
                    <a:gd name="connsiteY5" fmla="*/ 848 h 464738"/>
                    <a:gd name="connsiteX6" fmla="*/ 859 w 464738"/>
                    <a:gd name="connsiteY6" fmla="*/ 606 h 464738"/>
                    <a:gd name="connsiteX7" fmla="*/ 1089 w 464738"/>
                    <a:gd name="connsiteY7" fmla="*/ 836 h 464738"/>
                    <a:gd name="connsiteX8" fmla="*/ 18596 w 464738"/>
                    <a:gd name="connsiteY8" fmla="*/ 0 h 464738"/>
                    <a:gd name="connsiteX9" fmla="*/ 334066 w 464738"/>
                    <a:gd name="connsiteY9" fmla="*/ 130672 h 464738"/>
                    <a:gd name="connsiteX10" fmla="*/ 464738 w 464738"/>
                    <a:gd name="connsiteY10" fmla="*/ 446142 h 464738"/>
                    <a:gd name="connsiteX11" fmla="*/ 463902 w 464738"/>
                    <a:gd name="connsiteY11" fmla="*/ 463650 h 464738"/>
                    <a:gd name="connsiteX12" fmla="*/ 464132 w 464738"/>
                    <a:gd name="connsiteY12" fmla="*/ 463880 h 464738"/>
                    <a:gd name="connsiteX13" fmla="*/ 463891 w 464738"/>
                    <a:gd name="connsiteY13" fmla="*/ 463892 h 464738"/>
                    <a:gd name="connsiteX14" fmla="*/ 463879 w 464738"/>
                    <a:gd name="connsiteY14" fmla="*/ 464132 h 464738"/>
                    <a:gd name="connsiteX15" fmla="*/ 463650 w 464738"/>
                    <a:gd name="connsiteY15" fmla="*/ 463903 h 4647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64738" h="464738">
                      <a:moveTo>
                        <a:pt x="446142" y="464738"/>
                      </a:moveTo>
                      <a:cubicBezTo>
                        <a:pt x="331965" y="464738"/>
                        <a:pt x="217787" y="421181"/>
                        <a:pt x="130673" y="334066"/>
                      </a:cubicBezTo>
                      <a:cubicBezTo>
                        <a:pt x="43558" y="246952"/>
                        <a:pt x="1" y="132774"/>
                        <a:pt x="0" y="18596"/>
                      </a:cubicBezTo>
                      <a:lnTo>
                        <a:pt x="836" y="1089"/>
                      </a:lnTo>
                      <a:lnTo>
                        <a:pt x="606" y="859"/>
                      </a:lnTo>
                      <a:lnTo>
                        <a:pt x="848" y="848"/>
                      </a:lnTo>
                      <a:lnTo>
                        <a:pt x="859" y="606"/>
                      </a:lnTo>
                      <a:lnTo>
                        <a:pt x="1089" y="836"/>
                      </a:lnTo>
                      <a:lnTo>
                        <a:pt x="18596" y="0"/>
                      </a:lnTo>
                      <a:cubicBezTo>
                        <a:pt x="132774" y="0"/>
                        <a:pt x="246951" y="43557"/>
                        <a:pt x="334066" y="130672"/>
                      </a:cubicBezTo>
                      <a:cubicBezTo>
                        <a:pt x="421181" y="217787"/>
                        <a:pt x="464738" y="331964"/>
                        <a:pt x="464738" y="446142"/>
                      </a:cubicBezTo>
                      <a:lnTo>
                        <a:pt x="463902" y="463650"/>
                      </a:lnTo>
                      <a:lnTo>
                        <a:pt x="464132" y="463880"/>
                      </a:lnTo>
                      <a:lnTo>
                        <a:pt x="463891" y="463892"/>
                      </a:lnTo>
                      <a:lnTo>
                        <a:pt x="463879" y="464132"/>
                      </a:lnTo>
                      <a:lnTo>
                        <a:pt x="463650" y="463903"/>
                      </a:lnTo>
                      <a:close/>
                    </a:path>
                  </a:pathLst>
                </a:cu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nvGrpSpPr>
                <p:cNvPr id="19" name="Group 18">
                  <a:extLst>
                    <a:ext uri="{FF2B5EF4-FFF2-40B4-BE49-F238E27FC236}">
                      <a16:creationId xmlns:a16="http://schemas.microsoft.com/office/drawing/2014/main" id="{F3B56658-371E-446B-B30D-D4EA2A88A973}"/>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2440769" y="2384401"/>
                  <a:ext cx="313009" cy="1032464"/>
                  <a:chOff x="2440769" y="2384401"/>
                  <a:chExt cx="313009" cy="1032464"/>
                </a:xfrm>
              </p:grpSpPr>
              <p:cxnSp>
                <p:nvCxnSpPr>
                  <p:cNvPr id="20" name="Straight Connector 19">
                    <a:extLst>
                      <a:ext uri="{FF2B5EF4-FFF2-40B4-BE49-F238E27FC236}">
                        <a16:creationId xmlns:a16="http://schemas.microsoft.com/office/drawing/2014/main" id="{068979FB-2943-4091-A490-D9F8695DF0D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rot="10800000" flipH="1">
                    <a:off x="2440769" y="2516865"/>
                    <a:ext cx="0" cy="900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B378C39C-3FC0-4521-8336-33A86391920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rot="8100000" flipH="1">
                    <a:off x="2753778" y="2384401"/>
                    <a:ext cx="0" cy="900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grpSp>
        <p:grpSp>
          <p:nvGrpSpPr>
            <p:cNvPr id="12" name="Group 11">
              <a:extLst>
                <a:ext uri="{FF2B5EF4-FFF2-40B4-BE49-F238E27FC236}">
                  <a16:creationId xmlns:a16="http://schemas.microsoft.com/office/drawing/2014/main" id="{72C6951D-2EAF-4333-B8A8-F473DC3BDF44}"/>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1437136" y="649304"/>
              <a:ext cx="388541" cy="388541"/>
              <a:chOff x="5752675" y="5440856"/>
              <a:chExt cx="388541" cy="388541"/>
            </a:xfrm>
          </p:grpSpPr>
          <p:sp>
            <p:nvSpPr>
              <p:cNvPr id="13" name="Oval 12">
                <a:extLst>
                  <a:ext uri="{FF2B5EF4-FFF2-40B4-BE49-F238E27FC236}">
                    <a16:creationId xmlns:a16="http://schemas.microsoft.com/office/drawing/2014/main" id="{63E77698-5758-433A-9DF3-3BE43B6FBDA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5800801" y="5488982"/>
                <a:ext cx="340415" cy="340415"/>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4" name="Oval 13">
                <a:extLst>
                  <a:ext uri="{FF2B5EF4-FFF2-40B4-BE49-F238E27FC236}">
                    <a16:creationId xmlns:a16="http://schemas.microsoft.com/office/drawing/2014/main" id="{FF47FF7F-75A9-438D-8BA7-428BF76974C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52675" y="5440856"/>
                <a:ext cx="340415" cy="340415"/>
              </a:xfrm>
              <a:prstGeom prst="ellipse">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grpSp>
      <p:sp>
        <p:nvSpPr>
          <p:cNvPr id="61" name="TextBox 60">
            <a:extLst>
              <a:ext uri="{FF2B5EF4-FFF2-40B4-BE49-F238E27FC236}">
                <a16:creationId xmlns:a16="http://schemas.microsoft.com/office/drawing/2014/main" id="{DF27DA85-F987-F1D8-D192-5F2FDFB3E97F}"/>
              </a:ext>
            </a:extLst>
          </p:cNvPr>
          <p:cNvSpPr txBox="1"/>
          <p:nvPr/>
        </p:nvSpPr>
        <p:spPr>
          <a:xfrm>
            <a:off x="349836" y="2130129"/>
            <a:ext cx="11443360" cy="3785652"/>
          </a:xfrm>
          <a:prstGeom prst="rect">
            <a:avLst/>
          </a:prstGeom>
          <a:noFill/>
        </p:spPr>
        <p:txBody>
          <a:bodyPr wrap="square">
            <a:spAutoFit/>
          </a:bodyPr>
          <a:lstStyle/>
          <a:p>
            <a:pPr algn="just"/>
            <a:r>
              <a:rPr lang="en-US" sz="2400" dirty="0">
                <a:latin typeface="Arial Nova Light" panose="020B0304020202020204" pitchFamily="34" charset="0"/>
              </a:rPr>
              <a:t>Much of the success of projects depends on key managerial decisions over a sequence of steps:</a:t>
            </a:r>
          </a:p>
          <a:p>
            <a:pPr algn="just"/>
            <a:endParaRPr lang="en-US" sz="800" dirty="0">
              <a:latin typeface="Arial Nova Light" panose="020B0304020202020204" pitchFamily="34" charset="0"/>
            </a:endParaRPr>
          </a:p>
          <a:p>
            <a:pPr lvl="1" algn="just"/>
            <a:r>
              <a:rPr lang="en-US" sz="2400" b="1" dirty="0">
                <a:solidFill>
                  <a:srgbClr val="FF99CC"/>
                </a:solidFill>
                <a:latin typeface="Arial Nova Light" panose="020B0304020202020204" pitchFamily="34" charset="0"/>
                <a:sym typeface="Wingdings" panose="05000000000000000000" pitchFamily="2" charset="2"/>
              </a:rPr>
              <a:t></a:t>
            </a:r>
            <a:r>
              <a:rPr lang="en-US" sz="2400" dirty="0">
                <a:latin typeface="Arial Nova Light" panose="020B0304020202020204" pitchFamily="34" charset="0"/>
                <a:sym typeface="Wingdings" panose="05000000000000000000" pitchFamily="2" charset="2"/>
              </a:rPr>
              <a:t> </a:t>
            </a:r>
            <a:r>
              <a:rPr lang="en-US" sz="2400" dirty="0">
                <a:latin typeface="Arial Nova Light" panose="020B0304020202020204" pitchFamily="34" charset="0"/>
              </a:rPr>
              <a:t>Deciding which projects to implement.</a:t>
            </a:r>
          </a:p>
          <a:p>
            <a:pPr lvl="1" algn="just"/>
            <a:endParaRPr lang="en-US" sz="800" b="1" dirty="0">
              <a:solidFill>
                <a:srgbClr val="FFFF00"/>
              </a:solidFill>
              <a:latin typeface="Arial Nova Light" panose="020B0304020202020204" pitchFamily="34" charset="0"/>
              <a:sym typeface="Wingdings" panose="05000000000000000000" pitchFamily="2" charset="2"/>
            </a:endParaRPr>
          </a:p>
          <a:p>
            <a:pPr lvl="1" algn="just"/>
            <a:r>
              <a:rPr lang="en-US" sz="2400" b="1" dirty="0">
                <a:solidFill>
                  <a:srgbClr val="FFFF00"/>
                </a:solidFill>
                <a:latin typeface="Arial Nova Light" panose="020B0304020202020204" pitchFamily="34" charset="0"/>
                <a:sym typeface="Wingdings" panose="05000000000000000000" pitchFamily="2" charset="2"/>
              </a:rPr>
              <a:t></a:t>
            </a:r>
            <a:r>
              <a:rPr lang="en-US" sz="2400" b="1" dirty="0">
                <a:solidFill>
                  <a:srgbClr val="FF99CC"/>
                </a:solidFill>
                <a:latin typeface="Arial Nova Light" panose="020B0304020202020204" pitchFamily="34" charset="0"/>
                <a:sym typeface="Wingdings" panose="05000000000000000000" pitchFamily="2" charset="2"/>
              </a:rPr>
              <a:t> </a:t>
            </a:r>
            <a:r>
              <a:rPr lang="en-US" sz="2400" dirty="0">
                <a:latin typeface="Arial Nova Light" panose="020B0304020202020204" pitchFamily="34" charset="0"/>
              </a:rPr>
              <a:t>Selecting the project manager.</a:t>
            </a:r>
          </a:p>
          <a:p>
            <a:pPr lvl="1" algn="just"/>
            <a:endParaRPr lang="en-US" sz="800" b="1" dirty="0">
              <a:solidFill>
                <a:srgbClr val="FF99CC"/>
              </a:solidFill>
              <a:latin typeface="Arial Nova Light" panose="020B0304020202020204" pitchFamily="34" charset="0"/>
              <a:sym typeface="Wingdings" panose="05000000000000000000" pitchFamily="2" charset="2"/>
            </a:endParaRPr>
          </a:p>
          <a:p>
            <a:pPr lvl="1" algn="just"/>
            <a:r>
              <a:rPr lang="en-US" sz="2400" b="1" dirty="0">
                <a:solidFill>
                  <a:srgbClr val="FF99CC"/>
                </a:solidFill>
                <a:latin typeface="Arial Nova Light" panose="020B0304020202020204" pitchFamily="34" charset="0"/>
                <a:sym typeface="Wingdings" panose="05000000000000000000" pitchFamily="2" charset="2"/>
              </a:rPr>
              <a:t> </a:t>
            </a:r>
            <a:r>
              <a:rPr lang="en-US" sz="2400" dirty="0">
                <a:latin typeface="Arial Nova Light" panose="020B0304020202020204" pitchFamily="34" charset="0"/>
              </a:rPr>
              <a:t>Selecting the project team.</a:t>
            </a:r>
          </a:p>
          <a:p>
            <a:pPr lvl="1" algn="just"/>
            <a:endParaRPr lang="en-US" sz="800" b="1" dirty="0">
              <a:solidFill>
                <a:srgbClr val="FFFF00"/>
              </a:solidFill>
              <a:latin typeface="Arial Nova Light" panose="020B0304020202020204" pitchFamily="34" charset="0"/>
              <a:sym typeface="Wingdings" panose="05000000000000000000" pitchFamily="2" charset="2"/>
            </a:endParaRPr>
          </a:p>
          <a:p>
            <a:pPr lvl="1" algn="just"/>
            <a:r>
              <a:rPr lang="en-US" sz="2400" b="1" dirty="0">
                <a:solidFill>
                  <a:srgbClr val="FFFF00"/>
                </a:solidFill>
                <a:latin typeface="Arial Nova Light" panose="020B0304020202020204" pitchFamily="34" charset="0"/>
                <a:sym typeface="Wingdings" panose="05000000000000000000" pitchFamily="2" charset="2"/>
              </a:rPr>
              <a:t> </a:t>
            </a:r>
            <a:r>
              <a:rPr lang="en-US" sz="2400" dirty="0">
                <a:latin typeface="Arial Nova Light" panose="020B0304020202020204" pitchFamily="34" charset="0"/>
              </a:rPr>
              <a:t>Planning and designing the project.</a:t>
            </a:r>
          </a:p>
          <a:p>
            <a:pPr lvl="1" algn="just"/>
            <a:endParaRPr lang="en-US" sz="800" b="1" dirty="0">
              <a:solidFill>
                <a:srgbClr val="FF99CC"/>
              </a:solidFill>
              <a:latin typeface="Arial Nova Light" panose="020B0304020202020204" pitchFamily="34" charset="0"/>
              <a:sym typeface="Wingdings" panose="05000000000000000000" pitchFamily="2" charset="2"/>
            </a:endParaRPr>
          </a:p>
          <a:p>
            <a:pPr lvl="1" algn="just"/>
            <a:r>
              <a:rPr lang="en-US" sz="2400" b="1" dirty="0">
                <a:solidFill>
                  <a:srgbClr val="FF99CC"/>
                </a:solidFill>
                <a:latin typeface="Arial Nova Light" panose="020B0304020202020204" pitchFamily="34" charset="0"/>
                <a:sym typeface="Wingdings" panose="05000000000000000000" pitchFamily="2" charset="2"/>
              </a:rPr>
              <a:t> </a:t>
            </a:r>
            <a:r>
              <a:rPr lang="en-US" sz="2400" dirty="0">
                <a:latin typeface="Arial Nova Light" panose="020B0304020202020204" pitchFamily="34" charset="0"/>
              </a:rPr>
              <a:t>Managing and controlling project resources.</a:t>
            </a:r>
          </a:p>
          <a:p>
            <a:pPr lvl="1" algn="just"/>
            <a:endParaRPr lang="en-US" sz="800" b="1" dirty="0">
              <a:solidFill>
                <a:srgbClr val="FFFF00"/>
              </a:solidFill>
              <a:latin typeface="Arial Nova Light" panose="020B0304020202020204" pitchFamily="34" charset="0"/>
              <a:sym typeface="Wingdings" panose="05000000000000000000" pitchFamily="2" charset="2"/>
            </a:endParaRPr>
          </a:p>
          <a:p>
            <a:pPr lvl="1" algn="just"/>
            <a:r>
              <a:rPr lang="en-US" sz="2400" b="1" dirty="0">
                <a:solidFill>
                  <a:srgbClr val="FFFF00"/>
                </a:solidFill>
                <a:latin typeface="Arial Nova Light" panose="020B0304020202020204" pitchFamily="34" charset="0"/>
                <a:sym typeface="Wingdings" panose="05000000000000000000" pitchFamily="2" charset="2"/>
              </a:rPr>
              <a:t> </a:t>
            </a:r>
            <a:r>
              <a:rPr lang="en-US" sz="2400" dirty="0">
                <a:latin typeface="Arial Nova Light" panose="020B0304020202020204" pitchFamily="34" charset="0"/>
              </a:rPr>
              <a:t>Deciding if and when a project should be terminated.</a:t>
            </a:r>
            <a:endParaRPr lang="en-US" sz="2200" dirty="0">
              <a:latin typeface="Arial Nova Light" panose="020B0304020202020204" pitchFamily="34" charset="0"/>
            </a:endParaRPr>
          </a:p>
        </p:txBody>
      </p:sp>
    </p:spTree>
    <p:extLst>
      <p:ext uri="{BB962C8B-B14F-4D97-AF65-F5344CB8AC3E}">
        <p14:creationId xmlns:p14="http://schemas.microsoft.com/office/powerpoint/2010/main" val="84507723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316A5661-2CFE-478C-BAC3-729F393F3C4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BC1DA2B-FE6F-1C6E-BFA0-9B15DC40309D}"/>
              </a:ext>
            </a:extLst>
          </p:cNvPr>
          <p:cNvSpPr>
            <a:spLocks noGrp="1"/>
          </p:cNvSpPr>
          <p:nvPr>
            <p:ph type="title"/>
          </p:nvPr>
        </p:nvSpPr>
        <p:spPr>
          <a:xfrm>
            <a:off x="2030244" y="697430"/>
            <a:ext cx="8564528" cy="774543"/>
          </a:xfrm>
        </p:spPr>
        <p:txBody>
          <a:bodyPr anchor="ctr">
            <a:normAutofit/>
          </a:bodyPr>
          <a:lstStyle/>
          <a:p>
            <a:r>
              <a:rPr lang="en-US" sz="4000" dirty="0">
                <a:solidFill>
                  <a:srgbClr val="80EFFF"/>
                </a:solidFill>
                <a:latin typeface="Arial Rounded MT Bold" panose="020F0704030504030204" pitchFamily="34" charset="0"/>
              </a:rPr>
              <a:t>The Project Manager</a:t>
            </a:r>
          </a:p>
        </p:txBody>
      </p:sp>
      <p:grpSp>
        <p:nvGrpSpPr>
          <p:cNvPr id="10" name="Group 9">
            <a:extLst>
              <a:ext uri="{FF2B5EF4-FFF2-40B4-BE49-F238E27FC236}">
                <a16:creationId xmlns:a16="http://schemas.microsoft.com/office/drawing/2014/main" id="{FB7BE8CD-E348-464A-82CC-7EF7AA82842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999771" y="649304"/>
            <a:ext cx="913428" cy="1315264"/>
            <a:chOff x="999771" y="649304"/>
            <a:chExt cx="913428" cy="1315264"/>
          </a:xfrm>
        </p:grpSpPr>
        <p:grpSp>
          <p:nvGrpSpPr>
            <p:cNvPr id="11" name="Group 10">
              <a:extLst>
                <a:ext uri="{FF2B5EF4-FFF2-40B4-BE49-F238E27FC236}">
                  <a16:creationId xmlns:a16="http://schemas.microsoft.com/office/drawing/2014/main" id="{B8CC82D2-4C4A-4C67-8483-5199F97B37A7}"/>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999771" y="932104"/>
              <a:ext cx="913428" cy="1032464"/>
              <a:chOff x="999771" y="932104"/>
              <a:chExt cx="913428" cy="1032464"/>
            </a:xfrm>
          </p:grpSpPr>
          <p:grpSp>
            <p:nvGrpSpPr>
              <p:cNvPr id="15" name="Group 14">
                <a:extLst>
                  <a:ext uri="{FF2B5EF4-FFF2-40B4-BE49-F238E27FC236}">
                    <a16:creationId xmlns:a16="http://schemas.microsoft.com/office/drawing/2014/main" id="{70D2391D-AA33-4F5E-BD96-B42D93DED226}"/>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rot="8100000" flipV="1">
                <a:off x="1047457" y="1290386"/>
                <a:ext cx="865742" cy="628383"/>
                <a:chOff x="558167" y="958515"/>
                <a:chExt cx="865742" cy="628383"/>
              </a:xfrm>
              <a:solidFill>
                <a:schemeClr val="accent3"/>
              </a:solidFill>
            </p:grpSpPr>
            <p:sp>
              <p:nvSpPr>
                <p:cNvPr id="22" name="Freeform: Shape 21">
                  <a:extLst>
                    <a:ext uri="{FF2B5EF4-FFF2-40B4-BE49-F238E27FC236}">
                      <a16:creationId xmlns:a16="http://schemas.microsoft.com/office/drawing/2014/main" id="{BE166DCE-539D-4C74-9C9D-AC000BA2F8A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8100000" flipH="1">
                  <a:off x="558167" y="1122160"/>
                  <a:ext cx="464738" cy="464738"/>
                </a:xfrm>
                <a:custGeom>
                  <a:avLst/>
                  <a:gdLst>
                    <a:gd name="connsiteX0" fmla="*/ 446142 w 464738"/>
                    <a:gd name="connsiteY0" fmla="*/ 464738 h 464738"/>
                    <a:gd name="connsiteX1" fmla="*/ 130673 w 464738"/>
                    <a:gd name="connsiteY1" fmla="*/ 334066 h 464738"/>
                    <a:gd name="connsiteX2" fmla="*/ 0 w 464738"/>
                    <a:gd name="connsiteY2" fmla="*/ 18596 h 464738"/>
                    <a:gd name="connsiteX3" fmla="*/ 836 w 464738"/>
                    <a:gd name="connsiteY3" fmla="*/ 1089 h 464738"/>
                    <a:gd name="connsiteX4" fmla="*/ 606 w 464738"/>
                    <a:gd name="connsiteY4" fmla="*/ 859 h 464738"/>
                    <a:gd name="connsiteX5" fmla="*/ 848 w 464738"/>
                    <a:gd name="connsiteY5" fmla="*/ 848 h 464738"/>
                    <a:gd name="connsiteX6" fmla="*/ 859 w 464738"/>
                    <a:gd name="connsiteY6" fmla="*/ 606 h 464738"/>
                    <a:gd name="connsiteX7" fmla="*/ 1089 w 464738"/>
                    <a:gd name="connsiteY7" fmla="*/ 836 h 464738"/>
                    <a:gd name="connsiteX8" fmla="*/ 18596 w 464738"/>
                    <a:gd name="connsiteY8" fmla="*/ 0 h 464738"/>
                    <a:gd name="connsiteX9" fmla="*/ 334066 w 464738"/>
                    <a:gd name="connsiteY9" fmla="*/ 130672 h 464738"/>
                    <a:gd name="connsiteX10" fmla="*/ 464738 w 464738"/>
                    <a:gd name="connsiteY10" fmla="*/ 446142 h 464738"/>
                    <a:gd name="connsiteX11" fmla="*/ 463902 w 464738"/>
                    <a:gd name="connsiteY11" fmla="*/ 463650 h 464738"/>
                    <a:gd name="connsiteX12" fmla="*/ 464132 w 464738"/>
                    <a:gd name="connsiteY12" fmla="*/ 463880 h 464738"/>
                    <a:gd name="connsiteX13" fmla="*/ 463891 w 464738"/>
                    <a:gd name="connsiteY13" fmla="*/ 463892 h 464738"/>
                    <a:gd name="connsiteX14" fmla="*/ 463879 w 464738"/>
                    <a:gd name="connsiteY14" fmla="*/ 464132 h 464738"/>
                    <a:gd name="connsiteX15" fmla="*/ 463650 w 464738"/>
                    <a:gd name="connsiteY15" fmla="*/ 463903 h 4647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64738" h="464738">
                      <a:moveTo>
                        <a:pt x="446142" y="464738"/>
                      </a:moveTo>
                      <a:cubicBezTo>
                        <a:pt x="331965" y="464738"/>
                        <a:pt x="217787" y="421181"/>
                        <a:pt x="130673" y="334066"/>
                      </a:cubicBezTo>
                      <a:cubicBezTo>
                        <a:pt x="43558" y="246952"/>
                        <a:pt x="1" y="132774"/>
                        <a:pt x="0" y="18596"/>
                      </a:cubicBezTo>
                      <a:lnTo>
                        <a:pt x="836" y="1089"/>
                      </a:lnTo>
                      <a:lnTo>
                        <a:pt x="606" y="859"/>
                      </a:lnTo>
                      <a:lnTo>
                        <a:pt x="848" y="848"/>
                      </a:lnTo>
                      <a:lnTo>
                        <a:pt x="859" y="606"/>
                      </a:lnTo>
                      <a:lnTo>
                        <a:pt x="1089" y="836"/>
                      </a:lnTo>
                      <a:lnTo>
                        <a:pt x="18596" y="0"/>
                      </a:lnTo>
                      <a:cubicBezTo>
                        <a:pt x="132774" y="0"/>
                        <a:pt x="246951" y="43557"/>
                        <a:pt x="334066" y="130672"/>
                      </a:cubicBezTo>
                      <a:cubicBezTo>
                        <a:pt x="421181" y="217787"/>
                        <a:pt x="464738" y="331964"/>
                        <a:pt x="464738" y="446142"/>
                      </a:cubicBezTo>
                      <a:lnTo>
                        <a:pt x="463902" y="463650"/>
                      </a:lnTo>
                      <a:lnTo>
                        <a:pt x="464132" y="463880"/>
                      </a:lnTo>
                      <a:lnTo>
                        <a:pt x="463891" y="463892"/>
                      </a:lnTo>
                      <a:lnTo>
                        <a:pt x="463879" y="464132"/>
                      </a:lnTo>
                      <a:lnTo>
                        <a:pt x="463650" y="463903"/>
                      </a:lnTo>
                      <a:close/>
                    </a:path>
                  </a:pathLst>
                </a:custGeom>
                <a:solidFill>
                  <a:schemeClr val="accent4">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3" name="Freeform: Shape 22">
                  <a:extLst>
                    <a:ext uri="{FF2B5EF4-FFF2-40B4-BE49-F238E27FC236}">
                      <a16:creationId xmlns:a16="http://schemas.microsoft.com/office/drawing/2014/main" id="{DCC6BEB5-DA1F-4F9E-BA5D-8F892A0FB8F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flipH="1">
                  <a:off x="959170" y="958515"/>
                  <a:ext cx="464739" cy="464739"/>
                </a:xfrm>
                <a:custGeom>
                  <a:avLst/>
                  <a:gdLst>
                    <a:gd name="connsiteX0" fmla="*/ 464132 w 464739"/>
                    <a:gd name="connsiteY0" fmla="*/ 463881 h 464739"/>
                    <a:gd name="connsiteX1" fmla="*/ 463891 w 464739"/>
                    <a:gd name="connsiteY1" fmla="*/ 463892 h 464739"/>
                    <a:gd name="connsiteX2" fmla="*/ 463880 w 464739"/>
                    <a:gd name="connsiteY2" fmla="*/ 464132 h 464739"/>
                    <a:gd name="connsiteX3" fmla="*/ 463651 w 464739"/>
                    <a:gd name="connsiteY3" fmla="*/ 463904 h 464739"/>
                    <a:gd name="connsiteX4" fmla="*/ 446142 w 464739"/>
                    <a:gd name="connsiteY4" fmla="*/ 464739 h 464739"/>
                    <a:gd name="connsiteX5" fmla="*/ 130673 w 464739"/>
                    <a:gd name="connsiteY5" fmla="*/ 334067 h 464739"/>
                    <a:gd name="connsiteX6" fmla="*/ 0 w 464739"/>
                    <a:gd name="connsiteY6" fmla="*/ 18597 h 464739"/>
                    <a:gd name="connsiteX7" fmla="*/ 836 w 464739"/>
                    <a:gd name="connsiteY7" fmla="*/ 1089 h 464739"/>
                    <a:gd name="connsiteX8" fmla="*/ 607 w 464739"/>
                    <a:gd name="connsiteY8" fmla="*/ 859 h 464739"/>
                    <a:gd name="connsiteX9" fmla="*/ 848 w 464739"/>
                    <a:gd name="connsiteY9" fmla="*/ 848 h 464739"/>
                    <a:gd name="connsiteX10" fmla="*/ 859 w 464739"/>
                    <a:gd name="connsiteY10" fmla="*/ 607 h 464739"/>
                    <a:gd name="connsiteX11" fmla="*/ 1089 w 464739"/>
                    <a:gd name="connsiteY11" fmla="*/ 836 h 464739"/>
                    <a:gd name="connsiteX12" fmla="*/ 18597 w 464739"/>
                    <a:gd name="connsiteY12" fmla="*/ 0 h 464739"/>
                    <a:gd name="connsiteX13" fmla="*/ 334067 w 464739"/>
                    <a:gd name="connsiteY13" fmla="*/ 130672 h 464739"/>
                    <a:gd name="connsiteX14" fmla="*/ 464739 w 464739"/>
                    <a:gd name="connsiteY14" fmla="*/ 446142 h 464739"/>
                    <a:gd name="connsiteX15" fmla="*/ 463903 w 464739"/>
                    <a:gd name="connsiteY15" fmla="*/ 463652 h 464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64739" h="464739">
                      <a:moveTo>
                        <a:pt x="464132" y="463881"/>
                      </a:moveTo>
                      <a:lnTo>
                        <a:pt x="463891" y="463892"/>
                      </a:lnTo>
                      <a:lnTo>
                        <a:pt x="463880" y="464132"/>
                      </a:lnTo>
                      <a:lnTo>
                        <a:pt x="463651" y="463904"/>
                      </a:lnTo>
                      <a:lnTo>
                        <a:pt x="446142" y="464739"/>
                      </a:lnTo>
                      <a:cubicBezTo>
                        <a:pt x="331965" y="464739"/>
                        <a:pt x="217787" y="421182"/>
                        <a:pt x="130673" y="334067"/>
                      </a:cubicBezTo>
                      <a:cubicBezTo>
                        <a:pt x="43558" y="246953"/>
                        <a:pt x="1" y="132775"/>
                        <a:pt x="0" y="18597"/>
                      </a:cubicBezTo>
                      <a:lnTo>
                        <a:pt x="836" y="1089"/>
                      </a:lnTo>
                      <a:lnTo>
                        <a:pt x="607" y="859"/>
                      </a:lnTo>
                      <a:lnTo>
                        <a:pt x="848" y="848"/>
                      </a:lnTo>
                      <a:lnTo>
                        <a:pt x="859" y="607"/>
                      </a:lnTo>
                      <a:lnTo>
                        <a:pt x="1089" y="836"/>
                      </a:lnTo>
                      <a:lnTo>
                        <a:pt x="18597" y="0"/>
                      </a:lnTo>
                      <a:cubicBezTo>
                        <a:pt x="132775" y="0"/>
                        <a:pt x="246952" y="43557"/>
                        <a:pt x="334067" y="130672"/>
                      </a:cubicBezTo>
                      <a:cubicBezTo>
                        <a:pt x="421182" y="217787"/>
                        <a:pt x="464739" y="331964"/>
                        <a:pt x="464739" y="446142"/>
                      </a:cubicBezTo>
                      <a:lnTo>
                        <a:pt x="463903" y="463652"/>
                      </a:lnTo>
                      <a:close/>
                    </a:path>
                  </a:pathLst>
                </a:custGeom>
                <a:solidFill>
                  <a:schemeClr val="accent4">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grpSp>
          <p:grpSp>
            <p:nvGrpSpPr>
              <p:cNvPr id="16" name="Group 15">
                <a:extLst>
                  <a:ext uri="{FF2B5EF4-FFF2-40B4-BE49-F238E27FC236}">
                    <a16:creationId xmlns:a16="http://schemas.microsoft.com/office/drawing/2014/main" id="{C0300EB9-093C-4C32-A212-821D7AC082B4}"/>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rot="10800000" flipH="1" flipV="1">
                <a:off x="999771" y="932104"/>
                <a:ext cx="864005" cy="1032464"/>
                <a:chOff x="2207971" y="2384401"/>
                <a:chExt cx="864005" cy="1032464"/>
              </a:xfrm>
            </p:grpSpPr>
            <p:sp>
              <p:nvSpPr>
                <p:cNvPr id="17" name="Freeform: Shape 16">
                  <a:extLst>
                    <a:ext uri="{FF2B5EF4-FFF2-40B4-BE49-F238E27FC236}">
                      <a16:creationId xmlns:a16="http://schemas.microsoft.com/office/drawing/2014/main" id="{AFC97B3C-CF0E-4C93-AA39-7A677A12C50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3500000">
                  <a:off x="2207971" y="2856305"/>
                  <a:ext cx="464739" cy="464739"/>
                </a:xfrm>
                <a:custGeom>
                  <a:avLst/>
                  <a:gdLst>
                    <a:gd name="connsiteX0" fmla="*/ 464132 w 464739"/>
                    <a:gd name="connsiteY0" fmla="*/ 463881 h 464739"/>
                    <a:gd name="connsiteX1" fmla="*/ 463891 w 464739"/>
                    <a:gd name="connsiteY1" fmla="*/ 463892 h 464739"/>
                    <a:gd name="connsiteX2" fmla="*/ 463880 w 464739"/>
                    <a:gd name="connsiteY2" fmla="*/ 464132 h 464739"/>
                    <a:gd name="connsiteX3" fmla="*/ 463651 w 464739"/>
                    <a:gd name="connsiteY3" fmla="*/ 463904 h 464739"/>
                    <a:gd name="connsiteX4" fmla="*/ 446142 w 464739"/>
                    <a:gd name="connsiteY4" fmla="*/ 464739 h 464739"/>
                    <a:gd name="connsiteX5" fmla="*/ 130673 w 464739"/>
                    <a:gd name="connsiteY5" fmla="*/ 334067 h 464739"/>
                    <a:gd name="connsiteX6" fmla="*/ 0 w 464739"/>
                    <a:gd name="connsiteY6" fmla="*/ 18597 h 464739"/>
                    <a:gd name="connsiteX7" fmla="*/ 836 w 464739"/>
                    <a:gd name="connsiteY7" fmla="*/ 1089 h 464739"/>
                    <a:gd name="connsiteX8" fmla="*/ 607 w 464739"/>
                    <a:gd name="connsiteY8" fmla="*/ 859 h 464739"/>
                    <a:gd name="connsiteX9" fmla="*/ 848 w 464739"/>
                    <a:gd name="connsiteY9" fmla="*/ 848 h 464739"/>
                    <a:gd name="connsiteX10" fmla="*/ 859 w 464739"/>
                    <a:gd name="connsiteY10" fmla="*/ 607 h 464739"/>
                    <a:gd name="connsiteX11" fmla="*/ 1089 w 464739"/>
                    <a:gd name="connsiteY11" fmla="*/ 836 h 464739"/>
                    <a:gd name="connsiteX12" fmla="*/ 18597 w 464739"/>
                    <a:gd name="connsiteY12" fmla="*/ 0 h 464739"/>
                    <a:gd name="connsiteX13" fmla="*/ 334067 w 464739"/>
                    <a:gd name="connsiteY13" fmla="*/ 130672 h 464739"/>
                    <a:gd name="connsiteX14" fmla="*/ 464739 w 464739"/>
                    <a:gd name="connsiteY14" fmla="*/ 446142 h 464739"/>
                    <a:gd name="connsiteX15" fmla="*/ 463903 w 464739"/>
                    <a:gd name="connsiteY15" fmla="*/ 463652 h 464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64739" h="464739">
                      <a:moveTo>
                        <a:pt x="464132" y="463881"/>
                      </a:moveTo>
                      <a:lnTo>
                        <a:pt x="463891" y="463892"/>
                      </a:lnTo>
                      <a:lnTo>
                        <a:pt x="463880" y="464132"/>
                      </a:lnTo>
                      <a:lnTo>
                        <a:pt x="463651" y="463904"/>
                      </a:lnTo>
                      <a:lnTo>
                        <a:pt x="446142" y="464739"/>
                      </a:lnTo>
                      <a:cubicBezTo>
                        <a:pt x="331965" y="464739"/>
                        <a:pt x="217787" y="421182"/>
                        <a:pt x="130673" y="334067"/>
                      </a:cubicBezTo>
                      <a:cubicBezTo>
                        <a:pt x="43558" y="246953"/>
                        <a:pt x="1" y="132775"/>
                        <a:pt x="0" y="18597"/>
                      </a:cubicBezTo>
                      <a:lnTo>
                        <a:pt x="836" y="1089"/>
                      </a:lnTo>
                      <a:lnTo>
                        <a:pt x="607" y="859"/>
                      </a:lnTo>
                      <a:lnTo>
                        <a:pt x="848" y="848"/>
                      </a:lnTo>
                      <a:lnTo>
                        <a:pt x="859" y="607"/>
                      </a:lnTo>
                      <a:lnTo>
                        <a:pt x="1089" y="836"/>
                      </a:lnTo>
                      <a:lnTo>
                        <a:pt x="18597" y="0"/>
                      </a:lnTo>
                      <a:cubicBezTo>
                        <a:pt x="132775" y="0"/>
                        <a:pt x="246952" y="43557"/>
                        <a:pt x="334067" y="130672"/>
                      </a:cubicBezTo>
                      <a:cubicBezTo>
                        <a:pt x="421182" y="217787"/>
                        <a:pt x="464739" y="331964"/>
                        <a:pt x="464739" y="446142"/>
                      </a:cubicBezTo>
                      <a:lnTo>
                        <a:pt x="463903" y="463652"/>
                      </a:lnTo>
                      <a:close/>
                    </a:path>
                  </a:pathLst>
                </a:cu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8" name="Freeform: Shape 17">
                  <a:extLst>
                    <a:ext uri="{FF2B5EF4-FFF2-40B4-BE49-F238E27FC236}">
                      <a16:creationId xmlns:a16="http://schemas.microsoft.com/office/drawing/2014/main" id="{0943F14E-6185-4A31-8318-2088A05F5C9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2607238" y="2688467"/>
                  <a:ext cx="464738" cy="464738"/>
                </a:xfrm>
                <a:custGeom>
                  <a:avLst/>
                  <a:gdLst>
                    <a:gd name="connsiteX0" fmla="*/ 446142 w 464738"/>
                    <a:gd name="connsiteY0" fmla="*/ 464738 h 464738"/>
                    <a:gd name="connsiteX1" fmla="*/ 130673 w 464738"/>
                    <a:gd name="connsiteY1" fmla="*/ 334066 h 464738"/>
                    <a:gd name="connsiteX2" fmla="*/ 0 w 464738"/>
                    <a:gd name="connsiteY2" fmla="*/ 18596 h 464738"/>
                    <a:gd name="connsiteX3" fmla="*/ 836 w 464738"/>
                    <a:gd name="connsiteY3" fmla="*/ 1089 h 464738"/>
                    <a:gd name="connsiteX4" fmla="*/ 606 w 464738"/>
                    <a:gd name="connsiteY4" fmla="*/ 859 h 464738"/>
                    <a:gd name="connsiteX5" fmla="*/ 848 w 464738"/>
                    <a:gd name="connsiteY5" fmla="*/ 848 h 464738"/>
                    <a:gd name="connsiteX6" fmla="*/ 859 w 464738"/>
                    <a:gd name="connsiteY6" fmla="*/ 606 h 464738"/>
                    <a:gd name="connsiteX7" fmla="*/ 1089 w 464738"/>
                    <a:gd name="connsiteY7" fmla="*/ 836 h 464738"/>
                    <a:gd name="connsiteX8" fmla="*/ 18596 w 464738"/>
                    <a:gd name="connsiteY8" fmla="*/ 0 h 464738"/>
                    <a:gd name="connsiteX9" fmla="*/ 334066 w 464738"/>
                    <a:gd name="connsiteY9" fmla="*/ 130672 h 464738"/>
                    <a:gd name="connsiteX10" fmla="*/ 464738 w 464738"/>
                    <a:gd name="connsiteY10" fmla="*/ 446142 h 464738"/>
                    <a:gd name="connsiteX11" fmla="*/ 463902 w 464738"/>
                    <a:gd name="connsiteY11" fmla="*/ 463650 h 464738"/>
                    <a:gd name="connsiteX12" fmla="*/ 464132 w 464738"/>
                    <a:gd name="connsiteY12" fmla="*/ 463880 h 464738"/>
                    <a:gd name="connsiteX13" fmla="*/ 463891 w 464738"/>
                    <a:gd name="connsiteY13" fmla="*/ 463892 h 464738"/>
                    <a:gd name="connsiteX14" fmla="*/ 463879 w 464738"/>
                    <a:gd name="connsiteY14" fmla="*/ 464132 h 464738"/>
                    <a:gd name="connsiteX15" fmla="*/ 463650 w 464738"/>
                    <a:gd name="connsiteY15" fmla="*/ 463903 h 4647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64738" h="464738">
                      <a:moveTo>
                        <a:pt x="446142" y="464738"/>
                      </a:moveTo>
                      <a:cubicBezTo>
                        <a:pt x="331965" y="464738"/>
                        <a:pt x="217787" y="421181"/>
                        <a:pt x="130673" y="334066"/>
                      </a:cubicBezTo>
                      <a:cubicBezTo>
                        <a:pt x="43558" y="246952"/>
                        <a:pt x="1" y="132774"/>
                        <a:pt x="0" y="18596"/>
                      </a:cubicBezTo>
                      <a:lnTo>
                        <a:pt x="836" y="1089"/>
                      </a:lnTo>
                      <a:lnTo>
                        <a:pt x="606" y="859"/>
                      </a:lnTo>
                      <a:lnTo>
                        <a:pt x="848" y="848"/>
                      </a:lnTo>
                      <a:lnTo>
                        <a:pt x="859" y="606"/>
                      </a:lnTo>
                      <a:lnTo>
                        <a:pt x="1089" y="836"/>
                      </a:lnTo>
                      <a:lnTo>
                        <a:pt x="18596" y="0"/>
                      </a:lnTo>
                      <a:cubicBezTo>
                        <a:pt x="132774" y="0"/>
                        <a:pt x="246951" y="43557"/>
                        <a:pt x="334066" y="130672"/>
                      </a:cubicBezTo>
                      <a:cubicBezTo>
                        <a:pt x="421181" y="217787"/>
                        <a:pt x="464738" y="331964"/>
                        <a:pt x="464738" y="446142"/>
                      </a:cubicBezTo>
                      <a:lnTo>
                        <a:pt x="463902" y="463650"/>
                      </a:lnTo>
                      <a:lnTo>
                        <a:pt x="464132" y="463880"/>
                      </a:lnTo>
                      <a:lnTo>
                        <a:pt x="463891" y="463892"/>
                      </a:lnTo>
                      <a:lnTo>
                        <a:pt x="463879" y="464132"/>
                      </a:lnTo>
                      <a:lnTo>
                        <a:pt x="463650" y="463903"/>
                      </a:lnTo>
                      <a:close/>
                    </a:path>
                  </a:pathLst>
                </a:cu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nvGrpSpPr>
                <p:cNvPr id="19" name="Group 18">
                  <a:extLst>
                    <a:ext uri="{FF2B5EF4-FFF2-40B4-BE49-F238E27FC236}">
                      <a16:creationId xmlns:a16="http://schemas.microsoft.com/office/drawing/2014/main" id="{F3B56658-371E-446B-B30D-D4EA2A88A973}"/>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2440769" y="2384401"/>
                  <a:ext cx="313009" cy="1032464"/>
                  <a:chOff x="2440769" y="2384401"/>
                  <a:chExt cx="313009" cy="1032464"/>
                </a:xfrm>
              </p:grpSpPr>
              <p:cxnSp>
                <p:nvCxnSpPr>
                  <p:cNvPr id="20" name="Straight Connector 19">
                    <a:extLst>
                      <a:ext uri="{FF2B5EF4-FFF2-40B4-BE49-F238E27FC236}">
                        <a16:creationId xmlns:a16="http://schemas.microsoft.com/office/drawing/2014/main" id="{068979FB-2943-4091-A490-D9F8695DF0D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rot="10800000" flipH="1">
                    <a:off x="2440769" y="2516865"/>
                    <a:ext cx="0" cy="900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B378C39C-3FC0-4521-8336-33A86391920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rot="8100000" flipH="1">
                    <a:off x="2753778" y="2384401"/>
                    <a:ext cx="0" cy="900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grpSp>
        <p:grpSp>
          <p:nvGrpSpPr>
            <p:cNvPr id="12" name="Group 11">
              <a:extLst>
                <a:ext uri="{FF2B5EF4-FFF2-40B4-BE49-F238E27FC236}">
                  <a16:creationId xmlns:a16="http://schemas.microsoft.com/office/drawing/2014/main" id="{72C6951D-2EAF-4333-B8A8-F473DC3BDF44}"/>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1437136" y="649304"/>
              <a:ext cx="388541" cy="388541"/>
              <a:chOff x="5752675" y="5440856"/>
              <a:chExt cx="388541" cy="388541"/>
            </a:xfrm>
          </p:grpSpPr>
          <p:sp>
            <p:nvSpPr>
              <p:cNvPr id="13" name="Oval 12">
                <a:extLst>
                  <a:ext uri="{FF2B5EF4-FFF2-40B4-BE49-F238E27FC236}">
                    <a16:creationId xmlns:a16="http://schemas.microsoft.com/office/drawing/2014/main" id="{63E77698-5758-433A-9DF3-3BE43B6FBDA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5800801" y="5488982"/>
                <a:ext cx="340415" cy="340415"/>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4" name="Oval 13">
                <a:extLst>
                  <a:ext uri="{FF2B5EF4-FFF2-40B4-BE49-F238E27FC236}">
                    <a16:creationId xmlns:a16="http://schemas.microsoft.com/office/drawing/2014/main" id="{FF47FF7F-75A9-438D-8BA7-428BF76974C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52675" y="5440856"/>
                <a:ext cx="340415" cy="340415"/>
              </a:xfrm>
              <a:prstGeom prst="ellipse">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grpSp>
      <p:sp>
        <p:nvSpPr>
          <p:cNvPr id="61" name="TextBox 60">
            <a:extLst>
              <a:ext uri="{FF2B5EF4-FFF2-40B4-BE49-F238E27FC236}">
                <a16:creationId xmlns:a16="http://schemas.microsoft.com/office/drawing/2014/main" id="{DF27DA85-F987-F1D8-D192-5F2FDFB3E97F}"/>
              </a:ext>
            </a:extLst>
          </p:cNvPr>
          <p:cNvSpPr txBox="1"/>
          <p:nvPr/>
        </p:nvSpPr>
        <p:spPr>
          <a:xfrm>
            <a:off x="349836" y="2130129"/>
            <a:ext cx="11443360" cy="4462760"/>
          </a:xfrm>
          <a:prstGeom prst="rect">
            <a:avLst/>
          </a:prstGeom>
          <a:noFill/>
        </p:spPr>
        <p:txBody>
          <a:bodyPr wrap="square">
            <a:spAutoFit/>
          </a:bodyPr>
          <a:lstStyle/>
          <a:p>
            <a:pPr algn="just"/>
            <a:r>
              <a:rPr lang="en-US" sz="2400" dirty="0">
                <a:latin typeface="Arial Nova Light" panose="020B0304020202020204" pitchFamily="34" charset="0"/>
              </a:rPr>
              <a:t>The project manager bears the ultimate responsibility for the success or failure of the project. </a:t>
            </a:r>
          </a:p>
          <a:p>
            <a:pPr algn="just"/>
            <a:endParaRPr lang="en-US" sz="800" dirty="0">
              <a:latin typeface="Arial Nova Light" panose="020B0304020202020204" pitchFamily="34" charset="0"/>
            </a:endParaRPr>
          </a:p>
          <a:p>
            <a:pPr algn="just"/>
            <a:r>
              <a:rPr lang="en-US" sz="2400" dirty="0">
                <a:latin typeface="Arial Nova Light" panose="020B0304020202020204" pitchFamily="34" charset="0"/>
              </a:rPr>
              <a:t>He or she must be capable of working through others to accomplish the objectives of the project. The project manager is responsible for effectively managing each of the following:</a:t>
            </a:r>
          </a:p>
          <a:p>
            <a:pPr algn="just"/>
            <a:endParaRPr lang="en-US" sz="800" dirty="0">
              <a:latin typeface="Arial Nova Light" panose="020B0304020202020204" pitchFamily="34" charset="0"/>
            </a:endParaRPr>
          </a:p>
          <a:p>
            <a:pPr algn="just"/>
            <a:r>
              <a:rPr lang="en-US" sz="2400" dirty="0">
                <a:latin typeface="Arial Nova Light" panose="020B0304020202020204" pitchFamily="34" charset="0"/>
              </a:rPr>
              <a:t>1. The </a:t>
            </a:r>
            <a:r>
              <a:rPr lang="en-US" sz="2800" b="1" dirty="0">
                <a:solidFill>
                  <a:srgbClr val="FFFF00"/>
                </a:solidFill>
                <a:latin typeface="Arial Nova Light" panose="020B0304020202020204" pitchFamily="34" charset="0"/>
              </a:rPr>
              <a:t>work</a:t>
            </a:r>
            <a:r>
              <a:rPr lang="en-US" sz="2400" dirty="0">
                <a:latin typeface="Arial Nova Light" panose="020B0304020202020204" pitchFamily="34" charset="0"/>
              </a:rPr>
              <a:t>, so that all of the necessary activities are accomplished in the desired sequence, and performance goals are met.</a:t>
            </a:r>
          </a:p>
          <a:p>
            <a:pPr algn="just"/>
            <a:endParaRPr lang="en-US" sz="800" dirty="0">
              <a:latin typeface="Arial Nova Light" panose="020B0304020202020204" pitchFamily="34" charset="0"/>
            </a:endParaRPr>
          </a:p>
          <a:p>
            <a:pPr algn="just"/>
            <a:r>
              <a:rPr lang="en-US" sz="2400" dirty="0">
                <a:latin typeface="Arial Nova Light" panose="020B0304020202020204" pitchFamily="34" charset="0"/>
              </a:rPr>
              <a:t>2. The </a:t>
            </a:r>
            <a:r>
              <a:rPr lang="en-US" sz="2800" b="1" dirty="0">
                <a:solidFill>
                  <a:srgbClr val="99FFCC"/>
                </a:solidFill>
                <a:latin typeface="Arial Nova Light" panose="020B0304020202020204" pitchFamily="34" charset="0"/>
              </a:rPr>
              <a:t>human resources</a:t>
            </a:r>
            <a:r>
              <a:rPr lang="en-US" sz="2400" dirty="0">
                <a:latin typeface="Arial Nova Light" panose="020B0304020202020204" pitchFamily="34" charset="0"/>
              </a:rPr>
              <a:t>, so that those working on the project have direction and motivation.</a:t>
            </a:r>
          </a:p>
          <a:p>
            <a:pPr algn="just"/>
            <a:endParaRPr lang="en-US" sz="800" dirty="0">
              <a:latin typeface="Arial Nova Light" panose="020B0304020202020204" pitchFamily="34" charset="0"/>
            </a:endParaRPr>
          </a:p>
          <a:p>
            <a:pPr algn="just"/>
            <a:r>
              <a:rPr lang="en-US" sz="2400" dirty="0">
                <a:latin typeface="Arial Nova Light" panose="020B0304020202020204" pitchFamily="34" charset="0"/>
              </a:rPr>
              <a:t>3. </a:t>
            </a:r>
            <a:r>
              <a:rPr lang="en-US" sz="2800" b="1" dirty="0">
                <a:solidFill>
                  <a:srgbClr val="FF99CC"/>
                </a:solidFill>
                <a:latin typeface="Arial Nova Light" panose="020B0304020202020204" pitchFamily="34" charset="0"/>
              </a:rPr>
              <a:t>Communications</a:t>
            </a:r>
            <a:r>
              <a:rPr lang="en-US" sz="2400" dirty="0">
                <a:latin typeface="Arial Nova Light" panose="020B0304020202020204" pitchFamily="34" charset="0"/>
              </a:rPr>
              <a:t>, so that everybody has the information needed to do the work.</a:t>
            </a:r>
            <a:endParaRPr lang="en-US" sz="2200" dirty="0">
              <a:latin typeface="Arial Nova Light" panose="020B0304020202020204" pitchFamily="34" charset="0"/>
            </a:endParaRPr>
          </a:p>
        </p:txBody>
      </p:sp>
    </p:spTree>
    <p:extLst>
      <p:ext uri="{BB962C8B-B14F-4D97-AF65-F5344CB8AC3E}">
        <p14:creationId xmlns:p14="http://schemas.microsoft.com/office/powerpoint/2010/main" val="376053246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316A5661-2CFE-478C-BAC3-729F393F3C4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BC1DA2B-FE6F-1C6E-BFA0-9B15DC40309D}"/>
              </a:ext>
            </a:extLst>
          </p:cNvPr>
          <p:cNvSpPr>
            <a:spLocks noGrp="1"/>
          </p:cNvSpPr>
          <p:nvPr>
            <p:ph type="title"/>
          </p:nvPr>
        </p:nvSpPr>
        <p:spPr>
          <a:xfrm>
            <a:off x="2030244" y="697430"/>
            <a:ext cx="8564528" cy="774543"/>
          </a:xfrm>
        </p:spPr>
        <p:txBody>
          <a:bodyPr anchor="ctr">
            <a:normAutofit/>
          </a:bodyPr>
          <a:lstStyle/>
          <a:p>
            <a:r>
              <a:rPr lang="en-US" sz="4000" dirty="0">
                <a:solidFill>
                  <a:srgbClr val="80EFFF"/>
                </a:solidFill>
                <a:latin typeface="Arial Rounded MT Bold" panose="020F0704030504030204" pitchFamily="34" charset="0"/>
              </a:rPr>
              <a:t>The Project Manager</a:t>
            </a:r>
          </a:p>
        </p:txBody>
      </p:sp>
      <p:grpSp>
        <p:nvGrpSpPr>
          <p:cNvPr id="10" name="Group 9">
            <a:extLst>
              <a:ext uri="{FF2B5EF4-FFF2-40B4-BE49-F238E27FC236}">
                <a16:creationId xmlns:a16="http://schemas.microsoft.com/office/drawing/2014/main" id="{FB7BE8CD-E348-464A-82CC-7EF7AA82842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999771" y="649304"/>
            <a:ext cx="913428" cy="1315264"/>
            <a:chOff x="999771" y="649304"/>
            <a:chExt cx="913428" cy="1315264"/>
          </a:xfrm>
        </p:grpSpPr>
        <p:grpSp>
          <p:nvGrpSpPr>
            <p:cNvPr id="11" name="Group 10">
              <a:extLst>
                <a:ext uri="{FF2B5EF4-FFF2-40B4-BE49-F238E27FC236}">
                  <a16:creationId xmlns:a16="http://schemas.microsoft.com/office/drawing/2014/main" id="{B8CC82D2-4C4A-4C67-8483-5199F97B37A7}"/>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999771" y="932104"/>
              <a:ext cx="913428" cy="1032464"/>
              <a:chOff x="999771" y="932104"/>
              <a:chExt cx="913428" cy="1032464"/>
            </a:xfrm>
          </p:grpSpPr>
          <p:grpSp>
            <p:nvGrpSpPr>
              <p:cNvPr id="15" name="Group 14">
                <a:extLst>
                  <a:ext uri="{FF2B5EF4-FFF2-40B4-BE49-F238E27FC236}">
                    <a16:creationId xmlns:a16="http://schemas.microsoft.com/office/drawing/2014/main" id="{70D2391D-AA33-4F5E-BD96-B42D93DED226}"/>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rot="8100000" flipV="1">
                <a:off x="1047457" y="1290386"/>
                <a:ext cx="865742" cy="628383"/>
                <a:chOff x="558167" y="958515"/>
                <a:chExt cx="865742" cy="628383"/>
              </a:xfrm>
              <a:solidFill>
                <a:schemeClr val="accent3"/>
              </a:solidFill>
            </p:grpSpPr>
            <p:sp>
              <p:nvSpPr>
                <p:cNvPr id="22" name="Freeform: Shape 21">
                  <a:extLst>
                    <a:ext uri="{FF2B5EF4-FFF2-40B4-BE49-F238E27FC236}">
                      <a16:creationId xmlns:a16="http://schemas.microsoft.com/office/drawing/2014/main" id="{BE166DCE-539D-4C74-9C9D-AC000BA2F8A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8100000" flipH="1">
                  <a:off x="558167" y="1122160"/>
                  <a:ext cx="464738" cy="464738"/>
                </a:xfrm>
                <a:custGeom>
                  <a:avLst/>
                  <a:gdLst>
                    <a:gd name="connsiteX0" fmla="*/ 446142 w 464738"/>
                    <a:gd name="connsiteY0" fmla="*/ 464738 h 464738"/>
                    <a:gd name="connsiteX1" fmla="*/ 130673 w 464738"/>
                    <a:gd name="connsiteY1" fmla="*/ 334066 h 464738"/>
                    <a:gd name="connsiteX2" fmla="*/ 0 w 464738"/>
                    <a:gd name="connsiteY2" fmla="*/ 18596 h 464738"/>
                    <a:gd name="connsiteX3" fmla="*/ 836 w 464738"/>
                    <a:gd name="connsiteY3" fmla="*/ 1089 h 464738"/>
                    <a:gd name="connsiteX4" fmla="*/ 606 w 464738"/>
                    <a:gd name="connsiteY4" fmla="*/ 859 h 464738"/>
                    <a:gd name="connsiteX5" fmla="*/ 848 w 464738"/>
                    <a:gd name="connsiteY5" fmla="*/ 848 h 464738"/>
                    <a:gd name="connsiteX6" fmla="*/ 859 w 464738"/>
                    <a:gd name="connsiteY6" fmla="*/ 606 h 464738"/>
                    <a:gd name="connsiteX7" fmla="*/ 1089 w 464738"/>
                    <a:gd name="connsiteY7" fmla="*/ 836 h 464738"/>
                    <a:gd name="connsiteX8" fmla="*/ 18596 w 464738"/>
                    <a:gd name="connsiteY8" fmla="*/ 0 h 464738"/>
                    <a:gd name="connsiteX9" fmla="*/ 334066 w 464738"/>
                    <a:gd name="connsiteY9" fmla="*/ 130672 h 464738"/>
                    <a:gd name="connsiteX10" fmla="*/ 464738 w 464738"/>
                    <a:gd name="connsiteY10" fmla="*/ 446142 h 464738"/>
                    <a:gd name="connsiteX11" fmla="*/ 463902 w 464738"/>
                    <a:gd name="connsiteY11" fmla="*/ 463650 h 464738"/>
                    <a:gd name="connsiteX12" fmla="*/ 464132 w 464738"/>
                    <a:gd name="connsiteY12" fmla="*/ 463880 h 464738"/>
                    <a:gd name="connsiteX13" fmla="*/ 463891 w 464738"/>
                    <a:gd name="connsiteY13" fmla="*/ 463892 h 464738"/>
                    <a:gd name="connsiteX14" fmla="*/ 463879 w 464738"/>
                    <a:gd name="connsiteY14" fmla="*/ 464132 h 464738"/>
                    <a:gd name="connsiteX15" fmla="*/ 463650 w 464738"/>
                    <a:gd name="connsiteY15" fmla="*/ 463903 h 4647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64738" h="464738">
                      <a:moveTo>
                        <a:pt x="446142" y="464738"/>
                      </a:moveTo>
                      <a:cubicBezTo>
                        <a:pt x="331965" y="464738"/>
                        <a:pt x="217787" y="421181"/>
                        <a:pt x="130673" y="334066"/>
                      </a:cubicBezTo>
                      <a:cubicBezTo>
                        <a:pt x="43558" y="246952"/>
                        <a:pt x="1" y="132774"/>
                        <a:pt x="0" y="18596"/>
                      </a:cubicBezTo>
                      <a:lnTo>
                        <a:pt x="836" y="1089"/>
                      </a:lnTo>
                      <a:lnTo>
                        <a:pt x="606" y="859"/>
                      </a:lnTo>
                      <a:lnTo>
                        <a:pt x="848" y="848"/>
                      </a:lnTo>
                      <a:lnTo>
                        <a:pt x="859" y="606"/>
                      </a:lnTo>
                      <a:lnTo>
                        <a:pt x="1089" y="836"/>
                      </a:lnTo>
                      <a:lnTo>
                        <a:pt x="18596" y="0"/>
                      </a:lnTo>
                      <a:cubicBezTo>
                        <a:pt x="132774" y="0"/>
                        <a:pt x="246951" y="43557"/>
                        <a:pt x="334066" y="130672"/>
                      </a:cubicBezTo>
                      <a:cubicBezTo>
                        <a:pt x="421181" y="217787"/>
                        <a:pt x="464738" y="331964"/>
                        <a:pt x="464738" y="446142"/>
                      </a:cubicBezTo>
                      <a:lnTo>
                        <a:pt x="463902" y="463650"/>
                      </a:lnTo>
                      <a:lnTo>
                        <a:pt x="464132" y="463880"/>
                      </a:lnTo>
                      <a:lnTo>
                        <a:pt x="463891" y="463892"/>
                      </a:lnTo>
                      <a:lnTo>
                        <a:pt x="463879" y="464132"/>
                      </a:lnTo>
                      <a:lnTo>
                        <a:pt x="463650" y="463903"/>
                      </a:lnTo>
                      <a:close/>
                    </a:path>
                  </a:pathLst>
                </a:custGeom>
                <a:solidFill>
                  <a:schemeClr val="accent4">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3" name="Freeform: Shape 22">
                  <a:extLst>
                    <a:ext uri="{FF2B5EF4-FFF2-40B4-BE49-F238E27FC236}">
                      <a16:creationId xmlns:a16="http://schemas.microsoft.com/office/drawing/2014/main" id="{DCC6BEB5-DA1F-4F9E-BA5D-8F892A0FB8F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flipH="1">
                  <a:off x="959170" y="958515"/>
                  <a:ext cx="464739" cy="464739"/>
                </a:xfrm>
                <a:custGeom>
                  <a:avLst/>
                  <a:gdLst>
                    <a:gd name="connsiteX0" fmla="*/ 464132 w 464739"/>
                    <a:gd name="connsiteY0" fmla="*/ 463881 h 464739"/>
                    <a:gd name="connsiteX1" fmla="*/ 463891 w 464739"/>
                    <a:gd name="connsiteY1" fmla="*/ 463892 h 464739"/>
                    <a:gd name="connsiteX2" fmla="*/ 463880 w 464739"/>
                    <a:gd name="connsiteY2" fmla="*/ 464132 h 464739"/>
                    <a:gd name="connsiteX3" fmla="*/ 463651 w 464739"/>
                    <a:gd name="connsiteY3" fmla="*/ 463904 h 464739"/>
                    <a:gd name="connsiteX4" fmla="*/ 446142 w 464739"/>
                    <a:gd name="connsiteY4" fmla="*/ 464739 h 464739"/>
                    <a:gd name="connsiteX5" fmla="*/ 130673 w 464739"/>
                    <a:gd name="connsiteY5" fmla="*/ 334067 h 464739"/>
                    <a:gd name="connsiteX6" fmla="*/ 0 w 464739"/>
                    <a:gd name="connsiteY6" fmla="*/ 18597 h 464739"/>
                    <a:gd name="connsiteX7" fmla="*/ 836 w 464739"/>
                    <a:gd name="connsiteY7" fmla="*/ 1089 h 464739"/>
                    <a:gd name="connsiteX8" fmla="*/ 607 w 464739"/>
                    <a:gd name="connsiteY8" fmla="*/ 859 h 464739"/>
                    <a:gd name="connsiteX9" fmla="*/ 848 w 464739"/>
                    <a:gd name="connsiteY9" fmla="*/ 848 h 464739"/>
                    <a:gd name="connsiteX10" fmla="*/ 859 w 464739"/>
                    <a:gd name="connsiteY10" fmla="*/ 607 h 464739"/>
                    <a:gd name="connsiteX11" fmla="*/ 1089 w 464739"/>
                    <a:gd name="connsiteY11" fmla="*/ 836 h 464739"/>
                    <a:gd name="connsiteX12" fmla="*/ 18597 w 464739"/>
                    <a:gd name="connsiteY12" fmla="*/ 0 h 464739"/>
                    <a:gd name="connsiteX13" fmla="*/ 334067 w 464739"/>
                    <a:gd name="connsiteY13" fmla="*/ 130672 h 464739"/>
                    <a:gd name="connsiteX14" fmla="*/ 464739 w 464739"/>
                    <a:gd name="connsiteY14" fmla="*/ 446142 h 464739"/>
                    <a:gd name="connsiteX15" fmla="*/ 463903 w 464739"/>
                    <a:gd name="connsiteY15" fmla="*/ 463652 h 464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64739" h="464739">
                      <a:moveTo>
                        <a:pt x="464132" y="463881"/>
                      </a:moveTo>
                      <a:lnTo>
                        <a:pt x="463891" y="463892"/>
                      </a:lnTo>
                      <a:lnTo>
                        <a:pt x="463880" y="464132"/>
                      </a:lnTo>
                      <a:lnTo>
                        <a:pt x="463651" y="463904"/>
                      </a:lnTo>
                      <a:lnTo>
                        <a:pt x="446142" y="464739"/>
                      </a:lnTo>
                      <a:cubicBezTo>
                        <a:pt x="331965" y="464739"/>
                        <a:pt x="217787" y="421182"/>
                        <a:pt x="130673" y="334067"/>
                      </a:cubicBezTo>
                      <a:cubicBezTo>
                        <a:pt x="43558" y="246953"/>
                        <a:pt x="1" y="132775"/>
                        <a:pt x="0" y="18597"/>
                      </a:cubicBezTo>
                      <a:lnTo>
                        <a:pt x="836" y="1089"/>
                      </a:lnTo>
                      <a:lnTo>
                        <a:pt x="607" y="859"/>
                      </a:lnTo>
                      <a:lnTo>
                        <a:pt x="848" y="848"/>
                      </a:lnTo>
                      <a:lnTo>
                        <a:pt x="859" y="607"/>
                      </a:lnTo>
                      <a:lnTo>
                        <a:pt x="1089" y="836"/>
                      </a:lnTo>
                      <a:lnTo>
                        <a:pt x="18597" y="0"/>
                      </a:lnTo>
                      <a:cubicBezTo>
                        <a:pt x="132775" y="0"/>
                        <a:pt x="246952" y="43557"/>
                        <a:pt x="334067" y="130672"/>
                      </a:cubicBezTo>
                      <a:cubicBezTo>
                        <a:pt x="421182" y="217787"/>
                        <a:pt x="464739" y="331964"/>
                        <a:pt x="464739" y="446142"/>
                      </a:cubicBezTo>
                      <a:lnTo>
                        <a:pt x="463903" y="463652"/>
                      </a:lnTo>
                      <a:close/>
                    </a:path>
                  </a:pathLst>
                </a:custGeom>
                <a:solidFill>
                  <a:schemeClr val="accent4">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grpSp>
          <p:grpSp>
            <p:nvGrpSpPr>
              <p:cNvPr id="16" name="Group 15">
                <a:extLst>
                  <a:ext uri="{FF2B5EF4-FFF2-40B4-BE49-F238E27FC236}">
                    <a16:creationId xmlns:a16="http://schemas.microsoft.com/office/drawing/2014/main" id="{C0300EB9-093C-4C32-A212-821D7AC082B4}"/>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rot="10800000" flipH="1" flipV="1">
                <a:off x="999771" y="932104"/>
                <a:ext cx="864005" cy="1032464"/>
                <a:chOff x="2207971" y="2384401"/>
                <a:chExt cx="864005" cy="1032464"/>
              </a:xfrm>
            </p:grpSpPr>
            <p:sp>
              <p:nvSpPr>
                <p:cNvPr id="17" name="Freeform: Shape 16">
                  <a:extLst>
                    <a:ext uri="{FF2B5EF4-FFF2-40B4-BE49-F238E27FC236}">
                      <a16:creationId xmlns:a16="http://schemas.microsoft.com/office/drawing/2014/main" id="{AFC97B3C-CF0E-4C93-AA39-7A677A12C50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3500000">
                  <a:off x="2207971" y="2856305"/>
                  <a:ext cx="464739" cy="464739"/>
                </a:xfrm>
                <a:custGeom>
                  <a:avLst/>
                  <a:gdLst>
                    <a:gd name="connsiteX0" fmla="*/ 464132 w 464739"/>
                    <a:gd name="connsiteY0" fmla="*/ 463881 h 464739"/>
                    <a:gd name="connsiteX1" fmla="*/ 463891 w 464739"/>
                    <a:gd name="connsiteY1" fmla="*/ 463892 h 464739"/>
                    <a:gd name="connsiteX2" fmla="*/ 463880 w 464739"/>
                    <a:gd name="connsiteY2" fmla="*/ 464132 h 464739"/>
                    <a:gd name="connsiteX3" fmla="*/ 463651 w 464739"/>
                    <a:gd name="connsiteY3" fmla="*/ 463904 h 464739"/>
                    <a:gd name="connsiteX4" fmla="*/ 446142 w 464739"/>
                    <a:gd name="connsiteY4" fmla="*/ 464739 h 464739"/>
                    <a:gd name="connsiteX5" fmla="*/ 130673 w 464739"/>
                    <a:gd name="connsiteY5" fmla="*/ 334067 h 464739"/>
                    <a:gd name="connsiteX6" fmla="*/ 0 w 464739"/>
                    <a:gd name="connsiteY6" fmla="*/ 18597 h 464739"/>
                    <a:gd name="connsiteX7" fmla="*/ 836 w 464739"/>
                    <a:gd name="connsiteY7" fmla="*/ 1089 h 464739"/>
                    <a:gd name="connsiteX8" fmla="*/ 607 w 464739"/>
                    <a:gd name="connsiteY8" fmla="*/ 859 h 464739"/>
                    <a:gd name="connsiteX9" fmla="*/ 848 w 464739"/>
                    <a:gd name="connsiteY9" fmla="*/ 848 h 464739"/>
                    <a:gd name="connsiteX10" fmla="*/ 859 w 464739"/>
                    <a:gd name="connsiteY10" fmla="*/ 607 h 464739"/>
                    <a:gd name="connsiteX11" fmla="*/ 1089 w 464739"/>
                    <a:gd name="connsiteY11" fmla="*/ 836 h 464739"/>
                    <a:gd name="connsiteX12" fmla="*/ 18597 w 464739"/>
                    <a:gd name="connsiteY12" fmla="*/ 0 h 464739"/>
                    <a:gd name="connsiteX13" fmla="*/ 334067 w 464739"/>
                    <a:gd name="connsiteY13" fmla="*/ 130672 h 464739"/>
                    <a:gd name="connsiteX14" fmla="*/ 464739 w 464739"/>
                    <a:gd name="connsiteY14" fmla="*/ 446142 h 464739"/>
                    <a:gd name="connsiteX15" fmla="*/ 463903 w 464739"/>
                    <a:gd name="connsiteY15" fmla="*/ 463652 h 464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64739" h="464739">
                      <a:moveTo>
                        <a:pt x="464132" y="463881"/>
                      </a:moveTo>
                      <a:lnTo>
                        <a:pt x="463891" y="463892"/>
                      </a:lnTo>
                      <a:lnTo>
                        <a:pt x="463880" y="464132"/>
                      </a:lnTo>
                      <a:lnTo>
                        <a:pt x="463651" y="463904"/>
                      </a:lnTo>
                      <a:lnTo>
                        <a:pt x="446142" y="464739"/>
                      </a:lnTo>
                      <a:cubicBezTo>
                        <a:pt x="331965" y="464739"/>
                        <a:pt x="217787" y="421182"/>
                        <a:pt x="130673" y="334067"/>
                      </a:cubicBezTo>
                      <a:cubicBezTo>
                        <a:pt x="43558" y="246953"/>
                        <a:pt x="1" y="132775"/>
                        <a:pt x="0" y="18597"/>
                      </a:cubicBezTo>
                      <a:lnTo>
                        <a:pt x="836" y="1089"/>
                      </a:lnTo>
                      <a:lnTo>
                        <a:pt x="607" y="859"/>
                      </a:lnTo>
                      <a:lnTo>
                        <a:pt x="848" y="848"/>
                      </a:lnTo>
                      <a:lnTo>
                        <a:pt x="859" y="607"/>
                      </a:lnTo>
                      <a:lnTo>
                        <a:pt x="1089" y="836"/>
                      </a:lnTo>
                      <a:lnTo>
                        <a:pt x="18597" y="0"/>
                      </a:lnTo>
                      <a:cubicBezTo>
                        <a:pt x="132775" y="0"/>
                        <a:pt x="246952" y="43557"/>
                        <a:pt x="334067" y="130672"/>
                      </a:cubicBezTo>
                      <a:cubicBezTo>
                        <a:pt x="421182" y="217787"/>
                        <a:pt x="464739" y="331964"/>
                        <a:pt x="464739" y="446142"/>
                      </a:cubicBezTo>
                      <a:lnTo>
                        <a:pt x="463903" y="463652"/>
                      </a:lnTo>
                      <a:close/>
                    </a:path>
                  </a:pathLst>
                </a:cu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8" name="Freeform: Shape 17">
                  <a:extLst>
                    <a:ext uri="{FF2B5EF4-FFF2-40B4-BE49-F238E27FC236}">
                      <a16:creationId xmlns:a16="http://schemas.microsoft.com/office/drawing/2014/main" id="{0943F14E-6185-4A31-8318-2088A05F5C9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2607238" y="2688467"/>
                  <a:ext cx="464738" cy="464738"/>
                </a:xfrm>
                <a:custGeom>
                  <a:avLst/>
                  <a:gdLst>
                    <a:gd name="connsiteX0" fmla="*/ 446142 w 464738"/>
                    <a:gd name="connsiteY0" fmla="*/ 464738 h 464738"/>
                    <a:gd name="connsiteX1" fmla="*/ 130673 w 464738"/>
                    <a:gd name="connsiteY1" fmla="*/ 334066 h 464738"/>
                    <a:gd name="connsiteX2" fmla="*/ 0 w 464738"/>
                    <a:gd name="connsiteY2" fmla="*/ 18596 h 464738"/>
                    <a:gd name="connsiteX3" fmla="*/ 836 w 464738"/>
                    <a:gd name="connsiteY3" fmla="*/ 1089 h 464738"/>
                    <a:gd name="connsiteX4" fmla="*/ 606 w 464738"/>
                    <a:gd name="connsiteY4" fmla="*/ 859 h 464738"/>
                    <a:gd name="connsiteX5" fmla="*/ 848 w 464738"/>
                    <a:gd name="connsiteY5" fmla="*/ 848 h 464738"/>
                    <a:gd name="connsiteX6" fmla="*/ 859 w 464738"/>
                    <a:gd name="connsiteY6" fmla="*/ 606 h 464738"/>
                    <a:gd name="connsiteX7" fmla="*/ 1089 w 464738"/>
                    <a:gd name="connsiteY7" fmla="*/ 836 h 464738"/>
                    <a:gd name="connsiteX8" fmla="*/ 18596 w 464738"/>
                    <a:gd name="connsiteY8" fmla="*/ 0 h 464738"/>
                    <a:gd name="connsiteX9" fmla="*/ 334066 w 464738"/>
                    <a:gd name="connsiteY9" fmla="*/ 130672 h 464738"/>
                    <a:gd name="connsiteX10" fmla="*/ 464738 w 464738"/>
                    <a:gd name="connsiteY10" fmla="*/ 446142 h 464738"/>
                    <a:gd name="connsiteX11" fmla="*/ 463902 w 464738"/>
                    <a:gd name="connsiteY11" fmla="*/ 463650 h 464738"/>
                    <a:gd name="connsiteX12" fmla="*/ 464132 w 464738"/>
                    <a:gd name="connsiteY12" fmla="*/ 463880 h 464738"/>
                    <a:gd name="connsiteX13" fmla="*/ 463891 w 464738"/>
                    <a:gd name="connsiteY13" fmla="*/ 463892 h 464738"/>
                    <a:gd name="connsiteX14" fmla="*/ 463879 w 464738"/>
                    <a:gd name="connsiteY14" fmla="*/ 464132 h 464738"/>
                    <a:gd name="connsiteX15" fmla="*/ 463650 w 464738"/>
                    <a:gd name="connsiteY15" fmla="*/ 463903 h 4647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64738" h="464738">
                      <a:moveTo>
                        <a:pt x="446142" y="464738"/>
                      </a:moveTo>
                      <a:cubicBezTo>
                        <a:pt x="331965" y="464738"/>
                        <a:pt x="217787" y="421181"/>
                        <a:pt x="130673" y="334066"/>
                      </a:cubicBezTo>
                      <a:cubicBezTo>
                        <a:pt x="43558" y="246952"/>
                        <a:pt x="1" y="132774"/>
                        <a:pt x="0" y="18596"/>
                      </a:cubicBezTo>
                      <a:lnTo>
                        <a:pt x="836" y="1089"/>
                      </a:lnTo>
                      <a:lnTo>
                        <a:pt x="606" y="859"/>
                      </a:lnTo>
                      <a:lnTo>
                        <a:pt x="848" y="848"/>
                      </a:lnTo>
                      <a:lnTo>
                        <a:pt x="859" y="606"/>
                      </a:lnTo>
                      <a:lnTo>
                        <a:pt x="1089" y="836"/>
                      </a:lnTo>
                      <a:lnTo>
                        <a:pt x="18596" y="0"/>
                      </a:lnTo>
                      <a:cubicBezTo>
                        <a:pt x="132774" y="0"/>
                        <a:pt x="246951" y="43557"/>
                        <a:pt x="334066" y="130672"/>
                      </a:cubicBezTo>
                      <a:cubicBezTo>
                        <a:pt x="421181" y="217787"/>
                        <a:pt x="464738" y="331964"/>
                        <a:pt x="464738" y="446142"/>
                      </a:cubicBezTo>
                      <a:lnTo>
                        <a:pt x="463902" y="463650"/>
                      </a:lnTo>
                      <a:lnTo>
                        <a:pt x="464132" y="463880"/>
                      </a:lnTo>
                      <a:lnTo>
                        <a:pt x="463891" y="463892"/>
                      </a:lnTo>
                      <a:lnTo>
                        <a:pt x="463879" y="464132"/>
                      </a:lnTo>
                      <a:lnTo>
                        <a:pt x="463650" y="463903"/>
                      </a:lnTo>
                      <a:close/>
                    </a:path>
                  </a:pathLst>
                </a:cu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nvGrpSpPr>
                <p:cNvPr id="19" name="Group 18">
                  <a:extLst>
                    <a:ext uri="{FF2B5EF4-FFF2-40B4-BE49-F238E27FC236}">
                      <a16:creationId xmlns:a16="http://schemas.microsoft.com/office/drawing/2014/main" id="{F3B56658-371E-446B-B30D-D4EA2A88A973}"/>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2440769" y="2384401"/>
                  <a:ext cx="313009" cy="1032464"/>
                  <a:chOff x="2440769" y="2384401"/>
                  <a:chExt cx="313009" cy="1032464"/>
                </a:xfrm>
              </p:grpSpPr>
              <p:cxnSp>
                <p:nvCxnSpPr>
                  <p:cNvPr id="20" name="Straight Connector 19">
                    <a:extLst>
                      <a:ext uri="{FF2B5EF4-FFF2-40B4-BE49-F238E27FC236}">
                        <a16:creationId xmlns:a16="http://schemas.microsoft.com/office/drawing/2014/main" id="{068979FB-2943-4091-A490-D9F8695DF0D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rot="10800000" flipH="1">
                    <a:off x="2440769" y="2516865"/>
                    <a:ext cx="0" cy="900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B378C39C-3FC0-4521-8336-33A86391920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rot="8100000" flipH="1">
                    <a:off x="2753778" y="2384401"/>
                    <a:ext cx="0" cy="900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grpSp>
        <p:grpSp>
          <p:nvGrpSpPr>
            <p:cNvPr id="12" name="Group 11">
              <a:extLst>
                <a:ext uri="{FF2B5EF4-FFF2-40B4-BE49-F238E27FC236}">
                  <a16:creationId xmlns:a16="http://schemas.microsoft.com/office/drawing/2014/main" id="{72C6951D-2EAF-4333-B8A8-F473DC3BDF44}"/>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1437136" y="649304"/>
              <a:ext cx="388541" cy="388541"/>
              <a:chOff x="5752675" y="5440856"/>
              <a:chExt cx="388541" cy="388541"/>
            </a:xfrm>
          </p:grpSpPr>
          <p:sp>
            <p:nvSpPr>
              <p:cNvPr id="13" name="Oval 12">
                <a:extLst>
                  <a:ext uri="{FF2B5EF4-FFF2-40B4-BE49-F238E27FC236}">
                    <a16:creationId xmlns:a16="http://schemas.microsoft.com/office/drawing/2014/main" id="{63E77698-5758-433A-9DF3-3BE43B6FBDA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5800801" y="5488982"/>
                <a:ext cx="340415" cy="340415"/>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4" name="Oval 13">
                <a:extLst>
                  <a:ext uri="{FF2B5EF4-FFF2-40B4-BE49-F238E27FC236}">
                    <a16:creationId xmlns:a16="http://schemas.microsoft.com/office/drawing/2014/main" id="{FF47FF7F-75A9-438D-8BA7-428BF76974C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52675" y="5440856"/>
                <a:ext cx="340415" cy="340415"/>
              </a:xfrm>
              <a:prstGeom prst="ellipse">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grpSp>
      <p:sp>
        <p:nvSpPr>
          <p:cNvPr id="61" name="TextBox 60">
            <a:extLst>
              <a:ext uri="{FF2B5EF4-FFF2-40B4-BE49-F238E27FC236}">
                <a16:creationId xmlns:a16="http://schemas.microsoft.com/office/drawing/2014/main" id="{DF27DA85-F987-F1D8-D192-5F2FDFB3E97F}"/>
              </a:ext>
            </a:extLst>
          </p:cNvPr>
          <p:cNvSpPr txBox="1"/>
          <p:nvPr/>
        </p:nvSpPr>
        <p:spPr>
          <a:xfrm>
            <a:off x="349836" y="2130129"/>
            <a:ext cx="11443360" cy="2923877"/>
          </a:xfrm>
          <a:prstGeom prst="rect">
            <a:avLst/>
          </a:prstGeom>
          <a:noFill/>
        </p:spPr>
        <p:txBody>
          <a:bodyPr wrap="square">
            <a:spAutoFit/>
          </a:bodyPr>
          <a:lstStyle/>
          <a:p>
            <a:pPr algn="just"/>
            <a:r>
              <a:rPr lang="en-US" sz="2400" dirty="0">
                <a:latin typeface="Arial Nova Light" panose="020B0304020202020204" pitchFamily="34" charset="0"/>
              </a:rPr>
              <a:t>4. </a:t>
            </a:r>
            <a:r>
              <a:rPr lang="en-US" sz="2800" b="1" dirty="0">
                <a:solidFill>
                  <a:srgbClr val="CCFFCC"/>
                </a:solidFill>
                <a:latin typeface="Arial Nova Light" panose="020B0304020202020204" pitchFamily="34" charset="0"/>
              </a:rPr>
              <a:t>Quality</a:t>
            </a:r>
            <a:r>
              <a:rPr lang="en-US" sz="2400" dirty="0">
                <a:latin typeface="Arial Nova Light" panose="020B0304020202020204" pitchFamily="34" charset="0"/>
              </a:rPr>
              <a:t>, so that performance objectives are realized.</a:t>
            </a:r>
          </a:p>
          <a:p>
            <a:pPr algn="just"/>
            <a:endParaRPr lang="en-US" sz="800" dirty="0">
              <a:latin typeface="Arial Nova Light" panose="020B0304020202020204" pitchFamily="34" charset="0"/>
            </a:endParaRPr>
          </a:p>
          <a:p>
            <a:pPr algn="just"/>
            <a:r>
              <a:rPr lang="en-US" sz="2400" dirty="0">
                <a:latin typeface="Arial Nova Light" panose="020B0304020202020204" pitchFamily="34" charset="0"/>
              </a:rPr>
              <a:t>5. </a:t>
            </a:r>
            <a:r>
              <a:rPr lang="en-US" sz="2800" b="1" dirty="0">
                <a:solidFill>
                  <a:srgbClr val="CCCCFF"/>
                </a:solidFill>
                <a:latin typeface="Arial Nova Light" panose="020B0304020202020204" pitchFamily="34" charset="0"/>
              </a:rPr>
              <a:t>Time</a:t>
            </a:r>
            <a:r>
              <a:rPr lang="en-US" sz="2400" dirty="0">
                <a:latin typeface="Arial Nova Light" panose="020B0304020202020204" pitchFamily="34" charset="0"/>
              </a:rPr>
              <a:t>, so that the project is completed on schedule.</a:t>
            </a:r>
          </a:p>
          <a:p>
            <a:pPr algn="just"/>
            <a:endParaRPr lang="en-US" sz="800" dirty="0">
              <a:latin typeface="Arial Nova Light" panose="020B0304020202020204" pitchFamily="34" charset="0"/>
            </a:endParaRPr>
          </a:p>
          <a:p>
            <a:pPr algn="just"/>
            <a:r>
              <a:rPr lang="en-US" sz="2400" dirty="0">
                <a:latin typeface="Arial Nova Light" panose="020B0304020202020204" pitchFamily="34" charset="0"/>
              </a:rPr>
              <a:t>6. </a:t>
            </a:r>
            <a:r>
              <a:rPr lang="en-US" sz="2800" b="1" dirty="0">
                <a:solidFill>
                  <a:srgbClr val="FF99CC"/>
                </a:solidFill>
                <a:latin typeface="Arial Nova Light" panose="020B0304020202020204" pitchFamily="34" charset="0"/>
              </a:rPr>
              <a:t>Costs</a:t>
            </a:r>
            <a:r>
              <a:rPr lang="en-US" sz="2400" dirty="0">
                <a:latin typeface="Arial Nova Light" panose="020B0304020202020204" pitchFamily="34" charset="0"/>
              </a:rPr>
              <a:t>, so that the project is completed within budget.</a:t>
            </a:r>
          </a:p>
          <a:p>
            <a:pPr algn="just"/>
            <a:endParaRPr lang="en-US" sz="800" dirty="0">
              <a:latin typeface="Arial Nova Light" panose="020B0304020202020204" pitchFamily="34" charset="0"/>
            </a:endParaRPr>
          </a:p>
          <a:p>
            <a:pPr algn="just"/>
            <a:r>
              <a:rPr lang="en-US" sz="2400" dirty="0">
                <a:latin typeface="Arial Nova Light" panose="020B0304020202020204" pitchFamily="34" charset="0"/>
              </a:rPr>
              <a:t>7. </a:t>
            </a:r>
            <a:r>
              <a:rPr lang="en-US" sz="2800" b="1" dirty="0">
                <a:solidFill>
                  <a:srgbClr val="FEFF80"/>
                </a:solidFill>
                <a:latin typeface="Arial Nova Light" panose="020B0304020202020204" pitchFamily="34" charset="0"/>
              </a:rPr>
              <a:t>Scope</a:t>
            </a:r>
            <a:r>
              <a:rPr lang="en-US" sz="2400" dirty="0">
                <a:latin typeface="Arial Nova Light" panose="020B0304020202020204" pitchFamily="34" charset="0"/>
              </a:rPr>
              <a:t>, so the project stays within the prescribed scope, and “scope creep” doesn’t occur without commensurate changes to the schedule (if needed) and the budget.</a:t>
            </a:r>
            <a:endParaRPr lang="en-US" sz="2200" dirty="0">
              <a:latin typeface="Arial Nova Light" panose="020B0304020202020204" pitchFamily="34" charset="0"/>
            </a:endParaRPr>
          </a:p>
        </p:txBody>
      </p:sp>
    </p:spTree>
    <p:extLst>
      <p:ext uri="{BB962C8B-B14F-4D97-AF65-F5344CB8AC3E}">
        <p14:creationId xmlns:p14="http://schemas.microsoft.com/office/powerpoint/2010/main" val="49936075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316A5661-2CFE-478C-BAC3-729F393F3C4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BC1DA2B-FE6F-1C6E-BFA0-9B15DC40309D}"/>
              </a:ext>
            </a:extLst>
          </p:cNvPr>
          <p:cNvSpPr>
            <a:spLocks noGrp="1"/>
          </p:cNvSpPr>
          <p:nvPr>
            <p:ph type="title"/>
          </p:nvPr>
        </p:nvSpPr>
        <p:spPr>
          <a:xfrm>
            <a:off x="2030243" y="697430"/>
            <a:ext cx="9514055" cy="1267138"/>
          </a:xfrm>
        </p:spPr>
        <p:txBody>
          <a:bodyPr anchor="ctr">
            <a:normAutofit/>
          </a:bodyPr>
          <a:lstStyle/>
          <a:p>
            <a:r>
              <a:rPr lang="en-US" sz="4000" dirty="0">
                <a:solidFill>
                  <a:schemeClr val="accent6">
                    <a:lumMod val="40000"/>
                    <a:lumOff val="60000"/>
                  </a:schemeClr>
                </a:solidFill>
                <a:latin typeface="Arial Rounded MT Bold" panose="020F0704030504030204" pitchFamily="34" charset="0"/>
              </a:rPr>
              <a:t>Project management tools</a:t>
            </a:r>
          </a:p>
        </p:txBody>
      </p:sp>
      <p:grpSp>
        <p:nvGrpSpPr>
          <p:cNvPr id="10" name="Group 9">
            <a:extLst>
              <a:ext uri="{FF2B5EF4-FFF2-40B4-BE49-F238E27FC236}">
                <a16:creationId xmlns:a16="http://schemas.microsoft.com/office/drawing/2014/main" id="{FB7BE8CD-E348-464A-82CC-7EF7AA82842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999771" y="649304"/>
            <a:ext cx="913428" cy="1315264"/>
            <a:chOff x="999771" y="649304"/>
            <a:chExt cx="913428" cy="1315264"/>
          </a:xfrm>
        </p:grpSpPr>
        <p:grpSp>
          <p:nvGrpSpPr>
            <p:cNvPr id="11" name="Group 10">
              <a:extLst>
                <a:ext uri="{FF2B5EF4-FFF2-40B4-BE49-F238E27FC236}">
                  <a16:creationId xmlns:a16="http://schemas.microsoft.com/office/drawing/2014/main" id="{B8CC82D2-4C4A-4C67-8483-5199F97B37A7}"/>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999771" y="932104"/>
              <a:ext cx="913428" cy="1032464"/>
              <a:chOff x="999771" y="932104"/>
              <a:chExt cx="913428" cy="1032464"/>
            </a:xfrm>
          </p:grpSpPr>
          <p:grpSp>
            <p:nvGrpSpPr>
              <p:cNvPr id="15" name="Group 14">
                <a:extLst>
                  <a:ext uri="{FF2B5EF4-FFF2-40B4-BE49-F238E27FC236}">
                    <a16:creationId xmlns:a16="http://schemas.microsoft.com/office/drawing/2014/main" id="{70D2391D-AA33-4F5E-BD96-B42D93DED226}"/>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rot="8100000" flipV="1">
                <a:off x="1047457" y="1290386"/>
                <a:ext cx="865742" cy="628383"/>
                <a:chOff x="558167" y="958515"/>
                <a:chExt cx="865742" cy="628383"/>
              </a:xfrm>
              <a:solidFill>
                <a:schemeClr val="accent3"/>
              </a:solidFill>
            </p:grpSpPr>
            <p:sp>
              <p:nvSpPr>
                <p:cNvPr id="22" name="Freeform: Shape 21">
                  <a:extLst>
                    <a:ext uri="{FF2B5EF4-FFF2-40B4-BE49-F238E27FC236}">
                      <a16:creationId xmlns:a16="http://schemas.microsoft.com/office/drawing/2014/main" id="{BE166DCE-539D-4C74-9C9D-AC000BA2F8A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8100000" flipH="1">
                  <a:off x="558167" y="1122160"/>
                  <a:ext cx="464738" cy="464738"/>
                </a:xfrm>
                <a:custGeom>
                  <a:avLst/>
                  <a:gdLst>
                    <a:gd name="connsiteX0" fmla="*/ 446142 w 464738"/>
                    <a:gd name="connsiteY0" fmla="*/ 464738 h 464738"/>
                    <a:gd name="connsiteX1" fmla="*/ 130673 w 464738"/>
                    <a:gd name="connsiteY1" fmla="*/ 334066 h 464738"/>
                    <a:gd name="connsiteX2" fmla="*/ 0 w 464738"/>
                    <a:gd name="connsiteY2" fmla="*/ 18596 h 464738"/>
                    <a:gd name="connsiteX3" fmla="*/ 836 w 464738"/>
                    <a:gd name="connsiteY3" fmla="*/ 1089 h 464738"/>
                    <a:gd name="connsiteX4" fmla="*/ 606 w 464738"/>
                    <a:gd name="connsiteY4" fmla="*/ 859 h 464738"/>
                    <a:gd name="connsiteX5" fmla="*/ 848 w 464738"/>
                    <a:gd name="connsiteY5" fmla="*/ 848 h 464738"/>
                    <a:gd name="connsiteX6" fmla="*/ 859 w 464738"/>
                    <a:gd name="connsiteY6" fmla="*/ 606 h 464738"/>
                    <a:gd name="connsiteX7" fmla="*/ 1089 w 464738"/>
                    <a:gd name="connsiteY7" fmla="*/ 836 h 464738"/>
                    <a:gd name="connsiteX8" fmla="*/ 18596 w 464738"/>
                    <a:gd name="connsiteY8" fmla="*/ 0 h 464738"/>
                    <a:gd name="connsiteX9" fmla="*/ 334066 w 464738"/>
                    <a:gd name="connsiteY9" fmla="*/ 130672 h 464738"/>
                    <a:gd name="connsiteX10" fmla="*/ 464738 w 464738"/>
                    <a:gd name="connsiteY10" fmla="*/ 446142 h 464738"/>
                    <a:gd name="connsiteX11" fmla="*/ 463902 w 464738"/>
                    <a:gd name="connsiteY11" fmla="*/ 463650 h 464738"/>
                    <a:gd name="connsiteX12" fmla="*/ 464132 w 464738"/>
                    <a:gd name="connsiteY12" fmla="*/ 463880 h 464738"/>
                    <a:gd name="connsiteX13" fmla="*/ 463891 w 464738"/>
                    <a:gd name="connsiteY13" fmla="*/ 463892 h 464738"/>
                    <a:gd name="connsiteX14" fmla="*/ 463879 w 464738"/>
                    <a:gd name="connsiteY14" fmla="*/ 464132 h 464738"/>
                    <a:gd name="connsiteX15" fmla="*/ 463650 w 464738"/>
                    <a:gd name="connsiteY15" fmla="*/ 463903 h 4647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64738" h="464738">
                      <a:moveTo>
                        <a:pt x="446142" y="464738"/>
                      </a:moveTo>
                      <a:cubicBezTo>
                        <a:pt x="331965" y="464738"/>
                        <a:pt x="217787" y="421181"/>
                        <a:pt x="130673" y="334066"/>
                      </a:cubicBezTo>
                      <a:cubicBezTo>
                        <a:pt x="43558" y="246952"/>
                        <a:pt x="1" y="132774"/>
                        <a:pt x="0" y="18596"/>
                      </a:cubicBezTo>
                      <a:lnTo>
                        <a:pt x="836" y="1089"/>
                      </a:lnTo>
                      <a:lnTo>
                        <a:pt x="606" y="859"/>
                      </a:lnTo>
                      <a:lnTo>
                        <a:pt x="848" y="848"/>
                      </a:lnTo>
                      <a:lnTo>
                        <a:pt x="859" y="606"/>
                      </a:lnTo>
                      <a:lnTo>
                        <a:pt x="1089" y="836"/>
                      </a:lnTo>
                      <a:lnTo>
                        <a:pt x="18596" y="0"/>
                      </a:lnTo>
                      <a:cubicBezTo>
                        <a:pt x="132774" y="0"/>
                        <a:pt x="246951" y="43557"/>
                        <a:pt x="334066" y="130672"/>
                      </a:cubicBezTo>
                      <a:cubicBezTo>
                        <a:pt x="421181" y="217787"/>
                        <a:pt x="464738" y="331964"/>
                        <a:pt x="464738" y="446142"/>
                      </a:cubicBezTo>
                      <a:lnTo>
                        <a:pt x="463902" y="463650"/>
                      </a:lnTo>
                      <a:lnTo>
                        <a:pt x="464132" y="463880"/>
                      </a:lnTo>
                      <a:lnTo>
                        <a:pt x="463891" y="463892"/>
                      </a:lnTo>
                      <a:lnTo>
                        <a:pt x="463879" y="464132"/>
                      </a:lnTo>
                      <a:lnTo>
                        <a:pt x="463650" y="463903"/>
                      </a:lnTo>
                      <a:close/>
                    </a:path>
                  </a:pathLst>
                </a:custGeom>
                <a:solidFill>
                  <a:schemeClr val="accent4">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3" name="Freeform: Shape 22">
                  <a:extLst>
                    <a:ext uri="{FF2B5EF4-FFF2-40B4-BE49-F238E27FC236}">
                      <a16:creationId xmlns:a16="http://schemas.microsoft.com/office/drawing/2014/main" id="{DCC6BEB5-DA1F-4F9E-BA5D-8F892A0FB8F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flipH="1">
                  <a:off x="959170" y="958515"/>
                  <a:ext cx="464739" cy="464739"/>
                </a:xfrm>
                <a:custGeom>
                  <a:avLst/>
                  <a:gdLst>
                    <a:gd name="connsiteX0" fmla="*/ 464132 w 464739"/>
                    <a:gd name="connsiteY0" fmla="*/ 463881 h 464739"/>
                    <a:gd name="connsiteX1" fmla="*/ 463891 w 464739"/>
                    <a:gd name="connsiteY1" fmla="*/ 463892 h 464739"/>
                    <a:gd name="connsiteX2" fmla="*/ 463880 w 464739"/>
                    <a:gd name="connsiteY2" fmla="*/ 464132 h 464739"/>
                    <a:gd name="connsiteX3" fmla="*/ 463651 w 464739"/>
                    <a:gd name="connsiteY3" fmla="*/ 463904 h 464739"/>
                    <a:gd name="connsiteX4" fmla="*/ 446142 w 464739"/>
                    <a:gd name="connsiteY4" fmla="*/ 464739 h 464739"/>
                    <a:gd name="connsiteX5" fmla="*/ 130673 w 464739"/>
                    <a:gd name="connsiteY5" fmla="*/ 334067 h 464739"/>
                    <a:gd name="connsiteX6" fmla="*/ 0 w 464739"/>
                    <a:gd name="connsiteY6" fmla="*/ 18597 h 464739"/>
                    <a:gd name="connsiteX7" fmla="*/ 836 w 464739"/>
                    <a:gd name="connsiteY7" fmla="*/ 1089 h 464739"/>
                    <a:gd name="connsiteX8" fmla="*/ 607 w 464739"/>
                    <a:gd name="connsiteY8" fmla="*/ 859 h 464739"/>
                    <a:gd name="connsiteX9" fmla="*/ 848 w 464739"/>
                    <a:gd name="connsiteY9" fmla="*/ 848 h 464739"/>
                    <a:gd name="connsiteX10" fmla="*/ 859 w 464739"/>
                    <a:gd name="connsiteY10" fmla="*/ 607 h 464739"/>
                    <a:gd name="connsiteX11" fmla="*/ 1089 w 464739"/>
                    <a:gd name="connsiteY11" fmla="*/ 836 h 464739"/>
                    <a:gd name="connsiteX12" fmla="*/ 18597 w 464739"/>
                    <a:gd name="connsiteY12" fmla="*/ 0 h 464739"/>
                    <a:gd name="connsiteX13" fmla="*/ 334067 w 464739"/>
                    <a:gd name="connsiteY13" fmla="*/ 130672 h 464739"/>
                    <a:gd name="connsiteX14" fmla="*/ 464739 w 464739"/>
                    <a:gd name="connsiteY14" fmla="*/ 446142 h 464739"/>
                    <a:gd name="connsiteX15" fmla="*/ 463903 w 464739"/>
                    <a:gd name="connsiteY15" fmla="*/ 463652 h 464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64739" h="464739">
                      <a:moveTo>
                        <a:pt x="464132" y="463881"/>
                      </a:moveTo>
                      <a:lnTo>
                        <a:pt x="463891" y="463892"/>
                      </a:lnTo>
                      <a:lnTo>
                        <a:pt x="463880" y="464132"/>
                      </a:lnTo>
                      <a:lnTo>
                        <a:pt x="463651" y="463904"/>
                      </a:lnTo>
                      <a:lnTo>
                        <a:pt x="446142" y="464739"/>
                      </a:lnTo>
                      <a:cubicBezTo>
                        <a:pt x="331965" y="464739"/>
                        <a:pt x="217787" y="421182"/>
                        <a:pt x="130673" y="334067"/>
                      </a:cubicBezTo>
                      <a:cubicBezTo>
                        <a:pt x="43558" y="246953"/>
                        <a:pt x="1" y="132775"/>
                        <a:pt x="0" y="18597"/>
                      </a:cubicBezTo>
                      <a:lnTo>
                        <a:pt x="836" y="1089"/>
                      </a:lnTo>
                      <a:lnTo>
                        <a:pt x="607" y="859"/>
                      </a:lnTo>
                      <a:lnTo>
                        <a:pt x="848" y="848"/>
                      </a:lnTo>
                      <a:lnTo>
                        <a:pt x="859" y="607"/>
                      </a:lnTo>
                      <a:lnTo>
                        <a:pt x="1089" y="836"/>
                      </a:lnTo>
                      <a:lnTo>
                        <a:pt x="18597" y="0"/>
                      </a:lnTo>
                      <a:cubicBezTo>
                        <a:pt x="132775" y="0"/>
                        <a:pt x="246952" y="43557"/>
                        <a:pt x="334067" y="130672"/>
                      </a:cubicBezTo>
                      <a:cubicBezTo>
                        <a:pt x="421182" y="217787"/>
                        <a:pt x="464739" y="331964"/>
                        <a:pt x="464739" y="446142"/>
                      </a:cubicBezTo>
                      <a:lnTo>
                        <a:pt x="463903" y="463652"/>
                      </a:lnTo>
                      <a:close/>
                    </a:path>
                  </a:pathLst>
                </a:custGeom>
                <a:solidFill>
                  <a:schemeClr val="accent4">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grpSp>
          <p:grpSp>
            <p:nvGrpSpPr>
              <p:cNvPr id="16" name="Group 15">
                <a:extLst>
                  <a:ext uri="{FF2B5EF4-FFF2-40B4-BE49-F238E27FC236}">
                    <a16:creationId xmlns:a16="http://schemas.microsoft.com/office/drawing/2014/main" id="{C0300EB9-093C-4C32-A212-821D7AC082B4}"/>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rot="10800000" flipH="1" flipV="1">
                <a:off x="999771" y="932104"/>
                <a:ext cx="864005" cy="1032464"/>
                <a:chOff x="2207971" y="2384401"/>
                <a:chExt cx="864005" cy="1032464"/>
              </a:xfrm>
            </p:grpSpPr>
            <p:sp>
              <p:nvSpPr>
                <p:cNvPr id="17" name="Freeform: Shape 16">
                  <a:extLst>
                    <a:ext uri="{FF2B5EF4-FFF2-40B4-BE49-F238E27FC236}">
                      <a16:creationId xmlns:a16="http://schemas.microsoft.com/office/drawing/2014/main" id="{AFC97B3C-CF0E-4C93-AA39-7A677A12C50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3500000">
                  <a:off x="2207971" y="2856305"/>
                  <a:ext cx="464739" cy="464739"/>
                </a:xfrm>
                <a:custGeom>
                  <a:avLst/>
                  <a:gdLst>
                    <a:gd name="connsiteX0" fmla="*/ 464132 w 464739"/>
                    <a:gd name="connsiteY0" fmla="*/ 463881 h 464739"/>
                    <a:gd name="connsiteX1" fmla="*/ 463891 w 464739"/>
                    <a:gd name="connsiteY1" fmla="*/ 463892 h 464739"/>
                    <a:gd name="connsiteX2" fmla="*/ 463880 w 464739"/>
                    <a:gd name="connsiteY2" fmla="*/ 464132 h 464739"/>
                    <a:gd name="connsiteX3" fmla="*/ 463651 w 464739"/>
                    <a:gd name="connsiteY3" fmla="*/ 463904 h 464739"/>
                    <a:gd name="connsiteX4" fmla="*/ 446142 w 464739"/>
                    <a:gd name="connsiteY4" fmla="*/ 464739 h 464739"/>
                    <a:gd name="connsiteX5" fmla="*/ 130673 w 464739"/>
                    <a:gd name="connsiteY5" fmla="*/ 334067 h 464739"/>
                    <a:gd name="connsiteX6" fmla="*/ 0 w 464739"/>
                    <a:gd name="connsiteY6" fmla="*/ 18597 h 464739"/>
                    <a:gd name="connsiteX7" fmla="*/ 836 w 464739"/>
                    <a:gd name="connsiteY7" fmla="*/ 1089 h 464739"/>
                    <a:gd name="connsiteX8" fmla="*/ 607 w 464739"/>
                    <a:gd name="connsiteY8" fmla="*/ 859 h 464739"/>
                    <a:gd name="connsiteX9" fmla="*/ 848 w 464739"/>
                    <a:gd name="connsiteY9" fmla="*/ 848 h 464739"/>
                    <a:gd name="connsiteX10" fmla="*/ 859 w 464739"/>
                    <a:gd name="connsiteY10" fmla="*/ 607 h 464739"/>
                    <a:gd name="connsiteX11" fmla="*/ 1089 w 464739"/>
                    <a:gd name="connsiteY11" fmla="*/ 836 h 464739"/>
                    <a:gd name="connsiteX12" fmla="*/ 18597 w 464739"/>
                    <a:gd name="connsiteY12" fmla="*/ 0 h 464739"/>
                    <a:gd name="connsiteX13" fmla="*/ 334067 w 464739"/>
                    <a:gd name="connsiteY13" fmla="*/ 130672 h 464739"/>
                    <a:gd name="connsiteX14" fmla="*/ 464739 w 464739"/>
                    <a:gd name="connsiteY14" fmla="*/ 446142 h 464739"/>
                    <a:gd name="connsiteX15" fmla="*/ 463903 w 464739"/>
                    <a:gd name="connsiteY15" fmla="*/ 463652 h 464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64739" h="464739">
                      <a:moveTo>
                        <a:pt x="464132" y="463881"/>
                      </a:moveTo>
                      <a:lnTo>
                        <a:pt x="463891" y="463892"/>
                      </a:lnTo>
                      <a:lnTo>
                        <a:pt x="463880" y="464132"/>
                      </a:lnTo>
                      <a:lnTo>
                        <a:pt x="463651" y="463904"/>
                      </a:lnTo>
                      <a:lnTo>
                        <a:pt x="446142" y="464739"/>
                      </a:lnTo>
                      <a:cubicBezTo>
                        <a:pt x="331965" y="464739"/>
                        <a:pt x="217787" y="421182"/>
                        <a:pt x="130673" y="334067"/>
                      </a:cubicBezTo>
                      <a:cubicBezTo>
                        <a:pt x="43558" y="246953"/>
                        <a:pt x="1" y="132775"/>
                        <a:pt x="0" y="18597"/>
                      </a:cubicBezTo>
                      <a:lnTo>
                        <a:pt x="836" y="1089"/>
                      </a:lnTo>
                      <a:lnTo>
                        <a:pt x="607" y="859"/>
                      </a:lnTo>
                      <a:lnTo>
                        <a:pt x="848" y="848"/>
                      </a:lnTo>
                      <a:lnTo>
                        <a:pt x="859" y="607"/>
                      </a:lnTo>
                      <a:lnTo>
                        <a:pt x="1089" y="836"/>
                      </a:lnTo>
                      <a:lnTo>
                        <a:pt x="18597" y="0"/>
                      </a:lnTo>
                      <a:cubicBezTo>
                        <a:pt x="132775" y="0"/>
                        <a:pt x="246952" y="43557"/>
                        <a:pt x="334067" y="130672"/>
                      </a:cubicBezTo>
                      <a:cubicBezTo>
                        <a:pt x="421182" y="217787"/>
                        <a:pt x="464739" y="331964"/>
                        <a:pt x="464739" y="446142"/>
                      </a:cubicBezTo>
                      <a:lnTo>
                        <a:pt x="463903" y="463652"/>
                      </a:lnTo>
                      <a:close/>
                    </a:path>
                  </a:pathLst>
                </a:cu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8" name="Freeform: Shape 17">
                  <a:extLst>
                    <a:ext uri="{FF2B5EF4-FFF2-40B4-BE49-F238E27FC236}">
                      <a16:creationId xmlns:a16="http://schemas.microsoft.com/office/drawing/2014/main" id="{0943F14E-6185-4A31-8318-2088A05F5C9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2607238" y="2688467"/>
                  <a:ext cx="464738" cy="464738"/>
                </a:xfrm>
                <a:custGeom>
                  <a:avLst/>
                  <a:gdLst>
                    <a:gd name="connsiteX0" fmla="*/ 446142 w 464738"/>
                    <a:gd name="connsiteY0" fmla="*/ 464738 h 464738"/>
                    <a:gd name="connsiteX1" fmla="*/ 130673 w 464738"/>
                    <a:gd name="connsiteY1" fmla="*/ 334066 h 464738"/>
                    <a:gd name="connsiteX2" fmla="*/ 0 w 464738"/>
                    <a:gd name="connsiteY2" fmla="*/ 18596 h 464738"/>
                    <a:gd name="connsiteX3" fmla="*/ 836 w 464738"/>
                    <a:gd name="connsiteY3" fmla="*/ 1089 h 464738"/>
                    <a:gd name="connsiteX4" fmla="*/ 606 w 464738"/>
                    <a:gd name="connsiteY4" fmla="*/ 859 h 464738"/>
                    <a:gd name="connsiteX5" fmla="*/ 848 w 464738"/>
                    <a:gd name="connsiteY5" fmla="*/ 848 h 464738"/>
                    <a:gd name="connsiteX6" fmla="*/ 859 w 464738"/>
                    <a:gd name="connsiteY6" fmla="*/ 606 h 464738"/>
                    <a:gd name="connsiteX7" fmla="*/ 1089 w 464738"/>
                    <a:gd name="connsiteY7" fmla="*/ 836 h 464738"/>
                    <a:gd name="connsiteX8" fmla="*/ 18596 w 464738"/>
                    <a:gd name="connsiteY8" fmla="*/ 0 h 464738"/>
                    <a:gd name="connsiteX9" fmla="*/ 334066 w 464738"/>
                    <a:gd name="connsiteY9" fmla="*/ 130672 h 464738"/>
                    <a:gd name="connsiteX10" fmla="*/ 464738 w 464738"/>
                    <a:gd name="connsiteY10" fmla="*/ 446142 h 464738"/>
                    <a:gd name="connsiteX11" fmla="*/ 463902 w 464738"/>
                    <a:gd name="connsiteY11" fmla="*/ 463650 h 464738"/>
                    <a:gd name="connsiteX12" fmla="*/ 464132 w 464738"/>
                    <a:gd name="connsiteY12" fmla="*/ 463880 h 464738"/>
                    <a:gd name="connsiteX13" fmla="*/ 463891 w 464738"/>
                    <a:gd name="connsiteY13" fmla="*/ 463892 h 464738"/>
                    <a:gd name="connsiteX14" fmla="*/ 463879 w 464738"/>
                    <a:gd name="connsiteY14" fmla="*/ 464132 h 464738"/>
                    <a:gd name="connsiteX15" fmla="*/ 463650 w 464738"/>
                    <a:gd name="connsiteY15" fmla="*/ 463903 h 4647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64738" h="464738">
                      <a:moveTo>
                        <a:pt x="446142" y="464738"/>
                      </a:moveTo>
                      <a:cubicBezTo>
                        <a:pt x="331965" y="464738"/>
                        <a:pt x="217787" y="421181"/>
                        <a:pt x="130673" y="334066"/>
                      </a:cubicBezTo>
                      <a:cubicBezTo>
                        <a:pt x="43558" y="246952"/>
                        <a:pt x="1" y="132774"/>
                        <a:pt x="0" y="18596"/>
                      </a:cubicBezTo>
                      <a:lnTo>
                        <a:pt x="836" y="1089"/>
                      </a:lnTo>
                      <a:lnTo>
                        <a:pt x="606" y="859"/>
                      </a:lnTo>
                      <a:lnTo>
                        <a:pt x="848" y="848"/>
                      </a:lnTo>
                      <a:lnTo>
                        <a:pt x="859" y="606"/>
                      </a:lnTo>
                      <a:lnTo>
                        <a:pt x="1089" y="836"/>
                      </a:lnTo>
                      <a:lnTo>
                        <a:pt x="18596" y="0"/>
                      </a:lnTo>
                      <a:cubicBezTo>
                        <a:pt x="132774" y="0"/>
                        <a:pt x="246951" y="43557"/>
                        <a:pt x="334066" y="130672"/>
                      </a:cubicBezTo>
                      <a:cubicBezTo>
                        <a:pt x="421181" y="217787"/>
                        <a:pt x="464738" y="331964"/>
                        <a:pt x="464738" y="446142"/>
                      </a:cubicBezTo>
                      <a:lnTo>
                        <a:pt x="463902" y="463650"/>
                      </a:lnTo>
                      <a:lnTo>
                        <a:pt x="464132" y="463880"/>
                      </a:lnTo>
                      <a:lnTo>
                        <a:pt x="463891" y="463892"/>
                      </a:lnTo>
                      <a:lnTo>
                        <a:pt x="463879" y="464132"/>
                      </a:lnTo>
                      <a:lnTo>
                        <a:pt x="463650" y="463903"/>
                      </a:lnTo>
                      <a:close/>
                    </a:path>
                  </a:pathLst>
                </a:cu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nvGrpSpPr>
                <p:cNvPr id="19" name="Group 18">
                  <a:extLst>
                    <a:ext uri="{FF2B5EF4-FFF2-40B4-BE49-F238E27FC236}">
                      <a16:creationId xmlns:a16="http://schemas.microsoft.com/office/drawing/2014/main" id="{F3B56658-371E-446B-B30D-D4EA2A88A973}"/>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2440769" y="2384401"/>
                  <a:ext cx="313009" cy="1032464"/>
                  <a:chOff x="2440769" y="2384401"/>
                  <a:chExt cx="313009" cy="1032464"/>
                </a:xfrm>
              </p:grpSpPr>
              <p:cxnSp>
                <p:nvCxnSpPr>
                  <p:cNvPr id="20" name="Straight Connector 19">
                    <a:extLst>
                      <a:ext uri="{FF2B5EF4-FFF2-40B4-BE49-F238E27FC236}">
                        <a16:creationId xmlns:a16="http://schemas.microsoft.com/office/drawing/2014/main" id="{068979FB-2943-4091-A490-D9F8695DF0D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rot="10800000" flipH="1">
                    <a:off x="2440769" y="2516865"/>
                    <a:ext cx="0" cy="900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B378C39C-3FC0-4521-8336-33A86391920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rot="8100000" flipH="1">
                    <a:off x="2753778" y="2384401"/>
                    <a:ext cx="0" cy="900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grpSp>
        <p:grpSp>
          <p:nvGrpSpPr>
            <p:cNvPr id="12" name="Group 11">
              <a:extLst>
                <a:ext uri="{FF2B5EF4-FFF2-40B4-BE49-F238E27FC236}">
                  <a16:creationId xmlns:a16="http://schemas.microsoft.com/office/drawing/2014/main" id="{72C6951D-2EAF-4333-B8A8-F473DC3BDF44}"/>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1437136" y="649304"/>
              <a:ext cx="388541" cy="388541"/>
              <a:chOff x="5752675" y="5440856"/>
              <a:chExt cx="388541" cy="388541"/>
            </a:xfrm>
          </p:grpSpPr>
          <p:sp>
            <p:nvSpPr>
              <p:cNvPr id="13" name="Oval 12">
                <a:extLst>
                  <a:ext uri="{FF2B5EF4-FFF2-40B4-BE49-F238E27FC236}">
                    <a16:creationId xmlns:a16="http://schemas.microsoft.com/office/drawing/2014/main" id="{63E77698-5758-433A-9DF3-3BE43B6FBDA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5800801" y="5488982"/>
                <a:ext cx="340415" cy="340415"/>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4" name="Oval 13">
                <a:extLst>
                  <a:ext uri="{FF2B5EF4-FFF2-40B4-BE49-F238E27FC236}">
                    <a16:creationId xmlns:a16="http://schemas.microsoft.com/office/drawing/2014/main" id="{FF47FF7F-75A9-438D-8BA7-428BF76974C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52675" y="5440856"/>
                <a:ext cx="340415" cy="340415"/>
              </a:xfrm>
              <a:prstGeom prst="ellipse">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grpSp>
      <p:sp>
        <p:nvSpPr>
          <p:cNvPr id="61" name="TextBox 60">
            <a:extLst>
              <a:ext uri="{FF2B5EF4-FFF2-40B4-BE49-F238E27FC236}">
                <a16:creationId xmlns:a16="http://schemas.microsoft.com/office/drawing/2014/main" id="{DF27DA85-F987-F1D8-D192-5F2FDFB3E97F}"/>
              </a:ext>
            </a:extLst>
          </p:cNvPr>
          <p:cNvSpPr txBox="1"/>
          <p:nvPr/>
        </p:nvSpPr>
        <p:spPr>
          <a:xfrm>
            <a:off x="349836" y="2130129"/>
            <a:ext cx="11443360" cy="1938992"/>
          </a:xfrm>
          <a:prstGeom prst="rect">
            <a:avLst/>
          </a:prstGeom>
          <a:noFill/>
        </p:spPr>
        <p:txBody>
          <a:bodyPr wrap="square">
            <a:spAutoFit/>
          </a:bodyPr>
          <a:lstStyle/>
          <a:p>
            <a:pPr algn="just"/>
            <a:r>
              <a:rPr lang="en-US" sz="2800" b="1" dirty="0">
                <a:latin typeface="Arial Nova Light" panose="020B0304020202020204" pitchFamily="34" charset="0"/>
              </a:rPr>
              <a:t>Project Management Tools:</a:t>
            </a:r>
          </a:p>
          <a:p>
            <a:pPr algn="just"/>
            <a:endParaRPr lang="en-US" sz="800" b="1" dirty="0">
              <a:latin typeface="Arial Nova Light" panose="020B0304020202020204" pitchFamily="34" charset="0"/>
            </a:endParaRPr>
          </a:p>
          <a:p>
            <a:pPr algn="just"/>
            <a:r>
              <a:rPr lang="en-US" sz="2800" b="1" dirty="0">
                <a:solidFill>
                  <a:srgbClr val="FF99CC"/>
                </a:solidFill>
                <a:latin typeface="Arial Nova Light" panose="020B0304020202020204" pitchFamily="34" charset="0"/>
                <a:sym typeface="Wingdings" panose="05000000000000000000" pitchFamily="2" charset="2"/>
              </a:rPr>
              <a:t>	 </a:t>
            </a:r>
            <a:r>
              <a:rPr lang="en-US" sz="2800" b="1" dirty="0">
                <a:latin typeface="Arial Nova Light" panose="020B0304020202020204" pitchFamily="34" charset="0"/>
              </a:rPr>
              <a:t>Work Breakdown Structure</a:t>
            </a:r>
          </a:p>
          <a:p>
            <a:pPr algn="just"/>
            <a:r>
              <a:rPr lang="en-US" sz="2800" b="1" dirty="0">
                <a:solidFill>
                  <a:srgbClr val="FF99CC"/>
                </a:solidFill>
                <a:latin typeface="Arial Nova Light" panose="020B0304020202020204" pitchFamily="34" charset="0"/>
                <a:sym typeface="Wingdings" panose="05000000000000000000" pitchFamily="2" charset="2"/>
              </a:rPr>
              <a:t>	 </a:t>
            </a:r>
            <a:r>
              <a:rPr lang="en-US" sz="2800" b="1" dirty="0">
                <a:latin typeface="Arial Nova Light" panose="020B0304020202020204" pitchFamily="34" charset="0"/>
              </a:rPr>
              <a:t>Gantt Charts </a:t>
            </a:r>
          </a:p>
          <a:p>
            <a:pPr algn="just"/>
            <a:r>
              <a:rPr lang="en-US" sz="2800" b="1" dirty="0">
                <a:solidFill>
                  <a:srgbClr val="FF99CC"/>
                </a:solidFill>
                <a:latin typeface="Arial Nova Light" panose="020B0304020202020204" pitchFamily="34" charset="0"/>
                <a:sym typeface="Wingdings" panose="05000000000000000000" pitchFamily="2" charset="2"/>
              </a:rPr>
              <a:t>	 </a:t>
            </a:r>
            <a:r>
              <a:rPr lang="en-US" sz="2800" b="1" dirty="0">
                <a:latin typeface="Arial Nova Light" panose="020B0304020202020204" pitchFamily="34" charset="0"/>
              </a:rPr>
              <a:t>PERT and CPM</a:t>
            </a:r>
          </a:p>
        </p:txBody>
      </p:sp>
    </p:spTree>
    <p:extLst>
      <p:ext uri="{BB962C8B-B14F-4D97-AF65-F5344CB8AC3E}">
        <p14:creationId xmlns:p14="http://schemas.microsoft.com/office/powerpoint/2010/main" val="418916006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316A5661-2CFE-478C-BAC3-729F393F3C4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BC1DA2B-FE6F-1C6E-BFA0-9B15DC40309D}"/>
              </a:ext>
            </a:extLst>
          </p:cNvPr>
          <p:cNvSpPr>
            <a:spLocks noGrp="1"/>
          </p:cNvSpPr>
          <p:nvPr>
            <p:ph type="title"/>
          </p:nvPr>
        </p:nvSpPr>
        <p:spPr>
          <a:xfrm>
            <a:off x="2030243" y="697430"/>
            <a:ext cx="9514055" cy="1267138"/>
          </a:xfrm>
        </p:spPr>
        <p:txBody>
          <a:bodyPr anchor="ctr">
            <a:normAutofit/>
          </a:bodyPr>
          <a:lstStyle/>
          <a:p>
            <a:r>
              <a:rPr lang="en-US" sz="4000" dirty="0">
                <a:solidFill>
                  <a:schemeClr val="accent6">
                    <a:lumMod val="40000"/>
                    <a:lumOff val="60000"/>
                  </a:schemeClr>
                </a:solidFill>
                <a:latin typeface="Arial Rounded MT Bold" panose="020F0704030504030204" pitchFamily="34" charset="0"/>
              </a:rPr>
              <a:t>Project management tools</a:t>
            </a:r>
          </a:p>
        </p:txBody>
      </p:sp>
      <p:grpSp>
        <p:nvGrpSpPr>
          <p:cNvPr id="10" name="Group 9">
            <a:extLst>
              <a:ext uri="{FF2B5EF4-FFF2-40B4-BE49-F238E27FC236}">
                <a16:creationId xmlns:a16="http://schemas.microsoft.com/office/drawing/2014/main" id="{FB7BE8CD-E348-464A-82CC-7EF7AA82842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999771" y="649304"/>
            <a:ext cx="913428" cy="1315264"/>
            <a:chOff x="999771" y="649304"/>
            <a:chExt cx="913428" cy="1315264"/>
          </a:xfrm>
        </p:grpSpPr>
        <p:grpSp>
          <p:nvGrpSpPr>
            <p:cNvPr id="11" name="Group 10">
              <a:extLst>
                <a:ext uri="{FF2B5EF4-FFF2-40B4-BE49-F238E27FC236}">
                  <a16:creationId xmlns:a16="http://schemas.microsoft.com/office/drawing/2014/main" id="{B8CC82D2-4C4A-4C67-8483-5199F97B37A7}"/>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999771" y="932104"/>
              <a:ext cx="913428" cy="1032464"/>
              <a:chOff x="999771" y="932104"/>
              <a:chExt cx="913428" cy="1032464"/>
            </a:xfrm>
          </p:grpSpPr>
          <p:grpSp>
            <p:nvGrpSpPr>
              <p:cNvPr id="15" name="Group 14">
                <a:extLst>
                  <a:ext uri="{FF2B5EF4-FFF2-40B4-BE49-F238E27FC236}">
                    <a16:creationId xmlns:a16="http://schemas.microsoft.com/office/drawing/2014/main" id="{70D2391D-AA33-4F5E-BD96-B42D93DED226}"/>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rot="8100000" flipV="1">
                <a:off x="1047457" y="1290386"/>
                <a:ext cx="865742" cy="628383"/>
                <a:chOff x="558167" y="958515"/>
                <a:chExt cx="865742" cy="628383"/>
              </a:xfrm>
              <a:solidFill>
                <a:schemeClr val="accent3"/>
              </a:solidFill>
            </p:grpSpPr>
            <p:sp>
              <p:nvSpPr>
                <p:cNvPr id="22" name="Freeform: Shape 21">
                  <a:extLst>
                    <a:ext uri="{FF2B5EF4-FFF2-40B4-BE49-F238E27FC236}">
                      <a16:creationId xmlns:a16="http://schemas.microsoft.com/office/drawing/2014/main" id="{BE166DCE-539D-4C74-9C9D-AC000BA2F8A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8100000" flipH="1">
                  <a:off x="558167" y="1122160"/>
                  <a:ext cx="464738" cy="464738"/>
                </a:xfrm>
                <a:custGeom>
                  <a:avLst/>
                  <a:gdLst>
                    <a:gd name="connsiteX0" fmla="*/ 446142 w 464738"/>
                    <a:gd name="connsiteY0" fmla="*/ 464738 h 464738"/>
                    <a:gd name="connsiteX1" fmla="*/ 130673 w 464738"/>
                    <a:gd name="connsiteY1" fmla="*/ 334066 h 464738"/>
                    <a:gd name="connsiteX2" fmla="*/ 0 w 464738"/>
                    <a:gd name="connsiteY2" fmla="*/ 18596 h 464738"/>
                    <a:gd name="connsiteX3" fmla="*/ 836 w 464738"/>
                    <a:gd name="connsiteY3" fmla="*/ 1089 h 464738"/>
                    <a:gd name="connsiteX4" fmla="*/ 606 w 464738"/>
                    <a:gd name="connsiteY4" fmla="*/ 859 h 464738"/>
                    <a:gd name="connsiteX5" fmla="*/ 848 w 464738"/>
                    <a:gd name="connsiteY5" fmla="*/ 848 h 464738"/>
                    <a:gd name="connsiteX6" fmla="*/ 859 w 464738"/>
                    <a:gd name="connsiteY6" fmla="*/ 606 h 464738"/>
                    <a:gd name="connsiteX7" fmla="*/ 1089 w 464738"/>
                    <a:gd name="connsiteY7" fmla="*/ 836 h 464738"/>
                    <a:gd name="connsiteX8" fmla="*/ 18596 w 464738"/>
                    <a:gd name="connsiteY8" fmla="*/ 0 h 464738"/>
                    <a:gd name="connsiteX9" fmla="*/ 334066 w 464738"/>
                    <a:gd name="connsiteY9" fmla="*/ 130672 h 464738"/>
                    <a:gd name="connsiteX10" fmla="*/ 464738 w 464738"/>
                    <a:gd name="connsiteY10" fmla="*/ 446142 h 464738"/>
                    <a:gd name="connsiteX11" fmla="*/ 463902 w 464738"/>
                    <a:gd name="connsiteY11" fmla="*/ 463650 h 464738"/>
                    <a:gd name="connsiteX12" fmla="*/ 464132 w 464738"/>
                    <a:gd name="connsiteY12" fmla="*/ 463880 h 464738"/>
                    <a:gd name="connsiteX13" fmla="*/ 463891 w 464738"/>
                    <a:gd name="connsiteY13" fmla="*/ 463892 h 464738"/>
                    <a:gd name="connsiteX14" fmla="*/ 463879 w 464738"/>
                    <a:gd name="connsiteY14" fmla="*/ 464132 h 464738"/>
                    <a:gd name="connsiteX15" fmla="*/ 463650 w 464738"/>
                    <a:gd name="connsiteY15" fmla="*/ 463903 h 4647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64738" h="464738">
                      <a:moveTo>
                        <a:pt x="446142" y="464738"/>
                      </a:moveTo>
                      <a:cubicBezTo>
                        <a:pt x="331965" y="464738"/>
                        <a:pt x="217787" y="421181"/>
                        <a:pt x="130673" y="334066"/>
                      </a:cubicBezTo>
                      <a:cubicBezTo>
                        <a:pt x="43558" y="246952"/>
                        <a:pt x="1" y="132774"/>
                        <a:pt x="0" y="18596"/>
                      </a:cubicBezTo>
                      <a:lnTo>
                        <a:pt x="836" y="1089"/>
                      </a:lnTo>
                      <a:lnTo>
                        <a:pt x="606" y="859"/>
                      </a:lnTo>
                      <a:lnTo>
                        <a:pt x="848" y="848"/>
                      </a:lnTo>
                      <a:lnTo>
                        <a:pt x="859" y="606"/>
                      </a:lnTo>
                      <a:lnTo>
                        <a:pt x="1089" y="836"/>
                      </a:lnTo>
                      <a:lnTo>
                        <a:pt x="18596" y="0"/>
                      </a:lnTo>
                      <a:cubicBezTo>
                        <a:pt x="132774" y="0"/>
                        <a:pt x="246951" y="43557"/>
                        <a:pt x="334066" y="130672"/>
                      </a:cubicBezTo>
                      <a:cubicBezTo>
                        <a:pt x="421181" y="217787"/>
                        <a:pt x="464738" y="331964"/>
                        <a:pt x="464738" y="446142"/>
                      </a:cubicBezTo>
                      <a:lnTo>
                        <a:pt x="463902" y="463650"/>
                      </a:lnTo>
                      <a:lnTo>
                        <a:pt x="464132" y="463880"/>
                      </a:lnTo>
                      <a:lnTo>
                        <a:pt x="463891" y="463892"/>
                      </a:lnTo>
                      <a:lnTo>
                        <a:pt x="463879" y="464132"/>
                      </a:lnTo>
                      <a:lnTo>
                        <a:pt x="463650" y="463903"/>
                      </a:lnTo>
                      <a:close/>
                    </a:path>
                  </a:pathLst>
                </a:custGeom>
                <a:solidFill>
                  <a:schemeClr val="accent4">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3" name="Freeform: Shape 22">
                  <a:extLst>
                    <a:ext uri="{FF2B5EF4-FFF2-40B4-BE49-F238E27FC236}">
                      <a16:creationId xmlns:a16="http://schemas.microsoft.com/office/drawing/2014/main" id="{DCC6BEB5-DA1F-4F9E-BA5D-8F892A0FB8F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flipH="1">
                  <a:off x="959170" y="958515"/>
                  <a:ext cx="464739" cy="464739"/>
                </a:xfrm>
                <a:custGeom>
                  <a:avLst/>
                  <a:gdLst>
                    <a:gd name="connsiteX0" fmla="*/ 464132 w 464739"/>
                    <a:gd name="connsiteY0" fmla="*/ 463881 h 464739"/>
                    <a:gd name="connsiteX1" fmla="*/ 463891 w 464739"/>
                    <a:gd name="connsiteY1" fmla="*/ 463892 h 464739"/>
                    <a:gd name="connsiteX2" fmla="*/ 463880 w 464739"/>
                    <a:gd name="connsiteY2" fmla="*/ 464132 h 464739"/>
                    <a:gd name="connsiteX3" fmla="*/ 463651 w 464739"/>
                    <a:gd name="connsiteY3" fmla="*/ 463904 h 464739"/>
                    <a:gd name="connsiteX4" fmla="*/ 446142 w 464739"/>
                    <a:gd name="connsiteY4" fmla="*/ 464739 h 464739"/>
                    <a:gd name="connsiteX5" fmla="*/ 130673 w 464739"/>
                    <a:gd name="connsiteY5" fmla="*/ 334067 h 464739"/>
                    <a:gd name="connsiteX6" fmla="*/ 0 w 464739"/>
                    <a:gd name="connsiteY6" fmla="*/ 18597 h 464739"/>
                    <a:gd name="connsiteX7" fmla="*/ 836 w 464739"/>
                    <a:gd name="connsiteY7" fmla="*/ 1089 h 464739"/>
                    <a:gd name="connsiteX8" fmla="*/ 607 w 464739"/>
                    <a:gd name="connsiteY8" fmla="*/ 859 h 464739"/>
                    <a:gd name="connsiteX9" fmla="*/ 848 w 464739"/>
                    <a:gd name="connsiteY9" fmla="*/ 848 h 464739"/>
                    <a:gd name="connsiteX10" fmla="*/ 859 w 464739"/>
                    <a:gd name="connsiteY10" fmla="*/ 607 h 464739"/>
                    <a:gd name="connsiteX11" fmla="*/ 1089 w 464739"/>
                    <a:gd name="connsiteY11" fmla="*/ 836 h 464739"/>
                    <a:gd name="connsiteX12" fmla="*/ 18597 w 464739"/>
                    <a:gd name="connsiteY12" fmla="*/ 0 h 464739"/>
                    <a:gd name="connsiteX13" fmla="*/ 334067 w 464739"/>
                    <a:gd name="connsiteY13" fmla="*/ 130672 h 464739"/>
                    <a:gd name="connsiteX14" fmla="*/ 464739 w 464739"/>
                    <a:gd name="connsiteY14" fmla="*/ 446142 h 464739"/>
                    <a:gd name="connsiteX15" fmla="*/ 463903 w 464739"/>
                    <a:gd name="connsiteY15" fmla="*/ 463652 h 464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64739" h="464739">
                      <a:moveTo>
                        <a:pt x="464132" y="463881"/>
                      </a:moveTo>
                      <a:lnTo>
                        <a:pt x="463891" y="463892"/>
                      </a:lnTo>
                      <a:lnTo>
                        <a:pt x="463880" y="464132"/>
                      </a:lnTo>
                      <a:lnTo>
                        <a:pt x="463651" y="463904"/>
                      </a:lnTo>
                      <a:lnTo>
                        <a:pt x="446142" y="464739"/>
                      </a:lnTo>
                      <a:cubicBezTo>
                        <a:pt x="331965" y="464739"/>
                        <a:pt x="217787" y="421182"/>
                        <a:pt x="130673" y="334067"/>
                      </a:cubicBezTo>
                      <a:cubicBezTo>
                        <a:pt x="43558" y="246953"/>
                        <a:pt x="1" y="132775"/>
                        <a:pt x="0" y="18597"/>
                      </a:cubicBezTo>
                      <a:lnTo>
                        <a:pt x="836" y="1089"/>
                      </a:lnTo>
                      <a:lnTo>
                        <a:pt x="607" y="859"/>
                      </a:lnTo>
                      <a:lnTo>
                        <a:pt x="848" y="848"/>
                      </a:lnTo>
                      <a:lnTo>
                        <a:pt x="859" y="607"/>
                      </a:lnTo>
                      <a:lnTo>
                        <a:pt x="1089" y="836"/>
                      </a:lnTo>
                      <a:lnTo>
                        <a:pt x="18597" y="0"/>
                      </a:lnTo>
                      <a:cubicBezTo>
                        <a:pt x="132775" y="0"/>
                        <a:pt x="246952" y="43557"/>
                        <a:pt x="334067" y="130672"/>
                      </a:cubicBezTo>
                      <a:cubicBezTo>
                        <a:pt x="421182" y="217787"/>
                        <a:pt x="464739" y="331964"/>
                        <a:pt x="464739" y="446142"/>
                      </a:cubicBezTo>
                      <a:lnTo>
                        <a:pt x="463903" y="463652"/>
                      </a:lnTo>
                      <a:close/>
                    </a:path>
                  </a:pathLst>
                </a:custGeom>
                <a:solidFill>
                  <a:schemeClr val="accent4">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grpSp>
          <p:grpSp>
            <p:nvGrpSpPr>
              <p:cNvPr id="16" name="Group 15">
                <a:extLst>
                  <a:ext uri="{FF2B5EF4-FFF2-40B4-BE49-F238E27FC236}">
                    <a16:creationId xmlns:a16="http://schemas.microsoft.com/office/drawing/2014/main" id="{C0300EB9-093C-4C32-A212-821D7AC082B4}"/>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rot="10800000" flipH="1" flipV="1">
                <a:off x="999771" y="932104"/>
                <a:ext cx="864005" cy="1032464"/>
                <a:chOff x="2207971" y="2384401"/>
                <a:chExt cx="864005" cy="1032464"/>
              </a:xfrm>
            </p:grpSpPr>
            <p:sp>
              <p:nvSpPr>
                <p:cNvPr id="17" name="Freeform: Shape 16">
                  <a:extLst>
                    <a:ext uri="{FF2B5EF4-FFF2-40B4-BE49-F238E27FC236}">
                      <a16:creationId xmlns:a16="http://schemas.microsoft.com/office/drawing/2014/main" id="{AFC97B3C-CF0E-4C93-AA39-7A677A12C50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3500000">
                  <a:off x="2207971" y="2856305"/>
                  <a:ext cx="464739" cy="464739"/>
                </a:xfrm>
                <a:custGeom>
                  <a:avLst/>
                  <a:gdLst>
                    <a:gd name="connsiteX0" fmla="*/ 464132 w 464739"/>
                    <a:gd name="connsiteY0" fmla="*/ 463881 h 464739"/>
                    <a:gd name="connsiteX1" fmla="*/ 463891 w 464739"/>
                    <a:gd name="connsiteY1" fmla="*/ 463892 h 464739"/>
                    <a:gd name="connsiteX2" fmla="*/ 463880 w 464739"/>
                    <a:gd name="connsiteY2" fmla="*/ 464132 h 464739"/>
                    <a:gd name="connsiteX3" fmla="*/ 463651 w 464739"/>
                    <a:gd name="connsiteY3" fmla="*/ 463904 h 464739"/>
                    <a:gd name="connsiteX4" fmla="*/ 446142 w 464739"/>
                    <a:gd name="connsiteY4" fmla="*/ 464739 h 464739"/>
                    <a:gd name="connsiteX5" fmla="*/ 130673 w 464739"/>
                    <a:gd name="connsiteY5" fmla="*/ 334067 h 464739"/>
                    <a:gd name="connsiteX6" fmla="*/ 0 w 464739"/>
                    <a:gd name="connsiteY6" fmla="*/ 18597 h 464739"/>
                    <a:gd name="connsiteX7" fmla="*/ 836 w 464739"/>
                    <a:gd name="connsiteY7" fmla="*/ 1089 h 464739"/>
                    <a:gd name="connsiteX8" fmla="*/ 607 w 464739"/>
                    <a:gd name="connsiteY8" fmla="*/ 859 h 464739"/>
                    <a:gd name="connsiteX9" fmla="*/ 848 w 464739"/>
                    <a:gd name="connsiteY9" fmla="*/ 848 h 464739"/>
                    <a:gd name="connsiteX10" fmla="*/ 859 w 464739"/>
                    <a:gd name="connsiteY10" fmla="*/ 607 h 464739"/>
                    <a:gd name="connsiteX11" fmla="*/ 1089 w 464739"/>
                    <a:gd name="connsiteY11" fmla="*/ 836 h 464739"/>
                    <a:gd name="connsiteX12" fmla="*/ 18597 w 464739"/>
                    <a:gd name="connsiteY12" fmla="*/ 0 h 464739"/>
                    <a:gd name="connsiteX13" fmla="*/ 334067 w 464739"/>
                    <a:gd name="connsiteY13" fmla="*/ 130672 h 464739"/>
                    <a:gd name="connsiteX14" fmla="*/ 464739 w 464739"/>
                    <a:gd name="connsiteY14" fmla="*/ 446142 h 464739"/>
                    <a:gd name="connsiteX15" fmla="*/ 463903 w 464739"/>
                    <a:gd name="connsiteY15" fmla="*/ 463652 h 464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64739" h="464739">
                      <a:moveTo>
                        <a:pt x="464132" y="463881"/>
                      </a:moveTo>
                      <a:lnTo>
                        <a:pt x="463891" y="463892"/>
                      </a:lnTo>
                      <a:lnTo>
                        <a:pt x="463880" y="464132"/>
                      </a:lnTo>
                      <a:lnTo>
                        <a:pt x="463651" y="463904"/>
                      </a:lnTo>
                      <a:lnTo>
                        <a:pt x="446142" y="464739"/>
                      </a:lnTo>
                      <a:cubicBezTo>
                        <a:pt x="331965" y="464739"/>
                        <a:pt x="217787" y="421182"/>
                        <a:pt x="130673" y="334067"/>
                      </a:cubicBezTo>
                      <a:cubicBezTo>
                        <a:pt x="43558" y="246953"/>
                        <a:pt x="1" y="132775"/>
                        <a:pt x="0" y="18597"/>
                      </a:cubicBezTo>
                      <a:lnTo>
                        <a:pt x="836" y="1089"/>
                      </a:lnTo>
                      <a:lnTo>
                        <a:pt x="607" y="859"/>
                      </a:lnTo>
                      <a:lnTo>
                        <a:pt x="848" y="848"/>
                      </a:lnTo>
                      <a:lnTo>
                        <a:pt x="859" y="607"/>
                      </a:lnTo>
                      <a:lnTo>
                        <a:pt x="1089" y="836"/>
                      </a:lnTo>
                      <a:lnTo>
                        <a:pt x="18597" y="0"/>
                      </a:lnTo>
                      <a:cubicBezTo>
                        <a:pt x="132775" y="0"/>
                        <a:pt x="246952" y="43557"/>
                        <a:pt x="334067" y="130672"/>
                      </a:cubicBezTo>
                      <a:cubicBezTo>
                        <a:pt x="421182" y="217787"/>
                        <a:pt x="464739" y="331964"/>
                        <a:pt x="464739" y="446142"/>
                      </a:cubicBezTo>
                      <a:lnTo>
                        <a:pt x="463903" y="463652"/>
                      </a:lnTo>
                      <a:close/>
                    </a:path>
                  </a:pathLst>
                </a:cu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8" name="Freeform: Shape 17">
                  <a:extLst>
                    <a:ext uri="{FF2B5EF4-FFF2-40B4-BE49-F238E27FC236}">
                      <a16:creationId xmlns:a16="http://schemas.microsoft.com/office/drawing/2014/main" id="{0943F14E-6185-4A31-8318-2088A05F5C9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2607238" y="2688467"/>
                  <a:ext cx="464738" cy="464738"/>
                </a:xfrm>
                <a:custGeom>
                  <a:avLst/>
                  <a:gdLst>
                    <a:gd name="connsiteX0" fmla="*/ 446142 w 464738"/>
                    <a:gd name="connsiteY0" fmla="*/ 464738 h 464738"/>
                    <a:gd name="connsiteX1" fmla="*/ 130673 w 464738"/>
                    <a:gd name="connsiteY1" fmla="*/ 334066 h 464738"/>
                    <a:gd name="connsiteX2" fmla="*/ 0 w 464738"/>
                    <a:gd name="connsiteY2" fmla="*/ 18596 h 464738"/>
                    <a:gd name="connsiteX3" fmla="*/ 836 w 464738"/>
                    <a:gd name="connsiteY3" fmla="*/ 1089 h 464738"/>
                    <a:gd name="connsiteX4" fmla="*/ 606 w 464738"/>
                    <a:gd name="connsiteY4" fmla="*/ 859 h 464738"/>
                    <a:gd name="connsiteX5" fmla="*/ 848 w 464738"/>
                    <a:gd name="connsiteY5" fmla="*/ 848 h 464738"/>
                    <a:gd name="connsiteX6" fmla="*/ 859 w 464738"/>
                    <a:gd name="connsiteY6" fmla="*/ 606 h 464738"/>
                    <a:gd name="connsiteX7" fmla="*/ 1089 w 464738"/>
                    <a:gd name="connsiteY7" fmla="*/ 836 h 464738"/>
                    <a:gd name="connsiteX8" fmla="*/ 18596 w 464738"/>
                    <a:gd name="connsiteY8" fmla="*/ 0 h 464738"/>
                    <a:gd name="connsiteX9" fmla="*/ 334066 w 464738"/>
                    <a:gd name="connsiteY9" fmla="*/ 130672 h 464738"/>
                    <a:gd name="connsiteX10" fmla="*/ 464738 w 464738"/>
                    <a:gd name="connsiteY10" fmla="*/ 446142 h 464738"/>
                    <a:gd name="connsiteX11" fmla="*/ 463902 w 464738"/>
                    <a:gd name="connsiteY11" fmla="*/ 463650 h 464738"/>
                    <a:gd name="connsiteX12" fmla="*/ 464132 w 464738"/>
                    <a:gd name="connsiteY12" fmla="*/ 463880 h 464738"/>
                    <a:gd name="connsiteX13" fmla="*/ 463891 w 464738"/>
                    <a:gd name="connsiteY13" fmla="*/ 463892 h 464738"/>
                    <a:gd name="connsiteX14" fmla="*/ 463879 w 464738"/>
                    <a:gd name="connsiteY14" fmla="*/ 464132 h 464738"/>
                    <a:gd name="connsiteX15" fmla="*/ 463650 w 464738"/>
                    <a:gd name="connsiteY15" fmla="*/ 463903 h 4647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64738" h="464738">
                      <a:moveTo>
                        <a:pt x="446142" y="464738"/>
                      </a:moveTo>
                      <a:cubicBezTo>
                        <a:pt x="331965" y="464738"/>
                        <a:pt x="217787" y="421181"/>
                        <a:pt x="130673" y="334066"/>
                      </a:cubicBezTo>
                      <a:cubicBezTo>
                        <a:pt x="43558" y="246952"/>
                        <a:pt x="1" y="132774"/>
                        <a:pt x="0" y="18596"/>
                      </a:cubicBezTo>
                      <a:lnTo>
                        <a:pt x="836" y="1089"/>
                      </a:lnTo>
                      <a:lnTo>
                        <a:pt x="606" y="859"/>
                      </a:lnTo>
                      <a:lnTo>
                        <a:pt x="848" y="848"/>
                      </a:lnTo>
                      <a:lnTo>
                        <a:pt x="859" y="606"/>
                      </a:lnTo>
                      <a:lnTo>
                        <a:pt x="1089" y="836"/>
                      </a:lnTo>
                      <a:lnTo>
                        <a:pt x="18596" y="0"/>
                      </a:lnTo>
                      <a:cubicBezTo>
                        <a:pt x="132774" y="0"/>
                        <a:pt x="246951" y="43557"/>
                        <a:pt x="334066" y="130672"/>
                      </a:cubicBezTo>
                      <a:cubicBezTo>
                        <a:pt x="421181" y="217787"/>
                        <a:pt x="464738" y="331964"/>
                        <a:pt x="464738" y="446142"/>
                      </a:cubicBezTo>
                      <a:lnTo>
                        <a:pt x="463902" y="463650"/>
                      </a:lnTo>
                      <a:lnTo>
                        <a:pt x="464132" y="463880"/>
                      </a:lnTo>
                      <a:lnTo>
                        <a:pt x="463891" y="463892"/>
                      </a:lnTo>
                      <a:lnTo>
                        <a:pt x="463879" y="464132"/>
                      </a:lnTo>
                      <a:lnTo>
                        <a:pt x="463650" y="463903"/>
                      </a:lnTo>
                      <a:close/>
                    </a:path>
                  </a:pathLst>
                </a:cu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nvGrpSpPr>
                <p:cNvPr id="19" name="Group 18">
                  <a:extLst>
                    <a:ext uri="{FF2B5EF4-FFF2-40B4-BE49-F238E27FC236}">
                      <a16:creationId xmlns:a16="http://schemas.microsoft.com/office/drawing/2014/main" id="{F3B56658-371E-446B-B30D-D4EA2A88A973}"/>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2440769" y="2384401"/>
                  <a:ext cx="313009" cy="1032464"/>
                  <a:chOff x="2440769" y="2384401"/>
                  <a:chExt cx="313009" cy="1032464"/>
                </a:xfrm>
              </p:grpSpPr>
              <p:cxnSp>
                <p:nvCxnSpPr>
                  <p:cNvPr id="20" name="Straight Connector 19">
                    <a:extLst>
                      <a:ext uri="{FF2B5EF4-FFF2-40B4-BE49-F238E27FC236}">
                        <a16:creationId xmlns:a16="http://schemas.microsoft.com/office/drawing/2014/main" id="{068979FB-2943-4091-A490-D9F8695DF0D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rot="10800000" flipH="1">
                    <a:off x="2440769" y="2516865"/>
                    <a:ext cx="0" cy="900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B378C39C-3FC0-4521-8336-33A86391920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rot="8100000" flipH="1">
                    <a:off x="2753778" y="2384401"/>
                    <a:ext cx="0" cy="900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grpSp>
        <p:grpSp>
          <p:nvGrpSpPr>
            <p:cNvPr id="12" name="Group 11">
              <a:extLst>
                <a:ext uri="{FF2B5EF4-FFF2-40B4-BE49-F238E27FC236}">
                  <a16:creationId xmlns:a16="http://schemas.microsoft.com/office/drawing/2014/main" id="{72C6951D-2EAF-4333-B8A8-F473DC3BDF44}"/>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1437136" y="649304"/>
              <a:ext cx="388541" cy="388541"/>
              <a:chOff x="5752675" y="5440856"/>
              <a:chExt cx="388541" cy="388541"/>
            </a:xfrm>
          </p:grpSpPr>
          <p:sp>
            <p:nvSpPr>
              <p:cNvPr id="13" name="Oval 12">
                <a:extLst>
                  <a:ext uri="{FF2B5EF4-FFF2-40B4-BE49-F238E27FC236}">
                    <a16:creationId xmlns:a16="http://schemas.microsoft.com/office/drawing/2014/main" id="{63E77698-5758-433A-9DF3-3BE43B6FBDA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5800801" y="5488982"/>
                <a:ext cx="340415" cy="340415"/>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4" name="Oval 13">
                <a:extLst>
                  <a:ext uri="{FF2B5EF4-FFF2-40B4-BE49-F238E27FC236}">
                    <a16:creationId xmlns:a16="http://schemas.microsoft.com/office/drawing/2014/main" id="{FF47FF7F-75A9-438D-8BA7-428BF76974C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52675" y="5440856"/>
                <a:ext cx="340415" cy="340415"/>
              </a:xfrm>
              <a:prstGeom prst="ellipse">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grpSp>
      <p:sp>
        <p:nvSpPr>
          <p:cNvPr id="61" name="TextBox 60">
            <a:extLst>
              <a:ext uri="{FF2B5EF4-FFF2-40B4-BE49-F238E27FC236}">
                <a16:creationId xmlns:a16="http://schemas.microsoft.com/office/drawing/2014/main" id="{DF27DA85-F987-F1D8-D192-5F2FDFB3E97F}"/>
              </a:ext>
            </a:extLst>
          </p:cNvPr>
          <p:cNvSpPr txBox="1"/>
          <p:nvPr/>
        </p:nvSpPr>
        <p:spPr>
          <a:xfrm>
            <a:off x="349836" y="2130129"/>
            <a:ext cx="11443360" cy="523220"/>
          </a:xfrm>
          <a:prstGeom prst="rect">
            <a:avLst/>
          </a:prstGeom>
          <a:noFill/>
        </p:spPr>
        <p:txBody>
          <a:bodyPr wrap="square">
            <a:spAutoFit/>
          </a:bodyPr>
          <a:lstStyle/>
          <a:p>
            <a:pPr algn="just"/>
            <a:r>
              <a:rPr lang="en-US" sz="2800" b="1" dirty="0">
                <a:solidFill>
                  <a:srgbClr val="FF99CC"/>
                </a:solidFill>
                <a:latin typeface="Arial Nova Light" panose="020B0304020202020204" pitchFamily="34" charset="0"/>
                <a:sym typeface="Wingdings" panose="05000000000000000000" pitchFamily="2" charset="2"/>
              </a:rPr>
              <a:t> </a:t>
            </a:r>
            <a:r>
              <a:rPr lang="en-US" sz="2800" b="1" dirty="0">
                <a:latin typeface="Arial Nova Light" panose="020B0304020202020204" pitchFamily="34" charset="0"/>
              </a:rPr>
              <a:t>Work Breakdown Structure</a:t>
            </a:r>
          </a:p>
        </p:txBody>
      </p:sp>
      <p:sp>
        <p:nvSpPr>
          <p:cNvPr id="4" name="TextBox 3">
            <a:extLst>
              <a:ext uri="{FF2B5EF4-FFF2-40B4-BE49-F238E27FC236}">
                <a16:creationId xmlns:a16="http://schemas.microsoft.com/office/drawing/2014/main" id="{4E14DD57-7888-02CB-02A7-37A5DC89ABA0}"/>
              </a:ext>
            </a:extLst>
          </p:cNvPr>
          <p:cNvSpPr txBox="1"/>
          <p:nvPr/>
        </p:nvSpPr>
        <p:spPr>
          <a:xfrm>
            <a:off x="686508" y="2661998"/>
            <a:ext cx="11106688" cy="2923877"/>
          </a:xfrm>
          <a:prstGeom prst="rect">
            <a:avLst/>
          </a:prstGeom>
          <a:noFill/>
        </p:spPr>
        <p:txBody>
          <a:bodyPr wrap="square">
            <a:spAutoFit/>
          </a:bodyPr>
          <a:lstStyle/>
          <a:p>
            <a:pPr algn="just"/>
            <a:r>
              <a:rPr lang="en-GB" sz="2400" b="1" dirty="0">
                <a:solidFill>
                  <a:srgbClr val="FFFF00"/>
                </a:solidFill>
                <a:effectLst/>
                <a:latin typeface="Arial Unicode MS" panose="020B0604020202020204" pitchFamily="34" charset="-128"/>
                <a:ea typeface="Arial Unicode MS" panose="020B0604020202020204" pitchFamily="34" charset="-128"/>
                <a:cs typeface="Arial Unicode MS" panose="020B0604020202020204" pitchFamily="34" charset="-128"/>
              </a:rPr>
              <a:t>Work breakdown structure (WBS) </a:t>
            </a:r>
            <a:r>
              <a:rPr lang="en-GB" sz="2400" dirty="0">
                <a:effectLst/>
                <a:latin typeface="Arial Unicode MS" panose="020B0604020202020204" pitchFamily="34" charset="-128"/>
                <a:ea typeface="Arial Unicode MS" panose="020B0604020202020204" pitchFamily="34" charset="-128"/>
                <a:cs typeface="Arial Unicode MS" panose="020B0604020202020204" pitchFamily="34" charset="-128"/>
              </a:rPr>
              <a:t>A hierarchical listing of what must be done during a project. </a:t>
            </a:r>
          </a:p>
          <a:p>
            <a:pPr algn="just"/>
            <a:endParaRPr lang="en-GB" sz="800" dirty="0">
              <a:latin typeface="Arial Unicode MS" panose="020B0604020202020204" pitchFamily="34" charset="-128"/>
              <a:ea typeface="Arial Unicode MS" panose="020B0604020202020204" pitchFamily="34" charset="-128"/>
              <a:cs typeface="Arial Unicode MS" panose="020B0604020202020204" pitchFamily="34" charset="-128"/>
            </a:endParaRPr>
          </a:p>
          <a:p>
            <a:pPr algn="just"/>
            <a:r>
              <a:rPr lang="en-GB" sz="2400" dirty="0">
                <a:latin typeface="Arial Unicode MS" panose="020B0604020202020204" pitchFamily="34" charset="-128"/>
                <a:ea typeface="Arial Unicode MS" panose="020B0604020202020204" pitchFamily="34" charset="-128"/>
                <a:cs typeface="Arial Unicode MS" panose="020B0604020202020204" pitchFamily="34" charset="-128"/>
              </a:rPr>
              <a:t>This methodology establishes a logical framework for identifying the required activities for the project. </a:t>
            </a:r>
          </a:p>
          <a:p>
            <a:pPr algn="just"/>
            <a:endParaRPr lang="en-GB" sz="800" dirty="0">
              <a:latin typeface="Arial Unicode MS" panose="020B0604020202020204" pitchFamily="34" charset="-128"/>
              <a:ea typeface="Arial Unicode MS" panose="020B0604020202020204" pitchFamily="34" charset="-128"/>
              <a:cs typeface="Arial Unicode MS" panose="020B0604020202020204" pitchFamily="34" charset="-128"/>
            </a:endParaRPr>
          </a:p>
          <a:p>
            <a:pPr algn="just"/>
            <a:r>
              <a:rPr lang="en-GB" sz="2400" dirty="0">
                <a:latin typeface="Arial Unicode MS" panose="020B0604020202020204" pitchFamily="34" charset="-128"/>
                <a:ea typeface="Arial Unicode MS" panose="020B0604020202020204" pitchFamily="34" charset="-128"/>
                <a:cs typeface="Arial Unicode MS" panose="020B0604020202020204" pitchFamily="34" charset="-128"/>
              </a:rPr>
              <a:t>The first step in developing the work breakdown structure is to identify the major elements of the project. These are the Level 2 boxes. </a:t>
            </a:r>
          </a:p>
          <a:p>
            <a:pPr algn="just"/>
            <a:endParaRPr lang="en-GB" sz="2400" dirty="0">
              <a:effectLst/>
              <a:latin typeface="Arial Unicode MS" panose="020B0604020202020204" pitchFamily="34" charset="-128"/>
              <a:ea typeface="Arial Unicode MS" panose="020B0604020202020204" pitchFamily="34" charset="-128"/>
              <a:cs typeface="Arial Unicode MS" panose="020B0604020202020204" pitchFamily="34" charset="-128"/>
            </a:endParaRPr>
          </a:p>
        </p:txBody>
      </p:sp>
    </p:spTree>
    <p:extLst>
      <p:ext uri="{BB962C8B-B14F-4D97-AF65-F5344CB8AC3E}">
        <p14:creationId xmlns:p14="http://schemas.microsoft.com/office/powerpoint/2010/main" val="384825969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316A5661-2CFE-478C-BAC3-729F393F3C4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BC1DA2B-FE6F-1C6E-BFA0-9B15DC40309D}"/>
              </a:ext>
            </a:extLst>
          </p:cNvPr>
          <p:cNvSpPr>
            <a:spLocks noGrp="1"/>
          </p:cNvSpPr>
          <p:nvPr>
            <p:ph type="title"/>
          </p:nvPr>
        </p:nvSpPr>
        <p:spPr>
          <a:xfrm>
            <a:off x="2030243" y="697430"/>
            <a:ext cx="9514055" cy="1267138"/>
          </a:xfrm>
        </p:spPr>
        <p:txBody>
          <a:bodyPr anchor="ctr">
            <a:normAutofit/>
          </a:bodyPr>
          <a:lstStyle/>
          <a:p>
            <a:r>
              <a:rPr lang="en-US" sz="4000" dirty="0">
                <a:solidFill>
                  <a:schemeClr val="accent6">
                    <a:lumMod val="40000"/>
                    <a:lumOff val="60000"/>
                  </a:schemeClr>
                </a:solidFill>
                <a:latin typeface="Arial Rounded MT Bold" panose="020F0704030504030204" pitchFamily="34" charset="0"/>
              </a:rPr>
              <a:t>Project management tools</a:t>
            </a:r>
          </a:p>
        </p:txBody>
      </p:sp>
      <p:grpSp>
        <p:nvGrpSpPr>
          <p:cNvPr id="10" name="Group 9">
            <a:extLst>
              <a:ext uri="{FF2B5EF4-FFF2-40B4-BE49-F238E27FC236}">
                <a16:creationId xmlns:a16="http://schemas.microsoft.com/office/drawing/2014/main" id="{FB7BE8CD-E348-464A-82CC-7EF7AA82842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999771" y="649304"/>
            <a:ext cx="913428" cy="1315264"/>
            <a:chOff x="999771" y="649304"/>
            <a:chExt cx="913428" cy="1315264"/>
          </a:xfrm>
        </p:grpSpPr>
        <p:grpSp>
          <p:nvGrpSpPr>
            <p:cNvPr id="11" name="Group 10">
              <a:extLst>
                <a:ext uri="{FF2B5EF4-FFF2-40B4-BE49-F238E27FC236}">
                  <a16:creationId xmlns:a16="http://schemas.microsoft.com/office/drawing/2014/main" id="{B8CC82D2-4C4A-4C67-8483-5199F97B37A7}"/>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999771" y="932104"/>
              <a:ext cx="913428" cy="1032464"/>
              <a:chOff x="999771" y="932104"/>
              <a:chExt cx="913428" cy="1032464"/>
            </a:xfrm>
          </p:grpSpPr>
          <p:grpSp>
            <p:nvGrpSpPr>
              <p:cNvPr id="15" name="Group 14">
                <a:extLst>
                  <a:ext uri="{FF2B5EF4-FFF2-40B4-BE49-F238E27FC236}">
                    <a16:creationId xmlns:a16="http://schemas.microsoft.com/office/drawing/2014/main" id="{70D2391D-AA33-4F5E-BD96-B42D93DED226}"/>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rot="8100000" flipV="1">
                <a:off x="1047457" y="1290386"/>
                <a:ext cx="865742" cy="628383"/>
                <a:chOff x="558167" y="958515"/>
                <a:chExt cx="865742" cy="628383"/>
              </a:xfrm>
              <a:solidFill>
                <a:schemeClr val="accent3"/>
              </a:solidFill>
            </p:grpSpPr>
            <p:sp>
              <p:nvSpPr>
                <p:cNvPr id="22" name="Freeform: Shape 21">
                  <a:extLst>
                    <a:ext uri="{FF2B5EF4-FFF2-40B4-BE49-F238E27FC236}">
                      <a16:creationId xmlns:a16="http://schemas.microsoft.com/office/drawing/2014/main" id="{BE166DCE-539D-4C74-9C9D-AC000BA2F8A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8100000" flipH="1">
                  <a:off x="558167" y="1122160"/>
                  <a:ext cx="464738" cy="464738"/>
                </a:xfrm>
                <a:custGeom>
                  <a:avLst/>
                  <a:gdLst>
                    <a:gd name="connsiteX0" fmla="*/ 446142 w 464738"/>
                    <a:gd name="connsiteY0" fmla="*/ 464738 h 464738"/>
                    <a:gd name="connsiteX1" fmla="*/ 130673 w 464738"/>
                    <a:gd name="connsiteY1" fmla="*/ 334066 h 464738"/>
                    <a:gd name="connsiteX2" fmla="*/ 0 w 464738"/>
                    <a:gd name="connsiteY2" fmla="*/ 18596 h 464738"/>
                    <a:gd name="connsiteX3" fmla="*/ 836 w 464738"/>
                    <a:gd name="connsiteY3" fmla="*/ 1089 h 464738"/>
                    <a:gd name="connsiteX4" fmla="*/ 606 w 464738"/>
                    <a:gd name="connsiteY4" fmla="*/ 859 h 464738"/>
                    <a:gd name="connsiteX5" fmla="*/ 848 w 464738"/>
                    <a:gd name="connsiteY5" fmla="*/ 848 h 464738"/>
                    <a:gd name="connsiteX6" fmla="*/ 859 w 464738"/>
                    <a:gd name="connsiteY6" fmla="*/ 606 h 464738"/>
                    <a:gd name="connsiteX7" fmla="*/ 1089 w 464738"/>
                    <a:gd name="connsiteY7" fmla="*/ 836 h 464738"/>
                    <a:gd name="connsiteX8" fmla="*/ 18596 w 464738"/>
                    <a:gd name="connsiteY8" fmla="*/ 0 h 464738"/>
                    <a:gd name="connsiteX9" fmla="*/ 334066 w 464738"/>
                    <a:gd name="connsiteY9" fmla="*/ 130672 h 464738"/>
                    <a:gd name="connsiteX10" fmla="*/ 464738 w 464738"/>
                    <a:gd name="connsiteY10" fmla="*/ 446142 h 464738"/>
                    <a:gd name="connsiteX11" fmla="*/ 463902 w 464738"/>
                    <a:gd name="connsiteY11" fmla="*/ 463650 h 464738"/>
                    <a:gd name="connsiteX12" fmla="*/ 464132 w 464738"/>
                    <a:gd name="connsiteY12" fmla="*/ 463880 h 464738"/>
                    <a:gd name="connsiteX13" fmla="*/ 463891 w 464738"/>
                    <a:gd name="connsiteY13" fmla="*/ 463892 h 464738"/>
                    <a:gd name="connsiteX14" fmla="*/ 463879 w 464738"/>
                    <a:gd name="connsiteY14" fmla="*/ 464132 h 464738"/>
                    <a:gd name="connsiteX15" fmla="*/ 463650 w 464738"/>
                    <a:gd name="connsiteY15" fmla="*/ 463903 h 4647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64738" h="464738">
                      <a:moveTo>
                        <a:pt x="446142" y="464738"/>
                      </a:moveTo>
                      <a:cubicBezTo>
                        <a:pt x="331965" y="464738"/>
                        <a:pt x="217787" y="421181"/>
                        <a:pt x="130673" y="334066"/>
                      </a:cubicBezTo>
                      <a:cubicBezTo>
                        <a:pt x="43558" y="246952"/>
                        <a:pt x="1" y="132774"/>
                        <a:pt x="0" y="18596"/>
                      </a:cubicBezTo>
                      <a:lnTo>
                        <a:pt x="836" y="1089"/>
                      </a:lnTo>
                      <a:lnTo>
                        <a:pt x="606" y="859"/>
                      </a:lnTo>
                      <a:lnTo>
                        <a:pt x="848" y="848"/>
                      </a:lnTo>
                      <a:lnTo>
                        <a:pt x="859" y="606"/>
                      </a:lnTo>
                      <a:lnTo>
                        <a:pt x="1089" y="836"/>
                      </a:lnTo>
                      <a:lnTo>
                        <a:pt x="18596" y="0"/>
                      </a:lnTo>
                      <a:cubicBezTo>
                        <a:pt x="132774" y="0"/>
                        <a:pt x="246951" y="43557"/>
                        <a:pt x="334066" y="130672"/>
                      </a:cubicBezTo>
                      <a:cubicBezTo>
                        <a:pt x="421181" y="217787"/>
                        <a:pt x="464738" y="331964"/>
                        <a:pt x="464738" y="446142"/>
                      </a:cubicBezTo>
                      <a:lnTo>
                        <a:pt x="463902" y="463650"/>
                      </a:lnTo>
                      <a:lnTo>
                        <a:pt x="464132" y="463880"/>
                      </a:lnTo>
                      <a:lnTo>
                        <a:pt x="463891" y="463892"/>
                      </a:lnTo>
                      <a:lnTo>
                        <a:pt x="463879" y="464132"/>
                      </a:lnTo>
                      <a:lnTo>
                        <a:pt x="463650" y="463903"/>
                      </a:lnTo>
                      <a:close/>
                    </a:path>
                  </a:pathLst>
                </a:custGeom>
                <a:solidFill>
                  <a:schemeClr val="accent4">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3" name="Freeform: Shape 22">
                  <a:extLst>
                    <a:ext uri="{FF2B5EF4-FFF2-40B4-BE49-F238E27FC236}">
                      <a16:creationId xmlns:a16="http://schemas.microsoft.com/office/drawing/2014/main" id="{DCC6BEB5-DA1F-4F9E-BA5D-8F892A0FB8F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flipH="1">
                  <a:off x="959170" y="958515"/>
                  <a:ext cx="464739" cy="464739"/>
                </a:xfrm>
                <a:custGeom>
                  <a:avLst/>
                  <a:gdLst>
                    <a:gd name="connsiteX0" fmla="*/ 464132 w 464739"/>
                    <a:gd name="connsiteY0" fmla="*/ 463881 h 464739"/>
                    <a:gd name="connsiteX1" fmla="*/ 463891 w 464739"/>
                    <a:gd name="connsiteY1" fmla="*/ 463892 h 464739"/>
                    <a:gd name="connsiteX2" fmla="*/ 463880 w 464739"/>
                    <a:gd name="connsiteY2" fmla="*/ 464132 h 464739"/>
                    <a:gd name="connsiteX3" fmla="*/ 463651 w 464739"/>
                    <a:gd name="connsiteY3" fmla="*/ 463904 h 464739"/>
                    <a:gd name="connsiteX4" fmla="*/ 446142 w 464739"/>
                    <a:gd name="connsiteY4" fmla="*/ 464739 h 464739"/>
                    <a:gd name="connsiteX5" fmla="*/ 130673 w 464739"/>
                    <a:gd name="connsiteY5" fmla="*/ 334067 h 464739"/>
                    <a:gd name="connsiteX6" fmla="*/ 0 w 464739"/>
                    <a:gd name="connsiteY6" fmla="*/ 18597 h 464739"/>
                    <a:gd name="connsiteX7" fmla="*/ 836 w 464739"/>
                    <a:gd name="connsiteY7" fmla="*/ 1089 h 464739"/>
                    <a:gd name="connsiteX8" fmla="*/ 607 w 464739"/>
                    <a:gd name="connsiteY8" fmla="*/ 859 h 464739"/>
                    <a:gd name="connsiteX9" fmla="*/ 848 w 464739"/>
                    <a:gd name="connsiteY9" fmla="*/ 848 h 464739"/>
                    <a:gd name="connsiteX10" fmla="*/ 859 w 464739"/>
                    <a:gd name="connsiteY10" fmla="*/ 607 h 464739"/>
                    <a:gd name="connsiteX11" fmla="*/ 1089 w 464739"/>
                    <a:gd name="connsiteY11" fmla="*/ 836 h 464739"/>
                    <a:gd name="connsiteX12" fmla="*/ 18597 w 464739"/>
                    <a:gd name="connsiteY12" fmla="*/ 0 h 464739"/>
                    <a:gd name="connsiteX13" fmla="*/ 334067 w 464739"/>
                    <a:gd name="connsiteY13" fmla="*/ 130672 h 464739"/>
                    <a:gd name="connsiteX14" fmla="*/ 464739 w 464739"/>
                    <a:gd name="connsiteY14" fmla="*/ 446142 h 464739"/>
                    <a:gd name="connsiteX15" fmla="*/ 463903 w 464739"/>
                    <a:gd name="connsiteY15" fmla="*/ 463652 h 464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64739" h="464739">
                      <a:moveTo>
                        <a:pt x="464132" y="463881"/>
                      </a:moveTo>
                      <a:lnTo>
                        <a:pt x="463891" y="463892"/>
                      </a:lnTo>
                      <a:lnTo>
                        <a:pt x="463880" y="464132"/>
                      </a:lnTo>
                      <a:lnTo>
                        <a:pt x="463651" y="463904"/>
                      </a:lnTo>
                      <a:lnTo>
                        <a:pt x="446142" y="464739"/>
                      </a:lnTo>
                      <a:cubicBezTo>
                        <a:pt x="331965" y="464739"/>
                        <a:pt x="217787" y="421182"/>
                        <a:pt x="130673" y="334067"/>
                      </a:cubicBezTo>
                      <a:cubicBezTo>
                        <a:pt x="43558" y="246953"/>
                        <a:pt x="1" y="132775"/>
                        <a:pt x="0" y="18597"/>
                      </a:cubicBezTo>
                      <a:lnTo>
                        <a:pt x="836" y="1089"/>
                      </a:lnTo>
                      <a:lnTo>
                        <a:pt x="607" y="859"/>
                      </a:lnTo>
                      <a:lnTo>
                        <a:pt x="848" y="848"/>
                      </a:lnTo>
                      <a:lnTo>
                        <a:pt x="859" y="607"/>
                      </a:lnTo>
                      <a:lnTo>
                        <a:pt x="1089" y="836"/>
                      </a:lnTo>
                      <a:lnTo>
                        <a:pt x="18597" y="0"/>
                      </a:lnTo>
                      <a:cubicBezTo>
                        <a:pt x="132775" y="0"/>
                        <a:pt x="246952" y="43557"/>
                        <a:pt x="334067" y="130672"/>
                      </a:cubicBezTo>
                      <a:cubicBezTo>
                        <a:pt x="421182" y="217787"/>
                        <a:pt x="464739" y="331964"/>
                        <a:pt x="464739" y="446142"/>
                      </a:cubicBezTo>
                      <a:lnTo>
                        <a:pt x="463903" y="463652"/>
                      </a:lnTo>
                      <a:close/>
                    </a:path>
                  </a:pathLst>
                </a:custGeom>
                <a:solidFill>
                  <a:schemeClr val="accent4">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grpSp>
          <p:grpSp>
            <p:nvGrpSpPr>
              <p:cNvPr id="16" name="Group 15">
                <a:extLst>
                  <a:ext uri="{FF2B5EF4-FFF2-40B4-BE49-F238E27FC236}">
                    <a16:creationId xmlns:a16="http://schemas.microsoft.com/office/drawing/2014/main" id="{C0300EB9-093C-4C32-A212-821D7AC082B4}"/>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rot="10800000" flipH="1" flipV="1">
                <a:off x="999771" y="932104"/>
                <a:ext cx="864005" cy="1032464"/>
                <a:chOff x="2207971" y="2384401"/>
                <a:chExt cx="864005" cy="1032464"/>
              </a:xfrm>
            </p:grpSpPr>
            <p:sp>
              <p:nvSpPr>
                <p:cNvPr id="17" name="Freeform: Shape 16">
                  <a:extLst>
                    <a:ext uri="{FF2B5EF4-FFF2-40B4-BE49-F238E27FC236}">
                      <a16:creationId xmlns:a16="http://schemas.microsoft.com/office/drawing/2014/main" id="{AFC97B3C-CF0E-4C93-AA39-7A677A12C50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3500000">
                  <a:off x="2207971" y="2856305"/>
                  <a:ext cx="464739" cy="464739"/>
                </a:xfrm>
                <a:custGeom>
                  <a:avLst/>
                  <a:gdLst>
                    <a:gd name="connsiteX0" fmla="*/ 464132 w 464739"/>
                    <a:gd name="connsiteY0" fmla="*/ 463881 h 464739"/>
                    <a:gd name="connsiteX1" fmla="*/ 463891 w 464739"/>
                    <a:gd name="connsiteY1" fmla="*/ 463892 h 464739"/>
                    <a:gd name="connsiteX2" fmla="*/ 463880 w 464739"/>
                    <a:gd name="connsiteY2" fmla="*/ 464132 h 464739"/>
                    <a:gd name="connsiteX3" fmla="*/ 463651 w 464739"/>
                    <a:gd name="connsiteY3" fmla="*/ 463904 h 464739"/>
                    <a:gd name="connsiteX4" fmla="*/ 446142 w 464739"/>
                    <a:gd name="connsiteY4" fmla="*/ 464739 h 464739"/>
                    <a:gd name="connsiteX5" fmla="*/ 130673 w 464739"/>
                    <a:gd name="connsiteY5" fmla="*/ 334067 h 464739"/>
                    <a:gd name="connsiteX6" fmla="*/ 0 w 464739"/>
                    <a:gd name="connsiteY6" fmla="*/ 18597 h 464739"/>
                    <a:gd name="connsiteX7" fmla="*/ 836 w 464739"/>
                    <a:gd name="connsiteY7" fmla="*/ 1089 h 464739"/>
                    <a:gd name="connsiteX8" fmla="*/ 607 w 464739"/>
                    <a:gd name="connsiteY8" fmla="*/ 859 h 464739"/>
                    <a:gd name="connsiteX9" fmla="*/ 848 w 464739"/>
                    <a:gd name="connsiteY9" fmla="*/ 848 h 464739"/>
                    <a:gd name="connsiteX10" fmla="*/ 859 w 464739"/>
                    <a:gd name="connsiteY10" fmla="*/ 607 h 464739"/>
                    <a:gd name="connsiteX11" fmla="*/ 1089 w 464739"/>
                    <a:gd name="connsiteY11" fmla="*/ 836 h 464739"/>
                    <a:gd name="connsiteX12" fmla="*/ 18597 w 464739"/>
                    <a:gd name="connsiteY12" fmla="*/ 0 h 464739"/>
                    <a:gd name="connsiteX13" fmla="*/ 334067 w 464739"/>
                    <a:gd name="connsiteY13" fmla="*/ 130672 h 464739"/>
                    <a:gd name="connsiteX14" fmla="*/ 464739 w 464739"/>
                    <a:gd name="connsiteY14" fmla="*/ 446142 h 464739"/>
                    <a:gd name="connsiteX15" fmla="*/ 463903 w 464739"/>
                    <a:gd name="connsiteY15" fmla="*/ 463652 h 464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64739" h="464739">
                      <a:moveTo>
                        <a:pt x="464132" y="463881"/>
                      </a:moveTo>
                      <a:lnTo>
                        <a:pt x="463891" y="463892"/>
                      </a:lnTo>
                      <a:lnTo>
                        <a:pt x="463880" y="464132"/>
                      </a:lnTo>
                      <a:lnTo>
                        <a:pt x="463651" y="463904"/>
                      </a:lnTo>
                      <a:lnTo>
                        <a:pt x="446142" y="464739"/>
                      </a:lnTo>
                      <a:cubicBezTo>
                        <a:pt x="331965" y="464739"/>
                        <a:pt x="217787" y="421182"/>
                        <a:pt x="130673" y="334067"/>
                      </a:cubicBezTo>
                      <a:cubicBezTo>
                        <a:pt x="43558" y="246953"/>
                        <a:pt x="1" y="132775"/>
                        <a:pt x="0" y="18597"/>
                      </a:cubicBezTo>
                      <a:lnTo>
                        <a:pt x="836" y="1089"/>
                      </a:lnTo>
                      <a:lnTo>
                        <a:pt x="607" y="859"/>
                      </a:lnTo>
                      <a:lnTo>
                        <a:pt x="848" y="848"/>
                      </a:lnTo>
                      <a:lnTo>
                        <a:pt x="859" y="607"/>
                      </a:lnTo>
                      <a:lnTo>
                        <a:pt x="1089" y="836"/>
                      </a:lnTo>
                      <a:lnTo>
                        <a:pt x="18597" y="0"/>
                      </a:lnTo>
                      <a:cubicBezTo>
                        <a:pt x="132775" y="0"/>
                        <a:pt x="246952" y="43557"/>
                        <a:pt x="334067" y="130672"/>
                      </a:cubicBezTo>
                      <a:cubicBezTo>
                        <a:pt x="421182" y="217787"/>
                        <a:pt x="464739" y="331964"/>
                        <a:pt x="464739" y="446142"/>
                      </a:cubicBezTo>
                      <a:lnTo>
                        <a:pt x="463903" y="463652"/>
                      </a:lnTo>
                      <a:close/>
                    </a:path>
                  </a:pathLst>
                </a:cu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8" name="Freeform: Shape 17">
                  <a:extLst>
                    <a:ext uri="{FF2B5EF4-FFF2-40B4-BE49-F238E27FC236}">
                      <a16:creationId xmlns:a16="http://schemas.microsoft.com/office/drawing/2014/main" id="{0943F14E-6185-4A31-8318-2088A05F5C9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2607238" y="2688467"/>
                  <a:ext cx="464738" cy="464738"/>
                </a:xfrm>
                <a:custGeom>
                  <a:avLst/>
                  <a:gdLst>
                    <a:gd name="connsiteX0" fmla="*/ 446142 w 464738"/>
                    <a:gd name="connsiteY0" fmla="*/ 464738 h 464738"/>
                    <a:gd name="connsiteX1" fmla="*/ 130673 w 464738"/>
                    <a:gd name="connsiteY1" fmla="*/ 334066 h 464738"/>
                    <a:gd name="connsiteX2" fmla="*/ 0 w 464738"/>
                    <a:gd name="connsiteY2" fmla="*/ 18596 h 464738"/>
                    <a:gd name="connsiteX3" fmla="*/ 836 w 464738"/>
                    <a:gd name="connsiteY3" fmla="*/ 1089 h 464738"/>
                    <a:gd name="connsiteX4" fmla="*/ 606 w 464738"/>
                    <a:gd name="connsiteY4" fmla="*/ 859 h 464738"/>
                    <a:gd name="connsiteX5" fmla="*/ 848 w 464738"/>
                    <a:gd name="connsiteY5" fmla="*/ 848 h 464738"/>
                    <a:gd name="connsiteX6" fmla="*/ 859 w 464738"/>
                    <a:gd name="connsiteY6" fmla="*/ 606 h 464738"/>
                    <a:gd name="connsiteX7" fmla="*/ 1089 w 464738"/>
                    <a:gd name="connsiteY7" fmla="*/ 836 h 464738"/>
                    <a:gd name="connsiteX8" fmla="*/ 18596 w 464738"/>
                    <a:gd name="connsiteY8" fmla="*/ 0 h 464738"/>
                    <a:gd name="connsiteX9" fmla="*/ 334066 w 464738"/>
                    <a:gd name="connsiteY9" fmla="*/ 130672 h 464738"/>
                    <a:gd name="connsiteX10" fmla="*/ 464738 w 464738"/>
                    <a:gd name="connsiteY10" fmla="*/ 446142 h 464738"/>
                    <a:gd name="connsiteX11" fmla="*/ 463902 w 464738"/>
                    <a:gd name="connsiteY11" fmla="*/ 463650 h 464738"/>
                    <a:gd name="connsiteX12" fmla="*/ 464132 w 464738"/>
                    <a:gd name="connsiteY12" fmla="*/ 463880 h 464738"/>
                    <a:gd name="connsiteX13" fmla="*/ 463891 w 464738"/>
                    <a:gd name="connsiteY13" fmla="*/ 463892 h 464738"/>
                    <a:gd name="connsiteX14" fmla="*/ 463879 w 464738"/>
                    <a:gd name="connsiteY14" fmla="*/ 464132 h 464738"/>
                    <a:gd name="connsiteX15" fmla="*/ 463650 w 464738"/>
                    <a:gd name="connsiteY15" fmla="*/ 463903 h 4647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64738" h="464738">
                      <a:moveTo>
                        <a:pt x="446142" y="464738"/>
                      </a:moveTo>
                      <a:cubicBezTo>
                        <a:pt x="331965" y="464738"/>
                        <a:pt x="217787" y="421181"/>
                        <a:pt x="130673" y="334066"/>
                      </a:cubicBezTo>
                      <a:cubicBezTo>
                        <a:pt x="43558" y="246952"/>
                        <a:pt x="1" y="132774"/>
                        <a:pt x="0" y="18596"/>
                      </a:cubicBezTo>
                      <a:lnTo>
                        <a:pt x="836" y="1089"/>
                      </a:lnTo>
                      <a:lnTo>
                        <a:pt x="606" y="859"/>
                      </a:lnTo>
                      <a:lnTo>
                        <a:pt x="848" y="848"/>
                      </a:lnTo>
                      <a:lnTo>
                        <a:pt x="859" y="606"/>
                      </a:lnTo>
                      <a:lnTo>
                        <a:pt x="1089" y="836"/>
                      </a:lnTo>
                      <a:lnTo>
                        <a:pt x="18596" y="0"/>
                      </a:lnTo>
                      <a:cubicBezTo>
                        <a:pt x="132774" y="0"/>
                        <a:pt x="246951" y="43557"/>
                        <a:pt x="334066" y="130672"/>
                      </a:cubicBezTo>
                      <a:cubicBezTo>
                        <a:pt x="421181" y="217787"/>
                        <a:pt x="464738" y="331964"/>
                        <a:pt x="464738" y="446142"/>
                      </a:cubicBezTo>
                      <a:lnTo>
                        <a:pt x="463902" y="463650"/>
                      </a:lnTo>
                      <a:lnTo>
                        <a:pt x="464132" y="463880"/>
                      </a:lnTo>
                      <a:lnTo>
                        <a:pt x="463891" y="463892"/>
                      </a:lnTo>
                      <a:lnTo>
                        <a:pt x="463879" y="464132"/>
                      </a:lnTo>
                      <a:lnTo>
                        <a:pt x="463650" y="463903"/>
                      </a:lnTo>
                      <a:close/>
                    </a:path>
                  </a:pathLst>
                </a:cu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nvGrpSpPr>
                <p:cNvPr id="19" name="Group 18">
                  <a:extLst>
                    <a:ext uri="{FF2B5EF4-FFF2-40B4-BE49-F238E27FC236}">
                      <a16:creationId xmlns:a16="http://schemas.microsoft.com/office/drawing/2014/main" id="{F3B56658-371E-446B-B30D-D4EA2A88A973}"/>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2440769" y="2384401"/>
                  <a:ext cx="313009" cy="1032464"/>
                  <a:chOff x="2440769" y="2384401"/>
                  <a:chExt cx="313009" cy="1032464"/>
                </a:xfrm>
              </p:grpSpPr>
              <p:cxnSp>
                <p:nvCxnSpPr>
                  <p:cNvPr id="20" name="Straight Connector 19">
                    <a:extLst>
                      <a:ext uri="{FF2B5EF4-FFF2-40B4-BE49-F238E27FC236}">
                        <a16:creationId xmlns:a16="http://schemas.microsoft.com/office/drawing/2014/main" id="{068979FB-2943-4091-A490-D9F8695DF0D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rot="10800000" flipH="1">
                    <a:off x="2440769" y="2516865"/>
                    <a:ext cx="0" cy="900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B378C39C-3FC0-4521-8336-33A86391920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rot="8100000" flipH="1">
                    <a:off x="2753778" y="2384401"/>
                    <a:ext cx="0" cy="900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grpSp>
        <p:grpSp>
          <p:nvGrpSpPr>
            <p:cNvPr id="12" name="Group 11">
              <a:extLst>
                <a:ext uri="{FF2B5EF4-FFF2-40B4-BE49-F238E27FC236}">
                  <a16:creationId xmlns:a16="http://schemas.microsoft.com/office/drawing/2014/main" id="{72C6951D-2EAF-4333-B8A8-F473DC3BDF44}"/>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1437136" y="649304"/>
              <a:ext cx="388541" cy="388541"/>
              <a:chOff x="5752675" y="5440856"/>
              <a:chExt cx="388541" cy="388541"/>
            </a:xfrm>
          </p:grpSpPr>
          <p:sp>
            <p:nvSpPr>
              <p:cNvPr id="13" name="Oval 12">
                <a:extLst>
                  <a:ext uri="{FF2B5EF4-FFF2-40B4-BE49-F238E27FC236}">
                    <a16:creationId xmlns:a16="http://schemas.microsoft.com/office/drawing/2014/main" id="{63E77698-5758-433A-9DF3-3BE43B6FBDA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5800801" y="5488982"/>
                <a:ext cx="340415" cy="340415"/>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4" name="Oval 13">
                <a:extLst>
                  <a:ext uri="{FF2B5EF4-FFF2-40B4-BE49-F238E27FC236}">
                    <a16:creationId xmlns:a16="http://schemas.microsoft.com/office/drawing/2014/main" id="{FF47FF7F-75A9-438D-8BA7-428BF76974C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52675" y="5440856"/>
                <a:ext cx="340415" cy="340415"/>
              </a:xfrm>
              <a:prstGeom prst="ellipse">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grpSp>
      <p:sp>
        <p:nvSpPr>
          <p:cNvPr id="61" name="TextBox 60">
            <a:extLst>
              <a:ext uri="{FF2B5EF4-FFF2-40B4-BE49-F238E27FC236}">
                <a16:creationId xmlns:a16="http://schemas.microsoft.com/office/drawing/2014/main" id="{DF27DA85-F987-F1D8-D192-5F2FDFB3E97F}"/>
              </a:ext>
            </a:extLst>
          </p:cNvPr>
          <p:cNvSpPr txBox="1"/>
          <p:nvPr/>
        </p:nvSpPr>
        <p:spPr>
          <a:xfrm>
            <a:off x="349836" y="2130129"/>
            <a:ext cx="11443360" cy="523220"/>
          </a:xfrm>
          <a:prstGeom prst="rect">
            <a:avLst/>
          </a:prstGeom>
          <a:noFill/>
        </p:spPr>
        <p:txBody>
          <a:bodyPr wrap="square">
            <a:spAutoFit/>
          </a:bodyPr>
          <a:lstStyle/>
          <a:p>
            <a:pPr algn="just"/>
            <a:r>
              <a:rPr lang="en-US" sz="2800" b="1" dirty="0">
                <a:solidFill>
                  <a:srgbClr val="FF99CC"/>
                </a:solidFill>
                <a:latin typeface="Arial Nova Light" panose="020B0304020202020204" pitchFamily="34" charset="0"/>
                <a:sym typeface="Wingdings" panose="05000000000000000000" pitchFamily="2" charset="2"/>
              </a:rPr>
              <a:t> </a:t>
            </a:r>
            <a:r>
              <a:rPr lang="en-US" sz="2800" b="1" dirty="0">
                <a:latin typeface="Arial Nova Light" panose="020B0304020202020204" pitchFamily="34" charset="0"/>
              </a:rPr>
              <a:t>Work Breakdown Structure</a:t>
            </a:r>
          </a:p>
        </p:txBody>
      </p:sp>
      <p:sp>
        <p:nvSpPr>
          <p:cNvPr id="4" name="TextBox 3">
            <a:extLst>
              <a:ext uri="{FF2B5EF4-FFF2-40B4-BE49-F238E27FC236}">
                <a16:creationId xmlns:a16="http://schemas.microsoft.com/office/drawing/2014/main" id="{4E14DD57-7888-02CB-02A7-37A5DC89ABA0}"/>
              </a:ext>
            </a:extLst>
          </p:cNvPr>
          <p:cNvSpPr txBox="1"/>
          <p:nvPr/>
        </p:nvSpPr>
        <p:spPr>
          <a:xfrm>
            <a:off x="686508" y="2661998"/>
            <a:ext cx="11106688" cy="3539430"/>
          </a:xfrm>
          <a:prstGeom prst="rect">
            <a:avLst/>
          </a:prstGeom>
          <a:noFill/>
        </p:spPr>
        <p:txBody>
          <a:bodyPr wrap="square">
            <a:spAutoFit/>
          </a:bodyPr>
          <a:lstStyle/>
          <a:p>
            <a:pPr algn="just"/>
            <a:r>
              <a:rPr lang="en-GB" sz="2400" dirty="0">
                <a:latin typeface="Arial Unicode MS" panose="020B0604020202020204" pitchFamily="34" charset="-128"/>
                <a:ea typeface="Arial Unicode MS" panose="020B0604020202020204" pitchFamily="34" charset="-128"/>
                <a:cs typeface="Arial Unicode MS" panose="020B0604020202020204" pitchFamily="34" charset="-128"/>
              </a:rPr>
              <a:t>The next step is to identify the major supporting activities for each of the major elements - the Level 3 boxes. </a:t>
            </a:r>
          </a:p>
          <a:p>
            <a:pPr algn="just"/>
            <a:endParaRPr lang="en-GB" sz="800" dirty="0">
              <a:latin typeface="Arial Unicode MS" panose="020B0604020202020204" pitchFamily="34" charset="-128"/>
              <a:ea typeface="Arial Unicode MS" panose="020B0604020202020204" pitchFamily="34" charset="-128"/>
              <a:cs typeface="Arial Unicode MS" panose="020B0604020202020204" pitchFamily="34" charset="-128"/>
            </a:endParaRPr>
          </a:p>
          <a:p>
            <a:pPr algn="just"/>
            <a:r>
              <a:rPr lang="en-GB" sz="2400" dirty="0">
                <a:latin typeface="Arial Unicode MS" panose="020B0604020202020204" pitchFamily="34" charset="-128"/>
                <a:ea typeface="Arial Unicode MS" panose="020B0604020202020204" pitchFamily="34" charset="-128"/>
                <a:cs typeface="Arial Unicode MS" panose="020B0604020202020204" pitchFamily="34" charset="-128"/>
              </a:rPr>
              <a:t>Then, each major supporting activity is broken down into a list of the activities that will be needed to accomplish it - the Level 4 boxes. </a:t>
            </a:r>
          </a:p>
          <a:p>
            <a:pPr algn="just"/>
            <a:endParaRPr lang="en-GB" sz="800" dirty="0">
              <a:latin typeface="Arial Unicode MS" panose="020B0604020202020204" pitchFamily="34" charset="-128"/>
              <a:ea typeface="Arial Unicode MS" panose="020B0604020202020204" pitchFamily="34" charset="-128"/>
              <a:cs typeface="Arial Unicode MS" panose="020B0604020202020204" pitchFamily="34" charset="-128"/>
            </a:endParaRPr>
          </a:p>
          <a:p>
            <a:pPr algn="just"/>
            <a:r>
              <a:rPr lang="en-GB" sz="2400" dirty="0">
                <a:latin typeface="Arial Unicode MS" panose="020B0604020202020204" pitchFamily="34" charset="-128"/>
                <a:ea typeface="Arial Unicode MS" panose="020B0604020202020204" pitchFamily="34" charset="-128"/>
                <a:cs typeface="Arial Unicode MS" panose="020B0604020202020204" pitchFamily="34" charset="-128"/>
              </a:rPr>
              <a:t>For purposes of illustration, only a portion of the Level 4 boxes are shown.) </a:t>
            </a:r>
          </a:p>
          <a:p>
            <a:pPr algn="just"/>
            <a:endParaRPr lang="en-GB" sz="800" dirty="0">
              <a:latin typeface="Arial Unicode MS" panose="020B0604020202020204" pitchFamily="34" charset="-128"/>
              <a:ea typeface="Arial Unicode MS" panose="020B0604020202020204" pitchFamily="34" charset="-128"/>
              <a:cs typeface="Arial Unicode MS" panose="020B0604020202020204" pitchFamily="34" charset="-128"/>
            </a:endParaRPr>
          </a:p>
          <a:p>
            <a:pPr algn="just"/>
            <a:r>
              <a:rPr lang="en-GB" sz="2400" dirty="0">
                <a:latin typeface="Arial Unicode MS" panose="020B0604020202020204" pitchFamily="34" charset="-128"/>
                <a:ea typeface="Arial Unicode MS" panose="020B0604020202020204" pitchFamily="34" charset="-128"/>
                <a:cs typeface="Arial Unicode MS" panose="020B0604020202020204" pitchFamily="34" charset="-128"/>
              </a:rPr>
              <a:t>Usually there are many activities in the Level 4 lists.</a:t>
            </a:r>
          </a:p>
          <a:p>
            <a:pPr algn="just"/>
            <a:endParaRPr lang="en-GB" sz="800" dirty="0">
              <a:latin typeface="Arial Unicode MS" panose="020B0604020202020204" pitchFamily="34" charset="-128"/>
              <a:ea typeface="Arial Unicode MS" panose="020B0604020202020204" pitchFamily="34" charset="-128"/>
              <a:cs typeface="Arial Unicode MS" panose="020B0604020202020204" pitchFamily="34" charset="-128"/>
            </a:endParaRPr>
          </a:p>
          <a:p>
            <a:pPr algn="just"/>
            <a:r>
              <a:rPr lang="en-GB" sz="2400" dirty="0">
                <a:latin typeface="Arial Unicode MS" panose="020B0604020202020204" pitchFamily="34" charset="-128"/>
                <a:ea typeface="Arial Unicode MS" panose="020B0604020202020204" pitchFamily="34" charset="-128"/>
                <a:cs typeface="Arial Unicode MS" panose="020B0604020202020204" pitchFamily="34" charset="-128"/>
              </a:rPr>
              <a:t>Large projects involve additional levels, but the figure gives you some idea of the concept of the work breakdown structure. </a:t>
            </a:r>
            <a:endParaRPr lang="en-GB" sz="2400" dirty="0">
              <a:effectLst/>
              <a:latin typeface="Arial Unicode MS" panose="020B0604020202020204" pitchFamily="34" charset="-128"/>
              <a:ea typeface="Arial Unicode MS" panose="020B0604020202020204" pitchFamily="34" charset="-128"/>
              <a:cs typeface="Arial Unicode MS" panose="020B0604020202020204" pitchFamily="34" charset="-128"/>
            </a:endParaRPr>
          </a:p>
        </p:txBody>
      </p:sp>
    </p:spTree>
    <p:extLst>
      <p:ext uri="{BB962C8B-B14F-4D97-AF65-F5344CB8AC3E}">
        <p14:creationId xmlns:p14="http://schemas.microsoft.com/office/powerpoint/2010/main" val="205080757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316A5661-2CFE-478C-BAC3-729F393F3C4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BC1DA2B-FE6F-1C6E-BFA0-9B15DC40309D}"/>
              </a:ext>
            </a:extLst>
          </p:cNvPr>
          <p:cNvSpPr>
            <a:spLocks noGrp="1"/>
          </p:cNvSpPr>
          <p:nvPr>
            <p:ph type="title"/>
          </p:nvPr>
        </p:nvSpPr>
        <p:spPr>
          <a:xfrm>
            <a:off x="2030243" y="697430"/>
            <a:ext cx="9514055" cy="1267138"/>
          </a:xfrm>
        </p:spPr>
        <p:txBody>
          <a:bodyPr anchor="ctr">
            <a:normAutofit/>
          </a:bodyPr>
          <a:lstStyle/>
          <a:p>
            <a:r>
              <a:rPr lang="en-US" sz="4000" dirty="0">
                <a:solidFill>
                  <a:schemeClr val="accent6">
                    <a:lumMod val="40000"/>
                    <a:lumOff val="60000"/>
                  </a:schemeClr>
                </a:solidFill>
                <a:latin typeface="Arial Rounded MT Bold" panose="020F0704030504030204" pitchFamily="34" charset="0"/>
              </a:rPr>
              <a:t>Project management tools</a:t>
            </a:r>
          </a:p>
        </p:txBody>
      </p:sp>
      <p:grpSp>
        <p:nvGrpSpPr>
          <p:cNvPr id="10" name="Group 9">
            <a:extLst>
              <a:ext uri="{FF2B5EF4-FFF2-40B4-BE49-F238E27FC236}">
                <a16:creationId xmlns:a16="http://schemas.microsoft.com/office/drawing/2014/main" id="{FB7BE8CD-E348-464A-82CC-7EF7AA82842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999771" y="649304"/>
            <a:ext cx="913428" cy="1315264"/>
            <a:chOff x="999771" y="649304"/>
            <a:chExt cx="913428" cy="1315264"/>
          </a:xfrm>
        </p:grpSpPr>
        <p:grpSp>
          <p:nvGrpSpPr>
            <p:cNvPr id="11" name="Group 10">
              <a:extLst>
                <a:ext uri="{FF2B5EF4-FFF2-40B4-BE49-F238E27FC236}">
                  <a16:creationId xmlns:a16="http://schemas.microsoft.com/office/drawing/2014/main" id="{B8CC82D2-4C4A-4C67-8483-5199F97B37A7}"/>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999771" y="932104"/>
              <a:ext cx="913428" cy="1032464"/>
              <a:chOff x="999771" y="932104"/>
              <a:chExt cx="913428" cy="1032464"/>
            </a:xfrm>
          </p:grpSpPr>
          <p:grpSp>
            <p:nvGrpSpPr>
              <p:cNvPr id="15" name="Group 14">
                <a:extLst>
                  <a:ext uri="{FF2B5EF4-FFF2-40B4-BE49-F238E27FC236}">
                    <a16:creationId xmlns:a16="http://schemas.microsoft.com/office/drawing/2014/main" id="{70D2391D-AA33-4F5E-BD96-B42D93DED226}"/>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rot="8100000" flipV="1">
                <a:off x="1047457" y="1290386"/>
                <a:ext cx="865742" cy="628383"/>
                <a:chOff x="558167" y="958515"/>
                <a:chExt cx="865742" cy="628383"/>
              </a:xfrm>
              <a:solidFill>
                <a:schemeClr val="accent3"/>
              </a:solidFill>
            </p:grpSpPr>
            <p:sp>
              <p:nvSpPr>
                <p:cNvPr id="22" name="Freeform: Shape 21">
                  <a:extLst>
                    <a:ext uri="{FF2B5EF4-FFF2-40B4-BE49-F238E27FC236}">
                      <a16:creationId xmlns:a16="http://schemas.microsoft.com/office/drawing/2014/main" id="{BE166DCE-539D-4C74-9C9D-AC000BA2F8A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8100000" flipH="1">
                  <a:off x="558167" y="1122160"/>
                  <a:ext cx="464738" cy="464738"/>
                </a:xfrm>
                <a:custGeom>
                  <a:avLst/>
                  <a:gdLst>
                    <a:gd name="connsiteX0" fmla="*/ 446142 w 464738"/>
                    <a:gd name="connsiteY0" fmla="*/ 464738 h 464738"/>
                    <a:gd name="connsiteX1" fmla="*/ 130673 w 464738"/>
                    <a:gd name="connsiteY1" fmla="*/ 334066 h 464738"/>
                    <a:gd name="connsiteX2" fmla="*/ 0 w 464738"/>
                    <a:gd name="connsiteY2" fmla="*/ 18596 h 464738"/>
                    <a:gd name="connsiteX3" fmla="*/ 836 w 464738"/>
                    <a:gd name="connsiteY3" fmla="*/ 1089 h 464738"/>
                    <a:gd name="connsiteX4" fmla="*/ 606 w 464738"/>
                    <a:gd name="connsiteY4" fmla="*/ 859 h 464738"/>
                    <a:gd name="connsiteX5" fmla="*/ 848 w 464738"/>
                    <a:gd name="connsiteY5" fmla="*/ 848 h 464738"/>
                    <a:gd name="connsiteX6" fmla="*/ 859 w 464738"/>
                    <a:gd name="connsiteY6" fmla="*/ 606 h 464738"/>
                    <a:gd name="connsiteX7" fmla="*/ 1089 w 464738"/>
                    <a:gd name="connsiteY7" fmla="*/ 836 h 464738"/>
                    <a:gd name="connsiteX8" fmla="*/ 18596 w 464738"/>
                    <a:gd name="connsiteY8" fmla="*/ 0 h 464738"/>
                    <a:gd name="connsiteX9" fmla="*/ 334066 w 464738"/>
                    <a:gd name="connsiteY9" fmla="*/ 130672 h 464738"/>
                    <a:gd name="connsiteX10" fmla="*/ 464738 w 464738"/>
                    <a:gd name="connsiteY10" fmla="*/ 446142 h 464738"/>
                    <a:gd name="connsiteX11" fmla="*/ 463902 w 464738"/>
                    <a:gd name="connsiteY11" fmla="*/ 463650 h 464738"/>
                    <a:gd name="connsiteX12" fmla="*/ 464132 w 464738"/>
                    <a:gd name="connsiteY12" fmla="*/ 463880 h 464738"/>
                    <a:gd name="connsiteX13" fmla="*/ 463891 w 464738"/>
                    <a:gd name="connsiteY13" fmla="*/ 463892 h 464738"/>
                    <a:gd name="connsiteX14" fmla="*/ 463879 w 464738"/>
                    <a:gd name="connsiteY14" fmla="*/ 464132 h 464738"/>
                    <a:gd name="connsiteX15" fmla="*/ 463650 w 464738"/>
                    <a:gd name="connsiteY15" fmla="*/ 463903 h 4647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64738" h="464738">
                      <a:moveTo>
                        <a:pt x="446142" y="464738"/>
                      </a:moveTo>
                      <a:cubicBezTo>
                        <a:pt x="331965" y="464738"/>
                        <a:pt x="217787" y="421181"/>
                        <a:pt x="130673" y="334066"/>
                      </a:cubicBezTo>
                      <a:cubicBezTo>
                        <a:pt x="43558" y="246952"/>
                        <a:pt x="1" y="132774"/>
                        <a:pt x="0" y="18596"/>
                      </a:cubicBezTo>
                      <a:lnTo>
                        <a:pt x="836" y="1089"/>
                      </a:lnTo>
                      <a:lnTo>
                        <a:pt x="606" y="859"/>
                      </a:lnTo>
                      <a:lnTo>
                        <a:pt x="848" y="848"/>
                      </a:lnTo>
                      <a:lnTo>
                        <a:pt x="859" y="606"/>
                      </a:lnTo>
                      <a:lnTo>
                        <a:pt x="1089" y="836"/>
                      </a:lnTo>
                      <a:lnTo>
                        <a:pt x="18596" y="0"/>
                      </a:lnTo>
                      <a:cubicBezTo>
                        <a:pt x="132774" y="0"/>
                        <a:pt x="246951" y="43557"/>
                        <a:pt x="334066" y="130672"/>
                      </a:cubicBezTo>
                      <a:cubicBezTo>
                        <a:pt x="421181" y="217787"/>
                        <a:pt x="464738" y="331964"/>
                        <a:pt x="464738" y="446142"/>
                      </a:cubicBezTo>
                      <a:lnTo>
                        <a:pt x="463902" y="463650"/>
                      </a:lnTo>
                      <a:lnTo>
                        <a:pt x="464132" y="463880"/>
                      </a:lnTo>
                      <a:lnTo>
                        <a:pt x="463891" y="463892"/>
                      </a:lnTo>
                      <a:lnTo>
                        <a:pt x="463879" y="464132"/>
                      </a:lnTo>
                      <a:lnTo>
                        <a:pt x="463650" y="463903"/>
                      </a:lnTo>
                      <a:close/>
                    </a:path>
                  </a:pathLst>
                </a:custGeom>
                <a:solidFill>
                  <a:schemeClr val="accent4">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3" name="Freeform: Shape 22">
                  <a:extLst>
                    <a:ext uri="{FF2B5EF4-FFF2-40B4-BE49-F238E27FC236}">
                      <a16:creationId xmlns:a16="http://schemas.microsoft.com/office/drawing/2014/main" id="{DCC6BEB5-DA1F-4F9E-BA5D-8F892A0FB8F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flipH="1">
                  <a:off x="959170" y="958515"/>
                  <a:ext cx="464739" cy="464739"/>
                </a:xfrm>
                <a:custGeom>
                  <a:avLst/>
                  <a:gdLst>
                    <a:gd name="connsiteX0" fmla="*/ 464132 w 464739"/>
                    <a:gd name="connsiteY0" fmla="*/ 463881 h 464739"/>
                    <a:gd name="connsiteX1" fmla="*/ 463891 w 464739"/>
                    <a:gd name="connsiteY1" fmla="*/ 463892 h 464739"/>
                    <a:gd name="connsiteX2" fmla="*/ 463880 w 464739"/>
                    <a:gd name="connsiteY2" fmla="*/ 464132 h 464739"/>
                    <a:gd name="connsiteX3" fmla="*/ 463651 w 464739"/>
                    <a:gd name="connsiteY3" fmla="*/ 463904 h 464739"/>
                    <a:gd name="connsiteX4" fmla="*/ 446142 w 464739"/>
                    <a:gd name="connsiteY4" fmla="*/ 464739 h 464739"/>
                    <a:gd name="connsiteX5" fmla="*/ 130673 w 464739"/>
                    <a:gd name="connsiteY5" fmla="*/ 334067 h 464739"/>
                    <a:gd name="connsiteX6" fmla="*/ 0 w 464739"/>
                    <a:gd name="connsiteY6" fmla="*/ 18597 h 464739"/>
                    <a:gd name="connsiteX7" fmla="*/ 836 w 464739"/>
                    <a:gd name="connsiteY7" fmla="*/ 1089 h 464739"/>
                    <a:gd name="connsiteX8" fmla="*/ 607 w 464739"/>
                    <a:gd name="connsiteY8" fmla="*/ 859 h 464739"/>
                    <a:gd name="connsiteX9" fmla="*/ 848 w 464739"/>
                    <a:gd name="connsiteY9" fmla="*/ 848 h 464739"/>
                    <a:gd name="connsiteX10" fmla="*/ 859 w 464739"/>
                    <a:gd name="connsiteY10" fmla="*/ 607 h 464739"/>
                    <a:gd name="connsiteX11" fmla="*/ 1089 w 464739"/>
                    <a:gd name="connsiteY11" fmla="*/ 836 h 464739"/>
                    <a:gd name="connsiteX12" fmla="*/ 18597 w 464739"/>
                    <a:gd name="connsiteY12" fmla="*/ 0 h 464739"/>
                    <a:gd name="connsiteX13" fmla="*/ 334067 w 464739"/>
                    <a:gd name="connsiteY13" fmla="*/ 130672 h 464739"/>
                    <a:gd name="connsiteX14" fmla="*/ 464739 w 464739"/>
                    <a:gd name="connsiteY14" fmla="*/ 446142 h 464739"/>
                    <a:gd name="connsiteX15" fmla="*/ 463903 w 464739"/>
                    <a:gd name="connsiteY15" fmla="*/ 463652 h 464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64739" h="464739">
                      <a:moveTo>
                        <a:pt x="464132" y="463881"/>
                      </a:moveTo>
                      <a:lnTo>
                        <a:pt x="463891" y="463892"/>
                      </a:lnTo>
                      <a:lnTo>
                        <a:pt x="463880" y="464132"/>
                      </a:lnTo>
                      <a:lnTo>
                        <a:pt x="463651" y="463904"/>
                      </a:lnTo>
                      <a:lnTo>
                        <a:pt x="446142" y="464739"/>
                      </a:lnTo>
                      <a:cubicBezTo>
                        <a:pt x="331965" y="464739"/>
                        <a:pt x="217787" y="421182"/>
                        <a:pt x="130673" y="334067"/>
                      </a:cubicBezTo>
                      <a:cubicBezTo>
                        <a:pt x="43558" y="246953"/>
                        <a:pt x="1" y="132775"/>
                        <a:pt x="0" y="18597"/>
                      </a:cubicBezTo>
                      <a:lnTo>
                        <a:pt x="836" y="1089"/>
                      </a:lnTo>
                      <a:lnTo>
                        <a:pt x="607" y="859"/>
                      </a:lnTo>
                      <a:lnTo>
                        <a:pt x="848" y="848"/>
                      </a:lnTo>
                      <a:lnTo>
                        <a:pt x="859" y="607"/>
                      </a:lnTo>
                      <a:lnTo>
                        <a:pt x="1089" y="836"/>
                      </a:lnTo>
                      <a:lnTo>
                        <a:pt x="18597" y="0"/>
                      </a:lnTo>
                      <a:cubicBezTo>
                        <a:pt x="132775" y="0"/>
                        <a:pt x="246952" y="43557"/>
                        <a:pt x="334067" y="130672"/>
                      </a:cubicBezTo>
                      <a:cubicBezTo>
                        <a:pt x="421182" y="217787"/>
                        <a:pt x="464739" y="331964"/>
                        <a:pt x="464739" y="446142"/>
                      </a:cubicBezTo>
                      <a:lnTo>
                        <a:pt x="463903" y="463652"/>
                      </a:lnTo>
                      <a:close/>
                    </a:path>
                  </a:pathLst>
                </a:custGeom>
                <a:solidFill>
                  <a:schemeClr val="accent4">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grpSp>
          <p:grpSp>
            <p:nvGrpSpPr>
              <p:cNvPr id="16" name="Group 15">
                <a:extLst>
                  <a:ext uri="{FF2B5EF4-FFF2-40B4-BE49-F238E27FC236}">
                    <a16:creationId xmlns:a16="http://schemas.microsoft.com/office/drawing/2014/main" id="{C0300EB9-093C-4C32-A212-821D7AC082B4}"/>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rot="10800000" flipH="1" flipV="1">
                <a:off x="999771" y="932104"/>
                <a:ext cx="864005" cy="1032464"/>
                <a:chOff x="2207971" y="2384401"/>
                <a:chExt cx="864005" cy="1032464"/>
              </a:xfrm>
            </p:grpSpPr>
            <p:sp>
              <p:nvSpPr>
                <p:cNvPr id="17" name="Freeform: Shape 16">
                  <a:extLst>
                    <a:ext uri="{FF2B5EF4-FFF2-40B4-BE49-F238E27FC236}">
                      <a16:creationId xmlns:a16="http://schemas.microsoft.com/office/drawing/2014/main" id="{AFC97B3C-CF0E-4C93-AA39-7A677A12C50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3500000">
                  <a:off x="2207971" y="2856305"/>
                  <a:ext cx="464739" cy="464739"/>
                </a:xfrm>
                <a:custGeom>
                  <a:avLst/>
                  <a:gdLst>
                    <a:gd name="connsiteX0" fmla="*/ 464132 w 464739"/>
                    <a:gd name="connsiteY0" fmla="*/ 463881 h 464739"/>
                    <a:gd name="connsiteX1" fmla="*/ 463891 w 464739"/>
                    <a:gd name="connsiteY1" fmla="*/ 463892 h 464739"/>
                    <a:gd name="connsiteX2" fmla="*/ 463880 w 464739"/>
                    <a:gd name="connsiteY2" fmla="*/ 464132 h 464739"/>
                    <a:gd name="connsiteX3" fmla="*/ 463651 w 464739"/>
                    <a:gd name="connsiteY3" fmla="*/ 463904 h 464739"/>
                    <a:gd name="connsiteX4" fmla="*/ 446142 w 464739"/>
                    <a:gd name="connsiteY4" fmla="*/ 464739 h 464739"/>
                    <a:gd name="connsiteX5" fmla="*/ 130673 w 464739"/>
                    <a:gd name="connsiteY5" fmla="*/ 334067 h 464739"/>
                    <a:gd name="connsiteX6" fmla="*/ 0 w 464739"/>
                    <a:gd name="connsiteY6" fmla="*/ 18597 h 464739"/>
                    <a:gd name="connsiteX7" fmla="*/ 836 w 464739"/>
                    <a:gd name="connsiteY7" fmla="*/ 1089 h 464739"/>
                    <a:gd name="connsiteX8" fmla="*/ 607 w 464739"/>
                    <a:gd name="connsiteY8" fmla="*/ 859 h 464739"/>
                    <a:gd name="connsiteX9" fmla="*/ 848 w 464739"/>
                    <a:gd name="connsiteY9" fmla="*/ 848 h 464739"/>
                    <a:gd name="connsiteX10" fmla="*/ 859 w 464739"/>
                    <a:gd name="connsiteY10" fmla="*/ 607 h 464739"/>
                    <a:gd name="connsiteX11" fmla="*/ 1089 w 464739"/>
                    <a:gd name="connsiteY11" fmla="*/ 836 h 464739"/>
                    <a:gd name="connsiteX12" fmla="*/ 18597 w 464739"/>
                    <a:gd name="connsiteY12" fmla="*/ 0 h 464739"/>
                    <a:gd name="connsiteX13" fmla="*/ 334067 w 464739"/>
                    <a:gd name="connsiteY13" fmla="*/ 130672 h 464739"/>
                    <a:gd name="connsiteX14" fmla="*/ 464739 w 464739"/>
                    <a:gd name="connsiteY14" fmla="*/ 446142 h 464739"/>
                    <a:gd name="connsiteX15" fmla="*/ 463903 w 464739"/>
                    <a:gd name="connsiteY15" fmla="*/ 463652 h 464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64739" h="464739">
                      <a:moveTo>
                        <a:pt x="464132" y="463881"/>
                      </a:moveTo>
                      <a:lnTo>
                        <a:pt x="463891" y="463892"/>
                      </a:lnTo>
                      <a:lnTo>
                        <a:pt x="463880" y="464132"/>
                      </a:lnTo>
                      <a:lnTo>
                        <a:pt x="463651" y="463904"/>
                      </a:lnTo>
                      <a:lnTo>
                        <a:pt x="446142" y="464739"/>
                      </a:lnTo>
                      <a:cubicBezTo>
                        <a:pt x="331965" y="464739"/>
                        <a:pt x="217787" y="421182"/>
                        <a:pt x="130673" y="334067"/>
                      </a:cubicBezTo>
                      <a:cubicBezTo>
                        <a:pt x="43558" y="246953"/>
                        <a:pt x="1" y="132775"/>
                        <a:pt x="0" y="18597"/>
                      </a:cubicBezTo>
                      <a:lnTo>
                        <a:pt x="836" y="1089"/>
                      </a:lnTo>
                      <a:lnTo>
                        <a:pt x="607" y="859"/>
                      </a:lnTo>
                      <a:lnTo>
                        <a:pt x="848" y="848"/>
                      </a:lnTo>
                      <a:lnTo>
                        <a:pt x="859" y="607"/>
                      </a:lnTo>
                      <a:lnTo>
                        <a:pt x="1089" y="836"/>
                      </a:lnTo>
                      <a:lnTo>
                        <a:pt x="18597" y="0"/>
                      </a:lnTo>
                      <a:cubicBezTo>
                        <a:pt x="132775" y="0"/>
                        <a:pt x="246952" y="43557"/>
                        <a:pt x="334067" y="130672"/>
                      </a:cubicBezTo>
                      <a:cubicBezTo>
                        <a:pt x="421182" y="217787"/>
                        <a:pt x="464739" y="331964"/>
                        <a:pt x="464739" y="446142"/>
                      </a:cubicBezTo>
                      <a:lnTo>
                        <a:pt x="463903" y="463652"/>
                      </a:lnTo>
                      <a:close/>
                    </a:path>
                  </a:pathLst>
                </a:cu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8" name="Freeform: Shape 17">
                  <a:extLst>
                    <a:ext uri="{FF2B5EF4-FFF2-40B4-BE49-F238E27FC236}">
                      <a16:creationId xmlns:a16="http://schemas.microsoft.com/office/drawing/2014/main" id="{0943F14E-6185-4A31-8318-2088A05F5C9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2607238" y="2688467"/>
                  <a:ext cx="464738" cy="464738"/>
                </a:xfrm>
                <a:custGeom>
                  <a:avLst/>
                  <a:gdLst>
                    <a:gd name="connsiteX0" fmla="*/ 446142 w 464738"/>
                    <a:gd name="connsiteY0" fmla="*/ 464738 h 464738"/>
                    <a:gd name="connsiteX1" fmla="*/ 130673 w 464738"/>
                    <a:gd name="connsiteY1" fmla="*/ 334066 h 464738"/>
                    <a:gd name="connsiteX2" fmla="*/ 0 w 464738"/>
                    <a:gd name="connsiteY2" fmla="*/ 18596 h 464738"/>
                    <a:gd name="connsiteX3" fmla="*/ 836 w 464738"/>
                    <a:gd name="connsiteY3" fmla="*/ 1089 h 464738"/>
                    <a:gd name="connsiteX4" fmla="*/ 606 w 464738"/>
                    <a:gd name="connsiteY4" fmla="*/ 859 h 464738"/>
                    <a:gd name="connsiteX5" fmla="*/ 848 w 464738"/>
                    <a:gd name="connsiteY5" fmla="*/ 848 h 464738"/>
                    <a:gd name="connsiteX6" fmla="*/ 859 w 464738"/>
                    <a:gd name="connsiteY6" fmla="*/ 606 h 464738"/>
                    <a:gd name="connsiteX7" fmla="*/ 1089 w 464738"/>
                    <a:gd name="connsiteY7" fmla="*/ 836 h 464738"/>
                    <a:gd name="connsiteX8" fmla="*/ 18596 w 464738"/>
                    <a:gd name="connsiteY8" fmla="*/ 0 h 464738"/>
                    <a:gd name="connsiteX9" fmla="*/ 334066 w 464738"/>
                    <a:gd name="connsiteY9" fmla="*/ 130672 h 464738"/>
                    <a:gd name="connsiteX10" fmla="*/ 464738 w 464738"/>
                    <a:gd name="connsiteY10" fmla="*/ 446142 h 464738"/>
                    <a:gd name="connsiteX11" fmla="*/ 463902 w 464738"/>
                    <a:gd name="connsiteY11" fmla="*/ 463650 h 464738"/>
                    <a:gd name="connsiteX12" fmla="*/ 464132 w 464738"/>
                    <a:gd name="connsiteY12" fmla="*/ 463880 h 464738"/>
                    <a:gd name="connsiteX13" fmla="*/ 463891 w 464738"/>
                    <a:gd name="connsiteY13" fmla="*/ 463892 h 464738"/>
                    <a:gd name="connsiteX14" fmla="*/ 463879 w 464738"/>
                    <a:gd name="connsiteY14" fmla="*/ 464132 h 464738"/>
                    <a:gd name="connsiteX15" fmla="*/ 463650 w 464738"/>
                    <a:gd name="connsiteY15" fmla="*/ 463903 h 4647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64738" h="464738">
                      <a:moveTo>
                        <a:pt x="446142" y="464738"/>
                      </a:moveTo>
                      <a:cubicBezTo>
                        <a:pt x="331965" y="464738"/>
                        <a:pt x="217787" y="421181"/>
                        <a:pt x="130673" y="334066"/>
                      </a:cubicBezTo>
                      <a:cubicBezTo>
                        <a:pt x="43558" y="246952"/>
                        <a:pt x="1" y="132774"/>
                        <a:pt x="0" y="18596"/>
                      </a:cubicBezTo>
                      <a:lnTo>
                        <a:pt x="836" y="1089"/>
                      </a:lnTo>
                      <a:lnTo>
                        <a:pt x="606" y="859"/>
                      </a:lnTo>
                      <a:lnTo>
                        <a:pt x="848" y="848"/>
                      </a:lnTo>
                      <a:lnTo>
                        <a:pt x="859" y="606"/>
                      </a:lnTo>
                      <a:lnTo>
                        <a:pt x="1089" y="836"/>
                      </a:lnTo>
                      <a:lnTo>
                        <a:pt x="18596" y="0"/>
                      </a:lnTo>
                      <a:cubicBezTo>
                        <a:pt x="132774" y="0"/>
                        <a:pt x="246951" y="43557"/>
                        <a:pt x="334066" y="130672"/>
                      </a:cubicBezTo>
                      <a:cubicBezTo>
                        <a:pt x="421181" y="217787"/>
                        <a:pt x="464738" y="331964"/>
                        <a:pt x="464738" y="446142"/>
                      </a:cubicBezTo>
                      <a:lnTo>
                        <a:pt x="463902" y="463650"/>
                      </a:lnTo>
                      <a:lnTo>
                        <a:pt x="464132" y="463880"/>
                      </a:lnTo>
                      <a:lnTo>
                        <a:pt x="463891" y="463892"/>
                      </a:lnTo>
                      <a:lnTo>
                        <a:pt x="463879" y="464132"/>
                      </a:lnTo>
                      <a:lnTo>
                        <a:pt x="463650" y="463903"/>
                      </a:lnTo>
                      <a:close/>
                    </a:path>
                  </a:pathLst>
                </a:cu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nvGrpSpPr>
                <p:cNvPr id="19" name="Group 18">
                  <a:extLst>
                    <a:ext uri="{FF2B5EF4-FFF2-40B4-BE49-F238E27FC236}">
                      <a16:creationId xmlns:a16="http://schemas.microsoft.com/office/drawing/2014/main" id="{F3B56658-371E-446B-B30D-D4EA2A88A973}"/>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2440769" y="2384401"/>
                  <a:ext cx="313009" cy="1032464"/>
                  <a:chOff x="2440769" y="2384401"/>
                  <a:chExt cx="313009" cy="1032464"/>
                </a:xfrm>
              </p:grpSpPr>
              <p:cxnSp>
                <p:nvCxnSpPr>
                  <p:cNvPr id="20" name="Straight Connector 19">
                    <a:extLst>
                      <a:ext uri="{FF2B5EF4-FFF2-40B4-BE49-F238E27FC236}">
                        <a16:creationId xmlns:a16="http://schemas.microsoft.com/office/drawing/2014/main" id="{068979FB-2943-4091-A490-D9F8695DF0D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rot="10800000" flipH="1">
                    <a:off x="2440769" y="2516865"/>
                    <a:ext cx="0" cy="900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B378C39C-3FC0-4521-8336-33A86391920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rot="8100000" flipH="1">
                    <a:off x="2753778" y="2384401"/>
                    <a:ext cx="0" cy="900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grpSp>
        <p:grpSp>
          <p:nvGrpSpPr>
            <p:cNvPr id="12" name="Group 11">
              <a:extLst>
                <a:ext uri="{FF2B5EF4-FFF2-40B4-BE49-F238E27FC236}">
                  <a16:creationId xmlns:a16="http://schemas.microsoft.com/office/drawing/2014/main" id="{72C6951D-2EAF-4333-B8A8-F473DC3BDF44}"/>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1437136" y="649304"/>
              <a:ext cx="388541" cy="388541"/>
              <a:chOff x="5752675" y="5440856"/>
              <a:chExt cx="388541" cy="388541"/>
            </a:xfrm>
          </p:grpSpPr>
          <p:sp>
            <p:nvSpPr>
              <p:cNvPr id="13" name="Oval 12">
                <a:extLst>
                  <a:ext uri="{FF2B5EF4-FFF2-40B4-BE49-F238E27FC236}">
                    <a16:creationId xmlns:a16="http://schemas.microsoft.com/office/drawing/2014/main" id="{63E77698-5758-433A-9DF3-3BE43B6FBDA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5800801" y="5488982"/>
                <a:ext cx="340415" cy="340415"/>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4" name="Oval 13">
                <a:extLst>
                  <a:ext uri="{FF2B5EF4-FFF2-40B4-BE49-F238E27FC236}">
                    <a16:creationId xmlns:a16="http://schemas.microsoft.com/office/drawing/2014/main" id="{FF47FF7F-75A9-438D-8BA7-428BF76974C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52675" y="5440856"/>
                <a:ext cx="340415" cy="340415"/>
              </a:xfrm>
              <a:prstGeom prst="ellipse">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grpSp>
      <p:sp>
        <p:nvSpPr>
          <p:cNvPr id="61" name="TextBox 60">
            <a:extLst>
              <a:ext uri="{FF2B5EF4-FFF2-40B4-BE49-F238E27FC236}">
                <a16:creationId xmlns:a16="http://schemas.microsoft.com/office/drawing/2014/main" id="{DF27DA85-F987-F1D8-D192-5F2FDFB3E97F}"/>
              </a:ext>
            </a:extLst>
          </p:cNvPr>
          <p:cNvSpPr txBox="1"/>
          <p:nvPr/>
        </p:nvSpPr>
        <p:spPr>
          <a:xfrm>
            <a:off x="349836" y="2130129"/>
            <a:ext cx="11443360" cy="523220"/>
          </a:xfrm>
          <a:prstGeom prst="rect">
            <a:avLst/>
          </a:prstGeom>
          <a:noFill/>
        </p:spPr>
        <p:txBody>
          <a:bodyPr wrap="square">
            <a:spAutoFit/>
          </a:bodyPr>
          <a:lstStyle/>
          <a:p>
            <a:pPr algn="just"/>
            <a:r>
              <a:rPr lang="en-US" sz="2800" b="1" dirty="0">
                <a:solidFill>
                  <a:srgbClr val="FF99CC"/>
                </a:solidFill>
                <a:latin typeface="Arial Nova Light" panose="020B0304020202020204" pitchFamily="34" charset="0"/>
                <a:sym typeface="Wingdings" panose="05000000000000000000" pitchFamily="2" charset="2"/>
              </a:rPr>
              <a:t> </a:t>
            </a:r>
            <a:r>
              <a:rPr lang="en-US" sz="2800" b="1" dirty="0">
                <a:latin typeface="Arial Nova Light" panose="020B0304020202020204" pitchFamily="34" charset="0"/>
              </a:rPr>
              <a:t>Work Breakdown Structure</a:t>
            </a:r>
          </a:p>
        </p:txBody>
      </p:sp>
      <p:pic>
        <p:nvPicPr>
          <p:cNvPr id="5" name="Picture 4">
            <a:extLst>
              <a:ext uri="{FF2B5EF4-FFF2-40B4-BE49-F238E27FC236}">
                <a16:creationId xmlns:a16="http://schemas.microsoft.com/office/drawing/2014/main" id="{6F629C49-D22D-0612-AE1E-B74A0D56329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77551" y="2729003"/>
            <a:ext cx="9174561" cy="3968362"/>
          </a:xfrm>
          <a:prstGeom prst="rect">
            <a:avLst/>
          </a:prstGeom>
        </p:spPr>
      </p:pic>
    </p:spTree>
    <p:extLst>
      <p:ext uri="{BB962C8B-B14F-4D97-AF65-F5344CB8AC3E}">
        <p14:creationId xmlns:p14="http://schemas.microsoft.com/office/powerpoint/2010/main" val="344841855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316A5661-2CFE-478C-BAC3-729F393F3C4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BC1DA2B-FE6F-1C6E-BFA0-9B15DC40309D}"/>
              </a:ext>
            </a:extLst>
          </p:cNvPr>
          <p:cNvSpPr>
            <a:spLocks noGrp="1"/>
          </p:cNvSpPr>
          <p:nvPr>
            <p:ph type="title"/>
          </p:nvPr>
        </p:nvSpPr>
        <p:spPr>
          <a:xfrm>
            <a:off x="2030243" y="697430"/>
            <a:ext cx="9514055" cy="1267138"/>
          </a:xfrm>
        </p:spPr>
        <p:txBody>
          <a:bodyPr anchor="ctr">
            <a:normAutofit/>
          </a:bodyPr>
          <a:lstStyle/>
          <a:p>
            <a:r>
              <a:rPr lang="en-US" sz="4000" dirty="0">
                <a:solidFill>
                  <a:schemeClr val="accent6">
                    <a:lumMod val="40000"/>
                    <a:lumOff val="60000"/>
                  </a:schemeClr>
                </a:solidFill>
                <a:latin typeface="Arial Rounded MT Bold" panose="020F0704030504030204" pitchFamily="34" charset="0"/>
              </a:rPr>
              <a:t>Project management tools</a:t>
            </a:r>
          </a:p>
        </p:txBody>
      </p:sp>
      <p:grpSp>
        <p:nvGrpSpPr>
          <p:cNvPr id="10" name="Group 9">
            <a:extLst>
              <a:ext uri="{FF2B5EF4-FFF2-40B4-BE49-F238E27FC236}">
                <a16:creationId xmlns:a16="http://schemas.microsoft.com/office/drawing/2014/main" id="{FB7BE8CD-E348-464A-82CC-7EF7AA82842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999771" y="649304"/>
            <a:ext cx="913428" cy="1315264"/>
            <a:chOff x="999771" y="649304"/>
            <a:chExt cx="913428" cy="1315264"/>
          </a:xfrm>
        </p:grpSpPr>
        <p:grpSp>
          <p:nvGrpSpPr>
            <p:cNvPr id="11" name="Group 10">
              <a:extLst>
                <a:ext uri="{FF2B5EF4-FFF2-40B4-BE49-F238E27FC236}">
                  <a16:creationId xmlns:a16="http://schemas.microsoft.com/office/drawing/2014/main" id="{B8CC82D2-4C4A-4C67-8483-5199F97B37A7}"/>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999771" y="932104"/>
              <a:ext cx="913428" cy="1032464"/>
              <a:chOff x="999771" y="932104"/>
              <a:chExt cx="913428" cy="1032464"/>
            </a:xfrm>
          </p:grpSpPr>
          <p:grpSp>
            <p:nvGrpSpPr>
              <p:cNvPr id="15" name="Group 14">
                <a:extLst>
                  <a:ext uri="{FF2B5EF4-FFF2-40B4-BE49-F238E27FC236}">
                    <a16:creationId xmlns:a16="http://schemas.microsoft.com/office/drawing/2014/main" id="{70D2391D-AA33-4F5E-BD96-B42D93DED226}"/>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rot="8100000" flipV="1">
                <a:off x="1047457" y="1290386"/>
                <a:ext cx="865742" cy="628383"/>
                <a:chOff x="558167" y="958515"/>
                <a:chExt cx="865742" cy="628383"/>
              </a:xfrm>
              <a:solidFill>
                <a:schemeClr val="accent3"/>
              </a:solidFill>
            </p:grpSpPr>
            <p:sp>
              <p:nvSpPr>
                <p:cNvPr id="22" name="Freeform: Shape 21">
                  <a:extLst>
                    <a:ext uri="{FF2B5EF4-FFF2-40B4-BE49-F238E27FC236}">
                      <a16:creationId xmlns:a16="http://schemas.microsoft.com/office/drawing/2014/main" id="{BE166DCE-539D-4C74-9C9D-AC000BA2F8A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8100000" flipH="1">
                  <a:off x="558167" y="1122160"/>
                  <a:ext cx="464738" cy="464738"/>
                </a:xfrm>
                <a:custGeom>
                  <a:avLst/>
                  <a:gdLst>
                    <a:gd name="connsiteX0" fmla="*/ 446142 w 464738"/>
                    <a:gd name="connsiteY0" fmla="*/ 464738 h 464738"/>
                    <a:gd name="connsiteX1" fmla="*/ 130673 w 464738"/>
                    <a:gd name="connsiteY1" fmla="*/ 334066 h 464738"/>
                    <a:gd name="connsiteX2" fmla="*/ 0 w 464738"/>
                    <a:gd name="connsiteY2" fmla="*/ 18596 h 464738"/>
                    <a:gd name="connsiteX3" fmla="*/ 836 w 464738"/>
                    <a:gd name="connsiteY3" fmla="*/ 1089 h 464738"/>
                    <a:gd name="connsiteX4" fmla="*/ 606 w 464738"/>
                    <a:gd name="connsiteY4" fmla="*/ 859 h 464738"/>
                    <a:gd name="connsiteX5" fmla="*/ 848 w 464738"/>
                    <a:gd name="connsiteY5" fmla="*/ 848 h 464738"/>
                    <a:gd name="connsiteX6" fmla="*/ 859 w 464738"/>
                    <a:gd name="connsiteY6" fmla="*/ 606 h 464738"/>
                    <a:gd name="connsiteX7" fmla="*/ 1089 w 464738"/>
                    <a:gd name="connsiteY7" fmla="*/ 836 h 464738"/>
                    <a:gd name="connsiteX8" fmla="*/ 18596 w 464738"/>
                    <a:gd name="connsiteY8" fmla="*/ 0 h 464738"/>
                    <a:gd name="connsiteX9" fmla="*/ 334066 w 464738"/>
                    <a:gd name="connsiteY9" fmla="*/ 130672 h 464738"/>
                    <a:gd name="connsiteX10" fmla="*/ 464738 w 464738"/>
                    <a:gd name="connsiteY10" fmla="*/ 446142 h 464738"/>
                    <a:gd name="connsiteX11" fmla="*/ 463902 w 464738"/>
                    <a:gd name="connsiteY11" fmla="*/ 463650 h 464738"/>
                    <a:gd name="connsiteX12" fmla="*/ 464132 w 464738"/>
                    <a:gd name="connsiteY12" fmla="*/ 463880 h 464738"/>
                    <a:gd name="connsiteX13" fmla="*/ 463891 w 464738"/>
                    <a:gd name="connsiteY13" fmla="*/ 463892 h 464738"/>
                    <a:gd name="connsiteX14" fmla="*/ 463879 w 464738"/>
                    <a:gd name="connsiteY14" fmla="*/ 464132 h 464738"/>
                    <a:gd name="connsiteX15" fmla="*/ 463650 w 464738"/>
                    <a:gd name="connsiteY15" fmla="*/ 463903 h 4647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64738" h="464738">
                      <a:moveTo>
                        <a:pt x="446142" y="464738"/>
                      </a:moveTo>
                      <a:cubicBezTo>
                        <a:pt x="331965" y="464738"/>
                        <a:pt x="217787" y="421181"/>
                        <a:pt x="130673" y="334066"/>
                      </a:cubicBezTo>
                      <a:cubicBezTo>
                        <a:pt x="43558" y="246952"/>
                        <a:pt x="1" y="132774"/>
                        <a:pt x="0" y="18596"/>
                      </a:cubicBezTo>
                      <a:lnTo>
                        <a:pt x="836" y="1089"/>
                      </a:lnTo>
                      <a:lnTo>
                        <a:pt x="606" y="859"/>
                      </a:lnTo>
                      <a:lnTo>
                        <a:pt x="848" y="848"/>
                      </a:lnTo>
                      <a:lnTo>
                        <a:pt x="859" y="606"/>
                      </a:lnTo>
                      <a:lnTo>
                        <a:pt x="1089" y="836"/>
                      </a:lnTo>
                      <a:lnTo>
                        <a:pt x="18596" y="0"/>
                      </a:lnTo>
                      <a:cubicBezTo>
                        <a:pt x="132774" y="0"/>
                        <a:pt x="246951" y="43557"/>
                        <a:pt x="334066" y="130672"/>
                      </a:cubicBezTo>
                      <a:cubicBezTo>
                        <a:pt x="421181" y="217787"/>
                        <a:pt x="464738" y="331964"/>
                        <a:pt x="464738" y="446142"/>
                      </a:cubicBezTo>
                      <a:lnTo>
                        <a:pt x="463902" y="463650"/>
                      </a:lnTo>
                      <a:lnTo>
                        <a:pt x="464132" y="463880"/>
                      </a:lnTo>
                      <a:lnTo>
                        <a:pt x="463891" y="463892"/>
                      </a:lnTo>
                      <a:lnTo>
                        <a:pt x="463879" y="464132"/>
                      </a:lnTo>
                      <a:lnTo>
                        <a:pt x="463650" y="463903"/>
                      </a:lnTo>
                      <a:close/>
                    </a:path>
                  </a:pathLst>
                </a:custGeom>
                <a:solidFill>
                  <a:schemeClr val="accent4">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3" name="Freeform: Shape 22">
                  <a:extLst>
                    <a:ext uri="{FF2B5EF4-FFF2-40B4-BE49-F238E27FC236}">
                      <a16:creationId xmlns:a16="http://schemas.microsoft.com/office/drawing/2014/main" id="{DCC6BEB5-DA1F-4F9E-BA5D-8F892A0FB8F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flipH="1">
                  <a:off x="959170" y="958515"/>
                  <a:ext cx="464739" cy="464739"/>
                </a:xfrm>
                <a:custGeom>
                  <a:avLst/>
                  <a:gdLst>
                    <a:gd name="connsiteX0" fmla="*/ 464132 w 464739"/>
                    <a:gd name="connsiteY0" fmla="*/ 463881 h 464739"/>
                    <a:gd name="connsiteX1" fmla="*/ 463891 w 464739"/>
                    <a:gd name="connsiteY1" fmla="*/ 463892 h 464739"/>
                    <a:gd name="connsiteX2" fmla="*/ 463880 w 464739"/>
                    <a:gd name="connsiteY2" fmla="*/ 464132 h 464739"/>
                    <a:gd name="connsiteX3" fmla="*/ 463651 w 464739"/>
                    <a:gd name="connsiteY3" fmla="*/ 463904 h 464739"/>
                    <a:gd name="connsiteX4" fmla="*/ 446142 w 464739"/>
                    <a:gd name="connsiteY4" fmla="*/ 464739 h 464739"/>
                    <a:gd name="connsiteX5" fmla="*/ 130673 w 464739"/>
                    <a:gd name="connsiteY5" fmla="*/ 334067 h 464739"/>
                    <a:gd name="connsiteX6" fmla="*/ 0 w 464739"/>
                    <a:gd name="connsiteY6" fmla="*/ 18597 h 464739"/>
                    <a:gd name="connsiteX7" fmla="*/ 836 w 464739"/>
                    <a:gd name="connsiteY7" fmla="*/ 1089 h 464739"/>
                    <a:gd name="connsiteX8" fmla="*/ 607 w 464739"/>
                    <a:gd name="connsiteY8" fmla="*/ 859 h 464739"/>
                    <a:gd name="connsiteX9" fmla="*/ 848 w 464739"/>
                    <a:gd name="connsiteY9" fmla="*/ 848 h 464739"/>
                    <a:gd name="connsiteX10" fmla="*/ 859 w 464739"/>
                    <a:gd name="connsiteY10" fmla="*/ 607 h 464739"/>
                    <a:gd name="connsiteX11" fmla="*/ 1089 w 464739"/>
                    <a:gd name="connsiteY11" fmla="*/ 836 h 464739"/>
                    <a:gd name="connsiteX12" fmla="*/ 18597 w 464739"/>
                    <a:gd name="connsiteY12" fmla="*/ 0 h 464739"/>
                    <a:gd name="connsiteX13" fmla="*/ 334067 w 464739"/>
                    <a:gd name="connsiteY13" fmla="*/ 130672 h 464739"/>
                    <a:gd name="connsiteX14" fmla="*/ 464739 w 464739"/>
                    <a:gd name="connsiteY14" fmla="*/ 446142 h 464739"/>
                    <a:gd name="connsiteX15" fmla="*/ 463903 w 464739"/>
                    <a:gd name="connsiteY15" fmla="*/ 463652 h 464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64739" h="464739">
                      <a:moveTo>
                        <a:pt x="464132" y="463881"/>
                      </a:moveTo>
                      <a:lnTo>
                        <a:pt x="463891" y="463892"/>
                      </a:lnTo>
                      <a:lnTo>
                        <a:pt x="463880" y="464132"/>
                      </a:lnTo>
                      <a:lnTo>
                        <a:pt x="463651" y="463904"/>
                      </a:lnTo>
                      <a:lnTo>
                        <a:pt x="446142" y="464739"/>
                      </a:lnTo>
                      <a:cubicBezTo>
                        <a:pt x="331965" y="464739"/>
                        <a:pt x="217787" y="421182"/>
                        <a:pt x="130673" y="334067"/>
                      </a:cubicBezTo>
                      <a:cubicBezTo>
                        <a:pt x="43558" y="246953"/>
                        <a:pt x="1" y="132775"/>
                        <a:pt x="0" y="18597"/>
                      </a:cubicBezTo>
                      <a:lnTo>
                        <a:pt x="836" y="1089"/>
                      </a:lnTo>
                      <a:lnTo>
                        <a:pt x="607" y="859"/>
                      </a:lnTo>
                      <a:lnTo>
                        <a:pt x="848" y="848"/>
                      </a:lnTo>
                      <a:lnTo>
                        <a:pt x="859" y="607"/>
                      </a:lnTo>
                      <a:lnTo>
                        <a:pt x="1089" y="836"/>
                      </a:lnTo>
                      <a:lnTo>
                        <a:pt x="18597" y="0"/>
                      </a:lnTo>
                      <a:cubicBezTo>
                        <a:pt x="132775" y="0"/>
                        <a:pt x="246952" y="43557"/>
                        <a:pt x="334067" y="130672"/>
                      </a:cubicBezTo>
                      <a:cubicBezTo>
                        <a:pt x="421182" y="217787"/>
                        <a:pt x="464739" y="331964"/>
                        <a:pt x="464739" y="446142"/>
                      </a:cubicBezTo>
                      <a:lnTo>
                        <a:pt x="463903" y="463652"/>
                      </a:lnTo>
                      <a:close/>
                    </a:path>
                  </a:pathLst>
                </a:custGeom>
                <a:solidFill>
                  <a:schemeClr val="accent4">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grpSp>
          <p:grpSp>
            <p:nvGrpSpPr>
              <p:cNvPr id="16" name="Group 15">
                <a:extLst>
                  <a:ext uri="{FF2B5EF4-FFF2-40B4-BE49-F238E27FC236}">
                    <a16:creationId xmlns:a16="http://schemas.microsoft.com/office/drawing/2014/main" id="{C0300EB9-093C-4C32-A212-821D7AC082B4}"/>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rot="10800000" flipH="1" flipV="1">
                <a:off x="999771" y="932104"/>
                <a:ext cx="864005" cy="1032464"/>
                <a:chOff x="2207971" y="2384401"/>
                <a:chExt cx="864005" cy="1032464"/>
              </a:xfrm>
            </p:grpSpPr>
            <p:sp>
              <p:nvSpPr>
                <p:cNvPr id="17" name="Freeform: Shape 16">
                  <a:extLst>
                    <a:ext uri="{FF2B5EF4-FFF2-40B4-BE49-F238E27FC236}">
                      <a16:creationId xmlns:a16="http://schemas.microsoft.com/office/drawing/2014/main" id="{AFC97B3C-CF0E-4C93-AA39-7A677A12C50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3500000">
                  <a:off x="2207971" y="2856305"/>
                  <a:ext cx="464739" cy="464739"/>
                </a:xfrm>
                <a:custGeom>
                  <a:avLst/>
                  <a:gdLst>
                    <a:gd name="connsiteX0" fmla="*/ 464132 w 464739"/>
                    <a:gd name="connsiteY0" fmla="*/ 463881 h 464739"/>
                    <a:gd name="connsiteX1" fmla="*/ 463891 w 464739"/>
                    <a:gd name="connsiteY1" fmla="*/ 463892 h 464739"/>
                    <a:gd name="connsiteX2" fmla="*/ 463880 w 464739"/>
                    <a:gd name="connsiteY2" fmla="*/ 464132 h 464739"/>
                    <a:gd name="connsiteX3" fmla="*/ 463651 w 464739"/>
                    <a:gd name="connsiteY3" fmla="*/ 463904 h 464739"/>
                    <a:gd name="connsiteX4" fmla="*/ 446142 w 464739"/>
                    <a:gd name="connsiteY4" fmla="*/ 464739 h 464739"/>
                    <a:gd name="connsiteX5" fmla="*/ 130673 w 464739"/>
                    <a:gd name="connsiteY5" fmla="*/ 334067 h 464739"/>
                    <a:gd name="connsiteX6" fmla="*/ 0 w 464739"/>
                    <a:gd name="connsiteY6" fmla="*/ 18597 h 464739"/>
                    <a:gd name="connsiteX7" fmla="*/ 836 w 464739"/>
                    <a:gd name="connsiteY7" fmla="*/ 1089 h 464739"/>
                    <a:gd name="connsiteX8" fmla="*/ 607 w 464739"/>
                    <a:gd name="connsiteY8" fmla="*/ 859 h 464739"/>
                    <a:gd name="connsiteX9" fmla="*/ 848 w 464739"/>
                    <a:gd name="connsiteY9" fmla="*/ 848 h 464739"/>
                    <a:gd name="connsiteX10" fmla="*/ 859 w 464739"/>
                    <a:gd name="connsiteY10" fmla="*/ 607 h 464739"/>
                    <a:gd name="connsiteX11" fmla="*/ 1089 w 464739"/>
                    <a:gd name="connsiteY11" fmla="*/ 836 h 464739"/>
                    <a:gd name="connsiteX12" fmla="*/ 18597 w 464739"/>
                    <a:gd name="connsiteY12" fmla="*/ 0 h 464739"/>
                    <a:gd name="connsiteX13" fmla="*/ 334067 w 464739"/>
                    <a:gd name="connsiteY13" fmla="*/ 130672 h 464739"/>
                    <a:gd name="connsiteX14" fmla="*/ 464739 w 464739"/>
                    <a:gd name="connsiteY14" fmla="*/ 446142 h 464739"/>
                    <a:gd name="connsiteX15" fmla="*/ 463903 w 464739"/>
                    <a:gd name="connsiteY15" fmla="*/ 463652 h 464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64739" h="464739">
                      <a:moveTo>
                        <a:pt x="464132" y="463881"/>
                      </a:moveTo>
                      <a:lnTo>
                        <a:pt x="463891" y="463892"/>
                      </a:lnTo>
                      <a:lnTo>
                        <a:pt x="463880" y="464132"/>
                      </a:lnTo>
                      <a:lnTo>
                        <a:pt x="463651" y="463904"/>
                      </a:lnTo>
                      <a:lnTo>
                        <a:pt x="446142" y="464739"/>
                      </a:lnTo>
                      <a:cubicBezTo>
                        <a:pt x="331965" y="464739"/>
                        <a:pt x="217787" y="421182"/>
                        <a:pt x="130673" y="334067"/>
                      </a:cubicBezTo>
                      <a:cubicBezTo>
                        <a:pt x="43558" y="246953"/>
                        <a:pt x="1" y="132775"/>
                        <a:pt x="0" y="18597"/>
                      </a:cubicBezTo>
                      <a:lnTo>
                        <a:pt x="836" y="1089"/>
                      </a:lnTo>
                      <a:lnTo>
                        <a:pt x="607" y="859"/>
                      </a:lnTo>
                      <a:lnTo>
                        <a:pt x="848" y="848"/>
                      </a:lnTo>
                      <a:lnTo>
                        <a:pt x="859" y="607"/>
                      </a:lnTo>
                      <a:lnTo>
                        <a:pt x="1089" y="836"/>
                      </a:lnTo>
                      <a:lnTo>
                        <a:pt x="18597" y="0"/>
                      </a:lnTo>
                      <a:cubicBezTo>
                        <a:pt x="132775" y="0"/>
                        <a:pt x="246952" y="43557"/>
                        <a:pt x="334067" y="130672"/>
                      </a:cubicBezTo>
                      <a:cubicBezTo>
                        <a:pt x="421182" y="217787"/>
                        <a:pt x="464739" y="331964"/>
                        <a:pt x="464739" y="446142"/>
                      </a:cubicBezTo>
                      <a:lnTo>
                        <a:pt x="463903" y="463652"/>
                      </a:lnTo>
                      <a:close/>
                    </a:path>
                  </a:pathLst>
                </a:cu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8" name="Freeform: Shape 17">
                  <a:extLst>
                    <a:ext uri="{FF2B5EF4-FFF2-40B4-BE49-F238E27FC236}">
                      <a16:creationId xmlns:a16="http://schemas.microsoft.com/office/drawing/2014/main" id="{0943F14E-6185-4A31-8318-2088A05F5C9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2607238" y="2688467"/>
                  <a:ext cx="464738" cy="464738"/>
                </a:xfrm>
                <a:custGeom>
                  <a:avLst/>
                  <a:gdLst>
                    <a:gd name="connsiteX0" fmla="*/ 446142 w 464738"/>
                    <a:gd name="connsiteY0" fmla="*/ 464738 h 464738"/>
                    <a:gd name="connsiteX1" fmla="*/ 130673 w 464738"/>
                    <a:gd name="connsiteY1" fmla="*/ 334066 h 464738"/>
                    <a:gd name="connsiteX2" fmla="*/ 0 w 464738"/>
                    <a:gd name="connsiteY2" fmla="*/ 18596 h 464738"/>
                    <a:gd name="connsiteX3" fmla="*/ 836 w 464738"/>
                    <a:gd name="connsiteY3" fmla="*/ 1089 h 464738"/>
                    <a:gd name="connsiteX4" fmla="*/ 606 w 464738"/>
                    <a:gd name="connsiteY4" fmla="*/ 859 h 464738"/>
                    <a:gd name="connsiteX5" fmla="*/ 848 w 464738"/>
                    <a:gd name="connsiteY5" fmla="*/ 848 h 464738"/>
                    <a:gd name="connsiteX6" fmla="*/ 859 w 464738"/>
                    <a:gd name="connsiteY6" fmla="*/ 606 h 464738"/>
                    <a:gd name="connsiteX7" fmla="*/ 1089 w 464738"/>
                    <a:gd name="connsiteY7" fmla="*/ 836 h 464738"/>
                    <a:gd name="connsiteX8" fmla="*/ 18596 w 464738"/>
                    <a:gd name="connsiteY8" fmla="*/ 0 h 464738"/>
                    <a:gd name="connsiteX9" fmla="*/ 334066 w 464738"/>
                    <a:gd name="connsiteY9" fmla="*/ 130672 h 464738"/>
                    <a:gd name="connsiteX10" fmla="*/ 464738 w 464738"/>
                    <a:gd name="connsiteY10" fmla="*/ 446142 h 464738"/>
                    <a:gd name="connsiteX11" fmla="*/ 463902 w 464738"/>
                    <a:gd name="connsiteY11" fmla="*/ 463650 h 464738"/>
                    <a:gd name="connsiteX12" fmla="*/ 464132 w 464738"/>
                    <a:gd name="connsiteY12" fmla="*/ 463880 h 464738"/>
                    <a:gd name="connsiteX13" fmla="*/ 463891 w 464738"/>
                    <a:gd name="connsiteY13" fmla="*/ 463892 h 464738"/>
                    <a:gd name="connsiteX14" fmla="*/ 463879 w 464738"/>
                    <a:gd name="connsiteY14" fmla="*/ 464132 h 464738"/>
                    <a:gd name="connsiteX15" fmla="*/ 463650 w 464738"/>
                    <a:gd name="connsiteY15" fmla="*/ 463903 h 4647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64738" h="464738">
                      <a:moveTo>
                        <a:pt x="446142" y="464738"/>
                      </a:moveTo>
                      <a:cubicBezTo>
                        <a:pt x="331965" y="464738"/>
                        <a:pt x="217787" y="421181"/>
                        <a:pt x="130673" y="334066"/>
                      </a:cubicBezTo>
                      <a:cubicBezTo>
                        <a:pt x="43558" y="246952"/>
                        <a:pt x="1" y="132774"/>
                        <a:pt x="0" y="18596"/>
                      </a:cubicBezTo>
                      <a:lnTo>
                        <a:pt x="836" y="1089"/>
                      </a:lnTo>
                      <a:lnTo>
                        <a:pt x="606" y="859"/>
                      </a:lnTo>
                      <a:lnTo>
                        <a:pt x="848" y="848"/>
                      </a:lnTo>
                      <a:lnTo>
                        <a:pt x="859" y="606"/>
                      </a:lnTo>
                      <a:lnTo>
                        <a:pt x="1089" y="836"/>
                      </a:lnTo>
                      <a:lnTo>
                        <a:pt x="18596" y="0"/>
                      </a:lnTo>
                      <a:cubicBezTo>
                        <a:pt x="132774" y="0"/>
                        <a:pt x="246951" y="43557"/>
                        <a:pt x="334066" y="130672"/>
                      </a:cubicBezTo>
                      <a:cubicBezTo>
                        <a:pt x="421181" y="217787"/>
                        <a:pt x="464738" y="331964"/>
                        <a:pt x="464738" y="446142"/>
                      </a:cubicBezTo>
                      <a:lnTo>
                        <a:pt x="463902" y="463650"/>
                      </a:lnTo>
                      <a:lnTo>
                        <a:pt x="464132" y="463880"/>
                      </a:lnTo>
                      <a:lnTo>
                        <a:pt x="463891" y="463892"/>
                      </a:lnTo>
                      <a:lnTo>
                        <a:pt x="463879" y="464132"/>
                      </a:lnTo>
                      <a:lnTo>
                        <a:pt x="463650" y="463903"/>
                      </a:lnTo>
                      <a:close/>
                    </a:path>
                  </a:pathLst>
                </a:cu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nvGrpSpPr>
                <p:cNvPr id="19" name="Group 18">
                  <a:extLst>
                    <a:ext uri="{FF2B5EF4-FFF2-40B4-BE49-F238E27FC236}">
                      <a16:creationId xmlns:a16="http://schemas.microsoft.com/office/drawing/2014/main" id="{F3B56658-371E-446B-B30D-D4EA2A88A973}"/>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2440769" y="2384401"/>
                  <a:ext cx="313009" cy="1032464"/>
                  <a:chOff x="2440769" y="2384401"/>
                  <a:chExt cx="313009" cy="1032464"/>
                </a:xfrm>
              </p:grpSpPr>
              <p:cxnSp>
                <p:nvCxnSpPr>
                  <p:cNvPr id="20" name="Straight Connector 19">
                    <a:extLst>
                      <a:ext uri="{FF2B5EF4-FFF2-40B4-BE49-F238E27FC236}">
                        <a16:creationId xmlns:a16="http://schemas.microsoft.com/office/drawing/2014/main" id="{068979FB-2943-4091-A490-D9F8695DF0D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rot="10800000" flipH="1">
                    <a:off x="2440769" y="2516865"/>
                    <a:ext cx="0" cy="900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B378C39C-3FC0-4521-8336-33A86391920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rot="8100000" flipH="1">
                    <a:off x="2753778" y="2384401"/>
                    <a:ext cx="0" cy="900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grpSp>
        <p:grpSp>
          <p:nvGrpSpPr>
            <p:cNvPr id="12" name="Group 11">
              <a:extLst>
                <a:ext uri="{FF2B5EF4-FFF2-40B4-BE49-F238E27FC236}">
                  <a16:creationId xmlns:a16="http://schemas.microsoft.com/office/drawing/2014/main" id="{72C6951D-2EAF-4333-B8A8-F473DC3BDF44}"/>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1437136" y="649304"/>
              <a:ext cx="388541" cy="388541"/>
              <a:chOff x="5752675" y="5440856"/>
              <a:chExt cx="388541" cy="388541"/>
            </a:xfrm>
          </p:grpSpPr>
          <p:sp>
            <p:nvSpPr>
              <p:cNvPr id="13" name="Oval 12">
                <a:extLst>
                  <a:ext uri="{FF2B5EF4-FFF2-40B4-BE49-F238E27FC236}">
                    <a16:creationId xmlns:a16="http://schemas.microsoft.com/office/drawing/2014/main" id="{63E77698-5758-433A-9DF3-3BE43B6FBDA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5800801" y="5488982"/>
                <a:ext cx="340415" cy="340415"/>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4" name="Oval 13">
                <a:extLst>
                  <a:ext uri="{FF2B5EF4-FFF2-40B4-BE49-F238E27FC236}">
                    <a16:creationId xmlns:a16="http://schemas.microsoft.com/office/drawing/2014/main" id="{FF47FF7F-75A9-438D-8BA7-428BF76974C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52675" y="5440856"/>
                <a:ext cx="340415" cy="340415"/>
              </a:xfrm>
              <a:prstGeom prst="ellipse">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grpSp>
      <p:sp>
        <p:nvSpPr>
          <p:cNvPr id="61" name="TextBox 60">
            <a:extLst>
              <a:ext uri="{FF2B5EF4-FFF2-40B4-BE49-F238E27FC236}">
                <a16:creationId xmlns:a16="http://schemas.microsoft.com/office/drawing/2014/main" id="{DF27DA85-F987-F1D8-D192-5F2FDFB3E97F}"/>
              </a:ext>
            </a:extLst>
          </p:cNvPr>
          <p:cNvSpPr txBox="1"/>
          <p:nvPr/>
        </p:nvSpPr>
        <p:spPr>
          <a:xfrm>
            <a:off x="349836" y="2130129"/>
            <a:ext cx="11443360" cy="523220"/>
          </a:xfrm>
          <a:prstGeom prst="rect">
            <a:avLst/>
          </a:prstGeom>
          <a:noFill/>
        </p:spPr>
        <p:txBody>
          <a:bodyPr wrap="square">
            <a:spAutoFit/>
          </a:bodyPr>
          <a:lstStyle/>
          <a:p>
            <a:pPr algn="just"/>
            <a:r>
              <a:rPr lang="en-US" sz="2800" b="1" dirty="0">
                <a:solidFill>
                  <a:srgbClr val="FF99CC"/>
                </a:solidFill>
                <a:latin typeface="Arial Nova Light" panose="020B0304020202020204" pitchFamily="34" charset="0"/>
                <a:sym typeface="Wingdings" panose="05000000000000000000" pitchFamily="2" charset="2"/>
              </a:rPr>
              <a:t> </a:t>
            </a:r>
            <a:r>
              <a:rPr lang="en-US" sz="2800" b="1" dirty="0">
                <a:latin typeface="Arial Nova Light" panose="020B0304020202020204" pitchFamily="34" charset="0"/>
              </a:rPr>
              <a:t>Gantt Chart</a:t>
            </a:r>
          </a:p>
        </p:txBody>
      </p:sp>
      <p:sp>
        <p:nvSpPr>
          <p:cNvPr id="4" name="TextBox 3">
            <a:extLst>
              <a:ext uri="{FF2B5EF4-FFF2-40B4-BE49-F238E27FC236}">
                <a16:creationId xmlns:a16="http://schemas.microsoft.com/office/drawing/2014/main" id="{4E14DD57-7888-02CB-02A7-37A5DC89ABA0}"/>
              </a:ext>
            </a:extLst>
          </p:cNvPr>
          <p:cNvSpPr txBox="1"/>
          <p:nvPr/>
        </p:nvSpPr>
        <p:spPr>
          <a:xfrm>
            <a:off x="686508" y="2661998"/>
            <a:ext cx="11106688" cy="3785652"/>
          </a:xfrm>
          <a:prstGeom prst="rect">
            <a:avLst/>
          </a:prstGeom>
          <a:noFill/>
        </p:spPr>
        <p:txBody>
          <a:bodyPr wrap="square">
            <a:spAutoFit/>
          </a:bodyPr>
          <a:lstStyle/>
          <a:p>
            <a:pPr algn="just"/>
            <a:r>
              <a:rPr lang="en-GB" sz="2400" dirty="0">
                <a:latin typeface="Arial Unicode MS" panose="020B0604020202020204" pitchFamily="34" charset="-128"/>
                <a:ea typeface="Arial Unicode MS" panose="020B0604020202020204" pitchFamily="34" charset="-128"/>
                <a:cs typeface="Arial Unicode MS" panose="020B0604020202020204" pitchFamily="34" charset="-128"/>
              </a:rPr>
              <a:t>The Gantt chart is a popular visual tool for planning and scheduling simple projects. It enables a manager to initially schedule project activities and then to monitor progress over time by comparing planned progress to actual progress. </a:t>
            </a:r>
          </a:p>
          <a:p>
            <a:pPr algn="just"/>
            <a:endParaRPr lang="en-GB" sz="800" dirty="0">
              <a:latin typeface="Arial Unicode MS" panose="020B0604020202020204" pitchFamily="34" charset="-128"/>
              <a:ea typeface="Arial Unicode MS" panose="020B0604020202020204" pitchFamily="34" charset="-128"/>
              <a:cs typeface="Arial Unicode MS" panose="020B0604020202020204" pitchFamily="34" charset="-128"/>
            </a:endParaRPr>
          </a:p>
          <a:p>
            <a:pPr algn="just"/>
            <a:r>
              <a:rPr lang="en-GB" sz="2400" dirty="0">
                <a:latin typeface="Arial Unicode MS" panose="020B0604020202020204" pitchFamily="34" charset="-128"/>
                <a:ea typeface="Arial Unicode MS" panose="020B0604020202020204" pitchFamily="34" charset="-128"/>
                <a:cs typeface="Arial Unicode MS" panose="020B0604020202020204" pitchFamily="34" charset="-128"/>
              </a:rPr>
              <a:t>The figure illustrates a Gantt chart for a bank’s plan to establish a new direct marketing department.</a:t>
            </a:r>
          </a:p>
          <a:p>
            <a:pPr algn="just"/>
            <a:endParaRPr lang="en-GB" sz="800" dirty="0">
              <a:latin typeface="Arial Unicode MS" panose="020B0604020202020204" pitchFamily="34" charset="-128"/>
              <a:ea typeface="Arial Unicode MS" panose="020B0604020202020204" pitchFamily="34" charset="-128"/>
              <a:cs typeface="Arial Unicode MS" panose="020B0604020202020204" pitchFamily="34" charset="-128"/>
            </a:endParaRPr>
          </a:p>
          <a:p>
            <a:pPr algn="just"/>
            <a:r>
              <a:rPr lang="en-GB" sz="2400" dirty="0">
                <a:latin typeface="Arial Unicode MS" panose="020B0604020202020204" pitchFamily="34" charset="-128"/>
                <a:ea typeface="Arial Unicode MS" panose="020B0604020202020204" pitchFamily="34" charset="-128"/>
                <a:cs typeface="Arial Unicode MS" panose="020B0604020202020204" pitchFamily="34" charset="-128"/>
              </a:rPr>
              <a:t>To prepare the chart, the vice president in charge of the project had to first identify the major activities that would be required.</a:t>
            </a:r>
          </a:p>
          <a:p>
            <a:pPr algn="just"/>
            <a:endParaRPr lang="en-GB" sz="800" dirty="0">
              <a:latin typeface="Arial Unicode MS" panose="020B0604020202020204" pitchFamily="34" charset="-128"/>
              <a:ea typeface="Arial Unicode MS" panose="020B0604020202020204" pitchFamily="34" charset="-128"/>
              <a:cs typeface="Arial Unicode MS" panose="020B0604020202020204" pitchFamily="34" charset="-128"/>
            </a:endParaRPr>
          </a:p>
          <a:p>
            <a:pPr algn="just"/>
            <a:r>
              <a:rPr lang="en-GB" sz="2400" dirty="0">
                <a:latin typeface="Arial Unicode MS" panose="020B0604020202020204" pitchFamily="34" charset="-128"/>
                <a:ea typeface="Arial Unicode MS" panose="020B0604020202020204" pitchFamily="34" charset="-128"/>
                <a:cs typeface="Arial Unicode MS" panose="020B0604020202020204" pitchFamily="34" charset="-128"/>
              </a:rPr>
              <a:t>Next, time estimates for each activity were made, and the sequence of activities was determined.</a:t>
            </a:r>
            <a:endParaRPr lang="en-GB" sz="2400" dirty="0">
              <a:effectLst/>
              <a:latin typeface="Arial Unicode MS" panose="020B0604020202020204" pitchFamily="34" charset="-128"/>
              <a:ea typeface="Arial Unicode MS" panose="020B0604020202020204" pitchFamily="34" charset="-128"/>
              <a:cs typeface="Arial Unicode MS" panose="020B0604020202020204" pitchFamily="34" charset="-128"/>
            </a:endParaRPr>
          </a:p>
        </p:txBody>
      </p:sp>
    </p:spTree>
    <p:extLst>
      <p:ext uri="{BB962C8B-B14F-4D97-AF65-F5344CB8AC3E}">
        <p14:creationId xmlns:p14="http://schemas.microsoft.com/office/powerpoint/2010/main" val="57798232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316A5661-2CFE-478C-BAC3-729F393F3C4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BC1DA2B-FE6F-1C6E-BFA0-9B15DC40309D}"/>
              </a:ext>
            </a:extLst>
          </p:cNvPr>
          <p:cNvSpPr>
            <a:spLocks noGrp="1"/>
          </p:cNvSpPr>
          <p:nvPr>
            <p:ph type="title"/>
          </p:nvPr>
        </p:nvSpPr>
        <p:spPr>
          <a:xfrm>
            <a:off x="2030243" y="697430"/>
            <a:ext cx="9514055" cy="1267138"/>
          </a:xfrm>
        </p:spPr>
        <p:txBody>
          <a:bodyPr anchor="ctr">
            <a:normAutofit/>
          </a:bodyPr>
          <a:lstStyle/>
          <a:p>
            <a:r>
              <a:rPr lang="en-US" sz="4000" dirty="0">
                <a:solidFill>
                  <a:schemeClr val="accent6">
                    <a:lumMod val="40000"/>
                    <a:lumOff val="60000"/>
                  </a:schemeClr>
                </a:solidFill>
                <a:latin typeface="Arial Rounded MT Bold" panose="020F0704030504030204" pitchFamily="34" charset="0"/>
              </a:rPr>
              <a:t>Project management tools</a:t>
            </a:r>
          </a:p>
        </p:txBody>
      </p:sp>
      <p:grpSp>
        <p:nvGrpSpPr>
          <p:cNvPr id="10" name="Group 9">
            <a:extLst>
              <a:ext uri="{FF2B5EF4-FFF2-40B4-BE49-F238E27FC236}">
                <a16:creationId xmlns:a16="http://schemas.microsoft.com/office/drawing/2014/main" id="{FB7BE8CD-E348-464A-82CC-7EF7AA82842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999771" y="649304"/>
            <a:ext cx="913428" cy="1315264"/>
            <a:chOff x="999771" y="649304"/>
            <a:chExt cx="913428" cy="1315264"/>
          </a:xfrm>
        </p:grpSpPr>
        <p:grpSp>
          <p:nvGrpSpPr>
            <p:cNvPr id="11" name="Group 10">
              <a:extLst>
                <a:ext uri="{FF2B5EF4-FFF2-40B4-BE49-F238E27FC236}">
                  <a16:creationId xmlns:a16="http://schemas.microsoft.com/office/drawing/2014/main" id="{B8CC82D2-4C4A-4C67-8483-5199F97B37A7}"/>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999771" y="932104"/>
              <a:ext cx="913428" cy="1032464"/>
              <a:chOff x="999771" y="932104"/>
              <a:chExt cx="913428" cy="1032464"/>
            </a:xfrm>
          </p:grpSpPr>
          <p:grpSp>
            <p:nvGrpSpPr>
              <p:cNvPr id="15" name="Group 14">
                <a:extLst>
                  <a:ext uri="{FF2B5EF4-FFF2-40B4-BE49-F238E27FC236}">
                    <a16:creationId xmlns:a16="http://schemas.microsoft.com/office/drawing/2014/main" id="{70D2391D-AA33-4F5E-BD96-B42D93DED226}"/>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rot="8100000" flipV="1">
                <a:off x="1047457" y="1290386"/>
                <a:ext cx="865742" cy="628383"/>
                <a:chOff x="558167" y="958515"/>
                <a:chExt cx="865742" cy="628383"/>
              </a:xfrm>
              <a:solidFill>
                <a:schemeClr val="accent3"/>
              </a:solidFill>
            </p:grpSpPr>
            <p:sp>
              <p:nvSpPr>
                <p:cNvPr id="22" name="Freeform: Shape 21">
                  <a:extLst>
                    <a:ext uri="{FF2B5EF4-FFF2-40B4-BE49-F238E27FC236}">
                      <a16:creationId xmlns:a16="http://schemas.microsoft.com/office/drawing/2014/main" id="{BE166DCE-539D-4C74-9C9D-AC000BA2F8A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8100000" flipH="1">
                  <a:off x="558167" y="1122160"/>
                  <a:ext cx="464738" cy="464738"/>
                </a:xfrm>
                <a:custGeom>
                  <a:avLst/>
                  <a:gdLst>
                    <a:gd name="connsiteX0" fmla="*/ 446142 w 464738"/>
                    <a:gd name="connsiteY0" fmla="*/ 464738 h 464738"/>
                    <a:gd name="connsiteX1" fmla="*/ 130673 w 464738"/>
                    <a:gd name="connsiteY1" fmla="*/ 334066 h 464738"/>
                    <a:gd name="connsiteX2" fmla="*/ 0 w 464738"/>
                    <a:gd name="connsiteY2" fmla="*/ 18596 h 464738"/>
                    <a:gd name="connsiteX3" fmla="*/ 836 w 464738"/>
                    <a:gd name="connsiteY3" fmla="*/ 1089 h 464738"/>
                    <a:gd name="connsiteX4" fmla="*/ 606 w 464738"/>
                    <a:gd name="connsiteY4" fmla="*/ 859 h 464738"/>
                    <a:gd name="connsiteX5" fmla="*/ 848 w 464738"/>
                    <a:gd name="connsiteY5" fmla="*/ 848 h 464738"/>
                    <a:gd name="connsiteX6" fmla="*/ 859 w 464738"/>
                    <a:gd name="connsiteY6" fmla="*/ 606 h 464738"/>
                    <a:gd name="connsiteX7" fmla="*/ 1089 w 464738"/>
                    <a:gd name="connsiteY7" fmla="*/ 836 h 464738"/>
                    <a:gd name="connsiteX8" fmla="*/ 18596 w 464738"/>
                    <a:gd name="connsiteY8" fmla="*/ 0 h 464738"/>
                    <a:gd name="connsiteX9" fmla="*/ 334066 w 464738"/>
                    <a:gd name="connsiteY9" fmla="*/ 130672 h 464738"/>
                    <a:gd name="connsiteX10" fmla="*/ 464738 w 464738"/>
                    <a:gd name="connsiteY10" fmla="*/ 446142 h 464738"/>
                    <a:gd name="connsiteX11" fmla="*/ 463902 w 464738"/>
                    <a:gd name="connsiteY11" fmla="*/ 463650 h 464738"/>
                    <a:gd name="connsiteX12" fmla="*/ 464132 w 464738"/>
                    <a:gd name="connsiteY12" fmla="*/ 463880 h 464738"/>
                    <a:gd name="connsiteX13" fmla="*/ 463891 w 464738"/>
                    <a:gd name="connsiteY13" fmla="*/ 463892 h 464738"/>
                    <a:gd name="connsiteX14" fmla="*/ 463879 w 464738"/>
                    <a:gd name="connsiteY14" fmla="*/ 464132 h 464738"/>
                    <a:gd name="connsiteX15" fmla="*/ 463650 w 464738"/>
                    <a:gd name="connsiteY15" fmla="*/ 463903 h 4647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64738" h="464738">
                      <a:moveTo>
                        <a:pt x="446142" y="464738"/>
                      </a:moveTo>
                      <a:cubicBezTo>
                        <a:pt x="331965" y="464738"/>
                        <a:pt x="217787" y="421181"/>
                        <a:pt x="130673" y="334066"/>
                      </a:cubicBezTo>
                      <a:cubicBezTo>
                        <a:pt x="43558" y="246952"/>
                        <a:pt x="1" y="132774"/>
                        <a:pt x="0" y="18596"/>
                      </a:cubicBezTo>
                      <a:lnTo>
                        <a:pt x="836" y="1089"/>
                      </a:lnTo>
                      <a:lnTo>
                        <a:pt x="606" y="859"/>
                      </a:lnTo>
                      <a:lnTo>
                        <a:pt x="848" y="848"/>
                      </a:lnTo>
                      <a:lnTo>
                        <a:pt x="859" y="606"/>
                      </a:lnTo>
                      <a:lnTo>
                        <a:pt x="1089" y="836"/>
                      </a:lnTo>
                      <a:lnTo>
                        <a:pt x="18596" y="0"/>
                      </a:lnTo>
                      <a:cubicBezTo>
                        <a:pt x="132774" y="0"/>
                        <a:pt x="246951" y="43557"/>
                        <a:pt x="334066" y="130672"/>
                      </a:cubicBezTo>
                      <a:cubicBezTo>
                        <a:pt x="421181" y="217787"/>
                        <a:pt x="464738" y="331964"/>
                        <a:pt x="464738" y="446142"/>
                      </a:cubicBezTo>
                      <a:lnTo>
                        <a:pt x="463902" y="463650"/>
                      </a:lnTo>
                      <a:lnTo>
                        <a:pt x="464132" y="463880"/>
                      </a:lnTo>
                      <a:lnTo>
                        <a:pt x="463891" y="463892"/>
                      </a:lnTo>
                      <a:lnTo>
                        <a:pt x="463879" y="464132"/>
                      </a:lnTo>
                      <a:lnTo>
                        <a:pt x="463650" y="463903"/>
                      </a:lnTo>
                      <a:close/>
                    </a:path>
                  </a:pathLst>
                </a:custGeom>
                <a:solidFill>
                  <a:schemeClr val="accent4">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3" name="Freeform: Shape 22">
                  <a:extLst>
                    <a:ext uri="{FF2B5EF4-FFF2-40B4-BE49-F238E27FC236}">
                      <a16:creationId xmlns:a16="http://schemas.microsoft.com/office/drawing/2014/main" id="{DCC6BEB5-DA1F-4F9E-BA5D-8F892A0FB8F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flipH="1">
                  <a:off x="959170" y="958515"/>
                  <a:ext cx="464739" cy="464739"/>
                </a:xfrm>
                <a:custGeom>
                  <a:avLst/>
                  <a:gdLst>
                    <a:gd name="connsiteX0" fmla="*/ 464132 w 464739"/>
                    <a:gd name="connsiteY0" fmla="*/ 463881 h 464739"/>
                    <a:gd name="connsiteX1" fmla="*/ 463891 w 464739"/>
                    <a:gd name="connsiteY1" fmla="*/ 463892 h 464739"/>
                    <a:gd name="connsiteX2" fmla="*/ 463880 w 464739"/>
                    <a:gd name="connsiteY2" fmla="*/ 464132 h 464739"/>
                    <a:gd name="connsiteX3" fmla="*/ 463651 w 464739"/>
                    <a:gd name="connsiteY3" fmla="*/ 463904 h 464739"/>
                    <a:gd name="connsiteX4" fmla="*/ 446142 w 464739"/>
                    <a:gd name="connsiteY4" fmla="*/ 464739 h 464739"/>
                    <a:gd name="connsiteX5" fmla="*/ 130673 w 464739"/>
                    <a:gd name="connsiteY5" fmla="*/ 334067 h 464739"/>
                    <a:gd name="connsiteX6" fmla="*/ 0 w 464739"/>
                    <a:gd name="connsiteY6" fmla="*/ 18597 h 464739"/>
                    <a:gd name="connsiteX7" fmla="*/ 836 w 464739"/>
                    <a:gd name="connsiteY7" fmla="*/ 1089 h 464739"/>
                    <a:gd name="connsiteX8" fmla="*/ 607 w 464739"/>
                    <a:gd name="connsiteY8" fmla="*/ 859 h 464739"/>
                    <a:gd name="connsiteX9" fmla="*/ 848 w 464739"/>
                    <a:gd name="connsiteY9" fmla="*/ 848 h 464739"/>
                    <a:gd name="connsiteX10" fmla="*/ 859 w 464739"/>
                    <a:gd name="connsiteY10" fmla="*/ 607 h 464739"/>
                    <a:gd name="connsiteX11" fmla="*/ 1089 w 464739"/>
                    <a:gd name="connsiteY11" fmla="*/ 836 h 464739"/>
                    <a:gd name="connsiteX12" fmla="*/ 18597 w 464739"/>
                    <a:gd name="connsiteY12" fmla="*/ 0 h 464739"/>
                    <a:gd name="connsiteX13" fmla="*/ 334067 w 464739"/>
                    <a:gd name="connsiteY13" fmla="*/ 130672 h 464739"/>
                    <a:gd name="connsiteX14" fmla="*/ 464739 w 464739"/>
                    <a:gd name="connsiteY14" fmla="*/ 446142 h 464739"/>
                    <a:gd name="connsiteX15" fmla="*/ 463903 w 464739"/>
                    <a:gd name="connsiteY15" fmla="*/ 463652 h 464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64739" h="464739">
                      <a:moveTo>
                        <a:pt x="464132" y="463881"/>
                      </a:moveTo>
                      <a:lnTo>
                        <a:pt x="463891" y="463892"/>
                      </a:lnTo>
                      <a:lnTo>
                        <a:pt x="463880" y="464132"/>
                      </a:lnTo>
                      <a:lnTo>
                        <a:pt x="463651" y="463904"/>
                      </a:lnTo>
                      <a:lnTo>
                        <a:pt x="446142" y="464739"/>
                      </a:lnTo>
                      <a:cubicBezTo>
                        <a:pt x="331965" y="464739"/>
                        <a:pt x="217787" y="421182"/>
                        <a:pt x="130673" y="334067"/>
                      </a:cubicBezTo>
                      <a:cubicBezTo>
                        <a:pt x="43558" y="246953"/>
                        <a:pt x="1" y="132775"/>
                        <a:pt x="0" y="18597"/>
                      </a:cubicBezTo>
                      <a:lnTo>
                        <a:pt x="836" y="1089"/>
                      </a:lnTo>
                      <a:lnTo>
                        <a:pt x="607" y="859"/>
                      </a:lnTo>
                      <a:lnTo>
                        <a:pt x="848" y="848"/>
                      </a:lnTo>
                      <a:lnTo>
                        <a:pt x="859" y="607"/>
                      </a:lnTo>
                      <a:lnTo>
                        <a:pt x="1089" y="836"/>
                      </a:lnTo>
                      <a:lnTo>
                        <a:pt x="18597" y="0"/>
                      </a:lnTo>
                      <a:cubicBezTo>
                        <a:pt x="132775" y="0"/>
                        <a:pt x="246952" y="43557"/>
                        <a:pt x="334067" y="130672"/>
                      </a:cubicBezTo>
                      <a:cubicBezTo>
                        <a:pt x="421182" y="217787"/>
                        <a:pt x="464739" y="331964"/>
                        <a:pt x="464739" y="446142"/>
                      </a:cubicBezTo>
                      <a:lnTo>
                        <a:pt x="463903" y="463652"/>
                      </a:lnTo>
                      <a:close/>
                    </a:path>
                  </a:pathLst>
                </a:custGeom>
                <a:solidFill>
                  <a:schemeClr val="accent4">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grpSp>
          <p:grpSp>
            <p:nvGrpSpPr>
              <p:cNvPr id="16" name="Group 15">
                <a:extLst>
                  <a:ext uri="{FF2B5EF4-FFF2-40B4-BE49-F238E27FC236}">
                    <a16:creationId xmlns:a16="http://schemas.microsoft.com/office/drawing/2014/main" id="{C0300EB9-093C-4C32-A212-821D7AC082B4}"/>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rot="10800000" flipH="1" flipV="1">
                <a:off x="999771" y="932104"/>
                <a:ext cx="864005" cy="1032464"/>
                <a:chOff x="2207971" y="2384401"/>
                <a:chExt cx="864005" cy="1032464"/>
              </a:xfrm>
            </p:grpSpPr>
            <p:sp>
              <p:nvSpPr>
                <p:cNvPr id="17" name="Freeform: Shape 16">
                  <a:extLst>
                    <a:ext uri="{FF2B5EF4-FFF2-40B4-BE49-F238E27FC236}">
                      <a16:creationId xmlns:a16="http://schemas.microsoft.com/office/drawing/2014/main" id="{AFC97B3C-CF0E-4C93-AA39-7A677A12C50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3500000">
                  <a:off x="2207971" y="2856305"/>
                  <a:ext cx="464739" cy="464739"/>
                </a:xfrm>
                <a:custGeom>
                  <a:avLst/>
                  <a:gdLst>
                    <a:gd name="connsiteX0" fmla="*/ 464132 w 464739"/>
                    <a:gd name="connsiteY0" fmla="*/ 463881 h 464739"/>
                    <a:gd name="connsiteX1" fmla="*/ 463891 w 464739"/>
                    <a:gd name="connsiteY1" fmla="*/ 463892 h 464739"/>
                    <a:gd name="connsiteX2" fmla="*/ 463880 w 464739"/>
                    <a:gd name="connsiteY2" fmla="*/ 464132 h 464739"/>
                    <a:gd name="connsiteX3" fmla="*/ 463651 w 464739"/>
                    <a:gd name="connsiteY3" fmla="*/ 463904 h 464739"/>
                    <a:gd name="connsiteX4" fmla="*/ 446142 w 464739"/>
                    <a:gd name="connsiteY4" fmla="*/ 464739 h 464739"/>
                    <a:gd name="connsiteX5" fmla="*/ 130673 w 464739"/>
                    <a:gd name="connsiteY5" fmla="*/ 334067 h 464739"/>
                    <a:gd name="connsiteX6" fmla="*/ 0 w 464739"/>
                    <a:gd name="connsiteY6" fmla="*/ 18597 h 464739"/>
                    <a:gd name="connsiteX7" fmla="*/ 836 w 464739"/>
                    <a:gd name="connsiteY7" fmla="*/ 1089 h 464739"/>
                    <a:gd name="connsiteX8" fmla="*/ 607 w 464739"/>
                    <a:gd name="connsiteY8" fmla="*/ 859 h 464739"/>
                    <a:gd name="connsiteX9" fmla="*/ 848 w 464739"/>
                    <a:gd name="connsiteY9" fmla="*/ 848 h 464739"/>
                    <a:gd name="connsiteX10" fmla="*/ 859 w 464739"/>
                    <a:gd name="connsiteY10" fmla="*/ 607 h 464739"/>
                    <a:gd name="connsiteX11" fmla="*/ 1089 w 464739"/>
                    <a:gd name="connsiteY11" fmla="*/ 836 h 464739"/>
                    <a:gd name="connsiteX12" fmla="*/ 18597 w 464739"/>
                    <a:gd name="connsiteY12" fmla="*/ 0 h 464739"/>
                    <a:gd name="connsiteX13" fmla="*/ 334067 w 464739"/>
                    <a:gd name="connsiteY13" fmla="*/ 130672 h 464739"/>
                    <a:gd name="connsiteX14" fmla="*/ 464739 w 464739"/>
                    <a:gd name="connsiteY14" fmla="*/ 446142 h 464739"/>
                    <a:gd name="connsiteX15" fmla="*/ 463903 w 464739"/>
                    <a:gd name="connsiteY15" fmla="*/ 463652 h 464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64739" h="464739">
                      <a:moveTo>
                        <a:pt x="464132" y="463881"/>
                      </a:moveTo>
                      <a:lnTo>
                        <a:pt x="463891" y="463892"/>
                      </a:lnTo>
                      <a:lnTo>
                        <a:pt x="463880" y="464132"/>
                      </a:lnTo>
                      <a:lnTo>
                        <a:pt x="463651" y="463904"/>
                      </a:lnTo>
                      <a:lnTo>
                        <a:pt x="446142" y="464739"/>
                      </a:lnTo>
                      <a:cubicBezTo>
                        <a:pt x="331965" y="464739"/>
                        <a:pt x="217787" y="421182"/>
                        <a:pt x="130673" y="334067"/>
                      </a:cubicBezTo>
                      <a:cubicBezTo>
                        <a:pt x="43558" y="246953"/>
                        <a:pt x="1" y="132775"/>
                        <a:pt x="0" y="18597"/>
                      </a:cubicBezTo>
                      <a:lnTo>
                        <a:pt x="836" y="1089"/>
                      </a:lnTo>
                      <a:lnTo>
                        <a:pt x="607" y="859"/>
                      </a:lnTo>
                      <a:lnTo>
                        <a:pt x="848" y="848"/>
                      </a:lnTo>
                      <a:lnTo>
                        <a:pt x="859" y="607"/>
                      </a:lnTo>
                      <a:lnTo>
                        <a:pt x="1089" y="836"/>
                      </a:lnTo>
                      <a:lnTo>
                        <a:pt x="18597" y="0"/>
                      </a:lnTo>
                      <a:cubicBezTo>
                        <a:pt x="132775" y="0"/>
                        <a:pt x="246952" y="43557"/>
                        <a:pt x="334067" y="130672"/>
                      </a:cubicBezTo>
                      <a:cubicBezTo>
                        <a:pt x="421182" y="217787"/>
                        <a:pt x="464739" y="331964"/>
                        <a:pt x="464739" y="446142"/>
                      </a:cubicBezTo>
                      <a:lnTo>
                        <a:pt x="463903" y="463652"/>
                      </a:lnTo>
                      <a:close/>
                    </a:path>
                  </a:pathLst>
                </a:cu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8" name="Freeform: Shape 17">
                  <a:extLst>
                    <a:ext uri="{FF2B5EF4-FFF2-40B4-BE49-F238E27FC236}">
                      <a16:creationId xmlns:a16="http://schemas.microsoft.com/office/drawing/2014/main" id="{0943F14E-6185-4A31-8318-2088A05F5C9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2607238" y="2688467"/>
                  <a:ext cx="464738" cy="464738"/>
                </a:xfrm>
                <a:custGeom>
                  <a:avLst/>
                  <a:gdLst>
                    <a:gd name="connsiteX0" fmla="*/ 446142 w 464738"/>
                    <a:gd name="connsiteY0" fmla="*/ 464738 h 464738"/>
                    <a:gd name="connsiteX1" fmla="*/ 130673 w 464738"/>
                    <a:gd name="connsiteY1" fmla="*/ 334066 h 464738"/>
                    <a:gd name="connsiteX2" fmla="*/ 0 w 464738"/>
                    <a:gd name="connsiteY2" fmla="*/ 18596 h 464738"/>
                    <a:gd name="connsiteX3" fmla="*/ 836 w 464738"/>
                    <a:gd name="connsiteY3" fmla="*/ 1089 h 464738"/>
                    <a:gd name="connsiteX4" fmla="*/ 606 w 464738"/>
                    <a:gd name="connsiteY4" fmla="*/ 859 h 464738"/>
                    <a:gd name="connsiteX5" fmla="*/ 848 w 464738"/>
                    <a:gd name="connsiteY5" fmla="*/ 848 h 464738"/>
                    <a:gd name="connsiteX6" fmla="*/ 859 w 464738"/>
                    <a:gd name="connsiteY6" fmla="*/ 606 h 464738"/>
                    <a:gd name="connsiteX7" fmla="*/ 1089 w 464738"/>
                    <a:gd name="connsiteY7" fmla="*/ 836 h 464738"/>
                    <a:gd name="connsiteX8" fmla="*/ 18596 w 464738"/>
                    <a:gd name="connsiteY8" fmla="*/ 0 h 464738"/>
                    <a:gd name="connsiteX9" fmla="*/ 334066 w 464738"/>
                    <a:gd name="connsiteY9" fmla="*/ 130672 h 464738"/>
                    <a:gd name="connsiteX10" fmla="*/ 464738 w 464738"/>
                    <a:gd name="connsiteY10" fmla="*/ 446142 h 464738"/>
                    <a:gd name="connsiteX11" fmla="*/ 463902 w 464738"/>
                    <a:gd name="connsiteY11" fmla="*/ 463650 h 464738"/>
                    <a:gd name="connsiteX12" fmla="*/ 464132 w 464738"/>
                    <a:gd name="connsiteY12" fmla="*/ 463880 h 464738"/>
                    <a:gd name="connsiteX13" fmla="*/ 463891 w 464738"/>
                    <a:gd name="connsiteY13" fmla="*/ 463892 h 464738"/>
                    <a:gd name="connsiteX14" fmla="*/ 463879 w 464738"/>
                    <a:gd name="connsiteY14" fmla="*/ 464132 h 464738"/>
                    <a:gd name="connsiteX15" fmla="*/ 463650 w 464738"/>
                    <a:gd name="connsiteY15" fmla="*/ 463903 h 4647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64738" h="464738">
                      <a:moveTo>
                        <a:pt x="446142" y="464738"/>
                      </a:moveTo>
                      <a:cubicBezTo>
                        <a:pt x="331965" y="464738"/>
                        <a:pt x="217787" y="421181"/>
                        <a:pt x="130673" y="334066"/>
                      </a:cubicBezTo>
                      <a:cubicBezTo>
                        <a:pt x="43558" y="246952"/>
                        <a:pt x="1" y="132774"/>
                        <a:pt x="0" y="18596"/>
                      </a:cubicBezTo>
                      <a:lnTo>
                        <a:pt x="836" y="1089"/>
                      </a:lnTo>
                      <a:lnTo>
                        <a:pt x="606" y="859"/>
                      </a:lnTo>
                      <a:lnTo>
                        <a:pt x="848" y="848"/>
                      </a:lnTo>
                      <a:lnTo>
                        <a:pt x="859" y="606"/>
                      </a:lnTo>
                      <a:lnTo>
                        <a:pt x="1089" y="836"/>
                      </a:lnTo>
                      <a:lnTo>
                        <a:pt x="18596" y="0"/>
                      </a:lnTo>
                      <a:cubicBezTo>
                        <a:pt x="132774" y="0"/>
                        <a:pt x="246951" y="43557"/>
                        <a:pt x="334066" y="130672"/>
                      </a:cubicBezTo>
                      <a:cubicBezTo>
                        <a:pt x="421181" y="217787"/>
                        <a:pt x="464738" y="331964"/>
                        <a:pt x="464738" y="446142"/>
                      </a:cubicBezTo>
                      <a:lnTo>
                        <a:pt x="463902" y="463650"/>
                      </a:lnTo>
                      <a:lnTo>
                        <a:pt x="464132" y="463880"/>
                      </a:lnTo>
                      <a:lnTo>
                        <a:pt x="463891" y="463892"/>
                      </a:lnTo>
                      <a:lnTo>
                        <a:pt x="463879" y="464132"/>
                      </a:lnTo>
                      <a:lnTo>
                        <a:pt x="463650" y="463903"/>
                      </a:lnTo>
                      <a:close/>
                    </a:path>
                  </a:pathLst>
                </a:cu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nvGrpSpPr>
                <p:cNvPr id="19" name="Group 18">
                  <a:extLst>
                    <a:ext uri="{FF2B5EF4-FFF2-40B4-BE49-F238E27FC236}">
                      <a16:creationId xmlns:a16="http://schemas.microsoft.com/office/drawing/2014/main" id="{F3B56658-371E-446B-B30D-D4EA2A88A973}"/>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2440769" y="2384401"/>
                  <a:ext cx="313009" cy="1032464"/>
                  <a:chOff x="2440769" y="2384401"/>
                  <a:chExt cx="313009" cy="1032464"/>
                </a:xfrm>
              </p:grpSpPr>
              <p:cxnSp>
                <p:nvCxnSpPr>
                  <p:cNvPr id="20" name="Straight Connector 19">
                    <a:extLst>
                      <a:ext uri="{FF2B5EF4-FFF2-40B4-BE49-F238E27FC236}">
                        <a16:creationId xmlns:a16="http://schemas.microsoft.com/office/drawing/2014/main" id="{068979FB-2943-4091-A490-D9F8695DF0D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rot="10800000" flipH="1">
                    <a:off x="2440769" y="2516865"/>
                    <a:ext cx="0" cy="900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B378C39C-3FC0-4521-8336-33A86391920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rot="8100000" flipH="1">
                    <a:off x="2753778" y="2384401"/>
                    <a:ext cx="0" cy="900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grpSp>
        <p:grpSp>
          <p:nvGrpSpPr>
            <p:cNvPr id="12" name="Group 11">
              <a:extLst>
                <a:ext uri="{FF2B5EF4-FFF2-40B4-BE49-F238E27FC236}">
                  <a16:creationId xmlns:a16="http://schemas.microsoft.com/office/drawing/2014/main" id="{72C6951D-2EAF-4333-B8A8-F473DC3BDF44}"/>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1437136" y="649304"/>
              <a:ext cx="388541" cy="388541"/>
              <a:chOff x="5752675" y="5440856"/>
              <a:chExt cx="388541" cy="388541"/>
            </a:xfrm>
          </p:grpSpPr>
          <p:sp>
            <p:nvSpPr>
              <p:cNvPr id="13" name="Oval 12">
                <a:extLst>
                  <a:ext uri="{FF2B5EF4-FFF2-40B4-BE49-F238E27FC236}">
                    <a16:creationId xmlns:a16="http://schemas.microsoft.com/office/drawing/2014/main" id="{63E77698-5758-433A-9DF3-3BE43B6FBDA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5800801" y="5488982"/>
                <a:ext cx="340415" cy="340415"/>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4" name="Oval 13">
                <a:extLst>
                  <a:ext uri="{FF2B5EF4-FFF2-40B4-BE49-F238E27FC236}">
                    <a16:creationId xmlns:a16="http://schemas.microsoft.com/office/drawing/2014/main" id="{FF47FF7F-75A9-438D-8BA7-428BF76974C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52675" y="5440856"/>
                <a:ext cx="340415" cy="340415"/>
              </a:xfrm>
              <a:prstGeom prst="ellipse">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grpSp>
      <p:sp>
        <p:nvSpPr>
          <p:cNvPr id="61" name="TextBox 60">
            <a:extLst>
              <a:ext uri="{FF2B5EF4-FFF2-40B4-BE49-F238E27FC236}">
                <a16:creationId xmlns:a16="http://schemas.microsoft.com/office/drawing/2014/main" id="{DF27DA85-F987-F1D8-D192-5F2FDFB3E97F}"/>
              </a:ext>
            </a:extLst>
          </p:cNvPr>
          <p:cNvSpPr txBox="1"/>
          <p:nvPr/>
        </p:nvSpPr>
        <p:spPr>
          <a:xfrm>
            <a:off x="349836" y="2130129"/>
            <a:ext cx="11443360" cy="523220"/>
          </a:xfrm>
          <a:prstGeom prst="rect">
            <a:avLst/>
          </a:prstGeom>
          <a:noFill/>
        </p:spPr>
        <p:txBody>
          <a:bodyPr wrap="square">
            <a:spAutoFit/>
          </a:bodyPr>
          <a:lstStyle/>
          <a:p>
            <a:pPr algn="just"/>
            <a:r>
              <a:rPr lang="en-US" sz="2800" b="1" dirty="0">
                <a:solidFill>
                  <a:srgbClr val="FF99CC"/>
                </a:solidFill>
                <a:latin typeface="Arial Nova Light" panose="020B0304020202020204" pitchFamily="34" charset="0"/>
                <a:sym typeface="Wingdings" panose="05000000000000000000" pitchFamily="2" charset="2"/>
              </a:rPr>
              <a:t> </a:t>
            </a:r>
            <a:r>
              <a:rPr lang="en-US" sz="2800" b="1" dirty="0">
                <a:latin typeface="Arial Nova Light" panose="020B0304020202020204" pitchFamily="34" charset="0"/>
              </a:rPr>
              <a:t>Gantt Chart</a:t>
            </a:r>
          </a:p>
        </p:txBody>
      </p:sp>
      <p:sp>
        <p:nvSpPr>
          <p:cNvPr id="4" name="TextBox 3">
            <a:extLst>
              <a:ext uri="{FF2B5EF4-FFF2-40B4-BE49-F238E27FC236}">
                <a16:creationId xmlns:a16="http://schemas.microsoft.com/office/drawing/2014/main" id="{4E14DD57-7888-02CB-02A7-37A5DC89ABA0}"/>
              </a:ext>
            </a:extLst>
          </p:cNvPr>
          <p:cNvSpPr txBox="1"/>
          <p:nvPr/>
        </p:nvSpPr>
        <p:spPr>
          <a:xfrm>
            <a:off x="686508" y="2661998"/>
            <a:ext cx="11106688" cy="1692771"/>
          </a:xfrm>
          <a:prstGeom prst="rect">
            <a:avLst/>
          </a:prstGeom>
          <a:noFill/>
        </p:spPr>
        <p:txBody>
          <a:bodyPr wrap="square">
            <a:spAutoFit/>
          </a:bodyPr>
          <a:lstStyle/>
          <a:p>
            <a:pPr algn="just"/>
            <a:r>
              <a:rPr lang="en-GB" sz="2400" dirty="0">
                <a:latin typeface="Arial Unicode MS" panose="020B0604020202020204" pitchFamily="34" charset="-128"/>
                <a:ea typeface="Arial Unicode MS" panose="020B0604020202020204" pitchFamily="34" charset="-128"/>
                <a:cs typeface="Arial Unicode MS" panose="020B0604020202020204" pitchFamily="34" charset="-128"/>
              </a:rPr>
              <a:t>Once completed, the chart indicated which activities were to occur, their planned duration, and when they were to occur.</a:t>
            </a:r>
          </a:p>
          <a:p>
            <a:pPr algn="just"/>
            <a:endParaRPr lang="en-GB" sz="800" dirty="0">
              <a:latin typeface="Arial Unicode MS" panose="020B0604020202020204" pitchFamily="34" charset="-128"/>
              <a:ea typeface="Arial Unicode MS" panose="020B0604020202020204" pitchFamily="34" charset="-128"/>
              <a:cs typeface="Arial Unicode MS" panose="020B0604020202020204" pitchFamily="34" charset="-128"/>
            </a:endParaRPr>
          </a:p>
          <a:p>
            <a:pPr algn="just"/>
            <a:r>
              <a:rPr lang="en-GB" sz="2400" dirty="0">
                <a:latin typeface="Arial Unicode MS" panose="020B0604020202020204" pitchFamily="34" charset="-128"/>
                <a:ea typeface="Arial Unicode MS" panose="020B0604020202020204" pitchFamily="34" charset="-128"/>
                <a:cs typeface="Arial Unicode MS" panose="020B0604020202020204" pitchFamily="34" charset="-128"/>
              </a:rPr>
              <a:t>Then, as the project progressed, the manager was able to see which activities were on schedule and which were behind schedule.</a:t>
            </a:r>
            <a:endParaRPr lang="en-GB" sz="2400" dirty="0">
              <a:effectLst/>
              <a:latin typeface="Arial Unicode MS" panose="020B0604020202020204" pitchFamily="34" charset="-128"/>
              <a:ea typeface="Arial Unicode MS" panose="020B0604020202020204" pitchFamily="34" charset="-128"/>
              <a:cs typeface="Arial Unicode MS" panose="020B0604020202020204" pitchFamily="34" charset="-128"/>
            </a:endParaRPr>
          </a:p>
        </p:txBody>
      </p:sp>
    </p:spTree>
    <p:extLst>
      <p:ext uri="{BB962C8B-B14F-4D97-AF65-F5344CB8AC3E}">
        <p14:creationId xmlns:p14="http://schemas.microsoft.com/office/powerpoint/2010/main" val="331488161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316A5661-2CFE-478C-BAC3-729F393F3C4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BC1DA2B-FE6F-1C6E-BFA0-9B15DC40309D}"/>
              </a:ext>
            </a:extLst>
          </p:cNvPr>
          <p:cNvSpPr>
            <a:spLocks noGrp="1"/>
          </p:cNvSpPr>
          <p:nvPr>
            <p:ph type="title"/>
          </p:nvPr>
        </p:nvSpPr>
        <p:spPr>
          <a:xfrm>
            <a:off x="2030243" y="697430"/>
            <a:ext cx="9514055" cy="1267138"/>
          </a:xfrm>
        </p:spPr>
        <p:txBody>
          <a:bodyPr anchor="ctr">
            <a:normAutofit/>
          </a:bodyPr>
          <a:lstStyle/>
          <a:p>
            <a:r>
              <a:rPr lang="en-US" sz="4000" dirty="0">
                <a:solidFill>
                  <a:schemeClr val="accent6">
                    <a:lumMod val="40000"/>
                    <a:lumOff val="60000"/>
                  </a:schemeClr>
                </a:solidFill>
                <a:latin typeface="Arial Rounded MT Bold" panose="020F0704030504030204" pitchFamily="34" charset="0"/>
              </a:rPr>
              <a:t>Project management tools</a:t>
            </a:r>
          </a:p>
        </p:txBody>
      </p:sp>
      <p:grpSp>
        <p:nvGrpSpPr>
          <p:cNvPr id="10" name="Group 9">
            <a:extLst>
              <a:ext uri="{FF2B5EF4-FFF2-40B4-BE49-F238E27FC236}">
                <a16:creationId xmlns:a16="http://schemas.microsoft.com/office/drawing/2014/main" id="{FB7BE8CD-E348-464A-82CC-7EF7AA82842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999771" y="649304"/>
            <a:ext cx="913428" cy="1315264"/>
            <a:chOff x="999771" y="649304"/>
            <a:chExt cx="913428" cy="1315264"/>
          </a:xfrm>
        </p:grpSpPr>
        <p:grpSp>
          <p:nvGrpSpPr>
            <p:cNvPr id="11" name="Group 10">
              <a:extLst>
                <a:ext uri="{FF2B5EF4-FFF2-40B4-BE49-F238E27FC236}">
                  <a16:creationId xmlns:a16="http://schemas.microsoft.com/office/drawing/2014/main" id="{B8CC82D2-4C4A-4C67-8483-5199F97B37A7}"/>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999771" y="932104"/>
              <a:ext cx="913428" cy="1032464"/>
              <a:chOff x="999771" y="932104"/>
              <a:chExt cx="913428" cy="1032464"/>
            </a:xfrm>
          </p:grpSpPr>
          <p:grpSp>
            <p:nvGrpSpPr>
              <p:cNvPr id="15" name="Group 14">
                <a:extLst>
                  <a:ext uri="{FF2B5EF4-FFF2-40B4-BE49-F238E27FC236}">
                    <a16:creationId xmlns:a16="http://schemas.microsoft.com/office/drawing/2014/main" id="{70D2391D-AA33-4F5E-BD96-B42D93DED226}"/>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rot="8100000" flipV="1">
                <a:off x="1047457" y="1290386"/>
                <a:ext cx="865742" cy="628383"/>
                <a:chOff x="558167" y="958515"/>
                <a:chExt cx="865742" cy="628383"/>
              </a:xfrm>
              <a:solidFill>
                <a:schemeClr val="accent3"/>
              </a:solidFill>
            </p:grpSpPr>
            <p:sp>
              <p:nvSpPr>
                <p:cNvPr id="22" name="Freeform: Shape 21">
                  <a:extLst>
                    <a:ext uri="{FF2B5EF4-FFF2-40B4-BE49-F238E27FC236}">
                      <a16:creationId xmlns:a16="http://schemas.microsoft.com/office/drawing/2014/main" id="{BE166DCE-539D-4C74-9C9D-AC000BA2F8A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8100000" flipH="1">
                  <a:off x="558167" y="1122160"/>
                  <a:ext cx="464738" cy="464738"/>
                </a:xfrm>
                <a:custGeom>
                  <a:avLst/>
                  <a:gdLst>
                    <a:gd name="connsiteX0" fmla="*/ 446142 w 464738"/>
                    <a:gd name="connsiteY0" fmla="*/ 464738 h 464738"/>
                    <a:gd name="connsiteX1" fmla="*/ 130673 w 464738"/>
                    <a:gd name="connsiteY1" fmla="*/ 334066 h 464738"/>
                    <a:gd name="connsiteX2" fmla="*/ 0 w 464738"/>
                    <a:gd name="connsiteY2" fmla="*/ 18596 h 464738"/>
                    <a:gd name="connsiteX3" fmla="*/ 836 w 464738"/>
                    <a:gd name="connsiteY3" fmla="*/ 1089 h 464738"/>
                    <a:gd name="connsiteX4" fmla="*/ 606 w 464738"/>
                    <a:gd name="connsiteY4" fmla="*/ 859 h 464738"/>
                    <a:gd name="connsiteX5" fmla="*/ 848 w 464738"/>
                    <a:gd name="connsiteY5" fmla="*/ 848 h 464738"/>
                    <a:gd name="connsiteX6" fmla="*/ 859 w 464738"/>
                    <a:gd name="connsiteY6" fmla="*/ 606 h 464738"/>
                    <a:gd name="connsiteX7" fmla="*/ 1089 w 464738"/>
                    <a:gd name="connsiteY7" fmla="*/ 836 h 464738"/>
                    <a:gd name="connsiteX8" fmla="*/ 18596 w 464738"/>
                    <a:gd name="connsiteY8" fmla="*/ 0 h 464738"/>
                    <a:gd name="connsiteX9" fmla="*/ 334066 w 464738"/>
                    <a:gd name="connsiteY9" fmla="*/ 130672 h 464738"/>
                    <a:gd name="connsiteX10" fmla="*/ 464738 w 464738"/>
                    <a:gd name="connsiteY10" fmla="*/ 446142 h 464738"/>
                    <a:gd name="connsiteX11" fmla="*/ 463902 w 464738"/>
                    <a:gd name="connsiteY11" fmla="*/ 463650 h 464738"/>
                    <a:gd name="connsiteX12" fmla="*/ 464132 w 464738"/>
                    <a:gd name="connsiteY12" fmla="*/ 463880 h 464738"/>
                    <a:gd name="connsiteX13" fmla="*/ 463891 w 464738"/>
                    <a:gd name="connsiteY13" fmla="*/ 463892 h 464738"/>
                    <a:gd name="connsiteX14" fmla="*/ 463879 w 464738"/>
                    <a:gd name="connsiteY14" fmla="*/ 464132 h 464738"/>
                    <a:gd name="connsiteX15" fmla="*/ 463650 w 464738"/>
                    <a:gd name="connsiteY15" fmla="*/ 463903 h 4647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64738" h="464738">
                      <a:moveTo>
                        <a:pt x="446142" y="464738"/>
                      </a:moveTo>
                      <a:cubicBezTo>
                        <a:pt x="331965" y="464738"/>
                        <a:pt x="217787" y="421181"/>
                        <a:pt x="130673" y="334066"/>
                      </a:cubicBezTo>
                      <a:cubicBezTo>
                        <a:pt x="43558" y="246952"/>
                        <a:pt x="1" y="132774"/>
                        <a:pt x="0" y="18596"/>
                      </a:cubicBezTo>
                      <a:lnTo>
                        <a:pt x="836" y="1089"/>
                      </a:lnTo>
                      <a:lnTo>
                        <a:pt x="606" y="859"/>
                      </a:lnTo>
                      <a:lnTo>
                        <a:pt x="848" y="848"/>
                      </a:lnTo>
                      <a:lnTo>
                        <a:pt x="859" y="606"/>
                      </a:lnTo>
                      <a:lnTo>
                        <a:pt x="1089" y="836"/>
                      </a:lnTo>
                      <a:lnTo>
                        <a:pt x="18596" y="0"/>
                      </a:lnTo>
                      <a:cubicBezTo>
                        <a:pt x="132774" y="0"/>
                        <a:pt x="246951" y="43557"/>
                        <a:pt x="334066" y="130672"/>
                      </a:cubicBezTo>
                      <a:cubicBezTo>
                        <a:pt x="421181" y="217787"/>
                        <a:pt x="464738" y="331964"/>
                        <a:pt x="464738" y="446142"/>
                      </a:cubicBezTo>
                      <a:lnTo>
                        <a:pt x="463902" y="463650"/>
                      </a:lnTo>
                      <a:lnTo>
                        <a:pt x="464132" y="463880"/>
                      </a:lnTo>
                      <a:lnTo>
                        <a:pt x="463891" y="463892"/>
                      </a:lnTo>
                      <a:lnTo>
                        <a:pt x="463879" y="464132"/>
                      </a:lnTo>
                      <a:lnTo>
                        <a:pt x="463650" y="463903"/>
                      </a:lnTo>
                      <a:close/>
                    </a:path>
                  </a:pathLst>
                </a:custGeom>
                <a:solidFill>
                  <a:schemeClr val="accent4">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3" name="Freeform: Shape 22">
                  <a:extLst>
                    <a:ext uri="{FF2B5EF4-FFF2-40B4-BE49-F238E27FC236}">
                      <a16:creationId xmlns:a16="http://schemas.microsoft.com/office/drawing/2014/main" id="{DCC6BEB5-DA1F-4F9E-BA5D-8F892A0FB8F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flipH="1">
                  <a:off x="959170" y="958515"/>
                  <a:ext cx="464739" cy="464739"/>
                </a:xfrm>
                <a:custGeom>
                  <a:avLst/>
                  <a:gdLst>
                    <a:gd name="connsiteX0" fmla="*/ 464132 w 464739"/>
                    <a:gd name="connsiteY0" fmla="*/ 463881 h 464739"/>
                    <a:gd name="connsiteX1" fmla="*/ 463891 w 464739"/>
                    <a:gd name="connsiteY1" fmla="*/ 463892 h 464739"/>
                    <a:gd name="connsiteX2" fmla="*/ 463880 w 464739"/>
                    <a:gd name="connsiteY2" fmla="*/ 464132 h 464739"/>
                    <a:gd name="connsiteX3" fmla="*/ 463651 w 464739"/>
                    <a:gd name="connsiteY3" fmla="*/ 463904 h 464739"/>
                    <a:gd name="connsiteX4" fmla="*/ 446142 w 464739"/>
                    <a:gd name="connsiteY4" fmla="*/ 464739 h 464739"/>
                    <a:gd name="connsiteX5" fmla="*/ 130673 w 464739"/>
                    <a:gd name="connsiteY5" fmla="*/ 334067 h 464739"/>
                    <a:gd name="connsiteX6" fmla="*/ 0 w 464739"/>
                    <a:gd name="connsiteY6" fmla="*/ 18597 h 464739"/>
                    <a:gd name="connsiteX7" fmla="*/ 836 w 464739"/>
                    <a:gd name="connsiteY7" fmla="*/ 1089 h 464739"/>
                    <a:gd name="connsiteX8" fmla="*/ 607 w 464739"/>
                    <a:gd name="connsiteY8" fmla="*/ 859 h 464739"/>
                    <a:gd name="connsiteX9" fmla="*/ 848 w 464739"/>
                    <a:gd name="connsiteY9" fmla="*/ 848 h 464739"/>
                    <a:gd name="connsiteX10" fmla="*/ 859 w 464739"/>
                    <a:gd name="connsiteY10" fmla="*/ 607 h 464739"/>
                    <a:gd name="connsiteX11" fmla="*/ 1089 w 464739"/>
                    <a:gd name="connsiteY11" fmla="*/ 836 h 464739"/>
                    <a:gd name="connsiteX12" fmla="*/ 18597 w 464739"/>
                    <a:gd name="connsiteY12" fmla="*/ 0 h 464739"/>
                    <a:gd name="connsiteX13" fmla="*/ 334067 w 464739"/>
                    <a:gd name="connsiteY13" fmla="*/ 130672 h 464739"/>
                    <a:gd name="connsiteX14" fmla="*/ 464739 w 464739"/>
                    <a:gd name="connsiteY14" fmla="*/ 446142 h 464739"/>
                    <a:gd name="connsiteX15" fmla="*/ 463903 w 464739"/>
                    <a:gd name="connsiteY15" fmla="*/ 463652 h 464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64739" h="464739">
                      <a:moveTo>
                        <a:pt x="464132" y="463881"/>
                      </a:moveTo>
                      <a:lnTo>
                        <a:pt x="463891" y="463892"/>
                      </a:lnTo>
                      <a:lnTo>
                        <a:pt x="463880" y="464132"/>
                      </a:lnTo>
                      <a:lnTo>
                        <a:pt x="463651" y="463904"/>
                      </a:lnTo>
                      <a:lnTo>
                        <a:pt x="446142" y="464739"/>
                      </a:lnTo>
                      <a:cubicBezTo>
                        <a:pt x="331965" y="464739"/>
                        <a:pt x="217787" y="421182"/>
                        <a:pt x="130673" y="334067"/>
                      </a:cubicBezTo>
                      <a:cubicBezTo>
                        <a:pt x="43558" y="246953"/>
                        <a:pt x="1" y="132775"/>
                        <a:pt x="0" y="18597"/>
                      </a:cubicBezTo>
                      <a:lnTo>
                        <a:pt x="836" y="1089"/>
                      </a:lnTo>
                      <a:lnTo>
                        <a:pt x="607" y="859"/>
                      </a:lnTo>
                      <a:lnTo>
                        <a:pt x="848" y="848"/>
                      </a:lnTo>
                      <a:lnTo>
                        <a:pt x="859" y="607"/>
                      </a:lnTo>
                      <a:lnTo>
                        <a:pt x="1089" y="836"/>
                      </a:lnTo>
                      <a:lnTo>
                        <a:pt x="18597" y="0"/>
                      </a:lnTo>
                      <a:cubicBezTo>
                        <a:pt x="132775" y="0"/>
                        <a:pt x="246952" y="43557"/>
                        <a:pt x="334067" y="130672"/>
                      </a:cubicBezTo>
                      <a:cubicBezTo>
                        <a:pt x="421182" y="217787"/>
                        <a:pt x="464739" y="331964"/>
                        <a:pt x="464739" y="446142"/>
                      </a:cubicBezTo>
                      <a:lnTo>
                        <a:pt x="463903" y="463652"/>
                      </a:lnTo>
                      <a:close/>
                    </a:path>
                  </a:pathLst>
                </a:custGeom>
                <a:solidFill>
                  <a:schemeClr val="accent4">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grpSp>
          <p:grpSp>
            <p:nvGrpSpPr>
              <p:cNvPr id="16" name="Group 15">
                <a:extLst>
                  <a:ext uri="{FF2B5EF4-FFF2-40B4-BE49-F238E27FC236}">
                    <a16:creationId xmlns:a16="http://schemas.microsoft.com/office/drawing/2014/main" id="{C0300EB9-093C-4C32-A212-821D7AC082B4}"/>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rot="10800000" flipH="1" flipV="1">
                <a:off x="999771" y="932104"/>
                <a:ext cx="864005" cy="1032464"/>
                <a:chOff x="2207971" y="2384401"/>
                <a:chExt cx="864005" cy="1032464"/>
              </a:xfrm>
            </p:grpSpPr>
            <p:sp>
              <p:nvSpPr>
                <p:cNvPr id="17" name="Freeform: Shape 16">
                  <a:extLst>
                    <a:ext uri="{FF2B5EF4-FFF2-40B4-BE49-F238E27FC236}">
                      <a16:creationId xmlns:a16="http://schemas.microsoft.com/office/drawing/2014/main" id="{AFC97B3C-CF0E-4C93-AA39-7A677A12C50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3500000">
                  <a:off x="2207971" y="2856305"/>
                  <a:ext cx="464739" cy="464739"/>
                </a:xfrm>
                <a:custGeom>
                  <a:avLst/>
                  <a:gdLst>
                    <a:gd name="connsiteX0" fmla="*/ 464132 w 464739"/>
                    <a:gd name="connsiteY0" fmla="*/ 463881 h 464739"/>
                    <a:gd name="connsiteX1" fmla="*/ 463891 w 464739"/>
                    <a:gd name="connsiteY1" fmla="*/ 463892 h 464739"/>
                    <a:gd name="connsiteX2" fmla="*/ 463880 w 464739"/>
                    <a:gd name="connsiteY2" fmla="*/ 464132 h 464739"/>
                    <a:gd name="connsiteX3" fmla="*/ 463651 w 464739"/>
                    <a:gd name="connsiteY3" fmla="*/ 463904 h 464739"/>
                    <a:gd name="connsiteX4" fmla="*/ 446142 w 464739"/>
                    <a:gd name="connsiteY4" fmla="*/ 464739 h 464739"/>
                    <a:gd name="connsiteX5" fmla="*/ 130673 w 464739"/>
                    <a:gd name="connsiteY5" fmla="*/ 334067 h 464739"/>
                    <a:gd name="connsiteX6" fmla="*/ 0 w 464739"/>
                    <a:gd name="connsiteY6" fmla="*/ 18597 h 464739"/>
                    <a:gd name="connsiteX7" fmla="*/ 836 w 464739"/>
                    <a:gd name="connsiteY7" fmla="*/ 1089 h 464739"/>
                    <a:gd name="connsiteX8" fmla="*/ 607 w 464739"/>
                    <a:gd name="connsiteY8" fmla="*/ 859 h 464739"/>
                    <a:gd name="connsiteX9" fmla="*/ 848 w 464739"/>
                    <a:gd name="connsiteY9" fmla="*/ 848 h 464739"/>
                    <a:gd name="connsiteX10" fmla="*/ 859 w 464739"/>
                    <a:gd name="connsiteY10" fmla="*/ 607 h 464739"/>
                    <a:gd name="connsiteX11" fmla="*/ 1089 w 464739"/>
                    <a:gd name="connsiteY11" fmla="*/ 836 h 464739"/>
                    <a:gd name="connsiteX12" fmla="*/ 18597 w 464739"/>
                    <a:gd name="connsiteY12" fmla="*/ 0 h 464739"/>
                    <a:gd name="connsiteX13" fmla="*/ 334067 w 464739"/>
                    <a:gd name="connsiteY13" fmla="*/ 130672 h 464739"/>
                    <a:gd name="connsiteX14" fmla="*/ 464739 w 464739"/>
                    <a:gd name="connsiteY14" fmla="*/ 446142 h 464739"/>
                    <a:gd name="connsiteX15" fmla="*/ 463903 w 464739"/>
                    <a:gd name="connsiteY15" fmla="*/ 463652 h 464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64739" h="464739">
                      <a:moveTo>
                        <a:pt x="464132" y="463881"/>
                      </a:moveTo>
                      <a:lnTo>
                        <a:pt x="463891" y="463892"/>
                      </a:lnTo>
                      <a:lnTo>
                        <a:pt x="463880" y="464132"/>
                      </a:lnTo>
                      <a:lnTo>
                        <a:pt x="463651" y="463904"/>
                      </a:lnTo>
                      <a:lnTo>
                        <a:pt x="446142" y="464739"/>
                      </a:lnTo>
                      <a:cubicBezTo>
                        <a:pt x="331965" y="464739"/>
                        <a:pt x="217787" y="421182"/>
                        <a:pt x="130673" y="334067"/>
                      </a:cubicBezTo>
                      <a:cubicBezTo>
                        <a:pt x="43558" y="246953"/>
                        <a:pt x="1" y="132775"/>
                        <a:pt x="0" y="18597"/>
                      </a:cubicBezTo>
                      <a:lnTo>
                        <a:pt x="836" y="1089"/>
                      </a:lnTo>
                      <a:lnTo>
                        <a:pt x="607" y="859"/>
                      </a:lnTo>
                      <a:lnTo>
                        <a:pt x="848" y="848"/>
                      </a:lnTo>
                      <a:lnTo>
                        <a:pt x="859" y="607"/>
                      </a:lnTo>
                      <a:lnTo>
                        <a:pt x="1089" y="836"/>
                      </a:lnTo>
                      <a:lnTo>
                        <a:pt x="18597" y="0"/>
                      </a:lnTo>
                      <a:cubicBezTo>
                        <a:pt x="132775" y="0"/>
                        <a:pt x="246952" y="43557"/>
                        <a:pt x="334067" y="130672"/>
                      </a:cubicBezTo>
                      <a:cubicBezTo>
                        <a:pt x="421182" y="217787"/>
                        <a:pt x="464739" y="331964"/>
                        <a:pt x="464739" y="446142"/>
                      </a:cubicBezTo>
                      <a:lnTo>
                        <a:pt x="463903" y="463652"/>
                      </a:lnTo>
                      <a:close/>
                    </a:path>
                  </a:pathLst>
                </a:cu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8" name="Freeform: Shape 17">
                  <a:extLst>
                    <a:ext uri="{FF2B5EF4-FFF2-40B4-BE49-F238E27FC236}">
                      <a16:creationId xmlns:a16="http://schemas.microsoft.com/office/drawing/2014/main" id="{0943F14E-6185-4A31-8318-2088A05F5C9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2607238" y="2688467"/>
                  <a:ext cx="464738" cy="464738"/>
                </a:xfrm>
                <a:custGeom>
                  <a:avLst/>
                  <a:gdLst>
                    <a:gd name="connsiteX0" fmla="*/ 446142 w 464738"/>
                    <a:gd name="connsiteY0" fmla="*/ 464738 h 464738"/>
                    <a:gd name="connsiteX1" fmla="*/ 130673 w 464738"/>
                    <a:gd name="connsiteY1" fmla="*/ 334066 h 464738"/>
                    <a:gd name="connsiteX2" fmla="*/ 0 w 464738"/>
                    <a:gd name="connsiteY2" fmla="*/ 18596 h 464738"/>
                    <a:gd name="connsiteX3" fmla="*/ 836 w 464738"/>
                    <a:gd name="connsiteY3" fmla="*/ 1089 h 464738"/>
                    <a:gd name="connsiteX4" fmla="*/ 606 w 464738"/>
                    <a:gd name="connsiteY4" fmla="*/ 859 h 464738"/>
                    <a:gd name="connsiteX5" fmla="*/ 848 w 464738"/>
                    <a:gd name="connsiteY5" fmla="*/ 848 h 464738"/>
                    <a:gd name="connsiteX6" fmla="*/ 859 w 464738"/>
                    <a:gd name="connsiteY6" fmla="*/ 606 h 464738"/>
                    <a:gd name="connsiteX7" fmla="*/ 1089 w 464738"/>
                    <a:gd name="connsiteY7" fmla="*/ 836 h 464738"/>
                    <a:gd name="connsiteX8" fmla="*/ 18596 w 464738"/>
                    <a:gd name="connsiteY8" fmla="*/ 0 h 464738"/>
                    <a:gd name="connsiteX9" fmla="*/ 334066 w 464738"/>
                    <a:gd name="connsiteY9" fmla="*/ 130672 h 464738"/>
                    <a:gd name="connsiteX10" fmla="*/ 464738 w 464738"/>
                    <a:gd name="connsiteY10" fmla="*/ 446142 h 464738"/>
                    <a:gd name="connsiteX11" fmla="*/ 463902 w 464738"/>
                    <a:gd name="connsiteY11" fmla="*/ 463650 h 464738"/>
                    <a:gd name="connsiteX12" fmla="*/ 464132 w 464738"/>
                    <a:gd name="connsiteY12" fmla="*/ 463880 h 464738"/>
                    <a:gd name="connsiteX13" fmla="*/ 463891 w 464738"/>
                    <a:gd name="connsiteY13" fmla="*/ 463892 h 464738"/>
                    <a:gd name="connsiteX14" fmla="*/ 463879 w 464738"/>
                    <a:gd name="connsiteY14" fmla="*/ 464132 h 464738"/>
                    <a:gd name="connsiteX15" fmla="*/ 463650 w 464738"/>
                    <a:gd name="connsiteY15" fmla="*/ 463903 h 4647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64738" h="464738">
                      <a:moveTo>
                        <a:pt x="446142" y="464738"/>
                      </a:moveTo>
                      <a:cubicBezTo>
                        <a:pt x="331965" y="464738"/>
                        <a:pt x="217787" y="421181"/>
                        <a:pt x="130673" y="334066"/>
                      </a:cubicBezTo>
                      <a:cubicBezTo>
                        <a:pt x="43558" y="246952"/>
                        <a:pt x="1" y="132774"/>
                        <a:pt x="0" y="18596"/>
                      </a:cubicBezTo>
                      <a:lnTo>
                        <a:pt x="836" y="1089"/>
                      </a:lnTo>
                      <a:lnTo>
                        <a:pt x="606" y="859"/>
                      </a:lnTo>
                      <a:lnTo>
                        <a:pt x="848" y="848"/>
                      </a:lnTo>
                      <a:lnTo>
                        <a:pt x="859" y="606"/>
                      </a:lnTo>
                      <a:lnTo>
                        <a:pt x="1089" y="836"/>
                      </a:lnTo>
                      <a:lnTo>
                        <a:pt x="18596" y="0"/>
                      </a:lnTo>
                      <a:cubicBezTo>
                        <a:pt x="132774" y="0"/>
                        <a:pt x="246951" y="43557"/>
                        <a:pt x="334066" y="130672"/>
                      </a:cubicBezTo>
                      <a:cubicBezTo>
                        <a:pt x="421181" y="217787"/>
                        <a:pt x="464738" y="331964"/>
                        <a:pt x="464738" y="446142"/>
                      </a:cubicBezTo>
                      <a:lnTo>
                        <a:pt x="463902" y="463650"/>
                      </a:lnTo>
                      <a:lnTo>
                        <a:pt x="464132" y="463880"/>
                      </a:lnTo>
                      <a:lnTo>
                        <a:pt x="463891" y="463892"/>
                      </a:lnTo>
                      <a:lnTo>
                        <a:pt x="463879" y="464132"/>
                      </a:lnTo>
                      <a:lnTo>
                        <a:pt x="463650" y="463903"/>
                      </a:lnTo>
                      <a:close/>
                    </a:path>
                  </a:pathLst>
                </a:cu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nvGrpSpPr>
                <p:cNvPr id="19" name="Group 18">
                  <a:extLst>
                    <a:ext uri="{FF2B5EF4-FFF2-40B4-BE49-F238E27FC236}">
                      <a16:creationId xmlns:a16="http://schemas.microsoft.com/office/drawing/2014/main" id="{F3B56658-371E-446B-B30D-D4EA2A88A973}"/>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2440769" y="2384401"/>
                  <a:ext cx="313009" cy="1032464"/>
                  <a:chOff x="2440769" y="2384401"/>
                  <a:chExt cx="313009" cy="1032464"/>
                </a:xfrm>
              </p:grpSpPr>
              <p:cxnSp>
                <p:nvCxnSpPr>
                  <p:cNvPr id="20" name="Straight Connector 19">
                    <a:extLst>
                      <a:ext uri="{FF2B5EF4-FFF2-40B4-BE49-F238E27FC236}">
                        <a16:creationId xmlns:a16="http://schemas.microsoft.com/office/drawing/2014/main" id="{068979FB-2943-4091-A490-D9F8695DF0D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rot="10800000" flipH="1">
                    <a:off x="2440769" y="2516865"/>
                    <a:ext cx="0" cy="900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B378C39C-3FC0-4521-8336-33A86391920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rot="8100000" flipH="1">
                    <a:off x="2753778" y="2384401"/>
                    <a:ext cx="0" cy="900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grpSp>
        <p:grpSp>
          <p:nvGrpSpPr>
            <p:cNvPr id="12" name="Group 11">
              <a:extLst>
                <a:ext uri="{FF2B5EF4-FFF2-40B4-BE49-F238E27FC236}">
                  <a16:creationId xmlns:a16="http://schemas.microsoft.com/office/drawing/2014/main" id="{72C6951D-2EAF-4333-B8A8-F473DC3BDF44}"/>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1437136" y="649304"/>
              <a:ext cx="388541" cy="388541"/>
              <a:chOff x="5752675" y="5440856"/>
              <a:chExt cx="388541" cy="388541"/>
            </a:xfrm>
          </p:grpSpPr>
          <p:sp>
            <p:nvSpPr>
              <p:cNvPr id="13" name="Oval 12">
                <a:extLst>
                  <a:ext uri="{FF2B5EF4-FFF2-40B4-BE49-F238E27FC236}">
                    <a16:creationId xmlns:a16="http://schemas.microsoft.com/office/drawing/2014/main" id="{63E77698-5758-433A-9DF3-3BE43B6FBDA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5800801" y="5488982"/>
                <a:ext cx="340415" cy="340415"/>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4" name="Oval 13">
                <a:extLst>
                  <a:ext uri="{FF2B5EF4-FFF2-40B4-BE49-F238E27FC236}">
                    <a16:creationId xmlns:a16="http://schemas.microsoft.com/office/drawing/2014/main" id="{FF47FF7F-75A9-438D-8BA7-428BF76974C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52675" y="5440856"/>
                <a:ext cx="340415" cy="340415"/>
              </a:xfrm>
              <a:prstGeom prst="ellipse">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grpSp>
      <p:sp>
        <p:nvSpPr>
          <p:cNvPr id="61" name="TextBox 60">
            <a:extLst>
              <a:ext uri="{FF2B5EF4-FFF2-40B4-BE49-F238E27FC236}">
                <a16:creationId xmlns:a16="http://schemas.microsoft.com/office/drawing/2014/main" id="{DF27DA85-F987-F1D8-D192-5F2FDFB3E97F}"/>
              </a:ext>
            </a:extLst>
          </p:cNvPr>
          <p:cNvSpPr txBox="1"/>
          <p:nvPr/>
        </p:nvSpPr>
        <p:spPr>
          <a:xfrm>
            <a:off x="349836" y="2130129"/>
            <a:ext cx="11443360" cy="523220"/>
          </a:xfrm>
          <a:prstGeom prst="rect">
            <a:avLst/>
          </a:prstGeom>
          <a:noFill/>
        </p:spPr>
        <p:txBody>
          <a:bodyPr wrap="square">
            <a:spAutoFit/>
          </a:bodyPr>
          <a:lstStyle/>
          <a:p>
            <a:pPr algn="just"/>
            <a:r>
              <a:rPr lang="en-US" sz="2800" b="1" dirty="0">
                <a:solidFill>
                  <a:srgbClr val="FF99CC"/>
                </a:solidFill>
                <a:latin typeface="Arial Nova Light" panose="020B0304020202020204" pitchFamily="34" charset="0"/>
                <a:sym typeface="Wingdings" panose="05000000000000000000" pitchFamily="2" charset="2"/>
              </a:rPr>
              <a:t> </a:t>
            </a:r>
            <a:r>
              <a:rPr lang="en-US" sz="2800" b="1" dirty="0">
                <a:latin typeface="Arial Nova Light" panose="020B0304020202020204" pitchFamily="34" charset="0"/>
              </a:rPr>
              <a:t>Gantt Chart</a:t>
            </a:r>
          </a:p>
        </p:txBody>
      </p:sp>
      <p:sp>
        <p:nvSpPr>
          <p:cNvPr id="3" name="TextBox 2">
            <a:extLst>
              <a:ext uri="{FF2B5EF4-FFF2-40B4-BE49-F238E27FC236}">
                <a16:creationId xmlns:a16="http://schemas.microsoft.com/office/drawing/2014/main" id="{E1B3EC78-AF07-8A37-B218-94DF35BE2087}"/>
              </a:ext>
            </a:extLst>
          </p:cNvPr>
          <p:cNvSpPr txBox="1"/>
          <p:nvPr/>
        </p:nvSpPr>
        <p:spPr>
          <a:xfrm>
            <a:off x="9486900" y="5443538"/>
            <a:ext cx="184731" cy="369332"/>
          </a:xfrm>
          <a:prstGeom prst="rect">
            <a:avLst/>
          </a:prstGeom>
          <a:noFill/>
        </p:spPr>
        <p:txBody>
          <a:bodyPr wrap="none" rtlCol="0">
            <a:spAutoFit/>
          </a:bodyPr>
          <a:lstStyle/>
          <a:p>
            <a:endParaRPr lang="en-BD" dirty="0"/>
          </a:p>
        </p:txBody>
      </p:sp>
      <p:pic>
        <p:nvPicPr>
          <p:cNvPr id="6" name="Picture 5">
            <a:extLst>
              <a:ext uri="{FF2B5EF4-FFF2-40B4-BE49-F238E27FC236}">
                <a16:creationId xmlns:a16="http://schemas.microsoft.com/office/drawing/2014/main" id="{BA3705A9-94D2-4B39-FD7D-A57C10AB6ED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413882" y="2391739"/>
            <a:ext cx="8428282" cy="4176753"/>
          </a:xfrm>
          <a:prstGeom prst="rect">
            <a:avLst/>
          </a:prstGeom>
        </p:spPr>
      </p:pic>
    </p:spTree>
    <p:extLst>
      <p:ext uri="{BB962C8B-B14F-4D97-AF65-F5344CB8AC3E}">
        <p14:creationId xmlns:p14="http://schemas.microsoft.com/office/powerpoint/2010/main" val="299280298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316A5661-2CFE-478C-BAC3-729F393F3C4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BC1DA2B-FE6F-1C6E-BFA0-9B15DC40309D}"/>
              </a:ext>
            </a:extLst>
          </p:cNvPr>
          <p:cNvSpPr>
            <a:spLocks noGrp="1"/>
          </p:cNvSpPr>
          <p:nvPr>
            <p:ph type="title"/>
          </p:nvPr>
        </p:nvSpPr>
        <p:spPr>
          <a:xfrm>
            <a:off x="2030243" y="697430"/>
            <a:ext cx="9514055" cy="1267138"/>
          </a:xfrm>
        </p:spPr>
        <p:txBody>
          <a:bodyPr anchor="ctr">
            <a:normAutofit/>
          </a:bodyPr>
          <a:lstStyle/>
          <a:p>
            <a:r>
              <a:rPr lang="en-US" sz="4000" dirty="0">
                <a:solidFill>
                  <a:schemeClr val="accent6">
                    <a:lumMod val="40000"/>
                    <a:lumOff val="60000"/>
                  </a:schemeClr>
                </a:solidFill>
                <a:latin typeface="Arial Rounded MT Bold" panose="020F0704030504030204" pitchFamily="34" charset="0"/>
              </a:rPr>
              <a:t>Project management tools</a:t>
            </a:r>
          </a:p>
        </p:txBody>
      </p:sp>
      <p:grpSp>
        <p:nvGrpSpPr>
          <p:cNvPr id="10" name="Group 9">
            <a:extLst>
              <a:ext uri="{FF2B5EF4-FFF2-40B4-BE49-F238E27FC236}">
                <a16:creationId xmlns:a16="http://schemas.microsoft.com/office/drawing/2014/main" id="{FB7BE8CD-E348-464A-82CC-7EF7AA82842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999771" y="649304"/>
            <a:ext cx="913428" cy="1315264"/>
            <a:chOff x="999771" y="649304"/>
            <a:chExt cx="913428" cy="1315264"/>
          </a:xfrm>
        </p:grpSpPr>
        <p:grpSp>
          <p:nvGrpSpPr>
            <p:cNvPr id="11" name="Group 10">
              <a:extLst>
                <a:ext uri="{FF2B5EF4-FFF2-40B4-BE49-F238E27FC236}">
                  <a16:creationId xmlns:a16="http://schemas.microsoft.com/office/drawing/2014/main" id="{B8CC82D2-4C4A-4C67-8483-5199F97B37A7}"/>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999771" y="932104"/>
              <a:ext cx="913428" cy="1032464"/>
              <a:chOff x="999771" y="932104"/>
              <a:chExt cx="913428" cy="1032464"/>
            </a:xfrm>
          </p:grpSpPr>
          <p:grpSp>
            <p:nvGrpSpPr>
              <p:cNvPr id="15" name="Group 14">
                <a:extLst>
                  <a:ext uri="{FF2B5EF4-FFF2-40B4-BE49-F238E27FC236}">
                    <a16:creationId xmlns:a16="http://schemas.microsoft.com/office/drawing/2014/main" id="{70D2391D-AA33-4F5E-BD96-B42D93DED226}"/>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rot="8100000" flipV="1">
                <a:off x="1047457" y="1290386"/>
                <a:ext cx="865742" cy="628383"/>
                <a:chOff x="558167" y="958515"/>
                <a:chExt cx="865742" cy="628383"/>
              </a:xfrm>
              <a:solidFill>
                <a:schemeClr val="accent3"/>
              </a:solidFill>
            </p:grpSpPr>
            <p:sp>
              <p:nvSpPr>
                <p:cNvPr id="22" name="Freeform: Shape 21">
                  <a:extLst>
                    <a:ext uri="{FF2B5EF4-FFF2-40B4-BE49-F238E27FC236}">
                      <a16:creationId xmlns:a16="http://schemas.microsoft.com/office/drawing/2014/main" id="{BE166DCE-539D-4C74-9C9D-AC000BA2F8A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8100000" flipH="1">
                  <a:off x="558167" y="1122160"/>
                  <a:ext cx="464738" cy="464738"/>
                </a:xfrm>
                <a:custGeom>
                  <a:avLst/>
                  <a:gdLst>
                    <a:gd name="connsiteX0" fmla="*/ 446142 w 464738"/>
                    <a:gd name="connsiteY0" fmla="*/ 464738 h 464738"/>
                    <a:gd name="connsiteX1" fmla="*/ 130673 w 464738"/>
                    <a:gd name="connsiteY1" fmla="*/ 334066 h 464738"/>
                    <a:gd name="connsiteX2" fmla="*/ 0 w 464738"/>
                    <a:gd name="connsiteY2" fmla="*/ 18596 h 464738"/>
                    <a:gd name="connsiteX3" fmla="*/ 836 w 464738"/>
                    <a:gd name="connsiteY3" fmla="*/ 1089 h 464738"/>
                    <a:gd name="connsiteX4" fmla="*/ 606 w 464738"/>
                    <a:gd name="connsiteY4" fmla="*/ 859 h 464738"/>
                    <a:gd name="connsiteX5" fmla="*/ 848 w 464738"/>
                    <a:gd name="connsiteY5" fmla="*/ 848 h 464738"/>
                    <a:gd name="connsiteX6" fmla="*/ 859 w 464738"/>
                    <a:gd name="connsiteY6" fmla="*/ 606 h 464738"/>
                    <a:gd name="connsiteX7" fmla="*/ 1089 w 464738"/>
                    <a:gd name="connsiteY7" fmla="*/ 836 h 464738"/>
                    <a:gd name="connsiteX8" fmla="*/ 18596 w 464738"/>
                    <a:gd name="connsiteY8" fmla="*/ 0 h 464738"/>
                    <a:gd name="connsiteX9" fmla="*/ 334066 w 464738"/>
                    <a:gd name="connsiteY9" fmla="*/ 130672 h 464738"/>
                    <a:gd name="connsiteX10" fmla="*/ 464738 w 464738"/>
                    <a:gd name="connsiteY10" fmla="*/ 446142 h 464738"/>
                    <a:gd name="connsiteX11" fmla="*/ 463902 w 464738"/>
                    <a:gd name="connsiteY11" fmla="*/ 463650 h 464738"/>
                    <a:gd name="connsiteX12" fmla="*/ 464132 w 464738"/>
                    <a:gd name="connsiteY12" fmla="*/ 463880 h 464738"/>
                    <a:gd name="connsiteX13" fmla="*/ 463891 w 464738"/>
                    <a:gd name="connsiteY13" fmla="*/ 463892 h 464738"/>
                    <a:gd name="connsiteX14" fmla="*/ 463879 w 464738"/>
                    <a:gd name="connsiteY14" fmla="*/ 464132 h 464738"/>
                    <a:gd name="connsiteX15" fmla="*/ 463650 w 464738"/>
                    <a:gd name="connsiteY15" fmla="*/ 463903 h 4647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64738" h="464738">
                      <a:moveTo>
                        <a:pt x="446142" y="464738"/>
                      </a:moveTo>
                      <a:cubicBezTo>
                        <a:pt x="331965" y="464738"/>
                        <a:pt x="217787" y="421181"/>
                        <a:pt x="130673" y="334066"/>
                      </a:cubicBezTo>
                      <a:cubicBezTo>
                        <a:pt x="43558" y="246952"/>
                        <a:pt x="1" y="132774"/>
                        <a:pt x="0" y="18596"/>
                      </a:cubicBezTo>
                      <a:lnTo>
                        <a:pt x="836" y="1089"/>
                      </a:lnTo>
                      <a:lnTo>
                        <a:pt x="606" y="859"/>
                      </a:lnTo>
                      <a:lnTo>
                        <a:pt x="848" y="848"/>
                      </a:lnTo>
                      <a:lnTo>
                        <a:pt x="859" y="606"/>
                      </a:lnTo>
                      <a:lnTo>
                        <a:pt x="1089" y="836"/>
                      </a:lnTo>
                      <a:lnTo>
                        <a:pt x="18596" y="0"/>
                      </a:lnTo>
                      <a:cubicBezTo>
                        <a:pt x="132774" y="0"/>
                        <a:pt x="246951" y="43557"/>
                        <a:pt x="334066" y="130672"/>
                      </a:cubicBezTo>
                      <a:cubicBezTo>
                        <a:pt x="421181" y="217787"/>
                        <a:pt x="464738" y="331964"/>
                        <a:pt x="464738" y="446142"/>
                      </a:cubicBezTo>
                      <a:lnTo>
                        <a:pt x="463902" y="463650"/>
                      </a:lnTo>
                      <a:lnTo>
                        <a:pt x="464132" y="463880"/>
                      </a:lnTo>
                      <a:lnTo>
                        <a:pt x="463891" y="463892"/>
                      </a:lnTo>
                      <a:lnTo>
                        <a:pt x="463879" y="464132"/>
                      </a:lnTo>
                      <a:lnTo>
                        <a:pt x="463650" y="463903"/>
                      </a:lnTo>
                      <a:close/>
                    </a:path>
                  </a:pathLst>
                </a:custGeom>
                <a:solidFill>
                  <a:schemeClr val="accent4">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3" name="Freeform: Shape 22">
                  <a:extLst>
                    <a:ext uri="{FF2B5EF4-FFF2-40B4-BE49-F238E27FC236}">
                      <a16:creationId xmlns:a16="http://schemas.microsoft.com/office/drawing/2014/main" id="{DCC6BEB5-DA1F-4F9E-BA5D-8F892A0FB8F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flipH="1">
                  <a:off x="959170" y="958515"/>
                  <a:ext cx="464739" cy="464739"/>
                </a:xfrm>
                <a:custGeom>
                  <a:avLst/>
                  <a:gdLst>
                    <a:gd name="connsiteX0" fmla="*/ 464132 w 464739"/>
                    <a:gd name="connsiteY0" fmla="*/ 463881 h 464739"/>
                    <a:gd name="connsiteX1" fmla="*/ 463891 w 464739"/>
                    <a:gd name="connsiteY1" fmla="*/ 463892 h 464739"/>
                    <a:gd name="connsiteX2" fmla="*/ 463880 w 464739"/>
                    <a:gd name="connsiteY2" fmla="*/ 464132 h 464739"/>
                    <a:gd name="connsiteX3" fmla="*/ 463651 w 464739"/>
                    <a:gd name="connsiteY3" fmla="*/ 463904 h 464739"/>
                    <a:gd name="connsiteX4" fmla="*/ 446142 w 464739"/>
                    <a:gd name="connsiteY4" fmla="*/ 464739 h 464739"/>
                    <a:gd name="connsiteX5" fmla="*/ 130673 w 464739"/>
                    <a:gd name="connsiteY5" fmla="*/ 334067 h 464739"/>
                    <a:gd name="connsiteX6" fmla="*/ 0 w 464739"/>
                    <a:gd name="connsiteY6" fmla="*/ 18597 h 464739"/>
                    <a:gd name="connsiteX7" fmla="*/ 836 w 464739"/>
                    <a:gd name="connsiteY7" fmla="*/ 1089 h 464739"/>
                    <a:gd name="connsiteX8" fmla="*/ 607 w 464739"/>
                    <a:gd name="connsiteY8" fmla="*/ 859 h 464739"/>
                    <a:gd name="connsiteX9" fmla="*/ 848 w 464739"/>
                    <a:gd name="connsiteY9" fmla="*/ 848 h 464739"/>
                    <a:gd name="connsiteX10" fmla="*/ 859 w 464739"/>
                    <a:gd name="connsiteY10" fmla="*/ 607 h 464739"/>
                    <a:gd name="connsiteX11" fmla="*/ 1089 w 464739"/>
                    <a:gd name="connsiteY11" fmla="*/ 836 h 464739"/>
                    <a:gd name="connsiteX12" fmla="*/ 18597 w 464739"/>
                    <a:gd name="connsiteY12" fmla="*/ 0 h 464739"/>
                    <a:gd name="connsiteX13" fmla="*/ 334067 w 464739"/>
                    <a:gd name="connsiteY13" fmla="*/ 130672 h 464739"/>
                    <a:gd name="connsiteX14" fmla="*/ 464739 w 464739"/>
                    <a:gd name="connsiteY14" fmla="*/ 446142 h 464739"/>
                    <a:gd name="connsiteX15" fmla="*/ 463903 w 464739"/>
                    <a:gd name="connsiteY15" fmla="*/ 463652 h 464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64739" h="464739">
                      <a:moveTo>
                        <a:pt x="464132" y="463881"/>
                      </a:moveTo>
                      <a:lnTo>
                        <a:pt x="463891" y="463892"/>
                      </a:lnTo>
                      <a:lnTo>
                        <a:pt x="463880" y="464132"/>
                      </a:lnTo>
                      <a:lnTo>
                        <a:pt x="463651" y="463904"/>
                      </a:lnTo>
                      <a:lnTo>
                        <a:pt x="446142" y="464739"/>
                      </a:lnTo>
                      <a:cubicBezTo>
                        <a:pt x="331965" y="464739"/>
                        <a:pt x="217787" y="421182"/>
                        <a:pt x="130673" y="334067"/>
                      </a:cubicBezTo>
                      <a:cubicBezTo>
                        <a:pt x="43558" y="246953"/>
                        <a:pt x="1" y="132775"/>
                        <a:pt x="0" y="18597"/>
                      </a:cubicBezTo>
                      <a:lnTo>
                        <a:pt x="836" y="1089"/>
                      </a:lnTo>
                      <a:lnTo>
                        <a:pt x="607" y="859"/>
                      </a:lnTo>
                      <a:lnTo>
                        <a:pt x="848" y="848"/>
                      </a:lnTo>
                      <a:lnTo>
                        <a:pt x="859" y="607"/>
                      </a:lnTo>
                      <a:lnTo>
                        <a:pt x="1089" y="836"/>
                      </a:lnTo>
                      <a:lnTo>
                        <a:pt x="18597" y="0"/>
                      </a:lnTo>
                      <a:cubicBezTo>
                        <a:pt x="132775" y="0"/>
                        <a:pt x="246952" y="43557"/>
                        <a:pt x="334067" y="130672"/>
                      </a:cubicBezTo>
                      <a:cubicBezTo>
                        <a:pt x="421182" y="217787"/>
                        <a:pt x="464739" y="331964"/>
                        <a:pt x="464739" y="446142"/>
                      </a:cubicBezTo>
                      <a:lnTo>
                        <a:pt x="463903" y="463652"/>
                      </a:lnTo>
                      <a:close/>
                    </a:path>
                  </a:pathLst>
                </a:custGeom>
                <a:solidFill>
                  <a:schemeClr val="accent4">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grpSp>
          <p:grpSp>
            <p:nvGrpSpPr>
              <p:cNvPr id="16" name="Group 15">
                <a:extLst>
                  <a:ext uri="{FF2B5EF4-FFF2-40B4-BE49-F238E27FC236}">
                    <a16:creationId xmlns:a16="http://schemas.microsoft.com/office/drawing/2014/main" id="{C0300EB9-093C-4C32-A212-821D7AC082B4}"/>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rot="10800000" flipH="1" flipV="1">
                <a:off x="999771" y="932104"/>
                <a:ext cx="864005" cy="1032464"/>
                <a:chOff x="2207971" y="2384401"/>
                <a:chExt cx="864005" cy="1032464"/>
              </a:xfrm>
            </p:grpSpPr>
            <p:sp>
              <p:nvSpPr>
                <p:cNvPr id="17" name="Freeform: Shape 16">
                  <a:extLst>
                    <a:ext uri="{FF2B5EF4-FFF2-40B4-BE49-F238E27FC236}">
                      <a16:creationId xmlns:a16="http://schemas.microsoft.com/office/drawing/2014/main" id="{AFC97B3C-CF0E-4C93-AA39-7A677A12C50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3500000">
                  <a:off x="2207971" y="2856305"/>
                  <a:ext cx="464739" cy="464739"/>
                </a:xfrm>
                <a:custGeom>
                  <a:avLst/>
                  <a:gdLst>
                    <a:gd name="connsiteX0" fmla="*/ 464132 w 464739"/>
                    <a:gd name="connsiteY0" fmla="*/ 463881 h 464739"/>
                    <a:gd name="connsiteX1" fmla="*/ 463891 w 464739"/>
                    <a:gd name="connsiteY1" fmla="*/ 463892 h 464739"/>
                    <a:gd name="connsiteX2" fmla="*/ 463880 w 464739"/>
                    <a:gd name="connsiteY2" fmla="*/ 464132 h 464739"/>
                    <a:gd name="connsiteX3" fmla="*/ 463651 w 464739"/>
                    <a:gd name="connsiteY3" fmla="*/ 463904 h 464739"/>
                    <a:gd name="connsiteX4" fmla="*/ 446142 w 464739"/>
                    <a:gd name="connsiteY4" fmla="*/ 464739 h 464739"/>
                    <a:gd name="connsiteX5" fmla="*/ 130673 w 464739"/>
                    <a:gd name="connsiteY5" fmla="*/ 334067 h 464739"/>
                    <a:gd name="connsiteX6" fmla="*/ 0 w 464739"/>
                    <a:gd name="connsiteY6" fmla="*/ 18597 h 464739"/>
                    <a:gd name="connsiteX7" fmla="*/ 836 w 464739"/>
                    <a:gd name="connsiteY7" fmla="*/ 1089 h 464739"/>
                    <a:gd name="connsiteX8" fmla="*/ 607 w 464739"/>
                    <a:gd name="connsiteY8" fmla="*/ 859 h 464739"/>
                    <a:gd name="connsiteX9" fmla="*/ 848 w 464739"/>
                    <a:gd name="connsiteY9" fmla="*/ 848 h 464739"/>
                    <a:gd name="connsiteX10" fmla="*/ 859 w 464739"/>
                    <a:gd name="connsiteY10" fmla="*/ 607 h 464739"/>
                    <a:gd name="connsiteX11" fmla="*/ 1089 w 464739"/>
                    <a:gd name="connsiteY11" fmla="*/ 836 h 464739"/>
                    <a:gd name="connsiteX12" fmla="*/ 18597 w 464739"/>
                    <a:gd name="connsiteY12" fmla="*/ 0 h 464739"/>
                    <a:gd name="connsiteX13" fmla="*/ 334067 w 464739"/>
                    <a:gd name="connsiteY13" fmla="*/ 130672 h 464739"/>
                    <a:gd name="connsiteX14" fmla="*/ 464739 w 464739"/>
                    <a:gd name="connsiteY14" fmla="*/ 446142 h 464739"/>
                    <a:gd name="connsiteX15" fmla="*/ 463903 w 464739"/>
                    <a:gd name="connsiteY15" fmla="*/ 463652 h 464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64739" h="464739">
                      <a:moveTo>
                        <a:pt x="464132" y="463881"/>
                      </a:moveTo>
                      <a:lnTo>
                        <a:pt x="463891" y="463892"/>
                      </a:lnTo>
                      <a:lnTo>
                        <a:pt x="463880" y="464132"/>
                      </a:lnTo>
                      <a:lnTo>
                        <a:pt x="463651" y="463904"/>
                      </a:lnTo>
                      <a:lnTo>
                        <a:pt x="446142" y="464739"/>
                      </a:lnTo>
                      <a:cubicBezTo>
                        <a:pt x="331965" y="464739"/>
                        <a:pt x="217787" y="421182"/>
                        <a:pt x="130673" y="334067"/>
                      </a:cubicBezTo>
                      <a:cubicBezTo>
                        <a:pt x="43558" y="246953"/>
                        <a:pt x="1" y="132775"/>
                        <a:pt x="0" y="18597"/>
                      </a:cubicBezTo>
                      <a:lnTo>
                        <a:pt x="836" y="1089"/>
                      </a:lnTo>
                      <a:lnTo>
                        <a:pt x="607" y="859"/>
                      </a:lnTo>
                      <a:lnTo>
                        <a:pt x="848" y="848"/>
                      </a:lnTo>
                      <a:lnTo>
                        <a:pt x="859" y="607"/>
                      </a:lnTo>
                      <a:lnTo>
                        <a:pt x="1089" y="836"/>
                      </a:lnTo>
                      <a:lnTo>
                        <a:pt x="18597" y="0"/>
                      </a:lnTo>
                      <a:cubicBezTo>
                        <a:pt x="132775" y="0"/>
                        <a:pt x="246952" y="43557"/>
                        <a:pt x="334067" y="130672"/>
                      </a:cubicBezTo>
                      <a:cubicBezTo>
                        <a:pt x="421182" y="217787"/>
                        <a:pt x="464739" y="331964"/>
                        <a:pt x="464739" y="446142"/>
                      </a:cubicBezTo>
                      <a:lnTo>
                        <a:pt x="463903" y="463652"/>
                      </a:lnTo>
                      <a:close/>
                    </a:path>
                  </a:pathLst>
                </a:cu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8" name="Freeform: Shape 17">
                  <a:extLst>
                    <a:ext uri="{FF2B5EF4-FFF2-40B4-BE49-F238E27FC236}">
                      <a16:creationId xmlns:a16="http://schemas.microsoft.com/office/drawing/2014/main" id="{0943F14E-6185-4A31-8318-2088A05F5C9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2607238" y="2688467"/>
                  <a:ext cx="464738" cy="464738"/>
                </a:xfrm>
                <a:custGeom>
                  <a:avLst/>
                  <a:gdLst>
                    <a:gd name="connsiteX0" fmla="*/ 446142 w 464738"/>
                    <a:gd name="connsiteY0" fmla="*/ 464738 h 464738"/>
                    <a:gd name="connsiteX1" fmla="*/ 130673 w 464738"/>
                    <a:gd name="connsiteY1" fmla="*/ 334066 h 464738"/>
                    <a:gd name="connsiteX2" fmla="*/ 0 w 464738"/>
                    <a:gd name="connsiteY2" fmla="*/ 18596 h 464738"/>
                    <a:gd name="connsiteX3" fmla="*/ 836 w 464738"/>
                    <a:gd name="connsiteY3" fmla="*/ 1089 h 464738"/>
                    <a:gd name="connsiteX4" fmla="*/ 606 w 464738"/>
                    <a:gd name="connsiteY4" fmla="*/ 859 h 464738"/>
                    <a:gd name="connsiteX5" fmla="*/ 848 w 464738"/>
                    <a:gd name="connsiteY5" fmla="*/ 848 h 464738"/>
                    <a:gd name="connsiteX6" fmla="*/ 859 w 464738"/>
                    <a:gd name="connsiteY6" fmla="*/ 606 h 464738"/>
                    <a:gd name="connsiteX7" fmla="*/ 1089 w 464738"/>
                    <a:gd name="connsiteY7" fmla="*/ 836 h 464738"/>
                    <a:gd name="connsiteX8" fmla="*/ 18596 w 464738"/>
                    <a:gd name="connsiteY8" fmla="*/ 0 h 464738"/>
                    <a:gd name="connsiteX9" fmla="*/ 334066 w 464738"/>
                    <a:gd name="connsiteY9" fmla="*/ 130672 h 464738"/>
                    <a:gd name="connsiteX10" fmla="*/ 464738 w 464738"/>
                    <a:gd name="connsiteY10" fmla="*/ 446142 h 464738"/>
                    <a:gd name="connsiteX11" fmla="*/ 463902 w 464738"/>
                    <a:gd name="connsiteY11" fmla="*/ 463650 h 464738"/>
                    <a:gd name="connsiteX12" fmla="*/ 464132 w 464738"/>
                    <a:gd name="connsiteY12" fmla="*/ 463880 h 464738"/>
                    <a:gd name="connsiteX13" fmla="*/ 463891 w 464738"/>
                    <a:gd name="connsiteY13" fmla="*/ 463892 h 464738"/>
                    <a:gd name="connsiteX14" fmla="*/ 463879 w 464738"/>
                    <a:gd name="connsiteY14" fmla="*/ 464132 h 464738"/>
                    <a:gd name="connsiteX15" fmla="*/ 463650 w 464738"/>
                    <a:gd name="connsiteY15" fmla="*/ 463903 h 4647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64738" h="464738">
                      <a:moveTo>
                        <a:pt x="446142" y="464738"/>
                      </a:moveTo>
                      <a:cubicBezTo>
                        <a:pt x="331965" y="464738"/>
                        <a:pt x="217787" y="421181"/>
                        <a:pt x="130673" y="334066"/>
                      </a:cubicBezTo>
                      <a:cubicBezTo>
                        <a:pt x="43558" y="246952"/>
                        <a:pt x="1" y="132774"/>
                        <a:pt x="0" y="18596"/>
                      </a:cubicBezTo>
                      <a:lnTo>
                        <a:pt x="836" y="1089"/>
                      </a:lnTo>
                      <a:lnTo>
                        <a:pt x="606" y="859"/>
                      </a:lnTo>
                      <a:lnTo>
                        <a:pt x="848" y="848"/>
                      </a:lnTo>
                      <a:lnTo>
                        <a:pt x="859" y="606"/>
                      </a:lnTo>
                      <a:lnTo>
                        <a:pt x="1089" y="836"/>
                      </a:lnTo>
                      <a:lnTo>
                        <a:pt x="18596" y="0"/>
                      </a:lnTo>
                      <a:cubicBezTo>
                        <a:pt x="132774" y="0"/>
                        <a:pt x="246951" y="43557"/>
                        <a:pt x="334066" y="130672"/>
                      </a:cubicBezTo>
                      <a:cubicBezTo>
                        <a:pt x="421181" y="217787"/>
                        <a:pt x="464738" y="331964"/>
                        <a:pt x="464738" y="446142"/>
                      </a:cubicBezTo>
                      <a:lnTo>
                        <a:pt x="463902" y="463650"/>
                      </a:lnTo>
                      <a:lnTo>
                        <a:pt x="464132" y="463880"/>
                      </a:lnTo>
                      <a:lnTo>
                        <a:pt x="463891" y="463892"/>
                      </a:lnTo>
                      <a:lnTo>
                        <a:pt x="463879" y="464132"/>
                      </a:lnTo>
                      <a:lnTo>
                        <a:pt x="463650" y="463903"/>
                      </a:lnTo>
                      <a:close/>
                    </a:path>
                  </a:pathLst>
                </a:cu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nvGrpSpPr>
                <p:cNvPr id="19" name="Group 18">
                  <a:extLst>
                    <a:ext uri="{FF2B5EF4-FFF2-40B4-BE49-F238E27FC236}">
                      <a16:creationId xmlns:a16="http://schemas.microsoft.com/office/drawing/2014/main" id="{F3B56658-371E-446B-B30D-D4EA2A88A973}"/>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2440769" y="2384401"/>
                  <a:ext cx="313009" cy="1032464"/>
                  <a:chOff x="2440769" y="2384401"/>
                  <a:chExt cx="313009" cy="1032464"/>
                </a:xfrm>
              </p:grpSpPr>
              <p:cxnSp>
                <p:nvCxnSpPr>
                  <p:cNvPr id="20" name="Straight Connector 19">
                    <a:extLst>
                      <a:ext uri="{FF2B5EF4-FFF2-40B4-BE49-F238E27FC236}">
                        <a16:creationId xmlns:a16="http://schemas.microsoft.com/office/drawing/2014/main" id="{068979FB-2943-4091-A490-D9F8695DF0D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rot="10800000" flipH="1">
                    <a:off x="2440769" y="2516865"/>
                    <a:ext cx="0" cy="900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B378C39C-3FC0-4521-8336-33A86391920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rot="8100000" flipH="1">
                    <a:off x="2753778" y="2384401"/>
                    <a:ext cx="0" cy="900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grpSp>
        <p:grpSp>
          <p:nvGrpSpPr>
            <p:cNvPr id="12" name="Group 11">
              <a:extLst>
                <a:ext uri="{FF2B5EF4-FFF2-40B4-BE49-F238E27FC236}">
                  <a16:creationId xmlns:a16="http://schemas.microsoft.com/office/drawing/2014/main" id="{72C6951D-2EAF-4333-B8A8-F473DC3BDF44}"/>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1437136" y="649304"/>
              <a:ext cx="388541" cy="388541"/>
              <a:chOff x="5752675" y="5440856"/>
              <a:chExt cx="388541" cy="388541"/>
            </a:xfrm>
          </p:grpSpPr>
          <p:sp>
            <p:nvSpPr>
              <p:cNvPr id="13" name="Oval 12">
                <a:extLst>
                  <a:ext uri="{FF2B5EF4-FFF2-40B4-BE49-F238E27FC236}">
                    <a16:creationId xmlns:a16="http://schemas.microsoft.com/office/drawing/2014/main" id="{63E77698-5758-433A-9DF3-3BE43B6FBDA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5800801" y="5488982"/>
                <a:ext cx="340415" cy="340415"/>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4" name="Oval 13">
                <a:extLst>
                  <a:ext uri="{FF2B5EF4-FFF2-40B4-BE49-F238E27FC236}">
                    <a16:creationId xmlns:a16="http://schemas.microsoft.com/office/drawing/2014/main" id="{FF47FF7F-75A9-438D-8BA7-428BF76974C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52675" y="5440856"/>
                <a:ext cx="340415" cy="340415"/>
              </a:xfrm>
              <a:prstGeom prst="ellipse">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grpSp>
      <p:sp>
        <p:nvSpPr>
          <p:cNvPr id="61" name="TextBox 60">
            <a:extLst>
              <a:ext uri="{FF2B5EF4-FFF2-40B4-BE49-F238E27FC236}">
                <a16:creationId xmlns:a16="http://schemas.microsoft.com/office/drawing/2014/main" id="{DF27DA85-F987-F1D8-D192-5F2FDFB3E97F}"/>
              </a:ext>
            </a:extLst>
          </p:cNvPr>
          <p:cNvSpPr txBox="1"/>
          <p:nvPr/>
        </p:nvSpPr>
        <p:spPr>
          <a:xfrm>
            <a:off x="349836" y="2130129"/>
            <a:ext cx="11443360" cy="523220"/>
          </a:xfrm>
          <a:prstGeom prst="rect">
            <a:avLst/>
          </a:prstGeom>
          <a:noFill/>
        </p:spPr>
        <p:txBody>
          <a:bodyPr wrap="square">
            <a:spAutoFit/>
          </a:bodyPr>
          <a:lstStyle/>
          <a:p>
            <a:pPr algn="just"/>
            <a:r>
              <a:rPr lang="en-US" sz="2800" b="1" dirty="0">
                <a:solidFill>
                  <a:srgbClr val="FF99CC"/>
                </a:solidFill>
                <a:latin typeface="Arial Nova Light" panose="020B0304020202020204" pitchFamily="34" charset="0"/>
                <a:sym typeface="Wingdings" panose="05000000000000000000" pitchFamily="2" charset="2"/>
              </a:rPr>
              <a:t> </a:t>
            </a:r>
            <a:r>
              <a:rPr lang="en-US" sz="2800" b="1" dirty="0">
                <a:latin typeface="Arial Nova Light" panose="020B0304020202020204" pitchFamily="34" charset="0"/>
              </a:rPr>
              <a:t>PERT and CPM</a:t>
            </a:r>
          </a:p>
        </p:txBody>
      </p:sp>
      <p:sp>
        <p:nvSpPr>
          <p:cNvPr id="3" name="TextBox 2">
            <a:extLst>
              <a:ext uri="{FF2B5EF4-FFF2-40B4-BE49-F238E27FC236}">
                <a16:creationId xmlns:a16="http://schemas.microsoft.com/office/drawing/2014/main" id="{E1B3EC78-AF07-8A37-B218-94DF35BE2087}"/>
              </a:ext>
            </a:extLst>
          </p:cNvPr>
          <p:cNvSpPr txBox="1"/>
          <p:nvPr/>
        </p:nvSpPr>
        <p:spPr>
          <a:xfrm>
            <a:off x="9486900" y="5443538"/>
            <a:ext cx="184731" cy="369332"/>
          </a:xfrm>
          <a:prstGeom prst="rect">
            <a:avLst/>
          </a:prstGeom>
          <a:noFill/>
        </p:spPr>
        <p:txBody>
          <a:bodyPr wrap="none" rtlCol="0">
            <a:spAutoFit/>
          </a:bodyPr>
          <a:lstStyle/>
          <a:p>
            <a:endParaRPr lang="en-BD" dirty="0"/>
          </a:p>
        </p:txBody>
      </p:sp>
      <p:sp>
        <p:nvSpPr>
          <p:cNvPr id="7" name="TextBox 6">
            <a:extLst>
              <a:ext uri="{FF2B5EF4-FFF2-40B4-BE49-F238E27FC236}">
                <a16:creationId xmlns:a16="http://schemas.microsoft.com/office/drawing/2014/main" id="{1BB0982F-98B5-EC11-3B26-FB8D70144202}"/>
              </a:ext>
            </a:extLst>
          </p:cNvPr>
          <p:cNvSpPr txBox="1"/>
          <p:nvPr/>
        </p:nvSpPr>
        <p:spPr>
          <a:xfrm>
            <a:off x="686508" y="2653349"/>
            <a:ext cx="11155656" cy="3108543"/>
          </a:xfrm>
          <a:prstGeom prst="rect">
            <a:avLst/>
          </a:prstGeom>
          <a:noFill/>
        </p:spPr>
        <p:txBody>
          <a:bodyPr wrap="square">
            <a:spAutoFit/>
          </a:bodyPr>
          <a:lstStyle/>
          <a:p>
            <a:pPr algn="just"/>
            <a:r>
              <a:rPr lang="en-GB" sz="2400" b="1" dirty="0">
                <a:solidFill>
                  <a:srgbClr val="00B0F0"/>
                </a:solidFill>
                <a:latin typeface="Arial Unicode MS" panose="020B0604020202020204" pitchFamily="34" charset="-128"/>
                <a:ea typeface="Arial Unicode MS" panose="020B0604020202020204" pitchFamily="34" charset="-128"/>
                <a:cs typeface="Arial Unicode MS" panose="020B0604020202020204" pitchFamily="34" charset="-128"/>
              </a:rPr>
              <a:t>PERT</a:t>
            </a:r>
            <a:r>
              <a:rPr lang="en-GB" sz="2200" dirty="0">
                <a:latin typeface="Arial Unicode MS" panose="020B0604020202020204" pitchFamily="34" charset="-128"/>
                <a:ea typeface="Arial Unicode MS" panose="020B0604020202020204" pitchFamily="34" charset="-128"/>
                <a:cs typeface="Arial Unicode MS" panose="020B0604020202020204" pitchFamily="34" charset="-128"/>
              </a:rPr>
              <a:t> (</a:t>
            </a:r>
            <a:r>
              <a:rPr lang="en-GB" sz="2400" b="1" dirty="0">
                <a:solidFill>
                  <a:srgbClr val="80EFFF"/>
                </a:solidFill>
                <a:latin typeface="Arial Unicode MS" panose="020B0604020202020204" pitchFamily="34" charset="-128"/>
                <a:ea typeface="Arial Unicode MS" panose="020B0604020202020204" pitchFamily="34" charset="-128"/>
                <a:cs typeface="Arial Unicode MS" panose="020B0604020202020204" pitchFamily="34" charset="-128"/>
              </a:rPr>
              <a:t>Program Evaluation and Review Technique</a:t>
            </a:r>
            <a:r>
              <a:rPr lang="en-GB" sz="2200" dirty="0">
                <a:latin typeface="Arial Unicode MS" panose="020B0604020202020204" pitchFamily="34" charset="-128"/>
                <a:ea typeface="Arial Unicode MS" panose="020B0604020202020204" pitchFamily="34" charset="-128"/>
                <a:cs typeface="Arial Unicode MS" panose="020B0604020202020204" pitchFamily="34" charset="-128"/>
              </a:rPr>
              <a:t>) and </a:t>
            </a:r>
            <a:r>
              <a:rPr lang="en-GB" sz="2400" b="1" dirty="0">
                <a:solidFill>
                  <a:srgbClr val="CCFFCC"/>
                </a:solidFill>
                <a:latin typeface="Arial Unicode MS" panose="020B0604020202020204" pitchFamily="34" charset="-128"/>
                <a:ea typeface="Arial Unicode MS" panose="020B0604020202020204" pitchFamily="34" charset="-128"/>
                <a:cs typeface="Arial Unicode MS" panose="020B0604020202020204" pitchFamily="34" charset="-128"/>
              </a:rPr>
              <a:t>CPM</a:t>
            </a:r>
            <a:r>
              <a:rPr lang="en-GB" sz="2200" dirty="0">
                <a:latin typeface="Arial Unicode MS" panose="020B0604020202020204" pitchFamily="34" charset="-128"/>
                <a:ea typeface="Arial Unicode MS" panose="020B0604020202020204" pitchFamily="34" charset="-128"/>
                <a:cs typeface="Arial Unicode MS" panose="020B0604020202020204" pitchFamily="34" charset="-128"/>
              </a:rPr>
              <a:t> (</a:t>
            </a:r>
            <a:r>
              <a:rPr lang="en-GB" sz="2400" b="1" dirty="0">
                <a:solidFill>
                  <a:srgbClr val="FF9966"/>
                </a:solidFill>
                <a:latin typeface="Arial Unicode MS" panose="020B0604020202020204" pitchFamily="34" charset="-128"/>
                <a:ea typeface="Arial Unicode MS" panose="020B0604020202020204" pitchFamily="34" charset="-128"/>
                <a:cs typeface="Arial Unicode MS" panose="020B0604020202020204" pitchFamily="34" charset="-128"/>
              </a:rPr>
              <a:t>Critical Path Method</a:t>
            </a:r>
            <a:r>
              <a:rPr lang="en-GB" sz="2200" dirty="0">
                <a:latin typeface="Arial Unicode MS" panose="020B0604020202020204" pitchFamily="34" charset="-128"/>
                <a:ea typeface="Arial Unicode MS" panose="020B0604020202020204" pitchFamily="34" charset="-128"/>
                <a:cs typeface="Arial Unicode MS" panose="020B0604020202020204" pitchFamily="34" charset="-128"/>
              </a:rPr>
              <a:t>) are two of the most widely used techniques for planning and coordinating large-scale projects.</a:t>
            </a:r>
          </a:p>
          <a:p>
            <a:pPr algn="just"/>
            <a:endParaRPr lang="en-GB" sz="800" dirty="0">
              <a:latin typeface="Arial Unicode MS" panose="020B0604020202020204" pitchFamily="34" charset="-128"/>
              <a:ea typeface="Arial Unicode MS" panose="020B0604020202020204" pitchFamily="34" charset="-128"/>
              <a:cs typeface="Arial Unicode MS" panose="020B0604020202020204" pitchFamily="34" charset="-128"/>
            </a:endParaRPr>
          </a:p>
          <a:p>
            <a:pPr algn="just"/>
            <a:r>
              <a:rPr lang="en-GB" sz="2200" dirty="0">
                <a:latin typeface="Arial Unicode MS" panose="020B0604020202020204" pitchFamily="34" charset="-128"/>
                <a:ea typeface="Arial Unicode MS" panose="020B0604020202020204" pitchFamily="34" charset="-128"/>
                <a:cs typeface="Arial Unicode MS" panose="020B0604020202020204" pitchFamily="34" charset="-128"/>
              </a:rPr>
              <a:t>By using PERT or CPM, managers are able to obtain: </a:t>
            </a:r>
          </a:p>
          <a:p>
            <a:pPr algn="just"/>
            <a:endParaRPr lang="en-US" sz="800" dirty="0">
              <a:latin typeface="Arial Unicode MS" panose="020B0604020202020204" pitchFamily="34" charset="-128"/>
              <a:ea typeface="Arial Unicode MS" panose="020B0604020202020204" pitchFamily="34" charset="-128"/>
              <a:cs typeface="Arial Unicode MS" panose="020B0604020202020204" pitchFamily="34" charset="-128"/>
            </a:endParaRPr>
          </a:p>
          <a:p>
            <a:pPr algn="just"/>
            <a:r>
              <a:rPr lang="en-US" sz="2200" b="1" dirty="0">
                <a:solidFill>
                  <a:srgbClr val="FFFF00"/>
                </a:solidFill>
                <a:effectLst>
                  <a:outerShdw blurRad="38100" dist="38100" dir="2700000" algn="tl">
                    <a:srgbClr val="000000">
                      <a:alpha val="43137"/>
                    </a:srgbClr>
                  </a:outerShdw>
                </a:effectLst>
                <a:latin typeface="Arial Unicode MS" panose="020B0604020202020204" pitchFamily="34" charset="-128"/>
                <a:ea typeface="Arial Unicode MS" panose="020B0604020202020204" pitchFamily="34" charset="-128"/>
                <a:cs typeface="Arial Unicode MS" panose="020B0604020202020204" pitchFamily="34" charset="-128"/>
                <a:sym typeface="Wingdings" panose="05000000000000000000" pitchFamily="2" charset="2"/>
              </a:rPr>
              <a:t> </a:t>
            </a:r>
            <a:r>
              <a:rPr lang="en-US" sz="2200" dirty="0">
                <a:latin typeface="Arial Unicode MS" panose="020B0604020202020204" pitchFamily="34" charset="-128"/>
                <a:ea typeface="Arial Unicode MS" panose="020B0604020202020204" pitchFamily="34" charset="-128"/>
                <a:cs typeface="Arial Unicode MS" panose="020B0604020202020204" pitchFamily="34" charset="-128"/>
              </a:rPr>
              <a:t>A graphical display of project activities</a:t>
            </a:r>
          </a:p>
          <a:p>
            <a:pPr algn="just"/>
            <a:r>
              <a:rPr lang="en-US" sz="2200" b="1" dirty="0">
                <a:solidFill>
                  <a:srgbClr val="FFFF00"/>
                </a:solidFill>
                <a:effectLst>
                  <a:outerShdw blurRad="38100" dist="38100" dir="2700000" algn="tl">
                    <a:srgbClr val="000000">
                      <a:alpha val="43137"/>
                    </a:srgbClr>
                  </a:outerShdw>
                </a:effectLst>
                <a:latin typeface="Arial Unicode MS" panose="020B0604020202020204" pitchFamily="34" charset="-128"/>
                <a:ea typeface="Arial Unicode MS" panose="020B0604020202020204" pitchFamily="34" charset="-128"/>
                <a:cs typeface="Arial Unicode MS" panose="020B0604020202020204" pitchFamily="34" charset="-128"/>
                <a:sym typeface="Wingdings" panose="05000000000000000000" pitchFamily="2" charset="2"/>
              </a:rPr>
              <a:t> </a:t>
            </a:r>
            <a:r>
              <a:rPr lang="en-US" sz="2200" dirty="0">
                <a:latin typeface="Arial Unicode MS" panose="020B0604020202020204" pitchFamily="34" charset="-128"/>
                <a:ea typeface="Arial Unicode MS" panose="020B0604020202020204" pitchFamily="34" charset="-128"/>
                <a:cs typeface="Arial Unicode MS" panose="020B0604020202020204" pitchFamily="34" charset="-128"/>
              </a:rPr>
              <a:t>An estimate of how long the project will take</a:t>
            </a:r>
          </a:p>
          <a:p>
            <a:pPr algn="just"/>
            <a:r>
              <a:rPr lang="en-US" sz="2200" b="1" dirty="0">
                <a:solidFill>
                  <a:srgbClr val="FFFF00"/>
                </a:solidFill>
                <a:effectLst>
                  <a:outerShdw blurRad="38100" dist="38100" dir="2700000" algn="tl">
                    <a:srgbClr val="000000">
                      <a:alpha val="43137"/>
                    </a:srgbClr>
                  </a:outerShdw>
                </a:effectLst>
                <a:latin typeface="Arial Unicode MS" panose="020B0604020202020204" pitchFamily="34" charset="-128"/>
                <a:ea typeface="Arial Unicode MS" panose="020B0604020202020204" pitchFamily="34" charset="-128"/>
                <a:cs typeface="Arial Unicode MS" panose="020B0604020202020204" pitchFamily="34" charset="-128"/>
                <a:sym typeface="Wingdings" panose="05000000000000000000" pitchFamily="2" charset="2"/>
              </a:rPr>
              <a:t> </a:t>
            </a:r>
            <a:r>
              <a:rPr lang="en-US" sz="2200" dirty="0">
                <a:latin typeface="Arial Unicode MS" panose="020B0604020202020204" pitchFamily="34" charset="-128"/>
                <a:ea typeface="Arial Unicode MS" panose="020B0604020202020204" pitchFamily="34" charset="-128"/>
                <a:cs typeface="Arial Unicode MS" panose="020B0604020202020204" pitchFamily="34" charset="-128"/>
              </a:rPr>
              <a:t>An indication of which activities are the most critical to timely project completion</a:t>
            </a:r>
          </a:p>
          <a:p>
            <a:pPr algn="just"/>
            <a:r>
              <a:rPr lang="en-US" sz="2200" b="1" dirty="0">
                <a:solidFill>
                  <a:srgbClr val="FFFF00"/>
                </a:solidFill>
                <a:effectLst>
                  <a:outerShdw blurRad="38100" dist="38100" dir="2700000" algn="tl">
                    <a:srgbClr val="000000">
                      <a:alpha val="43137"/>
                    </a:srgbClr>
                  </a:outerShdw>
                </a:effectLst>
                <a:latin typeface="Arial Unicode MS" panose="020B0604020202020204" pitchFamily="34" charset="-128"/>
                <a:ea typeface="Arial Unicode MS" panose="020B0604020202020204" pitchFamily="34" charset="-128"/>
                <a:cs typeface="Arial Unicode MS" panose="020B0604020202020204" pitchFamily="34" charset="-128"/>
                <a:sym typeface="Wingdings" panose="05000000000000000000" pitchFamily="2" charset="2"/>
              </a:rPr>
              <a:t> </a:t>
            </a:r>
            <a:r>
              <a:rPr lang="en-US" sz="2200" dirty="0">
                <a:latin typeface="Arial Unicode MS" panose="020B0604020202020204" pitchFamily="34" charset="-128"/>
                <a:ea typeface="Arial Unicode MS" panose="020B0604020202020204" pitchFamily="34" charset="-128"/>
                <a:cs typeface="Arial Unicode MS" panose="020B0604020202020204" pitchFamily="34" charset="-128"/>
              </a:rPr>
              <a:t>An indication of how long any activity can be delayed without delaying the project</a:t>
            </a:r>
            <a:endParaRPr lang="en-GB" sz="2200" dirty="0">
              <a:latin typeface="Arial Unicode MS" panose="020B0604020202020204" pitchFamily="34" charset="-128"/>
              <a:ea typeface="Arial Unicode MS" panose="020B0604020202020204" pitchFamily="34" charset="-128"/>
              <a:cs typeface="Arial Unicode MS" panose="020B0604020202020204" pitchFamily="34" charset="-128"/>
            </a:endParaRPr>
          </a:p>
        </p:txBody>
      </p:sp>
    </p:spTree>
    <p:extLst>
      <p:ext uri="{BB962C8B-B14F-4D97-AF65-F5344CB8AC3E}">
        <p14:creationId xmlns:p14="http://schemas.microsoft.com/office/powerpoint/2010/main" val="193149567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316A5661-2CFE-478C-BAC3-729F393F3C4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BC1DA2B-FE6F-1C6E-BFA0-9B15DC40309D}"/>
              </a:ext>
            </a:extLst>
          </p:cNvPr>
          <p:cNvSpPr>
            <a:spLocks noGrp="1"/>
          </p:cNvSpPr>
          <p:nvPr>
            <p:ph type="title"/>
          </p:nvPr>
        </p:nvSpPr>
        <p:spPr>
          <a:xfrm>
            <a:off x="2139081" y="92738"/>
            <a:ext cx="9514055" cy="1267138"/>
          </a:xfrm>
        </p:spPr>
        <p:txBody>
          <a:bodyPr anchor="ctr">
            <a:normAutofit/>
          </a:bodyPr>
          <a:lstStyle/>
          <a:p>
            <a:r>
              <a:rPr lang="en-US" sz="4000" dirty="0">
                <a:solidFill>
                  <a:schemeClr val="accent6">
                    <a:lumMod val="40000"/>
                    <a:lumOff val="60000"/>
                  </a:schemeClr>
                </a:solidFill>
                <a:latin typeface="Arial Rounded MT Bold" panose="020F0704030504030204" pitchFamily="34" charset="0"/>
              </a:rPr>
              <a:t>Project management tools</a:t>
            </a:r>
          </a:p>
        </p:txBody>
      </p:sp>
      <p:grpSp>
        <p:nvGrpSpPr>
          <p:cNvPr id="10" name="Group 9">
            <a:extLst>
              <a:ext uri="{FF2B5EF4-FFF2-40B4-BE49-F238E27FC236}">
                <a16:creationId xmlns:a16="http://schemas.microsoft.com/office/drawing/2014/main" id="{FB7BE8CD-E348-464A-82CC-7EF7AA82842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999771" y="649304"/>
            <a:ext cx="913428" cy="1315264"/>
            <a:chOff x="999771" y="649304"/>
            <a:chExt cx="913428" cy="1315264"/>
          </a:xfrm>
        </p:grpSpPr>
        <p:grpSp>
          <p:nvGrpSpPr>
            <p:cNvPr id="11" name="Group 10">
              <a:extLst>
                <a:ext uri="{FF2B5EF4-FFF2-40B4-BE49-F238E27FC236}">
                  <a16:creationId xmlns:a16="http://schemas.microsoft.com/office/drawing/2014/main" id="{B8CC82D2-4C4A-4C67-8483-5199F97B37A7}"/>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999771" y="932104"/>
              <a:ext cx="913428" cy="1032464"/>
              <a:chOff x="999771" y="932104"/>
              <a:chExt cx="913428" cy="1032464"/>
            </a:xfrm>
          </p:grpSpPr>
          <p:grpSp>
            <p:nvGrpSpPr>
              <p:cNvPr id="15" name="Group 14">
                <a:extLst>
                  <a:ext uri="{FF2B5EF4-FFF2-40B4-BE49-F238E27FC236}">
                    <a16:creationId xmlns:a16="http://schemas.microsoft.com/office/drawing/2014/main" id="{70D2391D-AA33-4F5E-BD96-B42D93DED226}"/>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rot="8100000" flipV="1">
                <a:off x="1047457" y="1290386"/>
                <a:ext cx="865742" cy="628383"/>
                <a:chOff x="558167" y="958515"/>
                <a:chExt cx="865742" cy="628383"/>
              </a:xfrm>
              <a:solidFill>
                <a:schemeClr val="accent3"/>
              </a:solidFill>
            </p:grpSpPr>
            <p:sp>
              <p:nvSpPr>
                <p:cNvPr id="22" name="Freeform: Shape 21">
                  <a:extLst>
                    <a:ext uri="{FF2B5EF4-FFF2-40B4-BE49-F238E27FC236}">
                      <a16:creationId xmlns:a16="http://schemas.microsoft.com/office/drawing/2014/main" id="{BE166DCE-539D-4C74-9C9D-AC000BA2F8A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8100000" flipH="1">
                  <a:off x="558167" y="1122160"/>
                  <a:ext cx="464738" cy="464738"/>
                </a:xfrm>
                <a:custGeom>
                  <a:avLst/>
                  <a:gdLst>
                    <a:gd name="connsiteX0" fmla="*/ 446142 w 464738"/>
                    <a:gd name="connsiteY0" fmla="*/ 464738 h 464738"/>
                    <a:gd name="connsiteX1" fmla="*/ 130673 w 464738"/>
                    <a:gd name="connsiteY1" fmla="*/ 334066 h 464738"/>
                    <a:gd name="connsiteX2" fmla="*/ 0 w 464738"/>
                    <a:gd name="connsiteY2" fmla="*/ 18596 h 464738"/>
                    <a:gd name="connsiteX3" fmla="*/ 836 w 464738"/>
                    <a:gd name="connsiteY3" fmla="*/ 1089 h 464738"/>
                    <a:gd name="connsiteX4" fmla="*/ 606 w 464738"/>
                    <a:gd name="connsiteY4" fmla="*/ 859 h 464738"/>
                    <a:gd name="connsiteX5" fmla="*/ 848 w 464738"/>
                    <a:gd name="connsiteY5" fmla="*/ 848 h 464738"/>
                    <a:gd name="connsiteX6" fmla="*/ 859 w 464738"/>
                    <a:gd name="connsiteY6" fmla="*/ 606 h 464738"/>
                    <a:gd name="connsiteX7" fmla="*/ 1089 w 464738"/>
                    <a:gd name="connsiteY7" fmla="*/ 836 h 464738"/>
                    <a:gd name="connsiteX8" fmla="*/ 18596 w 464738"/>
                    <a:gd name="connsiteY8" fmla="*/ 0 h 464738"/>
                    <a:gd name="connsiteX9" fmla="*/ 334066 w 464738"/>
                    <a:gd name="connsiteY9" fmla="*/ 130672 h 464738"/>
                    <a:gd name="connsiteX10" fmla="*/ 464738 w 464738"/>
                    <a:gd name="connsiteY10" fmla="*/ 446142 h 464738"/>
                    <a:gd name="connsiteX11" fmla="*/ 463902 w 464738"/>
                    <a:gd name="connsiteY11" fmla="*/ 463650 h 464738"/>
                    <a:gd name="connsiteX12" fmla="*/ 464132 w 464738"/>
                    <a:gd name="connsiteY12" fmla="*/ 463880 h 464738"/>
                    <a:gd name="connsiteX13" fmla="*/ 463891 w 464738"/>
                    <a:gd name="connsiteY13" fmla="*/ 463892 h 464738"/>
                    <a:gd name="connsiteX14" fmla="*/ 463879 w 464738"/>
                    <a:gd name="connsiteY14" fmla="*/ 464132 h 464738"/>
                    <a:gd name="connsiteX15" fmla="*/ 463650 w 464738"/>
                    <a:gd name="connsiteY15" fmla="*/ 463903 h 4647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64738" h="464738">
                      <a:moveTo>
                        <a:pt x="446142" y="464738"/>
                      </a:moveTo>
                      <a:cubicBezTo>
                        <a:pt x="331965" y="464738"/>
                        <a:pt x="217787" y="421181"/>
                        <a:pt x="130673" y="334066"/>
                      </a:cubicBezTo>
                      <a:cubicBezTo>
                        <a:pt x="43558" y="246952"/>
                        <a:pt x="1" y="132774"/>
                        <a:pt x="0" y="18596"/>
                      </a:cubicBezTo>
                      <a:lnTo>
                        <a:pt x="836" y="1089"/>
                      </a:lnTo>
                      <a:lnTo>
                        <a:pt x="606" y="859"/>
                      </a:lnTo>
                      <a:lnTo>
                        <a:pt x="848" y="848"/>
                      </a:lnTo>
                      <a:lnTo>
                        <a:pt x="859" y="606"/>
                      </a:lnTo>
                      <a:lnTo>
                        <a:pt x="1089" y="836"/>
                      </a:lnTo>
                      <a:lnTo>
                        <a:pt x="18596" y="0"/>
                      </a:lnTo>
                      <a:cubicBezTo>
                        <a:pt x="132774" y="0"/>
                        <a:pt x="246951" y="43557"/>
                        <a:pt x="334066" y="130672"/>
                      </a:cubicBezTo>
                      <a:cubicBezTo>
                        <a:pt x="421181" y="217787"/>
                        <a:pt x="464738" y="331964"/>
                        <a:pt x="464738" y="446142"/>
                      </a:cubicBezTo>
                      <a:lnTo>
                        <a:pt x="463902" y="463650"/>
                      </a:lnTo>
                      <a:lnTo>
                        <a:pt x="464132" y="463880"/>
                      </a:lnTo>
                      <a:lnTo>
                        <a:pt x="463891" y="463892"/>
                      </a:lnTo>
                      <a:lnTo>
                        <a:pt x="463879" y="464132"/>
                      </a:lnTo>
                      <a:lnTo>
                        <a:pt x="463650" y="463903"/>
                      </a:lnTo>
                      <a:close/>
                    </a:path>
                  </a:pathLst>
                </a:custGeom>
                <a:solidFill>
                  <a:schemeClr val="accent4">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3" name="Freeform: Shape 22">
                  <a:extLst>
                    <a:ext uri="{FF2B5EF4-FFF2-40B4-BE49-F238E27FC236}">
                      <a16:creationId xmlns:a16="http://schemas.microsoft.com/office/drawing/2014/main" id="{DCC6BEB5-DA1F-4F9E-BA5D-8F892A0FB8F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flipH="1">
                  <a:off x="959170" y="958515"/>
                  <a:ext cx="464739" cy="464739"/>
                </a:xfrm>
                <a:custGeom>
                  <a:avLst/>
                  <a:gdLst>
                    <a:gd name="connsiteX0" fmla="*/ 464132 w 464739"/>
                    <a:gd name="connsiteY0" fmla="*/ 463881 h 464739"/>
                    <a:gd name="connsiteX1" fmla="*/ 463891 w 464739"/>
                    <a:gd name="connsiteY1" fmla="*/ 463892 h 464739"/>
                    <a:gd name="connsiteX2" fmla="*/ 463880 w 464739"/>
                    <a:gd name="connsiteY2" fmla="*/ 464132 h 464739"/>
                    <a:gd name="connsiteX3" fmla="*/ 463651 w 464739"/>
                    <a:gd name="connsiteY3" fmla="*/ 463904 h 464739"/>
                    <a:gd name="connsiteX4" fmla="*/ 446142 w 464739"/>
                    <a:gd name="connsiteY4" fmla="*/ 464739 h 464739"/>
                    <a:gd name="connsiteX5" fmla="*/ 130673 w 464739"/>
                    <a:gd name="connsiteY5" fmla="*/ 334067 h 464739"/>
                    <a:gd name="connsiteX6" fmla="*/ 0 w 464739"/>
                    <a:gd name="connsiteY6" fmla="*/ 18597 h 464739"/>
                    <a:gd name="connsiteX7" fmla="*/ 836 w 464739"/>
                    <a:gd name="connsiteY7" fmla="*/ 1089 h 464739"/>
                    <a:gd name="connsiteX8" fmla="*/ 607 w 464739"/>
                    <a:gd name="connsiteY8" fmla="*/ 859 h 464739"/>
                    <a:gd name="connsiteX9" fmla="*/ 848 w 464739"/>
                    <a:gd name="connsiteY9" fmla="*/ 848 h 464739"/>
                    <a:gd name="connsiteX10" fmla="*/ 859 w 464739"/>
                    <a:gd name="connsiteY10" fmla="*/ 607 h 464739"/>
                    <a:gd name="connsiteX11" fmla="*/ 1089 w 464739"/>
                    <a:gd name="connsiteY11" fmla="*/ 836 h 464739"/>
                    <a:gd name="connsiteX12" fmla="*/ 18597 w 464739"/>
                    <a:gd name="connsiteY12" fmla="*/ 0 h 464739"/>
                    <a:gd name="connsiteX13" fmla="*/ 334067 w 464739"/>
                    <a:gd name="connsiteY13" fmla="*/ 130672 h 464739"/>
                    <a:gd name="connsiteX14" fmla="*/ 464739 w 464739"/>
                    <a:gd name="connsiteY14" fmla="*/ 446142 h 464739"/>
                    <a:gd name="connsiteX15" fmla="*/ 463903 w 464739"/>
                    <a:gd name="connsiteY15" fmla="*/ 463652 h 464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64739" h="464739">
                      <a:moveTo>
                        <a:pt x="464132" y="463881"/>
                      </a:moveTo>
                      <a:lnTo>
                        <a:pt x="463891" y="463892"/>
                      </a:lnTo>
                      <a:lnTo>
                        <a:pt x="463880" y="464132"/>
                      </a:lnTo>
                      <a:lnTo>
                        <a:pt x="463651" y="463904"/>
                      </a:lnTo>
                      <a:lnTo>
                        <a:pt x="446142" y="464739"/>
                      </a:lnTo>
                      <a:cubicBezTo>
                        <a:pt x="331965" y="464739"/>
                        <a:pt x="217787" y="421182"/>
                        <a:pt x="130673" y="334067"/>
                      </a:cubicBezTo>
                      <a:cubicBezTo>
                        <a:pt x="43558" y="246953"/>
                        <a:pt x="1" y="132775"/>
                        <a:pt x="0" y="18597"/>
                      </a:cubicBezTo>
                      <a:lnTo>
                        <a:pt x="836" y="1089"/>
                      </a:lnTo>
                      <a:lnTo>
                        <a:pt x="607" y="859"/>
                      </a:lnTo>
                      <a:lnTo>
                        <a:pt x="848" y="848"/>
                      </a:lnTo>
                      <a:lnTo>
                        <a:pt x="859" y="607"/>
                      </a:lnTo>
                      <a:lnTo>
                        <a:pt x="1089" y="836"/>
                      </a:lnTo>
                      <a:lnTo>
                        <a:pt x="18597" y="0"/>
                      </a:lnTo>
                      <a:cubicBezTo>
                        <a:pt x="132775" y="0"/>
                        <a:pt x="246952" y="43557"/>
                        <a:pt x="334067" y="130672"/>
                      </a:cubicBezTo>
                      <a:cubicBezTo>
                        <a:pt x="421182" y="217787"/>
                        <a:pt x="464739" y="331964"/>
                        <a:pt x="464739" y="446142"/>
                      </a:cubicBezTo>
                      <a:lnTo>
                        <a:pt x="463903" y="463652"/>
                      </a:lnTo>
                      <a:close/>
                    </a:path>
                  </a:pathLst>
                </a:custGeom>
                <a:solidFill>
                  <a:schemeClr val="accent4">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grpSp>
          <p:grpSp>
            <p:nvGrpSpPr>
              <p:cNvPr id="16" name="Group 15">
                <a:extLst>
                  <a:ext uri="{FF2B5EF4-FFF2-40B4-BE49-F238E27FC236}">
                    <a16:creationId xmlns:a16="http://schemas.microsoft.com/office/drawing/2014/main" id="{C0300EB9-093C-4C32-A212-821D7AC082B4}"/>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rot="10800000" flipH="1" flipV="1">
                <a:off x="999771" y="932104"/>
                <a:ext cx="864005" cy="1032464"/>
                <a:chOff x="2207971" y="2384401"/>
                <a:chExt cx="864005" cy="1032464"/>
              </a:xfrm>
            </p:grpSpPr>
            <p:sp>
              <p:nvSpPr>
                <p:cNvPr id="17" name="Freeform: Shape 16">
                  <a:extLst>
                    <a:ext uri="{FF2B5EF4-FFF2-40B4-BE49-F238E27FC236}">
                      <a16:creationId xmlns:a16="http://schemas.microsoft.com/office/drawing/2014/main" id="{AFC97B3C-CF0E-4C93-AA39-7A677A12C50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3500000">
                  <a:off x="2207971" y="2856305"/>
                  <a:ext cx="464739" cy="464739"/>
                </a:xfrm>
                <a:custGeom>
                  <a:avLst/>
                  <a:gdLst>
                    <a:gd name="connsiteX0" fmla="*/ 464132 w 464739"/>
                    <a:gd name="connsiteY0" fmla="*/ 463881 h 464739"/>
                    <a:gd name="connsiteX1" fmla="*/ 463891 w 464739"/>
                    <a:gd name="connsiteY1" fmla="*/ 463892 h 464739"/>
                    <a:gd name="connsiteX2" fmla="*/ 463880 w 464739"/>
                    <a:gd name="connsiteY2" fmla="*/ 464132 h 464739"/>
                    <a:gd name="connsiteX3" fmla="*/ 463651 w 464739"/>
                    <a:gd name="connsiteY3" fmla="*/ 463904 h 464739"/>
                    <a:gd name="connsiteX4" fmla="*/ 446142 w 464739"/>
                    <a:gd name="connsiteY4" fmla="*/ 464739 h 464739"/>
                    <a:gd name="connsiteX5" fmla="*/ 130673 w 464739"/>
                    <a:gd name="connsiteY5" fmla="*/ 334067 h 464739"/>
                    <a:gd name="connsiteX6" fmla="*/ 0 w 464739"/>
                    <a:gd name="connsiteY6" fmla="*/ 18597 h 464739"/>
                    <a:gd name="connsiteX7" fmla="*/ 836 w 464739"/>
                    <a:gd name="connsiteY7" fmla="*/ 1089 h 464739"/>
                    <a:gd name="connsiteX8" fmla="*/ 607 w 464739"/>
                    <a:gd name="connsiteY8" fmla="*/ 859 h 464739"/>
                    <a:gd name="connsiteX9" fmla="*/ 848 w 464739"/>
                    <a:gd name="connsiteY9" fmla="*/ 848 h 464739"/>
                    <a:gd name="connsiteX10" fmla="*/ 859 w 464739"/>
                    <a:gd name="connsiteY10" fmla="*/ 607 h 464739"/>
                    <a:gd name="connsiteX11" fmla="*/ 1089 w 464739"/>
                    <a:gd name="connsiteY11" fmla="*/ 836 h 464739"/>
                    <a:gd name="connsiteX12" fmla="*/ 18597 w 464739"/>
                    <a:gd name="connsiteY12" fmla="*/ 0 h 464739"/>
                    <a:gd name="connsiteX13" fmla="*/ 334067 w 464739"/>
                    <a:gd name="connsiteY13" fmla="*/ 130672 h 464739"/>
                    <a:gd name="connsiteX14" fmla="*/ 464739 w 464739"/>
                    <a:gd name="connsiteY14" fmla="*/ 446142 h 464739"/>
                    <a:gd name="connsiteX15" fmla="*/ 463903 w 464739"/>
                    <a:gd name="connsiteY15" fmla="*/ 463652 h 464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64739" h="464739">
                      <a:moveTo>
                        <a:pt x="464132" y="463881"/>
                      </a:moveTo>
                      <a:lnTo>
                        <a:pt x="463891" y="463892"/>
                      </a:lnTo>
                      <a:lnTo>
                        <a:pt x="463880" y="464132"/>
                      </a:lnTo>
                      <a:lnTo>
                        <a:pt x="463651" y="463904"/>
                      </a:lnTo>
                      <a:lnTo>
                        <a:pt x="446142" y="464739"/>
                      </a:lnTo>
                      <a:cubicBezTo>
                        <a:pt x="331965" y="464739"/>
                        <a:pt x="217787" y="421182"/>
                        <a:pt x="130673" y="334067"/>
                      </a:cubicBezTo>
                      <a:cubicBezTo>
                        <a:pt x="43558" y="246953"/>
                        <a:pt x="1" y="132775"/>
                        <a:pt x="0" y="18597"/>
                      </a:cubicBezTo>
                      <a:lnTo>
                        <a:pt x="836" y="1089"/>
                      </a:lnTo>
                      <a:lnTo>
                        <a:pt x="607" y="859"/>
                      </a:lnTo>
                      <a:lnTo>
                        <a:pt x="848" y="848"/>
                      </a:lnTo>
                      <a:lnTo>
                        <a:pt x="859" y="607"/>
                      </a:lnTo>
                      <a:lnTo>
                        <a:pt x="1089" y="836"/>
                      </a:lnTo>
                      <a:lnTo>
                        <a:pt x="18597" y="0"/>
                      </a:lnTo>
                      <a:cubicBezTo>
                        <a:pt x="132775" y="0"/>
                        <a:pt x="246952" y="43557"/>
                        <a:pt x="334067" y="130672"/>
                      </a:cubicBezTo>
                      <a:cubicBezTo>
                        <a:pt x="421182" y="217787"/>
                        <a:pt x="464739" y="331964"/>
                        <a:pt x="464739" y="446142"/>
                      </a:cubicBezTo>
                      <a:lnTo>
                        <a:pt x="463903" y="463652"/>
                      </a:lnTo>
                      <a:close/>
                    </a:path>
                  </a:pathLst>
                </a:cu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8" name="Freeform: Shape 17">
                  <a:extLst>
                    <a:ext uri="{FF2B5EF4-FFF2-40B4-BE49-F238E27FC236}">
                      <a16:creationId xmlns:a16="http://schemas.microsoft.com/office/drawing/2014/main" id="{0943F14E-6185-4A31-8318-2088A05F5C9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2607238" y="2688467"/>
                  <a:ext cx="464738" cy="464738"/>
                </a:xfrm>
                <a:custGeom>
                  <a:avLst/>
                  <a:gdLst>
                    <a:gd name="connsiteX0" fmla="*/ 446142 w 464738"/>
                    <a:gd name="connsiteY0" fmla="*/ 464738 h 464738"/>
                    <a:gd name="connsiteX1" fmla="*/ 130673 w 464738"/>
                    <a:gd name="connsiteY1" fmla="*/ 334066 h 464738"/>
                    <a:gd name="connsiteX2" fmla="*/ 0 w 464738"/>
                    <a:gd name="connsiteY2" fmla="*/ 18596 h 464738"/>
                    <a:gd name="connsiteX3" fmla="*/ 836 w 464738"/>
                    <a:gd name="connsiteY3" fmla="*/ 1089 h 464738"/>
                    <a:gd name="connsiteX4" fmla="*/ 606 w 464738"/>
                    <a:gd name="connsiteY4" fmla="*/ 859 h 464738"/>
                    <a:gd name="connsiteX5" fmla="*/ 848 w 464738"/>
                    <a:gd name="connsiteY5" fmla="*/ 848 h 464738"/>
                    <a:gd name="connsiteX6" fmla="*/ 859 w 464738"/>
                    <a:gd name="connsiteY6" fmla="*/ 606 h 464738"/>
                    <a:gd name="connsiteX7" fmla="*/ 1089 w 464738"/>
                    <a:gd name="connsiteY7" fmla="*/ 836 h 464738"/>
                    <a:gd name="connsiteX8" fmla="*/ 18596 w 464738"/>
                    <a:gd name="connsiteY8" fmla="*/ 0 h 464738"/>
                    <a:gd name="connsiteX9" fmla="*/ 334066 w 464738"/>
                    <a:gd name="connsiteY9" fmla="*/ 130672 h 464738"/>
                    <a:gd name="connsiteX10" fmla="*/ 464738 w 464738"/>
                    <a:gd name="connsiteY10" fmla="*/ 446142 h 464738"/>
                    <a:gd name="connsiteX11" fmla="*/ 463902 w 464738"/>
                    <a:gd name="connsiteY11" fmla="*/ 463650 h 464738"/>
                    <a:gd name="connsiteX12" fmla="*/ 464132 w 464738"/>
                    <a:gd name="connsiteY12" fmla="*/ 463880 h 464738"/>
                    <a:gd name="connsiteX13" fmla="*/ 463891 w 464738"/>
                    <a:gd name="connsiteY13" fmla="*/ 463892 h 464738"/>
                    <a:gd name="connsiteX14" fmla="*/ 463879 w 464738"/>
                    <a:gd name="connsiteY14" fmla="*/ 464132 h 464738"/>
                    <a:gd name="connsiteX15" fmla="*/ 463650 w 464738"/>
                    <a:gd name="connsiteY15" fmla="*/ 463903 h 4647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64738" h="464738">
                      <a:moveTo>
                        <a:pt x="446142" y="464738"/>
                      </a:moveTo>
                      <a:cubicBezTo>
                        <a:pt x="331965" y="464738"/>
                        <a:pt x="217787" y="421181"/>
                        <a:pt x="130673" y="334066"/>
                      </a:cubicBezTo>
                      <a:cubicBezTo>
                        <a:pt x="43558" y="246952"/>
                        <a:pt x="1" y="132774"/>
                        <a:pt x="0" y="18596"/>
                      </a:cubicBezTo>
                      <a:lnTo>
                        <a:pt x="836" y="1089"/>
                      </a:lnTo>
                      <a:lnTo>
                        <a:pt x="606" y="859"/>
                      </a:lnTo>
                      <a:lnTo>
                        <a:pt x="848" y="848"/>
                      </a:lnTo>
                      <a:lnTo>
                        <a:pt x="859" y="606"/>
                      </a:lnTo>
                      <a:lnTo>
                        <a:pt x="1089" y="836"/>
                      </a:lnTo>
                      <a:lnTo>
                        <a:pt x="18596" y="0"/>
                      </a:lnTo>
                      <a:cubicBezTo>
                        <a:pt x="132774" y="0"/>
                        <a:pt x="246951" y="43557"/>
                        <a:pt x="334066" y="130672"/>
                      </a:cubicBezTo>
                      <a:cubicBezTo>
                        <a:pt x="421181" y="217787"/>
                        <a:pt x="464738" y="331964"/>
                        <a:pt x="464738" y="446142"/>
                      </a:cubicBezTo>
                      <a:lnTo>
                        <a:pt x="463902" y="463650"/>
                      </a:lnTo>
                      <a:lnTo>
                        <a:pt x="464132" y="463880"/>
                      </a:lnTo>
                      <a:lnTo>
                        <a:pt x="463891" y="463892"/>
                      </a:lnTo>
                      <a:lnTo>
                        <a:pt x="463879" y="464132"/>
                      </a:lnTo>
                      <a:lnTo>
                        <a:pt x="463650" y="463903"/>
                      </a:lnTo>
                      <a:close/>
                    </a:path>
                  </a:pathLst>
                </a:cu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nvGrpSpPr>
                <p:cNvPr id="19" name="Group 18">
                  <a:extLst>
                    <a:ext uri="{FF2B5EF4-FFF2-40B4-BE49-F238E27FC236}">
                      <a16:creationId xmlns:a16="http://schemas.microsoft.com/office/drawing/2014/main" id="{F3B56658-371E-446B-B30D-D4EA2A88A973}"/>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2440769" y="2384401"/>
                  <a:ext cx="313009" cy="1032464"/>
                  <a:chOff x="2440769" y="2384401"/>
                  <a:chExt cx="313009" cy="1032464"/>
                </a:xfrm>
              </p:grpSpPr>
              <p:cxnSp>
                <p:nvCxnSpPr>
                  <p:cNvPr id="20" name="Straight Connector 19">
                    <a:extLst>
                      <a:ext uri="{FF2B5EF4-FFF2-40B4-BE49-F238E27FC236}">
                        <a16:creationId xmlns:a16="http://schemas.microsoft.com/office/drawing/2014/main" id="{068979FB-2943-4091-A490-D9F8695DF0D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rot="10800000" flipH="1">
                    <a:off x="2440769" y="2516865"/>
                    <a:ext cx="0" cy="900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B378C39C-3FC0-4521-8336-33A86391920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rot="8100000" flipH="1">
                    <a:off x="2753778" y="2384401"/>
                    <a:ext cx="0" cy="900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grpSp>
        <p:grpSp>
          <p:nvGrpSpPr>
            <p:cNvPr id="12" name="Group 11">
              <a:extLst>
                <a:ext uri="{FF2B5EF4-FFF2-40B4-BE49-F238E27FC236}">
                  <a16:creationId xmlns:a16="http://schemas.microsoft.com/office/drawing/2014/main" id="{72C6951D-2EAF-4333-B8A8-F473DC3BDF44}"/>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1437136" y="649304"/>
              <a:ext cx="388541" cy="388541"/>
              <a:chOff x="5752675" y="5440856"/>
              <a:chExt cx="388541" cy="388541"/>
            </a:xfrm>
          </p:grpSpPr>
          <p:sp>
            <p:nvSpPr>
              <p:cNvPr id="13" name="Oval 12">
                <a:extLst>
                  <a:ext uri="{FF2B5EF4-FFF2-40B4-BE49-F238E27FC236}">
                    <a16:creationId xmlns:a16="http://schemas.microsoft.com/office/drawing/2014/main" id="{63E77698-5758-433A-9DF3-3BE43B6FBDA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5800801" y="5488982"/>
                <a:ext cx="340415" cy="340415"/>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4" name="Oval 13">
                <a:extLst>
                  <a:ext uri="{FF2B5EF4-FFF2-40B4-BE49-F238E27FC236}">
                    <a16:creationId xmlns:a16="http://schemas.microsoft.com/office/drawing/2014/main" id="{FF47FF7F-75A9-438D-8BA7-428BF76974C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52675" y="5440856"/>
                <a:ext cx="340415" cy="340415"/>
              </a:xfrm>
              <a:prstGeom prst="ellipse">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grpSp>
      <p:sp>
        <p:nvSpPr>
          <p:cNvPr id="3" name="TextBox 2">
            <a:extLst>
              <a:ext uri="{FF2B5EF4-FFF2-40B4-BE49-F238E27FC236}">
                <a16:creationId xmlns:a16="http://schemas.microsoft.com/office/drawing/2014/main" id="{E1B3EC78-AF07-8A37-B218-94DF35BE2087}"/>
              </a:ext>
            </a:extLst>
          </p:cNvPr>
          <p:cNvSpPr txBox="1"/>
          <p:nvPr/>
        </p:nvSpPr>
        <p:spPr>
          <a:xfrm>
            <a:off x="9486900" y="5443538"/>
            <a:ext cx="184731" cy="369332"/>
          </a:xfrm>
          <a:prstGeom prst="rect">
            <a:avLst/>
          </a:prstGeom>
          <a:noFill/>
        </p:spPr>
        <p:txBody>
          <a:bodyPr wrap="none" rtlCol="0">
            <a:spAutoFit/>
          </a:bodyPr>
          <a:lstStyle/>
          <a:p>
            <a:endParaRPr lang="en-BD" dirty="0"/>
          </a:p>
        </p:txBody>
      </p:sp>
      <p:sp>
        <p:nvSpPr>
          <p:cNvPr id="25" name="TextBox 24">
            <a:extLst>
              <a:ext uri="{FF2B5EF4-FFF2-40B4-BE49-F238E27FC236}">
                <a16:creationId xmlns:a16="http://schemas.microsoft.com/office/drawing/2014/main" id="{D856AD59-8AD1-B85F-4827-7B31CC175126}"/>
              </a:ext>
            </a:extLst>
          </p:cNvPr>
          <p:cNvSpPr txBox="1"/>
          <p:nvPr/>
        </p:nvSpPr>
        <p:spPr>
          <a:xfrm>
            <a:off x="2187635" y="1319164"/>
            <a:ext cx="6096000" cy="523220"/>
          </a:xfrm>
          <a:prstGeom prst="rect">
            <a:avLst/>
          </a:prstGeom>
          <a:noFill/>
        </p:spPr>
        <p:txBody>
          <a:bodyPr wrap="square">
            <a:spAutoFit/>
          </a:bodyPr>
          <a:lstStyle/>
          <a:p>
            <a:r>
              <a:rPr lang="en-US" sz="2800" dirty="0">
                <a:solidFill>
                  <a:srgbClr val="FFFF00"/>
                </a:solidFill>
                <a:latin typeface="Arial Rounded MT Bold" panose="020F0704030504030204" pitchFamily="34" charset="0"/>
              </a:rPr>
              <a:t>Critical Path Analysis </a:t>
            </a:r>
          </a:p>
        </p:txBody>
      </p:sp>
      <p:sp>
        <p:nvSpPr>
          <p:cNvPr id="26" name="Content Placeholder 2">
            <a:extLst>
              <a:ext uri="{FF2B5EF4-FFF2-40B4-BE49-F238E27FC236}">
                <a16:creationId xmlns:a16="http://schemas.microsoft.com/office/drawing/2014/main" id="{26C8F8CD-7BA4-5FC9-5C34-BAFA23E49E2E}"/>
              </a:ext>
            </a:extLst>
          </p:cNvPr>
          <p:cNvSpPr>
            <a:spLocks noGrp="1"/>
          </p:cNvSpPr>
          <p:nvPr>
            <p:ph idx="1"/>
          </p:nvPr>
        </p:nvSpPr>
        <p:spPr>
          <a:xfrm>
            <a:off x="1280695" y="2264271"/>
            <a:ext cx="10190479" cy="3811642"/>
          </a:xfrm>
        </p:spPr>
        <p:txBody>
          <a:bodyPr>
            <a:normAutofit/>
          </a:bodyPr>
          <a:lstStyle/>
          <a:p>
            <a:pPr marL="0" lvl="1" indent="-457200" algn="just">
              <a:lnSpc>
                <a:spcPct val="100000"/>
              </a:lnSpc>
              <a:spcBef>
                <a:spcPts val="0"/>
              </a:spcBef>
              <a:buFontTx/>
              <a:buNone/>
            </a:pPr>
            <a:r>
              <a:rPr lang="en-MY" altLang="en-US" sz="2600" b="1" dirty="0">
                <a:latin typeface="Arial Nova Light" panose="020B0304020202020204" pitchFamily="34" charset="0"/>
              </a:rPr>
              <a:t>	- Also called </a:t>
            </a:r>
            <a:r>
              <a:rPr lang="en-MY" altLang="en-US" sz="2800" b="1" dirty="0">
                <a:solidFill>
                  <a:srgbClr val="CCFFCC">
                    <a:alpha val="70000"/>
                  </a:srgbClr>
                </a:solidFill>
                <a:effectLst>
                  <a:outerShdw blurRad="38100" dist="38100" dir="2700000" algn="tl">
                    <a:srgbClr val="000000">
                      <a:alpha val="43137"/>
                    </a:srgbClr>
                  </a:outerShdw>
                </a:effectLst>
                <a:latin typeface="Arial Nova Light" panose="020B0304020202020204" pitchFamily="34" charset="0"/>
              </a:rPr>
              <a:t>critical path method </a:t>
            </a:r>
            <a:r>
              <a:rPr lang="en-MY" altLang="en-US" sz="2600" b="1" dirty="0">
                <a:latin typeface="Arial Nova Light" panose="020B0304020202020204" pitchFamily="34" charset="0"/>
              </a:rPr>
              <a:t>- is a network </a:t>
            </a:r>
            <a:r>
              <a:rPr lang="en-MY" altLang="en-US" sz="2600" b="1" dirty="0">
                <a:solidFill>
                  <a:srgbClr val="80EFFF">
                    <a:alpha val="70000"/>
                  </a:srgbClr>
                </a:solidFill>
                <a:effectLst>
                  <a:outerShdw blurRad="38100" dist="38100" dir="2700000" algn="tl">
                    <a:srgbClr val="000000">
                      <a:alpha val="43137"/>
                    </a:srgbClr>
                  </a:outerShdw>
                </a:effectLst>
                <a:latin typeface="Arial Nova Light" panose="020B0304020202020204" pitchFamily="34" charset="0"/>
              </a:rPr>
              <a:t>diagramming technique</a:t>
            </a:r>
            <a:r>
              <a:rPr lang="en-MY" altLang="en-US" sz="2600" b="1" dirty="0">
                <a:latin typeface="Arial Nova Light" panose="020B0304020202020204" pitchFamily="34" charset="0"/>
              </a:rPr>
              <a:t> used to predict total project duration. </a:t>
            </a:r>
          </a:p>
          <a:p>
            <a:pPr marL="0" indent="-457200" algn="just">
              <a:lnSpc>
                <a:spcPct val="100000"/>
              </a:lnSpc>
              <a:spcBef>
                <a:spcPts val="0"/>
              </a:spcBef>
              <a:buFontTx/>
              <a:buNone/>
            </a:pPr>
            <a:endParaRPr lang="en-MY" altLang="en-US" sz="1200" b="1" dirty="0">
              <a:latin typeface="Arial Nova Light" panose="020B0304020202020204" pitchFamily="34" charset="0"/>
            </a:endParaRPr>
          </a:p>
          <a:p>
            <a:pPr marL="0" indent="-457200" algn="just">
              <a:lnSpc>
                <a:spcPct val="100000"/>
              </a:lnSpc>
              <a:spcBef>
                <a:spcPts val="0"/>
              </a:spcBef>
              <a:buFontTx/>
              <a:buNone/>
            </a:pPr>
            <a:r>
              <a:rPr lang="en-MY" altLang="en-US" sz="2600" b="1" dirty="0">
                <a:latin typeface="Arial Nova Light" panose="020B0304020202020204" pitchFamily="34" charset="0"/>
              </a:rPr>
              <a:t>	- </a:t>
            </a:r>
            <a:r>
              <a:rPr lang="en-MY" altLang="en-US" sz="2600" b="1" dirty="0">
                <a:solidFill>
                  <a:srgbClr val="FEFF80">
                    <a:alpha val="70000"/>
                  </a:srgbClr>
                </a:solidFill>
                <a:latin typeface="Arial Nova Light" panose="020B0304020202020204" pitchFamily="34" charset="0"/>
              </a:rPr>
              <a:t>A critical path is the series of activities that determine the earliest time by which the project can be completed</a:t>
            </a:r>
            <a:r>
              <a:rPr lang="en-MY" altLang="en-US" sz="2600" b="1" dirty="0">
                <a:latin typeface="Arial Nova Light" panose="020B0304020202020204" pitchFamily="34" charset="0"/>
              </a:rPr>
              <a:t>.</a:t>
            </a:r>
          </a:p>
          <a:p>
            <a:pPr marL="0" indent="-457200" algn="just">
              <a:lnSpc>
                <a:spcPct val="100000"/>
              </a:lnSpc>
              <a:spcBef>
                <a:spcPts val="0"/>
              </a:spcBef>
              <a:buFontTx/>
              <a:buNone/>
            </a:pPr>
            <a:endParaRPr lang="en-MY" altLang="en-US" sz="1200" b="1" dirty="0">
              <a:latin typeface="Arial Nova Light" panose="020B0304020202020204" pitchFamily="34" charset="0"/>
            </a:endParaRPr>
          </a:p>
          <a:p>
            <a:pPr marL="0" indent="-457200" algn="just">
              <a:lnSpc>
                <a:spcPct val="100000"/>
              </a:lnSpc>
              <a:spcBef>
                <a:spcPts val="0"/>
              </a:spcBef>
              <a:buFontTx/>
              <a:buNone/>
            </a:pPr>
            <a:r>
              <a:rPr lang="en-MY" altLang="en-US" sz="2600" b="1" dirty="0">
                <a:latin typeface="Arial Nova Light" panose="020B0304020202020204" pitchFamily="34" charset="0"/>
              </a:rPr>
              <a:t>	-</a:t>
            </a:r>
            <a:r>
              <a:rPr lang="en-US" altLang="en-US" sz="2600" b="1" dirty="0">
                <a:latin typeface="Arial Nova Light" panose="020B0304020202020204" pitchFamily="34" charset="0"/>
              </a:rPr>
              <a:t> </a:t>
            </a:r>
            <a:r>
              <a:rPr lang="en-MY" altLang="en-US" sz="2600" b="1" dirty="0">
                <a:latin typeface="Arial Nova Light" panose="020B0304020202020204" pitchFamily="34" charset="0"/>
              </a:rPr>
              <a:t>The longest path or the path containing the critical tasks is what is driving the completion date for the project.</a:t>
            </a:r>
            <a:endParaRPr lang="en-US" altLang="en-US" sz="2600" b="1" dirty="0">
              <a:latin typeface="Arial Nova Light" panose="020B0304020202020204" pitchFamily="34" charset="0"/>
            </a:endParaRPr>
          </a:p>
        </p:txBody>
      </p:sp>
    </p:spTree>
    <p:extLst>
      <p:ext uri="{BB962C8B-B14F-4D97-AF65-F5344CB8AC3E}">
        <p14:creationId xmlns:p14="http://schemas.microsoft.com/office/powerpoint/2010/main" val="31396356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6">
                                            <p:txEl>
                                              <p:pRg st="0" end="0"/>
                                            </p:txEl>
                                          </p:spTgt>
                                        </p:tgtEl>
                                        <p:attrNameLst>
                                          <p:attrName>style.visibility</p:attrName>
                                        </p:attrNameLst>
                                      </p:cBhvr>
                                      <p:to>
                                        <p:strVal val="visible"/>
                                      </p:to>
                                    </p:set>
                                    <p:animEffect transition="in" filter="fade">
                                      <p:cBhvr>
                                        <p:cTn id="7" dur="1000"/>
                                        <p:tgtEl>
                                          <p:spTgt spid="2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6">
                                            <p:txEl>
                                              <p:pRg st="2" end="2"/>
                                            </p:txEl>
                                          </p:spTgt>
                                        </p:tgtEl>
                                        <p:attrNameLst>
                                          <p:attrName>style.visibility</p:attrName>
                                        </p:attrNameLst>
                                      </p:cBhvr>
                                      <p:to>
                                        <p:strVal val="visible"/>
                                      </p:to>
                                    </p:set>
                                    <p:animEffect transition="in" filter="fade">
                                      <p:cBhvr>
                                        <p:cTn id="12" dur="1000"/>
                                        <p:tgtEl>
                                          <p:spTgt spid="26">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26">
                                            <p:txEl>
                                              <p:pRg st="4" end="4"/>
                                            </p:txEl>
                                          </p:spTgt>
                                        </p:tgtEl>
                                        <p:attrNameLst>
                                          <p:attrName>style.visibility</p:attrName>
                                        </p:attrNameLst>
                                      </p:cBhvr>
                                      <p:to>
                                        <p:strVal val="visible"/>
                                      </p:to>
                                    </p:set>
                                    <p:animEffect transition="in" filter="fade">
                                      <p:cBhvr>
                                        <p:cTn id="17" dur="1000"/>
                                        <p:tgtEl>
                                          <p:spTgt spid="26">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build="p"/>
    </p:bldLst>
  </p:timing>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316A5661-2CFE-478C-BAC3-729F393F3C4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BC1DA2B-FE6F-1C6E-BFA0-9B15DC40309D}"/>
              </a:ext>
            </a:extLst>
          </p:cNvPr>
          <p:cNvSpPr>
            <a:spLocks noGrp="1"/>
          </p:cNvSpPr>
          <p:nvPr>
            <p:ph type="title"/>
          </p:nvPr>
        </p:nvSpPr>
        <p:spPr>
          <a:xfrm>
            <a:off x="2139081" y="92738"/>
            <a:ext cx="9514055" cy="1267138"/>
          </a:xfrm>
        </p:spPr>
        <p:txBody>
          <a:bodyPr anchor="ctr">
            <a:normAutofit/>
          </a:bodyPr>
          <a:lstStyle/>
          <a:p>
            <a:r>
              <a:rPr lang="en-US" sz="4000" dirty="0">
                <a:solidFill>
                  <a:schemeClr val="accent6">
                    <a:lumMod val="40000"/>
                    <a:lumOff val="60000"/>
                  </a:schemeClr>
                </a:solidFill>
                <a:latin typeface="Arial Rounded MT Bold" panose="020F0704030504030204" pitchFamily="34" charset="0"/>
              </a:rPr>
              <a:t>Project management tools</a:t>
            </a:r>
          </a:p>
        </p:txBody>
      </p:sp>
      <p:grpSp>
        <p:nvGrpSpPr>
          <p:cNvPr id="10" name="Group 9">
            <a:extLst>
              <a:ext uri="{FF2B5EF4-FFF2-40B4-BE49-F238E27FC236}">
                <a16:creationId xmlns:a16="http://schemas.microsoft.com/office/drawing/2014/main" id="{FB7BE8CD-E348-464A-82CC-7EF7AA82842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999771" y="649304"/>
            <a:ext cx="913428" cy="1315264"/>
            <a:chOff x="999771" y="649304"/>
            <a:chExt cx="913428" cy="1315264"/>
          </a:xfrm>
        </p:grpSpPr>
        <p:grpSp>
          <p:nvGrpSpPr>
            <p:cNvPr id="11" name="Group 10">
              <a:extLst>
                <a:ext uri="{FF2B5EF4-FFF2-40B4-BE49-F238E27FC236}">
                  <a16:creationId xmlns:a16="http://schemas.microsoft.com/office/drawing/2014/main" id="{B8CC82D2-4C4A-4C67-8483-5199F97B37A7}"/>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999771" y="932104"/>
              <a:ext cx="913428" cy="1032464"/>
              <a:chOff x="999771" y="932104"/>
              <a:chExt cx="913428" cy="1032464"/>
            </a:xfrm>
          </p:grpSpPr>
          <p:grpSp>
            <p:nvGrpSpPr>
              <p:cNvPr id="15" name="Group 14">
                <a:extLst>
                  <a:ext uri="{FF2B5EF4-FFF2-40B4-BE49-F238E27FC236}">
                    <a16:creationId xmlns:a16="http://schemas.microsoft.com/office/drawing/2014/main" id="{70D2391D-AA33-4F5E-BD96-B42D93DED226}"/>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rot="8100000" flipV="1">
                <a:off x="1047457" y="1290386"/>
                <a:ext cx="865742" cy="628383"/>
                <a:chOff x="558167" y="958515"/>
                <a:chExt cx="865742" cy="628383"/>
              </a:xfrm>
              <a:solidFill>
                <a:schemeClr val="accent3"/>
              </a:solidFill>
            </p:grpSpPr>
            <p:sp>
              <p:nvSpPr>
                <p:cNvPr id="22" name="Freeform: Shape 21">
                  <a:extLst>
                    <a:ext uri="{FF2B5EF4-FFF2-40B4-BE49-F238E27FC236}">
                      <a16:creationId xmlns:a16="http://schemas.microsoft.com/office/drawing/2014/main" id="{BE166DCE-539D-4C74-9C9D-AC000BA2F8A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8100000" flipH="1">
                  <a:off x="558167" y="1122160"/>
                  <a:ext cx="464738" cy="464738"/>
                </a:xfrm>
                <a:custGeom>
                  <a:avLst/>
                  <a:gdLst>
                    <a:gd name="connsiteX0" fmla="*/ 446142 w 464738"/>
                    <a:gd name="connsiteY0" fmla="*/ 464738 h 464738"/>
                    <a:gd name="connsiteX1" fmla="*/ 130673 w 464738"/>
                    <a:gd name="connsiteY1" fmla="*/ 334066 h 464738"/>
                    <a:gd name="connsiteX2" fmla="*/ 0 w 464738"/>
                    <a:gd name="connsiteY2" fmla="*/ 18596 h 464738"/>
                    <a:gd name="connsiteX3" fmla="*/ 836 w 464738"/>
                    <a:gd name="connsiteY3" fmla="*/ 1089 h 464738"/>
                    <a:gd name="connsiteX4" fmla="*/ 606 w 464738"/>
                    <a:gd name="connsiteY4" fmla="*/ 859 h 464738"/>
                    <a:gd name="connsiteX5" fmla="*/ 848 w 464738"/>
                    <a:gd name="connsiteY5" fmla="*/ 848 h 464738"/>
                    <a:gd name="connsiteX6" fmla="*/ 859 w 464738"/>
                    <a:gd name="connsiteY6" fmla="*/ 606 h 464738"/>
                    <a:gd name="connsiteX7" fmla="*/ 1089 w 464738"/>
                    <a:gd name="connsiteY7" fmla="*/ 836 h 464738"/>
                    <a:gd name="connsiteX8" fmla="*/ 18596 w 464738"/>
                    <a:gd name="connsiteY8" fmla="*/ 0 h 464738"/>
                    <a:gd name="connsiteX9" fmla="*/ 334066 w 464738"/>
                    <a:gd name="connsiteY9" fmla="*/ 130672 h 464738"/>
                    <a:gd name="connsiteX10" fmla="*/ 464738 w 464738"/>
                    <a:gd name="connsiteY10" fmla="*/ 446142 h 464738"/>
                    <a:gd name="connsiteX11" fmla="*/ 463902 w 464738"/>
                    <a:gd name="connsiteY11" fmla="*/ 463650 h 464738"/>
                    <a:gd name="connsiteX12" fmla="*/ 464132 w 464738"/>
                    <a:gd name="connsiteY12" fmla="*/ 463880 h 464738"/>
                    <a:gd name="connsiteX13" fmla="*/ 463891 w 464738"/>
                    <a:gd name="connsiteY13" fmla="*/ 463892 h 464738"/>
                    <a:gd name="connsiteX14" fmla="*/ 463879 w 464738"/>
                    <a:gd name="connsiteY14" fmla="*/ 464132 h 464738"/>
                    <a:gd name="connsiteX15" fmla="*/ 463650 w 464738"/>
                    <a:gd name="connsiteY15" fmla="*/ 463903 h 4647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64738" h="464738">
                      <a:moveTo>
                        <a:pt x="446142" y="464738"/>
                      </a:moveTo>
                      <a:cubicBezTo>
                        <a:pt x="331965" y="464738"/>
                        <a:pt x="217787" y="421181"/>
                        <a:pt x="130673" y="334066"/>
                      </a:cubicBezTo>
                      <a:cubicBezTo>
                        <a:pt x="43558" y="246952"/>
                        <a:pt x="1" y="132774"/>
                        <a:pt x="0" y="18596"/>
                      </a:cubicBezTo>
                      <a:lnTo>
                        <a:pt x="836" y="1089"/>
                      </a:lnTo>
                      <a:lnTo>
                        <a:pt x="606" y="859"/>
                      </a:lnTo>
                      <a:lnTo>
                        <a:pt x="848" y="848"/>
                      </a:lnTo>
                      <a:lnTo>
                        <a:pt x="859" y="606"/>
                      </a:lnTo>
                      <a:lnTo>
                        <a:pt x="1089" y="836"/>
                      </a:lnTo>
                      <a:lnTo>
                        <a:pt x="18596" y="0"/>
                      </a:lnTo>
                      <a:cubicBezTo>
                        <a:pt x="132774" y="0"/>
                        <a:pt x="246951" y="43557"/>
                        <a:pt x="334066" y="130672"/>
                      </a:cubicBezTo>
                      <a:cubicBezTo>
                        <a:pt x="421181" y="217787"/>
                        <a:pt x="464738" y="331964"/>
                        <a:pt x="464738" y="446142"/>
                      </a:cubicBezTo>
                      <a:lnTo>
                        <a:pt x="463902" y="463650"/>
                      </a:lnTo>
                      <a:lnTo>
                        <a:pt x="464132" y="463880"/>
                      </a:lnTo>
                      <a:lnTo>
                        <a:pt x="463891" y="463892"/>
                      </a:lnTo>
                      <a:lnTo>
                        <a:pt x="463879" y="464132"/>
                      </a:lnTo>
                      <a:lnTo>
                        <a:pt x="463650" y="463903"/>
                      </a:lnTo>
                      <a:close/>
                    </a:path>
                  </a:pathLst>
                </a:custGeom>
                <a:solidFill>
                  <a:schemeClr val="accent4">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3" name="Freeform: Shape 22">
                  <a:extLst>
                    <a:ext uri="{FF2B5EF4-FFF2-40B4-BE49-F238E27FC236}">
                      <a16:creationId xmlns:a16="http://schemas.microsoft.com/office/drawing/2014/main" id="{DCC6BEB5-DA1F-4F9E-BA5D-8F892A0FB8F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flipH="1">
                  <a:off x="959170" y="958515"/>
                  <a:ext cx="464739" cy="464739"/>
                </a:xfrm>
                <a:custGeom>
                  <a:avLst/>
                  <a:gdLst>
                    <a:gd name="connsiteX0" fmla="*/ 464132 w 464739"/>
                    <a:gd name="connsiteY0" fmla="*/ 463881 h 464739"/>
                    <a:gd name="connsiteX1" fmla="*/ 463891 w 464739"/>
                    <a:gd name="connsiteY1" fmla="*/ 463892 h 464739"/>
                    <a:gd name="connsiteX2" fmla="*/ 463880 w 464739"/>
                    <a:gd name="connsiteY2" fmla="*/ 464132 h 464739"/>
                    <a:gd name="connsiteX3" fmla="*/ 463651 w 464739"/>
                    <a:gd name="connsiteY3" fmla="*/ 463904 h 464739"/>
                    <a:gd name="connsiteX4" fmla="*/ 446142 w 464739"/>
                    <a:gd name="connsiteY4" fmla="*/ 464739 h 464739"/>
                    <a:gd name="connsiteX5" fmla="*/ 130673 w 464739"/>
                    <a:gd name="connsiteY5" fmla="*/ 334067 h 464739"/>
                    <a:gd name="connsiteX6" fmla="*/ 0 w 464739"/>
                    <a:gd name="connsiteY6" fmla="*/ 18597 h 464739"/>
                    <a:gd name="connsiteX7" fmla="*/ 836 w 464739"/>
                    <a:gd name="connsiteY7" fmla="*/ 1089 h 464739"/>
                    <a:gd name="connsiteX8" fmla="*/ 607 w 464739"/>
                    <a:gd name="connsiteY8" fmla="*/ 859 h 464739"/>
                    <a:gd name="connsiteX9" fmla="*/ 848 w 464739"/>
                    <a:gd name="connsiteY9" fmla="*/ 848 h 464739"/>
                    <a:gd name="connsiteX10" fmla="*/ 859 w 464739"/>
                    <a:gd name="connsiteY10" fmla="*/ 607 h 464739"/>
                    <a:gd name="connsiteX11" fmla="*/ 1089 w 464739"/>
                    <a:gd name="connsiteY11" fmla="*/ 836 h 464739"/>
                    <a:gd name="connsiteX12" fmla="*/ 18597 w 464739"/>
                    <a:gd name="connsiteY12" fmla="*/ 0 h 464739"/>
                    <a:gd name="connsiteX13" fmla="*/ 334067 w 464739"/>
                    <a:gd name="connsiteY13" fmla="*/ 130672 h 464739"/>
                    <a:gd name="connsiteX14" fmla="*/ 464739 w 464739"/>
                    <a:gd name="connsiteY14" fmla="*/ 446142 h 464739"/>
                    <a:gd name="connsiteX15" fmla="*/ 463903 w 464739"/>
                    <a:gd name="connsiteY15" fmla="*/ 463652 h 464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64739" h="464739">
                      <a:moveTo>
                        <a:pt x="464132" y="463881"/>
                      </a:moveTo>
                      <a:lnTo>
                        <a:pt x="463891" y="463892"/>
                      </a:lnTo>
                      <a:lnTo>
                        <a:pt x="463880" y="464132"/>
                      </a:lnTo>
                      <a:lnTo>
                        <a:pt x="463651" y="463904"/>
                      </a:lnTo>
                      <a:lnTo>
                        <a:pt x="446142" y="464739"/>
                      </a:lnTo>
                      <a:cubicBezTo>
                        <a:pt x="331965" y="464739"/>
                        <a:pt x="217787" y="421182"/>
                        <a:pt x="130673" y="334067"/>
                      </a:cubicBezTo>
                      <a:cubicBezTo>
                        <a:pt x="43558" y="246953"/>
                        <a:pt x="1" y="132775"/>
                        <a:pt x="0" y="18597"/>
                      </a:cubicBezTo>
                      <a:lnTo>
                        <a:pt x="836" y="1089"/>
                      </a:lnTo>
                      <a:lnTo>
                        <a:pt x="607" y="859"/>
                      </a:lnTo>
                      <a:lnTo>
                        <a:pt x="848" y="848"/>
                      </a:lnTo>
                      <a:lnTo>
                        <a:pt x="859" y="607"/>
                      </a:lnTo>
                      <a:lnTo>
                        <a:pt x="1089" y="836"/>
                      </a:lnTo>
                      <a:lnTo>
                        <a:pt x="18597" y="0"/>
                      </a:lnTo>
                      <a:cubicBezTo>
                        <a:pt x="132775" y="0"/>
                        <a:pt x="246952" y="43557"/>
                        <a:pt x="334067" y="130672"/>
                      </a:cubicBezTo>
                      <a:cubicBezTo>
                        <a:pt x="421182" y="217787"/>
                        <a:pt x="464739" y="331964"/>
                        <a:pt x="464739" y="446142"/>
                      </a:cubicBezTo>
                      <a:lnTo>
                        <a:pt x="463903" y="463652"/>
                      </a:lnTo>
                      <a:close/>
                    </a:path>
                  </a:pathLst>
                </a:custGeom>
                <a:solidFill>
                  <a:schemeClr val="accent4">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grpSp>
          <p:grpSp>
            <p:nvGrpSpPr>
              <p:cNvPr id="16" name="Group 15">
                <a:extLst>
                  <a:ext uri="{FF2B5EF4-FFF2-40B4-BE49-F238E27FC236}">
                    <a16:creationId xmlns:a16="http://schemas.microsoft.com/office/drawing/2014/main" id="{C0300EB9-093C-4C32-A212-821D7AC082B4}"/>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rot="10800000" flipH="1" flipV="1">
                <a:off x="999771" y="932104"/>
                <a:ext cx="864005" cy="1032464"/>
                <a:chOff x="2207971" y="2384401"/>
                <a:chExt cx="864005" cy="1032464"/>
              </a:xfrm>
            </p:grpSpPr>
            <p:sp>
              <p:nvSpPr>
                <p:cNvPr id="17" name="Freeform: Shape 16">
                  <a:extLst>
                    <a:ext uri="{FF2B5EF4-FFF2-40B4-BE49-F238E27FC236}">
                      <a16:creationId xmlns:a16="http://schemas.microsoft.com/office/drawing/2014/main" id="{AFC97B3C-CF0E-4C93-AA39-7A677A12C50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3500000">
                  <a:off x="2207971" y="2856305"/>
                  <a:ext cx="464739" cy="464739"/>
                </a:xfrm>
                <a:custGeom>
                  <a:avLst/>
                  <a:gdLst>
                    <a:gd name="connsiteX0" fmla="*/ 464132 w 464739"/>
                    <a:gd name="connsiteY0" fmla="*/ 463881 h 464739"/>
                    <a:gd name="connsiteX1" fmla="*/ 463891 w 464739"/>
                    <a:gd name="connsiteY1" fmla="*/ 463892 h 464739"/>
                    <a:gd name="connsiteX2" fmla="*/ 463880 w 464739"/>
                    <a:gd name="connsiteY2" fmla="*/ 464132 h 464739"/>
                    <a:gd name="connsiteX3" fmla="*/ 463651 w 464739"/>
                    <a:gd name="connsiteY3" fmla="*/ 463904 h 464739"/>
                    <a:gd name="connsiteX4" fmla="*/ 446142 w 464739"/>
                    <a:gd name="connsiteY4" fmla="*/ 464739 h 464739"/>
                    <a:gd name="connsiteX5" fmla="*/ 130673 w 464739"/>
                    <a:gd name="connsiteY5" fmla="*/ 334067 h 464739"/>
                    <a:gd name="connsiteX6" fmla="*/ 0 w 464739"/>
                    <a:gd name="connsiteY6" fmla="*/ 18597 h 464739"/>
                    <a:gd name="connsiteX7" fmla="*/ 836 w 464739"/>
                    <a:gd name="connsiteY7" fmla="*/ 1089 h 464739"/>
                    <a:gd name="connsiteX8" fmla="*/ 607 w 464739"/>
                    <a:gd name="connsiteY8" fmla="*/ 859 h 464739"/>
                    <a:gd name="connsiteX9" fmla="*/ 848 w 464739"/>
                    <a:gd name="connsiteY9" fmla="*/ 848 h 464739"/>
                    <a:gd name="connsiteX10" fmla="*/ 859 w 464739"/>
                    <a:gd name="connsiteY10" fmla="*/ 607 h 464739"/>
                    <a:gd name="connsiteX11" fmla="*/ 1089 w 464739"/>
                    <a:gd name="connsiteY11" fmla="*/ 836 h 464739"/>
                    <a:gd name="connsiteX12" fmla="*/ 18597 w 464739"/>
                    <a:gd name="connsiteY12" fmla="*/ 0 h 464739"/>
                    <a:gd name="connsiteX13" fmla="*/ 334067 w 464739"/>
                    <a:gd name="connsiteY13" fmla="*/ 130672 h 464739"/>
                    <a:gd name="connsiteX14" fmla="*/ 464739 w 464739"/>
                    <a:gd name="connsiteY14" fmla="*/ 446142 h 464739"/>
                    <a:gd name="connsiteX15" fmla="*/ 463903 w 464739"/>
                    <a:gd name="connsiteY15" fmla="*/ 463652 h 464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64739" h="464739">
                      <a:moveTo>
                        <a:pt x="464132" y="463881"/>
                      </a:moveTo>
                      <a:lnTo>
                        <a:pt x="463891" y="463892"/>
                      </a:lnTo>
                      <a:lnTo>
                        <a:pt x="463880" y="464132"/>
                      </a:lnTo>
                      <a:lnTo>
                        <a:pt x="463651" y="463904"/>
                      </a:lnTo>
                      <a:lnTo>
                        <a:pt x="446142" y="464739"/>
                      </a:lnTo>
                      <a:cubicBezTo>
                        <a:pt x="331965" y="464739"/>
                        <a:pt x="217787" y="421182"/>
                        <a:pt x="130673" y="334067"/>
                      </a:cubicBezTo>
                      <a:cubicBezTo>
                        <a:pt x="43558" y="246953"/>
                        <a:pt x="1" y="132775"/>
                        <a:pt x="0" y="18597"/>
                      </a:cubicBezTo>
                      <a:lnTo>
                        <a:pt x="836" y="1089"/>
                      </a:lnTo>
                      <a:lnTo>
                        <a:pt x="607" y="859"/>
                      </a:lnTo>
                      <a:lnTo>
                        <a:pt x="848" y="848"/>
                      </a:lnTo>
                      <a:lnTo>
                        <a:pt x="859" y="607"/>
                      </a:lnTo>
                      <a:lnTo>
                        <a:pt x="1089" y="836"/>
                      </a:lnTo>
                      <a:lnTo>
                        <a:pt x="18597" y="0"/>
                      </a:lnTo>
                      <a:cubicBezTo>
                        <a:pt x="132775" y="0"/>
                        <a:pt x="246952" y="43557"/>
                        <a:pt x="334067" y="130672"/>
                      </a:cubicBezTo>
                      <a:cubicBezTo>
                        <a:pt x="421182" y="217787"/>
                        <a:pt x="464739" y="331964"/>
                        <a:pt x="464739" y="446142"/>
                      </a:cubicBezTo>
                      <a:lnTo>
                        <a:pt x="463903" y="463652"/>
                      </a:lnTo>
                      <a:close/>
                    </a:path>
                  </a:pathLst>
                </a:cu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8" name="Freeform: Shape 17">
                  <a:extLst>
                    <a:ext uri="{FF2B5EF4-FFF2-40B4-BE49-F238E27FC236}">
                      <a16:creationId xmlns:a16="http://schemas.microsoft.com/office/drawing/2014/main" id="{0943F14E-6185-4A31-8318-2088A05F5C9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2607238" y="2688467"/>
                  <a:ext cx="464738" cy="464738"/>
                </a:xfrm>
                <a:custGeom>
                  <a:avLst/>
                  <a:gdLst>
                    <a:gd name="connsiteX0" fmla="*/ 446142 w 464738"/>
                    <a:gd name="connsiteY0" fmla="*/ 464738 h 464738"/>
                    <a:gd name="connsiteX1" fmla="*/ 130673 w 464738"/>
                    <a:gd name="connsiteY1" fmla="*/ 334066 h 464738"/>
                    <a:gd name="connsiteX2" fmla="*/ 0 w 464738"/>
                    <a:gd name="connsiteY2" fmla="*/ 18596 h 464738"/>
                    <a:gd name="connsiteX3" fmla="*/ 836 w 464738"/>
                    <a:gd name="connsiteY3" fmla="*/ 1089 h 464738"/>
                    <a:gd name="connsiteX4" fmla="*/ 606 w 464738"/>
                    <a:gd name="connsiteY4" fmla="*/ 859 h 464738"/>
                    <a:gd name="connsiteX5" fmla="*/ 848 w 464738"/>
                    <a:gd name="connsiteY5" fmla="*/ 848 h 464738"/>
                    <a:gd name="connsiteX6" fmla="*/ 859 w 464738"/>
                    <a:gd name="connsiteY6" fmla="*/ 606 h 464738"/>
                    <a:gd name="connsiteX7" fmla="*/ 1089 w 464738"/>
                    <a:gd name="connsiteY7" fmla="*/ 836 h 464738"/>
                    <a:gd name="connsiteX8" fmla="*/ 18596 w 464738"/>
                    <a:gd name="connsiteY8" fmla="*/ 0 h 464738"/>
                    <a:gd name="connsiteX9" fmla="*/ 334066 w 464738"/>
                    <a:gd name="connsiteY9" fmla="*/ 130672 h 464738"/>
                    <a:gd name="connsiteX10" fmla="*/ 464738 w 464738"/>
                    <a:gd name="connsiteY10" fmla="*/ 446142 h 464738"/>
                    <a:gd name="connsiteX11" fmla="*/ 463902 w 464738"/>
                    <a:gd name="connsiteY11" fmla="*/ 463650 h 464738"/>
                    <a:gd name="connsiteX12" fmla="*/ 464132 w 464738"/>
                    <a:gd name="connsiteY12" fmla="*/ 463880 h 464738"/>
                    <a:gd name="connsiteX13" fmla="*/ 463891 w 464738"/>
                    <a:gd name="connsiteY13" fmla="*/ 463892 h 464738"/>
                    <a:gd name="connsiteX14" fmla="*/ 463879 w 464738"/>
                    <a:gd name="connsiteY14" fmla="*/ 464132 h 464738"/>
                    <a:gd name="connsiteX15" fmla="*/ 463650 w 464738"/>
                    <a:gd name="connsiteY15" fmla="*/ 463903 h 4647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64738" h="464738">
                      <a:moveTo>
                        <a:pt x="446142" y="464738"/>
                      </a:moveTo>
                      <a:cubicBezTo>
                        <a:pt x="331965" y="464738"/>
                        <a:pt x="217787" y="421181"/>
                        <a:pt x="130673" y="334066"/>
                      </a:cubicBezTo>
                      <a:cubicBezTo>
                        <a:pt x="43558" y="246952"/>
                        <a:pt x="1" y="132774"/>
                        <a:pt x="0" y="18596"/>
                      </a:cubicBezTo>
                      <a:lnTo>
                        <a:pt x="836" y="1089"/>
                      </a:lnTo>
                      <a:lnTo>
                        <a:pt x="606" y="859"/>
                      </a:lnTo>
                      <a:lnTo>
                        <a:pt x="848" y="848"/>
                      </a:lnTo>
                      <a:lnTo>
                        <a:pt x="859" y="606"/>
                      </a:lnTo>
                      <a:lnTo>
                        <a:pt x="1089" y="836"/>
                      </a:lnTo>
                      <a:lnTo>
                        <a:pt x="18596" y="0"/>
                      </a:lnTo>
                      <a:cubicBezTo>
                        <a:pt x="132774" y="0"/>
                        <a:pt x="246951" y="43557"/>
                        <a:pt x="334066" y="130672"/>
                      </a:cubicBezTo>
                      <a:cubicBezTo>
                        <a:pt x="421181" y="217787"/>
                        <a:pt x="464738" y="331964"/>
                        <a:pt x="464738" y="446142"/>
                      </a:cubicBezTo>
                      <a:lnTo>
                        <a:pt x="463902" y="463650"/>
                      </a:lnTo>
                      <a:lnTo>
                        <a:pt x="464132" y="463880"/>
                      </a:lnTo>
                      <a:lnTo>
                        <a:pt x="463891" y="463892"/>
                      </a:lnTo>
                      <a:lnTo>
                        <a:pt x="463879" y="464132"/>
                      </a:lnTo>
                      <a:lnTo>
                        <a:pt x="463650" y="463903"/>
                      </a:lnTo>
                      <a:close/>
                    </a:path>
                  </a:pathLst>
                </a:cu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nvGrpSpPr>
                <p:cNvPr id="19" name="Group 18">
                  <a:extLst>
                    <a:ext uri="{FF2B5EF4-FFF2-40B4-BE49-F238E27FC236}">
                      <a16:creationId xmlns:a16="http://schemas.microsoft.com/office/drawing/2014/main" id="{F3B56658-371E-446B-B30D-D4EA2A88A973}"/>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2440769" y="2384401"/>
                  <a:ext cx="313009" cy="1032464"/>
                  <a:chOff x="2440769" y="2384401"/>
                  <a:chExt cx="313009" cy="1032464"/>
                </a:xfrm>
              </p:grpSpPr>
              <p:cxnSp>
                <p:nvCxnSpPr>
                  <p:cNvPr id="20" name="Straight Connector 19">
                    <a:extLst>
                      <a:ext uri="{FF2B5EF4-FFF2-40B4-BE49-F238E27FC236}">
                        <a16:creationId xmlns:a16="http://schemas.microsoft.com/office/drawing/2014/main" id="{068979FB-2943-4091-A490-D9F8695DF0D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rot="10800000" flipH="1">
                    <a:off x="2440769" y="2516865"/>
                    <a:ext cx="0" cy="900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B378C39C-3FC0-4521-8336-33A86391920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rot="8100000" flipH="1">
                    <a:off x="2753778" y="2384401"/>
                    <a:ext cx="0" cy="900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grpSp>
        <p:grpSp>
          <p:nvGrpSpPr>
            <p:cNvPr id="12" name="Group 11">
              <a:extLst>
                <a:ext uri="{FF2B5EF4-FFF2-40B4-BE49-F238E27FC236}">
                  <a16:creationId xmlns:a16="http://schemas.microsoft.com/office/drawing/2014/main" id="{72C6951D-2EAF-4333-B8A8-F473DC3BDF44}"/>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1437136" y="649304"/>
              <a:ext cx="388541" cy="388541"/>
              <a:chOff x="5752675" y="5440856"/>
              <a:chExt cx="388541" cy="388541"/>
            </a:xfrm>
          </p:grpSpPr>
          <p:sp>
            <p:nvSpPr>
              <p:cNvPr id="13" name="Oval 12">
                <a:extLst>
                  <a:ext uri="{FF2B5EF4-FFF2-40B4-BE49-F238E27FC236}">
                    <a16:creationId xmlns:a16="http://schemas.microsoft.com/office/drawing/2014/main" id="{63E77698-5758-433A-9DF3-3BE43B6FBDA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5800801" y="5488982"/>
                <a:ext cx="340415" cy="340415"/>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4" name="Oval 13">
                <a:extLst>
                  <a:ext uri="{FF2B5EF4-FFF2-40B4-BE49-F238E27FC236}">
                    <a16:creationId xmlns:a16="http://schemas.microsoft.com/office/drawing/2014/main" id="{FF47FF7F-75A9-438D-8BA7-428BF76974C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52675" y="5440856"/>
                <a:ext cx="340415" cy="340415"/>
              </a:xfrm>
              <a:prstGeom prst="ellipse">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grpSp>
      <p:sp>
        <p:nvSpPr>
          <p:cNvPr id="3" name="TextBox 2">
            <a:extLst>
              <a:ext uri="{FF2B5EF4-FFF2-40B4-BE49-F238E27FC236}">
                <a16:creationId xmlns:a16="http://schemas.microsoft.com/office/drawing/2014/main" id="{E1B3EC78-AF07-8A37-B218-94DF35BE2087}"/>
              </a:ext>
            </a:extLst>
          </p:cNvPr>
          <p:cNvSpPr txBox="1"/>
          <p:nvPr/>
        </p:nvSpPr>
        <p:spPr>
          <a:xfrm>
            <a:off x="9486900" y="5443538"/>
            <a:ext cx="184731" cy="369332"/>
          </a:xfrm>
          <a:prstGeom prst="rect">
            <a:avLst/>
          </a:prstGeom>
          <a:noFill/>
        </p:spPr>
        <p:txBody>
          <a:bodyPr wrap="none" rtlCol="0">
            <a:spAutoFit/>
          </a:bodyPr>
          <a:lstStyle/>
          <a:p>
            <a:endParaRPr lang="en-BD" dirty="0"/>
          </a:p>
        </p:txBody>
      </p:sp>
      <p:sp>
        <p:nvSpPr>
          <p:cNvPr id="25" name="TextBox 24">
            <a:extLst>
              <a:ext uri="{FF2B5EF4-FFF2-40B4-BE49-F238E27FC236}">
                <a16:creationId xmlns:a16="http://schemas.microsoft.com/office/drawing/2014/main" id="{D856AD59-8AD1-B85F-4827-7B31CC175126}"/>
              </a:ext>
            </a:extLst>
          </p:cNvPr>
          <p:cNvSpPr txBox="1"/>
          <p:nvPr/>
        </p:nvSpPr>
        <p:spPr>
          <a:xfrm>
            <a:off x="2187635" y="1319164"/>
            <a:ext cx="6096000" cy="523220"/>
          </a:xfrm>
          <a:prstGeom prst="rect">
            <a:avLst/>
          </a:prstGeom>
          <a:noFill/>
        </p:spPr>
        <p:txBody>
          <a:bodyPr wrap="square">
            <a:spAutoFit/>
          </a:bodyPr>
          <a:lstStyle/>
          <a:p>
            <a:r>
              <a:rPr lang="en-US" sz="2800" dirty="0">
                <a:solidFill>
                  <a:srgbClr val="FFFF00"/>
                </a:solidFill>
                <a:latin typeface="Arial Rounded MT Bold" panose="020F0704030504030204" pitchFamily="34" charset="0"/>
              </a:rPr>
              <a:t>Critical Path Analysis </a:t>
            </a:r>
          </a:p>
        </p:txBody>
      </p:sp>
      <p:sp>
        <p:nvSpPr>
          <p:cNvPr id="24" name="TextBox 23">
            <a:extLst>
              <a:ext uri="{FF2B5EF4-FFF2-40B4-BE49-F238E27FC236}">
                <a16:creationId xmlns:a16="http://schemas.microsoft.com/office/drawing/2014/main" id="{ED0EF6E8-BECD-2BFF-7110-98944BA81AA7}"/>
              </a:ext>
            </a:extLst>
          </p:cNvPr>
          <p:cNvSpPr txBox="1"/>
          <p:nvPr/>
        </p:nvSpPr>
        <p:spPr>
          <a:xfrm>
            <a:off x="952075" y="2239115"/>
            <a:ext cx="6096000" cy="523220"/>
          </a:xfrm>
          <a:prstGeom prst="rect">
            <a:avLst/>
          </a:prstGeom>
          <a:noFill/>
        </p:spPr>
        <p:txBody>
          <a:bodyPr wrap="square">
            <a:spAutoFit/>
          </a:bodyPr>
          <a:lstStyle/>
          <a:p>
            <a:r>
              <a:rPr lang="en-US" sz="2800" b="1" dirty="0">
                <a:solidFill>
                  <a:srgbClr val="99FFCC"/>
                </a:solidFill>
                <a:effectLst>
                  <a:outerShdw blurRad="38100" dist="38100" dir="2700000" algn="tl">
                    <a:srgbClr val="000000">
                      <a:alpha val="43137"/>
                    </a:srgbClr>
                  </a:outerShdw>
                </a:effectLst>
                <a:latin typeface="Arial Nova Light" panose="020B0304020202020204" pitchFamily="34" charset="0"/>
              </a:rPr>
              <a:t>The Network Diagram</a:t>
            </a:r>
          </a:p>
        </p:txBody>
      </p:sp>
      <p:sp>
        <p:nvSpPr>
          <p:cNvPr id="27" name="TextBox 26">
            <a:extLst>
              <a:ext uri="{FF2B5EF4-FFF2-40B4-BE49-F238E27FC236}">
                <a16:creationId xmlns:a16="http://schemas.microsoft.com/office/drawing/2014/main" id="{AFA0B641-22FB-1943-7EE3-31E0158F1A1C}"/>
              </a:ext>
            </a:extLst>
          </p:cNvPr>
          <p:cNvSpPr txBox="1"/>
          <p:nvPr/>
        </p:nvSpPr>
        <p:spPr>
          <a:xfrm>
            <a:off x="478971" y="2896356"/>
            <a:ext cx="11364686" cy="2554545"/>
          </a:xfrm>
          <a:prstGeom prst="rect">
            <a:avLst/>
          </a:prstGeom>
          <a:noFill/>
        </p:spPr>
        <p:txBody>
          <a:bodyPr wrap="square">
            <a:spAutoFit/>
          </a:bodyPr>
          <a:lstStyle/>
          <a:p>
            <a:pPr algn="just"/>
            <a:r>
              <a:rPr lang="en-US" sz="2400" dirty="0">
                <a:latin typeface="Arial Nova Light" panose="020B0304020202020204" pitchFamily="34" charset="0"/>
              </a:rPr>
              <a:t>One of the main features of PERT and related techniques is their use of a network (or precedence) diagram to depict major project activities and their sequential relationships.</a:t>
            </a:r>
          </a:p>
          <a:p>
            <a:pPr algn="just"/>
            <a:endParaRPr lang="en-US" sz="800" dirty="0">
              <a:latin typeface="Arial Nova Light" panose="020B0304020202020204" pitchFamily="34" charset="0"/>
            </a:endParaRPr>
          </a:p>
          <a:p>
            <a:pPr algn="just"/>
            <a:r>
              <a:rPr lang="en-US" sz="2400" dirty="0">
                <a:latin typeface="Arial Nova Light" panose="020B0304020202020204" pitchFamily="34" charset="0"/>
              </a:rPr>
              <a:t>There are two slightly different conventions for constructing these network diagrams. </a:t>
            </a:r>
          </a:p>
          <a:p>
            <a:pPr algn="just"/>
            <a:endParaRPr lang="en-US" sz="800" dirty="0">
              <a:latin typeface="Arial Nova Light" panose="020B0304020202020204" pitchFamily="34" charset="0"/>
            </a:endParaRPr>
          </a:p>
          <a:p>
            <a:pPr algn="just"/>
            <a:r>
              <a:rPr lang="en-US" sz="2400" dirty="0">
                <a:latin typeface="Arial Nova Light" panose="020B0304020202020204" pitchFamily="34" charset="0"/>
              </a:rPr>
              <a:t>Under one convention, the arrows designate activities; under the other convention, the nodes designate activities.</a:t>
            </a:r>
          </a:p>
        </p:txBody>
      </p:sp>
    </p:spTree>
    <p:extLst>
      <p:ext uri="{BB962C8B-B14F-4D97-AF65-F5344CB8AC3E}">
        <p14:creationId xmlns:p14="http://schemas.microsoft.com/office/powerpoint/2010/main" val="50460281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316A5661-2CFE-478C-BAC3-729F393F3C4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BC1DA2B-FE6F-1C6E-BFA0-9B15DC40309D}"/>
              </a:ext>
            </a:extLst>
          </p:cNvPr>
          <p:cNvSpPr>
            <a:spLocks noGrp="1"/>
          </p:cNvSpPr>
          <p:nvPr>
            <p:ph type="title"/>
          </p:nvPr>
        </p:nvSpPr>
        <p:spPr>
          <a:xfrm>
            <a:off x="2139081" y="92738"/>
            <a:ext cx="9514055" cy="1267138"/>
          </a:xfrm>
        </p:spPr>
        <p:txBody>
          <a:bodyPr anchor="ctr">
            <a:normAutofit/>
          </a:bodyPr>
          <a:lstStyle/>
          <a:p>
            <a:r>
              <a:rPr lang="en-US" sz="4000" dirty="0">
                <a:solidFill>
                  <a:schemeClr val="accent6">
                    <a:lumMod val="40000"/>
                    <a:lumOff val="60000"/>
                  </a:schemeClr>
                </a:solidFill>
                <a:latin typeface="Arial Rounded MT Bold" panose="020F0704030504030204" pitchFamily="34" charset="0"/>
              </a:rPr>
              <a:t>Project management tools</a:t>
            </a:r>
          </a:p>
        </p:txBody>
      </p:sp>
      <p:grpSp>
        <p:nvGrpSpPr>
          <p:cNvPr id="10" name="Group 9">
            <a:extLst>
              <a:ext uri="{FF2B5EF4-FFF2-40B4-BE49-F238E27FC236}">
                <a16:creationId xmlns:a16="http://schemas.microsoft.com/office/drawing/2014/main" id="{FB7BE8CD-E348-464A-82CC-7EF7AA82842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999771" y="649304"/>
            <a:ext cx="913428" cy="1315264"/>
            <a:chOff x="999771" y="649304"/>
            <a:chExt cx="913428" cy="1315264"/>
          </a:xfrm>
        </p:grpSpPr>
        <p:grpSp>
          <p:nvGrpSpPr>
            <p:cNvPr id="11" name="Group 10">
              <a:extLst>
                <a:ext uri="{FF2B5EF4-FFF2-40B4-BE49-F238E27FC236}">
                  <a16:creationId xmlns:a16="http://schemas.microsoft.com/office/drawing/2014/main" id="{B8CC82D2-4C4A-4C67-8483-5199F97B37A7}"/>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999771" y="932104"/>
              <a:ext cx="913428" cy="1032464"/>
              <a:chOff x="999771" y="932104"/>
              <a:chExt cx="913428" cy="1032464"/>
            </a:xfrm>
          </p:grpSpPr>
          <p:grpSp>
            <p:nvGrpSpPr>
              <p:cNvPr id="15" name="Group 14">
                <a:extLst>
                  <a:ext uri="{FF2B5EF4-FFF2-40B4-BE49-F238E27FC236}">
                    <a16:creationId xmlns:a16="http://schemas.microsoft.com/office/drawing/2014/main" id="{70D2391D-AA33-4F5E-BD96-B42D93DED226}"/>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rot="8100000" flipV="1">
                <a:off x="1047457" y="1290386"/>
                <a:ext cx="865742" cy="628383"/>
                <a:chOff x="558167" y="958515"/>
                <a:chExt cx="865742" cy="628383"/>
              </a:xfrm>
              <a:solidFill>
                <a:schemeClr val="accent3"/>
              </a:solidFill>
            </p:grpSpPr>
            <p:sp>
              <p:nvSpPr>
                <p:cNvPr id="22" name="Freeform: Shape 21">
                  <a:extLst>
                    <a:ext uri="{FF2B5EF4-FFF2-40B4-BE49-F238E27FC236}">
                      <a16:creationId xmlns:a16="http://schemas.microsoft.com/office/drawing/2014/main" id="{BE166DCE-539D-4C74-9C9D-AC000BA2F8A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8100000" flipH="1">
                  <a:off x="558167" y="1122160"/>
                  <a:ext cx="464738" cy="464738"/>
                </a:xfrm>
                <a:custGeom>
                  <a:avLst/>
                  <a:gdLst>
                    <a:gd name="connsiteX0" fmla="*/ 446142 w 464738"/>
                    <a:gd name="connsiteY0" fmla="*/ 464738 h 464738"/>
                    <a:gd name="connsiteX1" fmla="*/ 130673 w 464738"/>
                    <a:gd name="connsiteY1" fmla="*/ 334066 h 464738"/>
                    <a:gd name="connsiteX2" fmla="*/ 0 w 464738"/>
                    <a:gd name="connsiteY2" fmla="*/ 18596 h 464738"/>
                    <a:gd name="connsiteX3" fmla="*/ 836 w 464738"/>
                    <a:gd name="connsiteY3" fmla="*/ 1089 h 464738"/>
                    <a:gd name="connsiteX4" fmla="*/ 606 w 464738"/>
                    <a:gd name="connsiteY4" fmla="*/ 859 h 464738"/>
                    <a:gd name="connsiteX5" fmla="*/ 848 w 464738"/>
                    <a:gd name="connsiteY5" fmla="*/ 848 h 464738"/>
                    <a:gd name="connsiteX6" fmla="*/ 859 w 464738"/>
                    <a:gd name="connsiteY6" fmla="*/ 606 h 464738"/>
                    <a:gd name="connsiteX7" fmla="*/ 1089 w 464738"/>
                    <a:gd name="connsiteY7" fmla="*/ 836 h 464738"/>
                    <a:gd name="connsiteX8" fmla="*/ 18596 w 464738"/>
                    <a:gd name="connsiteY8" fmla="*/ 0 h 464738"/>
                    <a:gd name="connsiteX9" fmla="*/ 334066 w 464738"/>
                    <a:gd name="connsiteY9" fmla="*/ 130672 h 464738"/>
                    <a:gd name="connsiteX10" fmla="*/ 464738 w 464738"/>
                    <a:gd name="connsiteY10" fmla="*/ 446142 h 464738"/>
                    <a:gd name="connsiteX11" fmla="*/ 463902 w 464738"/>
                    <a:gd name="connsiteY11" fmla="*/ 463650 h 464738"/>
                    <a:gd name="connsiteX12" fmla="*/ 464132 w 464738"/>
                    <a:gd name="connsiteY12" fmla="*/ 463880 h 464738"/>
                    <a:gd name="connsiteX13" fmla="*/ 463891 w 464738"/>
                    <a:gd name="connsiteY13" fmla="*/ 463892 h 464738"/>
                    <a:gd name="connsiteX14" fmla="*/ 463879 w 464738"/>
                    <a:gd name="connsiteY14" fmla="*/ 464132 h 464738"/>
                    <a:gd name="connsiteX15" fmla="*/ 463650 w 464738"/>
                    <a:gd name="connsiteY15" fmla="*/ 463903 h 4647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64738" h="464738">
                      <a:moveTo>
                        <a:pt x="446142" y="464738"/>
                      </a:moveTo>
                      <a:cubicBezTo>
                        <a:pt x="331965" y="464738"/>
                        <a:pt x="217787" y="421181"/>
                        <a:pt x="130673" y="334066"/>
                      </a:cubicBezTo>
                      <a:cubicBezTo>
                        <a:pt x="43558" y="246952"/>
                        <a:pt x="1" y="132774"/>
                        <a:pt x="0" y="18596"/>
                      </a:cubicBezTo>
                      <a:lnTo>
                        <a:pt x="836" y="1089"/>
                      </a:lnTo>
                      <a:lnTo>
                        <a:pt x="606" y="859"/>
                      </a:lnTo>
                      <a:lnTo>
                        <a:pt x="848" y="848"/>
                      </a:lnTo>
                      <a:lnTo>
                        <a:pt x="859" y="606"/>
                      </a:lnTo>
                      <a:lnTo>
                        <a:pt x="1089" y="836"/>
                      </a:lnTo>
                      <a:lnTo>
                        <a:pt x="18596" y="0"/>
                      </a:lnTo>
                      <a:cubicBezTo>
                        <a:pt x="132774" y="0"/>
                        <a:pt x="246951" y="43557"/>
                        <a:pt x="334066" y="130672"/>
                      </a:cubicBezTo>
                      <a:cubicBezTo>
                        <a:pt x="421181" y="217787"/>
                        <a:pt x="464738" y="331964"/>
                        <a:pt x="464738" y="446142"/>
                      </a:cubicBezTo>
                      <a:lnTo>
                        <a:pt x="463902" y="463650"/>
                      </a:lnTo>
                      <a:lnTo>
                        <a:pt x="464132" y="463880"/>
                      </a:lnTo>
                      <a:lnTo>
                        <a:pt x="463891" y="463892"/>
                      </a:lnTo>
                      <a:lnTo>
                        <a:pt x="463879" y="464132"/>
                      </a:lnTo>
                      <a:lnTo>
                        <a:pt x="463650" y="463903"/>
                      </a:lnTo>
                      <a:close/>
                    </a:path>
                  </a:pathLst>
                </a:custGeom>
                <a:solidFill>
                  <a:schemeClr val="accent4">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3" name="Freeform: Shape 22">
                  <a:extLst>
                    <a:ext uri="{FF2B5EF4-FFF2-40B4-BE49-F238E27FC236}">
                      <a16:creationId xmlns:a16="http://schemas.microsoft.com/office/drawing/2014/main" id="{DCC6BEB5-DA1F-4F9E-BA5D-8F892A0FB8F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flipH="1">
                  <a:off x="959170" y="958515"/>
                  <a:ext cx="464739" cy="464739"/>
                </a:xfrm>
                <a:custGeom>
                  <a:avLst/>
                  <a:gdLst>
                    <a:gd name="connsiteX0" fmla="*/ 464132 w 464739"/>
                    <a:gd name="connsiteY0" fmla="*/ 463881 h 464739"/>
                    <a:gd name="connsiteX1" fmla="*/ 463891 w 464739"/>
                    <a:gd name="connsiteY1" fmla="*/ 463892 h 464739"/>
                    <a:gd name="connsiteX2" fmla="*/ 463880 w 464739"/>
                    <a:gd name="connsiteY2" fmla="*/ 464132 h 464739"/>
                    <a:gd name="connsiteX3" fmla="*/ 463651 w 464739"/>
                    <a:gd name="connsiteY3" fmla="*/ 463904 h 464739"/>
                    <a:gd name="connsiteX4" fmla="*/ 446142 w 464739"/>
                    <a:gd name="connsiteY4" fmla="*/ 464739 h 464739"/>
                    <a:gd name="connsiteX5" fmla="*/ 130673 w 464739"/>
                    <a:gd name="connsiteY5" fmla="*/ 334067 h 464739"/>
                    <a:gd name="connsiteX6" fmla="*/ 0 w 464739"/>
                    <a:gd name="connsiteY6" fmla="*/ 18597 h 464739"/>
                    <a:gd name="connsiteX7" fmla="*/ 836 w 464739"/>
                    <a:gd name="connsiteY7" fmla="*/ 1089 h 464739"/>
                    <a:gd name="connsiteX8" fmla="*/ 607 w 464739"/>
                    <a:gd name="connsiteY8" fmla="*/ 859 h 464739"/>
                    <a:gd name="connsiteX9" fmla="*/ 848 w 464739"/>
                    <a:gd name="connsiteY9" fmla="*/ 848 h 464739"/>
                    <a:gd name="connsiteX10" fmla="*/ 859 w 464739"/>
                    <a:gd name="connsiteY10" fmla="*/ 607 h 464739"/>
                    <a:gd name="connsiteX11" fmla="*/ 1089 w 464739"/>
                    <a:gd name="connsiteY11" fmla="*/ 836 h 464739"/>
                    <a:gd name="connsiteX12" fmla="*/ 18597 w 464739"/>
                    <a:gd name="connsiteY12" fmla="*/ 0 h 464739"/>
                    <a:gd name="connsiteX13" fmla="*/ 334067 w 464739"/>
                    <a:gd name="connsiteY13" fmla="*/ 130672 h 464739"/>
                    <a:gd name="connsiteX14" fmla="*/ 464739 w 464739"/>
                    <a:gd name="connsiteY14" fmla="*/ 446142 h 464739"/>
                    <a:gd name="connsiteX15" fmla="*/ 463903 w 464739"/>
                    <a:gd name="connsiteY15" fmla="*/ 463652 h 464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64739" h="464739">
                      <a:moveTo>
                        <a:pt x="464132" y="463881"/>
                      </a:moveTo>
                      <a:lnTo>
                        <a:pt x="463891" y="463892"/>
                      </a:lnTo>
                      <a:lnTo>
                        <a:pt x="463880" y="464132"/>
                      </a:lnTo>
                      <a:lnTo>
                        <a:pt x="463651" y="463904"/>
                      </a:lnTo>
                      <a:lnTo>
                        <a:pt x="446142" y="464739"/>
                      </a:lnTo>
                      <a:cubicBezTo>
                        <a:pt x="331965" y="464739"/>
                        <a:pt x="217787" y="421182"/>
                        <a:pt x="130673" y="334067"/>
                      </a:cubicBezTo>
                      <a:cubicBezTo>
                        <a:pt x="43558" y="246953"/>
                        <a:pt x="1" y="132775"/>
                        <a:pt x="0" y="18597"/>
                      </a:cubicBezTo>
                      <a:lnTo>
                        <a:pt x="836" y="1089"/>
                      </a:lnTo>
                      <a:lnTo>
                        <a:pt x="607" y="859"/>
                      </a:lnTo>
                      <a:lnTo>
                        <a:pt x="848" y="848"/>
                      </a:lnTo>
                      <a:lnTo>
                        <a:pt x="859" y="607"/>
                      </a:lnTo>
                      <a:lnTo>
                        <a:pt x="1089" y="836"/>
                      </a:lnTo>
                      <a:lnTo>
                        <a:pt x="18597" y="0"/>
                      </a:lnTo>
                      <a:cubicBezTo>
                        <a:pt x="132775" y="0"/>
                        <a:pt x="246952" y="43557"/>
                        <a:pt x="334067" y="130672"/>
                      </a:cubicBezTo>
                      <a:cubicBezTo>
                        <a:pt x="421182" y="217787"/>
                        <a:pt x="464739" y="331964"/>
                        <a:pt x="464739" y="446142"/>
                      </a:cubicBezTo>
                      <a:lnTo>
                        <a:pt x="463903" y="463652"/>
                      </a:lnTo>
                      <a:close/>
                    </a:path>
                  </a:pathLst>
                </a:custGeom>
                <a:solidFill>
                  <a:schemeClr val="accent4">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grpSp>
          <p:grpSp>
            <p:nvGrpSpPr>
              <p:cNvPr id="16" name="Group 15">
                <a:extLst>
                  <a:ext uri="{FF2B5EF4-FFF2-40B4-BE49-F238E27FC236}">
                    <a16:creationId xmlns:a16="http://schemas.microsoft.com/office/drawing/2014/main" id="{C0300EB9-093C-4C32-A212-821D7AC082B4}"/>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rot="10800000" flipH="1" flipV="1">
                <a:off x="999771" y="932104"/>
                <a:ext cx="864005" cy="1032464"/>
                <a:chOff x="2207971" y="2384401"/>
                <a:chExt cx="864005" cy="1032464"/>
              </a:xfrm>
            </p:grpSpPr>
            <p:sp>
              <p:nvSpPr>
                <p:cNvPr id="17" name="Freeform: Shape 16">
                  <a:extLst>
                    <a:ext uri="{FF2B5EF4-FFF2-40B4-BE49-F238E27FC236}">
                      <a16:creationId xmlns:a16="http://schemas.microsoft.com/office/drawing/2014/main" id="{AFC97B3C-CF0E-4C93-AA39-7A677A12C50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3500000">
                  <a:off x="2207971" y="2856305"/>
                  <a:ext cx="464739" cy="464739"/>
                </a:xfrm>
                <a:custGeom>
                  <a:avLst/>
                  <a:gdLst>
                    <a:gd name="connsiteX0" fmla="*/ 464132 w 464739"/>
                    <a:gd name="connsiteY0" fmla="*/ 463881 h 464739"/>
                    <a:gd name="connsiteX1" fmla="*/ 463891 w 464739"/>
                    <a:gd name="connsiteY1" fmla="*/ 463892 h 464739"/>
                    <a:gd name="connsiteX2" fmla="*/ 463880 w 464739"/>
                    <a:gd name="connsiteY2" fmla="*/ 464132 h 464739"/>
                    <a:gd name="connsiteX3" fmla="*/ 463651 w 464739"/>
                    <a:gd name="connsiteY3" fmla="*/ 463904 h 464739"/>
                    <a:gd name="connsiteX4" fmla="*/ 446142 w 464739"/>
                    <a:gd name="connsiteY4" fmla="*/ 464739 h 464739"/>
                    <a:gd name="connsiteX5" fmla="*/ 130673 w 464739"/>
                    <a:gd name="connsiteY5" fmla="*/ 334067 h 464739"/>
                    <a:gd name="connsiteX6" fmla="*/ 0 w 464739"/>
                    <a:gd name="connsiteY6" fmla="*/ 18597 h 464739"/>
                    <a:gd name="connsiteX7" fmla="*/ 836 w 464739"/>
                    <a:gd name="connsiteY7" fmla="*/ 1089 h 464739"/>
                    <a:gd name="connsiteX8" fmla="*/ 607 w 464739"/>
                    <a:gd name="connsiteY8" fmla="*/ 859 h 464739"/>
                    <a:gd name="connsiteX9" fmla="*/ 848 w 464739"/>
                    <a:gd name="connsiteY9" fmla="*/ 848 h 464739"/>
                    <a:gd name="connsiteX10" fmla="*/ 859 w 464739"/>
                    <a:gd name="connsiteY10" fmla="*/ 607 h 464739"/>
                    <a:gd name="connsiteX11" fmla="*/ 1089 w 464739"/>
                    <a:gd name="connsiteY11" fmla="*/ 836 h 464739"/>
                    <a:gd name="connsiteX12" fmla="*/ 18597 w 464739"/>
                    <a:gd name="connsiteY12" fmla="*/ 0 h 464739"/>
                    <a:gd name="connsiteX13" fmla="*/ 334067 w 464739"/>
                    <a:gd name="connsiteY13" fmla="*/ 130672 h 464739"/>
                    <a:gd name="connsiteX14" fmla="*/ 464739 w 464739"/>
                    <a:gd name="connsiteY14" fmla="*/ 446142 h 464739"/>
                    <a:gd name="connsiteX15" fmla="*/ 463903 w 464739"/>
                    <a:gd name="connsiteY15" fmla="*/ 463652 h 464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64739" h="464739">
                      <a:moveTo>
                        <a:pt x="464132" y="463881"/>
                      </a:moveTo>
                      <a:lnTo>
                        <a:pt x="463891" y="463892"/>
                      </a:lnTo>
                      <a:lnTo>
                        <a:pt x="463880" y="464132"/>
                      </a:lnTo>
                      <a:lnTo>
                        <a:pt x="463651" y="463904"/>
                      </a:lnTo>
                      <a:lnTo>
                        <a:pt x="446142" y="464739"/>
                      </a:lnTo>
                      <a:cubicBezTo>
                        <a:pt x="331965" y="464739"/>
                        <a:pt x="217787" y="421182"/>
                        <a:pt x="130673" y="334067"/>
                      </a:cubicBezTo>
                      <a:cubicBezTo>
                        <a:pt x="43558" y="246953"/>
                        <a:pt x="1" y="132775"/>
                        <a:pt x="0" y="18597"/>
                      </a:cubicBezTo>
                      <a:lnTo>
                        <a:pt x="836" y="1089"/>
                      </a:lnTo>
                      <a:lnTo>
                        <a:pt x="607" y="859"/>
                      </a:lnTo>
                      <a:lnTo>
                        <a:pt x="848" y="848"/>
                      </a:lnTo>
                      <a:lnTo>
                        <a:pt x="859" y="607"/>
                      </a:lnTo>
                      <a:lnTo>
                        <a:pt x="1089" y="836"/>
                      </a:lnTo>
                      <a:lnTo>
                        <a:pt x="18597" y="0"/>
                      </a:lnTo>
                      <a:cubicBezTo>
                        <a:pt x="132775" y="0"/>
                        <a:pt x="246952" y="43557"/>
                        <a:pt x="334067" y="130672"/>
                      </a:cubicBezTo>
                      <a:cubicBezTo>
                        <a:pt x="421182" y="217787"/>
                        <a:pt x="464739" y="331964"/>
                        <a:pt x="464739" y="446142"/>
                      </a:cubicBezTo>
                      <a:lnTo>
                        <a:pt x="463903" y="463652"/>
                      </a:lnTo>
                      <a:close/>
                    </a:path>
                  </a:pathLst>
                </a:cu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8" name="Freeform: Shape 17">
                  <a:extLst>
                    <a:ext uri="{FF2B5EF4-FFF2-40B4-BE49-F238E27FC236}">
                      <a16:creationId xmlns:a16="http://schemas.microsoft.com/office/drawing/2014/main" id="{0943F14E-6185-4A31-8318-2088A05F5C9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2607238" y="2688467"/>
                  <a:ext cx="464738" cy="464738"/>
                </a:xfrm>
                <a:custGeom>
                  <a:avLst/>
                  <a:gdLst>
                    <a:gd name="connsiteX0" fmla="*/ 446142 w 464738"/>
                    <a:gd name="connsiteY0" fmla="*/ 464738 h 464738"/>
                    <a:gd name="connsiteX1" fmla="*/ 130673 w 464738"/>
                    <a:gd name="connsiteY1" fmla="*/ 334066 h 464738"/>
                    <a:gd name="connsiteX2" fmla="*/ 0 w 464738"/>
                    <a:gd name="connsiteY2" fmla="*/ 18596 h 464738"/>
                    <a:gd name="connsiteX3" fmla="*/ 836 w 464738"/>
                    <a:gd name="connsiteY3" fmla="*/ 1089 h 464738"/>
                    <a:gd name="connsiteX4" fmla="*/ 606 w 464738"/>
                    <a:gd name="connsiteY4" fmla="*/ 859 h 464738"/>
                    <a:gd name="connsiteX5" fmla="*/ 848 w 464738"/>
                    <a:gd name="connsiteY5" fmla="*/ 848 h 464738"/>
                    <a:gd name="connsiteX6" fmla="*/ 859 w 464738"/>
                    <a:gd name="connsiteY6" fmla="*/ 606 h 464738"/>
                    <a:gd name="connsiteX7" fmla="*/ 1089 w 464738"/>
                    <a:gd name="connsiteY7" fmla="*/ 836 h 464738"/>
                    <a:gd name="connsiteX8" fmla="*/ 18596 w 464738"/>
                    <a:gd name="connsiteY8" fmla="*/ 0 h 464738"/>
                    <a:gd name="connsiteX9" fmla="*/ 334066 w 464738"/>
                    <a:gd name="connsiteY9" fmla="*/ 130672 h 464738"/>
                    <a:gd name="connsiteX10" fmla="*/ 464738 w 464738"/>
                    <a:gd name="connsiteY10" fmla="*/ 446142 h 464738"/>
                    <a:gd name="connsiteX11" fmla="*/ 463902 w 464738"/>
                    <a:gd name="connsiteY11" fmla="*/ 463650 h 464738"/>
                    <a:gd name="connsiteX12" fmla="*/ 464132 w 464738"/>
                    <a:gd name="connsiteY12" fmla="*/ 463880 h 464738"/>
                    <a:gd name="connsiteX13" fmla="*/ 463891 w 464738"/>
                    <a:gd name="connsiteY13" fmla="*/ 463892 h 464738"/>
                    <a:gd name="connsiteX14" fmla="*/ 463879 w 464738"/>
                    <a:gd name="connsiteY14" fmla="*/ 464132 h 464738"/>
                    <a:gd name="connsiteX15" fmla="*/ 463650 w 464738"/>
                    <a:gd name="connsiteY15" fmla="*/ 463903 h 4647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64738" h="464738">
                      <a:moveTo>
                        <a:pt x="446142" y="464738"/>
                      </a:moveTo>
                      <a:cubicBezTo>
                        <a:pt x="331965" y="464738"/>
                        <a:pt x="217787" y="421181"/>
                        <a:pt x="130673" y="334066"/>
                      </a:cubicBezTo>
                      <a:cubicBezTo>
                        <a:pt x="43558" y="246952"/>
                        <a:pt x="1" y="132774"/>
                        <a:pt x="0" y="18596"/>
                      </a:cubicBezTo>
                      <a:lnTo>
                        <a:pt x="836" y="1089"/>
                      </a:lnTo>
                      <a:lnTo>
                        <a:pt x="606" y="859"/>
                      </a:lnTo>
                      <a:lnTo>
                        <a:pt x="848" y="848"/>
                      </a:lnTo>
                      <a:lnTo>
                        <a:pt x="859" y="606"/>
                      </a:lnTo>
                      <a:lnTo>
                        <a:pt x="1089" y="836"/>
                      </a:lnTo>
                      <a:lnTo>
                        <a:pt x="18596" y="0"/>
                      </a:lnTo>
                      <a:cubicBezTo>
                        <a:pt x="132774" y="0"/>
                        <a:pt x="246951" y="43557"/>
                        <a:pt x="334066" y="130672"/>
                      </a:cubicBezTo>
                      <a:cubicBezTo>
                        <a:pt x="421181" y="217787"/>
                        <a:pt x="464738" y="331964"/>
                        <a:pt x="464738" y="446142"/>
                      </a:cubicBezTo>
                      <a:lnTo>
                        <a:pt x="463902" y="463650"/>
                      </a:lnTo>
                      <a:lnTo>
                        <a:pt x="464132" y="463880"/>
                      </a:lnTo>
                      <a:lnTo>
                        <a:pt x="463891" y="463892"/>
                      </a:lnTo>
                      <a:lnTo>
                        <a:pt x="463879" y="464132"/>
                      </a:lnTo>
                      <a:lnTo>
                        <a:pt x="463650" y="463903"/>
                      </a:lnTo>
                      <a:close/>
                    </a:path>
                  </a:pathLst>
                </a:cu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nvGrpSpPr>
                <p:cNvPr id="19" name="Group 18">
                  <a:extLst>
                    <a:ext uri="{FF2B5EF4-FFF2-40B4-BE49-F238E27FC236}">
                      <a16:creationId xmlns:a16="http://schemas.microsoft.com/office/drawing/2014/main" id="{F3B56658-371E-446B-B30D-D4EA2A88A973}"/>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2440769" y="2384401"/>
                  <a:ext cx="313009" cy="1032464"/>
                  <a:chOff x="2440769" y="2384401"/>
                  <a:chExt cx="313009" cy="1032464"/>
                </a:xfrm>
              </p:grpSpPr>
              <p:cxnSp>
                <p:nvCxnSpPr>
                  <p:cNvPr id="20" name="Straight Connector 19">
                    <a:extLst>
                      <a:ext uri="{FF2B5EF4-FFF2-40B4-BE49-F238E27FC236}">
                        <a16:creationId xmlns:a16="http://schemas.microsoft.com/office/drawing/2014/main" id="{068979FB-2943-4091-A490-D9F8695DF0D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rot="10800000" flipH="1">
                    <a:off x="2440769" y="2516865"/>
                    <a:ext cx="0" cy="900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B378C39C-3FC0-4521-8336-33A86391920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rot="8100000" flipH="1">
                    <a:off x="2753778" y="2384401"/>
                    <a:ext cx="0" cy="900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grpSp>
        <p:grpSp>
          <p:nvGrpSpPr>
            <p:cNvPr id="12" name="Group 11">
              <a:extLst>
                <a:ext uri="{FF2B5EF4-FFF2-40B4-BE49-F238E27FC236}">
                  <a16:creationId xmlns:a16="http://schemas.microsoft.com/office/drawing/2014/main" id="{72C6951D-2EAF-4333-B8A8-F473DC3BDF44}"/>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1437136" y="649304"/>
              <a:ext cx="388541" cy="388541"/>
              <a:chOff x="5752675" y="5440856"/>
              <a:chExt cx="388541" cy="388541"/>
            </a:xfrm>
          </p:grpSpPr>
          <p:sp>
            <p:nvSpPr>
              <p:cNvPr id="13" name="Oval 12">
                <a:extLst>
                  <a:ext uri="{FF2B5EF4-FFF2-40B4-BE49-F238E27FC236}">
                    <a16:creationId xmlns:a16="http://schemas.microsoft.com/office/drawing/2014/main" id="{63E77698-5758-433A-9DF3-3BE43B6FBDA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5800801" y="5488982"/>
                <a:ext cx="340415" cy="340415"/>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4" name="Oval 13">
                <a:extLst>
                  <a:ext uri="{FF2B5EF4-FFF2-40B4-BE49-F238E27FC236}">
                    <a16:creationId xmlns:a16="http://schemas.microsoft.com/office/drawing/2014/main" id="{FF47FF7F-75A9-438D-8BA7-428BF76974C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52675" y="5440856"/>
                <a:ext cx="340415" cy="340415"/>
              </a:xfrm>
              <a:prstGeom prst="ellipse">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grpSp>
      <p:sp>
        <p:nvSpPr>
          <p:cNvPr id="3" name="TextBox 2">
            <a:extLst>
              <a:ext uri="{FF2B5EF4-FFF2-40B4-BE49-F238E27FC236}">
                <a16:creationId xmlns:a16="http://schemas.microsoft.com/office/drawing/2014/main" id="{E1B3EC78-AF07-8A37-B218-94DF35BE2087}"/>
              </a:ext>
            </a:extLst>
          </p:cNvPr>
          <p:cNvSpPr txBox="1"/>
          <p:nvPr/>
        </p:nvSpPr>
        <p:spPr>
          <a:xfrm>
            <a:off x="9486900" y="5443538"/>
            <a:ext cx="184731" cy="369332"/>
          </a:xfrm>
          <a:prstGeom prst="rect">
            <a:avLst/>
          </a:prstGeom>
          <a:noFill/>
        </p:spPr>
        <p:txBody>
          <a:bodyPr wrap="none" rtlCol="0">
            <a:spAutoFit/>
          </a:bodyPr>
          <a:lstStyle/>
          <a:p>
            <a:endParaRPr lang="en-BD" dirty="0"/>
          </a:p>
        </p:txBody>
      </p:sp>
      <p:sp>
        <p:nvSpPr>
          <p:cNvPr id="25" name="TextBox 24">
            <a:extLst>
              <a:ext uri="{FF2B5EF4-FFF2-40B4-BE49-F238E27FC236}">
                <a16:creationId xmlns:a16="http://schemas.microsoft.com/office/drawing/2014/main" id="{D856AD59-8AD1-B85F-4827-7B31CC175126}"/>
              </a:ext>
            </a:extLst>
          </p:cNvPr>
          <p:cNvSpPr txBox="1"/>
          <p:nvPr/>
        </p:nvSpPr>
        <p:spPr>
          <a:xfrm>
            <a:off x="2187635" y="1319164"/>
            <a:ext cx="6096000" cy="523220"/>
          </a:xfrm>
          <a:prstGeom prst="rect">
            <a:avLst/>
          </a:prstGeom>
          <a:noFill/>
        </p:spPr>
        <p:txBody>
          <a:bodyPr wrap="square">
            <a:spAutoFit/>
          </a:bodyPr>
          <a:lstStyle/>
          <a:p>
            <a:r>
              <a:rPr lang="en-US" sz="2800" dirty="0">
                <a:solidFill>
                  <a:srgbClr val="FFFF00"/>
                </a:solidFill>
                <a:latin typeface="Arial Rounded MT Bold" panose="020F0704030504030204" pitchFamily="34" charset="0"/>
              </a:rPr>
              <a:t>Critical Path Analysis </a:t>
            </a:r>
          </a:p>
        </p:txBody>
      </p:sp>
      <p:sp>
        <p:nvSpPr>
          <p:cNvPr id="24" name="TextBox 23">
            <a:extLst>
              <a:ext uri="{FF2B5EF4-FFF2-40B4-BE49-F238E27FC236}">
                <a16:creationId xmlns:a16="http://schemas.microsoft.com/office/drawing/2014/main" id="{ED0EF6E8-BECD-2BFF-7110-98944BA81AA7}"/>
              </a:ext>
            </a:extLst>
          </p:cNvPr>
          <p:cNvSpPr txBox="1"/>
          <p:nvPr/>
        </p:nvSpPr>
        <p:spPr>
          <a:xfrm>
            <a:off x="952075" y="2239115"/>
            <a:ext cx="6096000" cy="523220"/>
          </a:xfrm>
          <a:prstGeom prst="rect">
            <a:avLst/>
          </a:prstGeom>
          <a:noFill/>
        </p:spPr>
        <p:txBody>
          <a:bodyPr wrap="square">
            <a:spAutoFit/>
          </a:bodyPr>
          <a:lstStyle/>
          <a:p>
            <a:r>
              <a:rPr lang="en-US" sz="2800" b="1" dirty="0">
                <a:solidFill>
                  <a:srgbClr val="99FFCC"/>
                </a:solidFill>
                <a:effectLst>
                  <a:outerShdw blurRad="38100" dist="38100" dir="2700000" algn="tl">
                    <a:srgbClr val="000000">
                      <a:alpha val="43137"/>
                    </a:srgbClr>
                  </a:outerShdw>
                </a:effectLst>
                <a:latin typeface="Arial Nova Light" panose="020B0304020202020204" pitchFamily="34" charset="0"/>
              </a:rPr>
              <a:t>The Network Diagram</a:t>
            </a:r>
          </a:p>
        </p:txBody>
      </p:sp>
      <p:sp>
        <p:nvSpPr>
          <p:cNvPr id="27" name="TextBox 26">
            <a:extLst>
              <a:ext uri="{FF2B5EF4-FFF2-40B4-BE49-F238E27FC236}">
                <a16:creationId xmlns:a16="http://schemas.microsoft.com/office/drawing/2014/main" id="{AFA0B641-22FB-1943-7EE3-31E0158F1A1C}"/>
              </a:ext>
            </a:extLst>
          </p:cNvPr>
          <p:cNvSpPr txBox="1"/>
          <p:nvPr/>
        </p:nvSpPr>
        <p:spPr>
          <a:xfrm>
            <a:off x="478971" y="2896356"/>
            <a:ext cx="11364686" cy="954107"/>
          </a:xfrm>
          <a:prstGeom prst="rect">
            <a:avLst/>
          </a:prstGeom>
          <a:noFill/>
        </p:spPr>
        <p:txBody>
          <a:bodyPr wrap="square">
            <a:spAutoFit/>
          </a:bodyPr>
          <a:lstStyle/>
          <a:p>
            <a:pPr algn="ctr"/>
            <a:r>
              <a:rPr lang="en-US" sz="2400" dirty="0">
                <a:latin typeface="Arial Nova Light" panose="020B0304020202020204" pitchFamily="34" charset="0"/>
              </a:rPr>
              <a:t>These conventions are referred to as:</a:t>
            </a:r>
          </a:p>
          <a:p>
            <a:pPr algn="ctr"/>
            <a:r>
              <a:rPr lang="en-US" sz="3200" b="1" dirty="0">
                <a:solidFill>
                  <a:srgbClr val="CCCCFF"/>
                </a:solidFill>
                <a:latin typeface="Arial Nova Light" panose="020B0304020202020204" pitchFamily="34" charset="0"/>
              </a:rPr>
              <a:t>Activity-on-Arrow (AOA) </a:t>
            </a:r>
            <a:r>
              <a:rPr lang="en-US" sz="2400" dirty="0">
                <a:latin typeface="Arial Nova Light" panose="020B0304020202020204" pitchFamily="34" charset="0"/>
              </a:rPr>
              <a:t>and </a:t>
            </a:r>
            <a:r>
              <a:rPr lang="en-US" sz="3200" b="1" dirty="0">
                <a:solidFill>
                  <a:srgbClr val="FF99CC"/>
                </a:solidFill>
                <a:latin typeface="Arial Nova Light" panose="020B0304020202020204" pitchFamily="34" charset="0"/>
              </a:rPr>
              <a:t>Activity-on-Node (AON)</a:t>
            </a:r>
          </a:p>
        </p:txBody>
      </p:sp>
    </p:spTree>
    <p:extLst>
      <p:ext uri="{BB962C8B-B14F-4D97-AF65-F5344CB8AC3E}">
        <p14:creationId xmlns:p14="http://schemas.microsoft.com/office/powerpoint/2010/main" val="165973573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316A5661-2CFE-478C-BAC3-729F393F3C4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BC1DA2B-FE6F-1C6E-BFA0-9B15DC40309D}"/>
              </a:ext>
            </a:extLst>
          </p:cNvPr>
          <p:cNvSpPr>
            <a:spLocks noGrp="1"/>
          </p:cNvSpPr>
          <p:nvPr>
            <p:ph type="title"/>
          </p:nvPr>
        </p:nvSpPr>
        <p:spPr>
          <a:xfrm>
            <a:off x="2139081" y="92738"/>
            <a:ext cx="9514055" cy="1267138"/>
          </a:xfrm>
        </p:spPr>
        <p:txBody>
          <a:bodyPr anchor="ctr">
            <a:normAutofit/>
          </a:bodyPr>
          <a:lstStyle/>
          <a:p>
            <a:r>
              <a:rPr lang="en-US" sz="4000" dirty="0">
                <a:solidFill>
                  <a:schemeClr val="accent6">
                    <a:lumMod val="40000"/>
                    <a:lumOff val="60000"/>
                  </a:schemeClr>
                </a:solidFill>
                <a:latin typeface="Arial Rounded MT Bold" panose="020F0704030504030204" pitchFamily="34" charset="0"/>
              </a:rPr>
              <a:t>Project management tools</a:t>
            </a:r>
          </a:p>
        </p:txBody>
      </p:sp>
      <p:grpSp>
        <p:nvGrpSpPr>
          <p:cNvPr id="10" name="Group 9">
            <a:extLst>
              <a:ext uri="{FF2B5EF4-FFF2-40B4-BE49-F238E27FC236}">
                <a16:creationId xmlns:a16="http://schemas.microsoft.com/office/drawing/2014/main" id="{FB7BE8CD-E348-464A-82CC-7EF7AA82842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999771" y="649304"/>
            <a:ext cx="913428" cy="1315264"/>
            <a:chOff x="999771" y="649304"/>
            <a:chExt cx="913428" cy="1315264"/>
          </a:xfrm>
        </p:grpSpPr>
        <p:grpSp>
          <p:nvGrpSpPr>
            <p:cNvPr id="11" name="Group 10">
              <a:extLst>
                <a:ext uri="{FF2B5EF4-FFF2-40B4-BE49-F238E27FC236}">
                  <a16:creationId xmlns:a16="http://schemas.microsoft.com/office/drawing/2014/main" id="{B8CC82D2-4C4A-4C67-8483-5199F97B37A7}"/>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999771" y="932104"/>
              <a:ext cx="913428" cy="1032464"/>
              <a:chOff x="999771" y="932104"/>
              <a:chExt cx="913428" cy="1032464"/>
            </a:xfrm>
          </p:grpSpPr>
          <p:grpSp>
            <p:nvGrpSpPr>
              <p:cNvPr id="15" name="Group 14">
                <a:extLst>
                  <a:ext uri="{FF2B5EF4-FFF2-40B4-BE49-F238E27FC236}">
                    <a16:creationId xmlns:a16="http://schemas.microsoft.com/office/drawing/2014/main" id="{70D2391D-AA33-4F5E-BD96-B42D93DED226}"/>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rot="8100000" flipV="1">
                <a:off x="1047457" y="1290386"/>
                <a:ext cx="865742" cy="628383"/>
                <a:chOff x="558167" y="958515"/>
                <a:chExt cx="865742" cy="628383"/>
              </a:xfrm>
              <a:solidFill>
                <a:schemeClr val="accent3"/>
              </a:solidFill>
            </p:grpSpPr>
            <p:sp>
              <p:nvSpPr>
                <p:cNvPr id="22" name="Freeform: Shape 21">
                  <a:extLst>
                    <a:ext uri="{FF2B5EF4-FFF2-40B4-BE49-F238E27FC236}">
                      <a16:creationId xmlns:a16="http://schemas.microsoft.com/office/drawing/2014/main" id="{BE166DCE-539D-4C74-9C9D-AC000BA2F8A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8100000" flipH="1">
                  <a:off x="558167" y="1122160"/>
                  <a:ext cx="464738" cy="464738"/>
                </a:xfrm>
                <a:custGeom>
                  <a:avLst/>
                  <a:gdLst>
                    <a:gd name="connsiteX0" fmla="*/ 446142 w 464738"/>
                    <a:gd name="connsiteY0" fmla="*/ 464738 h 464738"/>
                    <a:gd name="connsiteX1" fmla="*/ 130673 w 464738"/>
                    <a:gd name="connsiteY1" fmla="*/ 334066 h 464738"/>
                    <a:gd name="connsiteX2" fmla="*/ 0 w 464738"/>
                    <a:gd name="connsiteY2" fmla="*/ 18596 h 464738"/>
                    <a:gd name="connsiteX3" fmla="*/ 836 w 464738"/>
                    <a:gd name="connsiteY3" fmla="*/ 1089 h 464738"/>
                    <a:gd name="connsiteX4" fmla="*/ 606 w 464738"/>
                    <a:gd name="connsiteY4" fmla="*/ 859 h 464738"/>
                    <a:gd name="connsiteX5" fmla="*/ 848 w 464738"/>
                    <a:gd name="connsiteY5" fmla="*/ 848 h 464738"/>
                    <a:gd name="connsiteX6" fmla="*/ 859 w 464738"/>
                    <a:gd name="connsiteY6" fmla="*/ 606 h 464738"/>
                    <a:gd name="connsiteX7" fmla="*/ 1089 w 464738"/>
                    <a:gd name="connsiteY7" fmla="*/ 836 h 464738"/>
                    <a:gd name="connsiteX8" fmla="*/ 18596 w 464738"/>
                    <a:gd name="connsiteY8" fmla="*/ 0 h 464738"/>
                    <a:gd name="connsiteX9" fmla="*/ 334066 w 464738"/>
                    <a:gd name="connsiteY9" fmla="*/ 130672 h 464738"/>
                    <a:gd name="connsiteX10" fmla="*/ 464738 w 464738"/>
                    <a:gd name="connsiteY10" fmla="*/ 446142 h 464738"/>
                    <a:gd name="connsiteX11" fmla="*/ 463902 w 464738"/>
                    <a:gd name="connsiteY11" fmla="*/ 463650 h 464738"/>
                    <a:gd name="connsiteX12" fmla="*/ 464132 w 464738"/>
                    <a:gd name="connsiteY12" fmla="*/ 463880 h 464738"/>
                    <a:gd name="connsiteX13" fmla="*/ 463891 w 464738"/>
                    <a:gd name="connsiteY13" fmla="*/ 463892 h 464738"/>
                    <a:gd name="connsiteX14" fmla="*/ 463879 w 464738"/>
                    <a:gd name="connsiteY14" fmla="*/ 464132 h 464738"/>
                    <a:gd name="connsiteX15" fmla="*/ 463650 w 464738"/>
                    <a:gd name="connsiteY15" fmla="*/ 463903 h 4647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64738" h="464738">
                      <a:moveTo>
                        <a:pt x="446142" y="464738"/>
                      </a:moveTo>
                      <a:cubicBezTo>
                        <a:pt x="331965" y="464738"/>
                        <a:pt x="217787" y="421181"/>
                        <a:pt x="130673" y="334066"/>
                      </a:cubicBezTo>
                      <a:cubicBezTo>
                        <a:pt x="43558" y="246952"/>
                        <a:pt x="1" y="132774"/>
                        <a:pt x="0" y="18596"/>
                      </a:cubicBezTo>
                      <a:lnTo>
                        <a:pt x="836" y="1089"/>
                      </a:lnTo>
                      <a:lnTo>
                        <a:pt x="606" y="859"/>
                      </a:lnTo>
                      <a:lnTo>
                        <a:pt x="848" y="848"/>
                      </a:lnTo>
                      <a:lnTo>
                        <a:pt x="859" y="606"/>
                      </a:lnTo>
                      <a:lnTo>
                        <a:pt x="1089" y="836"/>
                      </a:lnTo>
                      <a:lnTo>
                        <a:pt x="18596" y="0"/>
                      </a:lnTo>
                      <a:cubicBezTo>
                        <a:pt x="132774" y="0"/>
                        <a:pt x="246951" y="43557"/>
                        <a:pt x="334066" y="130672"/>
                      </a:cubicBezTo>
                      <a:cubicBezTo>
                        <a:pt x="421181" y="217787"/>
                        <a:pt x="464738" y="331964"/>
                        <a:pt x="464738" y="446142"/>
                      </a:cubicBezTo>
                      <a:lnTo>
                        <a:pt x="463902" y="463650"/>
                      </a:lnTo>
                      <a:lnTo>
                        <a:pt x="464132" y="463880"/>
                      </a:lnTo>
                      <a:lnTo>
                        <a:pt x="463891" y="463892"/>
                      </a:lnTo>
                      <a:lnTo>
                        <a:pt x="463879" y="464132"/>
                      </a:lnTo>
                      <a:lnTo>
                        <a:pt x="463650" y="463903"/>
                      </a:lnTo>
                      <a:close/>
                    </a:path>
                  </a:pathLst>
                </a:custGeom>
                <a:solidFill>
                  <a:schemeClr val="accent4">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3" name="Freeform: Shape 22">
                  <a:extLst>
                    <a:ext uri="{FF2B5EF4-FFF2-40B4-BE49-F238E27FC236}">
                      <a16:creationId xmlns:a16="http://schemas.microsoft.com/office/drawing/2014/main" id="{DCC6BEB5-DA1F-4F9E-BA5D-8F892A0FB8F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flipH="1">
                  <a:off x="959170" y="958515"/>
                  <a:ext cx="464739" cy="464739"/>
                </a:xfrm>
                <a:custGeom>
                  <a:avLst/>
                  <a:gdLst>
                    <a:gd name="connsiteX0" fmla="*/ 464132 w 464739"/>
                    <a:gd name="connsiteY0" fmla="*/ 463881 h 464739"/>
                    <a:gd name="connsiteX1" fmla="*/ 463891 w 464739"/>
                    <a:gd name="connsiteY1" fmla="*/ 463892 h 464739"/>
                    <a:gd name="connsiteX2" fmla="*/ 463880 w 464739"/>
                    <a:gd name="connsiteY2" fmla="*/ 464132 h 464739"/>
                    <a:gd name="connsiteX3" fmla="*/ 463651 w 464739"/>
                    <a:gd name="connsiteY3" fmla="*/ 463904 h 464739"/>
                    <a:gd name="connsiteX4" fmla="*/ 446142 w 464739"/>
                    <a:gd name="connsiteY4" fmla="*/ 464739 h 464739"/>
                    <a:gd name="connsiteX5" fmla="*/ 130673 w 464739"/>
                    <a:gd name="connsiteY5" fmla="*/ 334067 h 464739"/>
                    <a:gd name="connsiteX6" fmla="*/ 0 w 464739"/>
                    <a:gd name="connsiteY6" fmla="*/ 18597 h 464739"/>
                    <a:gd name="connsiteX7" fmla="*/ 836 w 464739"/>
                    <a:gd name="connsiteY7" fmla="*/ 1089 h 464739"/>
                    <a:gd name="connsiteX8" fmla="*/ 607 w 464739"/>
                    <a:gd name="connsiteY8" fmla="*/ 859 h 464739"/>
                    <a:gd name="connsiteX9" fmla="*/ 848 w 464739"/>
                    <a:gd name="connsiteY9" fmla="*/ 848 h 464739"/>
                    <a:gd name="connsiteX10" fmla="*/ 859 w 464739"/>
                    <a:gd name="connsiteY10" fmla="*/ 607 h 464739"/>
                    <a:gd name="connsiteX11" fmla="*/ 1089 w 464739"/>
                    <a:gd name="connsiteY11" fmla="*/ 836 h 464739"/>
                    <a:gd name="connsiteX12" fmla="*/ 18597 w 464739"/>
                    <a:gd name="connsiteY12" fmla="*/ 0 h 464739"/>
                    <a:gd name="connsiteX13" fmla="*/ 334067 w 464739"/>
                    <a:gd name="connsiteY13" fmla="*/ 130672 h 464739"/>
                    <a:gd name="connsiteX14" fmla="*/ 464739 w 464739"/>
                    <a:gd name="connsiteY14" fmla="*/ 446142 h 464739"/>
                    <a:gd name="connsiteX15" fmla="*/ 463903 w 464739"/>
                    <a:gd name="connsiteY15" fmla="*/ 463652 h 464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64739" h="464739">
                      <a:moveTo>
                        <a:pt x="464132" y="463881"/>
                      </a:moveTo>
                      <a:lnTo>
                        <a:pt x="463891" y="463892"/>
                      </a:lnTo>
                      <a:lnTo>
                        <a:pt x="463880" y="464132"/>
                      </a:lnTo>
                      <a:lnTo>
                        <a:pt x="463651" y="463904"/>
                      </a:lnTo>
                      <a:lnTo>
                        <a:pt x="446142" y="464739"/>
                      </a:lnTo>
                      <a:cubicBezTo>
                        <a:pt x="331965" y="464739"/>
                        <a:pt x="217787" y="421182"/>
                        <a:pt x="130673" y="334067"/>
                      </a:cubicBezTo>
                      <a:cubicBezTo>
                        <a:pt x="43558" y="246953"/>
                        <a:pt x="1" y="132775"/>
                        <a:pt x="0" y="18597"/>
                      </a:cubicBezTo>
                      <a:lnTo>
                        <a:pt x="836" y="1089"/>
                      </a:lnTo>
                      <a:lnTo>
                        <a:pt x="607" y="859"/>
                      </a:lnTo>
                      <a:lnTo>
                        <a:pt x="848" y="848"/>
                      </a:lnTo>
                      <a:lnTo>
                        <a:pt x="859" y="607"/>
                      </a:lnTo>
                      <a:lnTo>
                        <a:pt x="1089" y="836"/>
                      </a:lnTo>
                      <a:lnTo>
                        <a:pt x="18597" y="0"/>
                      </a:lnTo>
                      <a:cubicBezTo>
                        <a:pt x="132775" y="0"/>
                        <a:pt x="246952" y="43557"/>
                        <a:pt x="334067" y="130672"/>
                      </a:cubicBezTo>
                      <a:cubicBezTo>
                        <a:pt x="421182" y="217787"/>
                        <a:pt x="464739" y="331964"/>
                        <a:pt x="464739" y="446142"/>
                      </a:cubicBezTo>
                      <a:lnTo>
                        <a:pt x="463903" y="463652"/>
                      </a:lnTo>
                      <a:close/>
                    </a:path>
                  </a:pathLst>
                </a:custGeom>
                <a:solidFill>
                  <a:schemeClr val="accent4">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grpSp>
          <p:grpSp>
            <p:nvGrpSpPr>
              <p:cNvPr id="16" name="Group 15">
                <a:extLst>
                  <a:ext uri="{FF2B5EF4-FFF2-40B4-BE49-F238E27FC236}">
                    <a16:creationId xmlns:a16="http://schemas.microsoft.com/office/drawing/2014/main" id="{C0300EB9-093C-4C32-A212-821D7AC082B4}"/>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rot="10800000" flipH="1" flipV="1">
                <a:off x="999771" y="932104"/>
                <a:ext cx="864005" cy="1032464"/>
                <a:chOff x="2207971" y="2384401"/>
                <a:chExt cx="864005" cy="1032464"/>
              </a:xfrm>
            </p:grpSpPr>
            <p:sp>
              <p:nvSpPr>
                <p:cNvPr id="17" name="Freeform: Shape 16">
                  <a:extLst>
                    <a:ext uri="{FF2B5EF4-FFF2-40B4-BE49-F238E27FC236}">
                      <a16:creationId xmlns:a16="http://schemas.microsoft.com/office/drawing/2014/main" id="{AFC97B3C-CF0E-4C93-AA39-7A677A12C50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3500000">
                  <a:off x="2207971" y="2856305"/>
                  <a:ext cx="464739" cy="464739"/>
                </a:xfrm>
                <a:custGeom>
                  <a:avLst/>
                  <a:gdLst>
                    <a:gd name="connsiteX0" fmla="*/ 464132 w 464739"/>
                    <a:gd name="connsiteY0" fmla="*/ 463881 h 464739"/>
                    <a:gd name="connsiteX1" fmla="*/ 463891 w 464739"/>
                    <a:gd name="connsiteY1" fmla="*/ 463892 h 464739"/>
                    <a:gd name="connsiteX2" fmla="*/ 463880 w 464739"/>
                    <a:gd name="connsiteY2" fmla="*/ 464132 h 464739"/>
                    <a:gd name="connsiteX3" fmla="*/ 463651 w 464739"/>
                    <a:gd name="connsiteY3" fmla="*/ 463904 h 464739"/>
                    <a:gd name="connsiteX4" fmla="*/ 446142 w 464739"/>
                    <a:gd name="connsiteY4" fmla="*/ 464739 h 464739"/>
                    <a:gd name="connsiteX5" fmla="*/ 130673 w 464739"/>
                    <a:gd name="connsiteY5" fmla="*/ 334067 h 464739"/>
                    <a:gd name="connsiteX6" fmla="*/ 0 w 464739"/>
                    <a:gd name="connsiteY6" fmla="*/ 18597 h 464739"/>
                    <a:gd name="connsiteX7" fmla="*/ 836 w 464739"/>
                    <a:gd name="connsiteY7" fmla="*/ 1089 h 464739"/>
                    <a:gd name="connsiteX8" fmla="*/ 607 w 464739"/>
                    <a:gd name="connsiteY8" fmla="*/ 859 h 464739"/>
                    <a:gd name="connsiteX9" fmla="*/ 848 w 464739"/>
                    <a:gd name="connsiteY9" fmla="*/ 848 h 464739"/>
                    <a:gd name="connsiteX10" fmla="*/ 859 w 464739"/>
                    <a:gd name="connsiteY10" fmla="*/ 607 h 464739"/>
                    <a:gd name="connsiteX11" fmla="*/ 1089 w 464739"/>
                    <a:gd name="connsiteY11" fmla="*/ 836 h 464739"/>
                    <a:gd name="connsiteX12" fmla="*/ 18597 w 464739"/>
                    <a:gd name="connsiteY12" fmla="*/ 0 h 464739"/>
                    <a:gd name="connsiteX13" fmla="*/ 334067 w 464739"/>
                    <a:gd name="connsiteY13" fmla="*/ 130672 h 464739"/>
                    <a:gd name="connsiteX14" fmla="*/ 464739 w 464739"/>
                    <a:gd name="connsiteY14" fmla="*/ 446142 h 464739"/>
                    <a:gd name="connsiteX15" fmla="*/ 463903 w 464739"/>
                    <a:gd name="connsiteY15" fmla="*/ 463652 h 464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64739" h="464739">
                      <a:moveTo>
                        <a:pt x="464132" y="463881"/>
                      </a:moveTo>
                      <a:lnTo>
                        <a:pt x="463891" y="463892"/>
                      </a:lnTo>
                      <a:lnTo>
                        <a:pt x="463880" y="464132"/>
                      </a:lnTo>
                      <a:lnTo>
                        <a:pt x="463651" y="463904"/>
                      </a:lnTo>
                      <a:lnTo>
                        <a:pt x="446142" y="464739"/>
                      </a:lnTo>
                      <a:cubicBezTo>
                        <a:pt x="331965" y="464739"/>
                        <a:pt x="217787" y="421182"/>
                        <a:pt x="130673" y="334067"/>
                      </a:cubicBezTo>
                      <a:cubicBezTo>
                        <a:pt x="43558" y="246953"/>
                        <a:pt x="1" y="132775"/>
                        <a:pt x="0" y="18597"/>
                      </a:cubicBezTo>
                      <a:lnTo>
                        <a:pt x="836" y="1089"/>
                      </a:lnTo>
                      <a:lnTo>
                        <a:pt x="607" y="859"/>
                      </a:lnTo>
                      <a:lnTo>
                        <a:pt x="848" y="848"/>
                      </a:lnTo>
                      <a:lnTo>
                        <a:pt x="859" y="607"/>
                      </a:lnTo>
                      <a:lnTo>
                        <a:pt x="1089" y="836"/>
                      </a:lnTo>
                      <a:lnTo>
                        <a:pt x="18597" y="0"/>
                      </a:lnTo>
                      <a:cubicBezTo>
                        <a:pt x="132775" y="0"/>
                        <a:pt x="246952" y="43557"/>
                        <a:pt x="334067" y="130672"/>
                      </a:cubicBezTo>
                      <a:cubicBezTo>
                        <a:pt x="421182" y="217787"/>
                        <a:pt x="464739" y="331964"/>
                        <a:pt x="464739" y="446142"/>
                      </a:cubicBezTo>
                      <a:lnTo>
                        <a:pt x="463903" y="463652"/>
                      </a:lnTo>
                      <a:close/>
                    </a:path>
                  </a:pathLst>
                </a:cu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8" name="Freeform: Shape 17">
                  <a:extLst>
                    <a:ext uri="{FF2B5EF4-FFF2-40B4-BE49-F238E27FC236}">
                      <a16:creationId xmlns:a16="http://schemas.microsoft.com/office/drawing/2014/main" id="{0943F14E-6185-4A31-8318-2088A05F5C9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2607238" y="2688467"/>
                  <a:ext cx="464738" cy="464738"/>
                </a:xfrm>
                <a:custGeom>
                  <a:avLst/>
                  <a:gdLst>
                    <a:gd name="connsiteX0" fmla="*/ 446142 w 464738"/>
                    <a:gd name="connsiteY0" fmla="*/ 464738 h 464738"/>
                    <a:gd name="connsiteX1" fmla="*/ 130673 w 464738"/>
                    <a:gd name="connsiteY1" fmla="*/ 334066 h 464738"/>
                    <a:gd name="connsiteX2" fmla="*/ 0 w 464738"/>
                    <a:gd name="connsiteY2" fmla="*/ 18596 h 464738"/>
                    <a:gd name="connsiteX3" fmla="*/ 836 w 464738"/>
                    <a:gd name="connsiteY3" fmla="*/ 1089 h 464738"/>
                    <a:gd name="connsiteX4" fmla="*/ 606 w 464738"/>
                    <a:gd name="connsiteY4" fmla="*/ 859 h 464738"/>
                    <a:gd name="connsiteX5" fmla="*/ 848 w 464738"/>
                    <a:gd name="connsiteY5" fmla="*/ 848 h 464738"/>
                    <a:gd name="connsiteX6" fmla="*/ 859 w 464738"/>
                    <a:gd name="connsiteY6" fmla="*/ 606 h 464738"/>
                    <a:gd name="connsiteX7" fmla="*/ 1089 w 464738"/>
                    <a:gd name="connsiteY7" fmla="*/ 836 h 464738"/>
                    <a:gd name="connsiteX8" fmla="*/ 18596 w 464738"/>
                    <a:gd name="connsiteY8" fmla="*/ 0 h 464738"/>
                    <a:gd name="connsiteX9" fmla="*/ 334066 w 464738"/>
                    <a:gd name="connsiteY9" fmla="*/ 130672 h 464738"/>
                    <a:gd name="connsiteX10" fmla="*/ 464738 w 464738"/>
                    <a:gd name="connsiteY10" fmla="*/ 446142 h 464738"/>
                    <a:gd name="connsiteX11" fmla="*/ 463902 w 464738"/>
                    <a:gd name="connsiteY11" fmla="*/ 463650 h 464738"/>
                    <a:gd name="connsiteX12" fmla="*/ 464132 w 464738"/>
                    <a:gd name="connsiteY12" fmla="*/ 463880 h 464738"/>
                    <a:gd name="connsiteX13" fmla="*/ 463891 w 464738"/>
                    <a:gd name="connsiteY13" fmla="*/ 463892 h 464738"/>
                    <a:gd name="connsiteX14" fmla="*/ 463879 w 464738"/>
                    <a:gd name="connsiteY14" fmla="*/ 464132 h 464738"/>
                    <a:gd name="connsiteX15" fmla="*/ 463650 w 464738"/>
                    <a:gd name="connsiteY15" fmla="*/ 463903 h 4647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64738" h="464738">
                      <a:moveTo>
                        <a:pt x="446142" y="464738"/>
                      </a:moveTo>
                      <a:cubicBezTo>
                        <a:pt x="331965" y="464738"/>
                        <a:pt x="217787" y="421181"/>
                        <a:pt x="130673" y="334066"/>
                      </a:cubicBezTo>
                      <a:cubicBezTo>
                        <a:pt x="43558" y="246952"/>
                        <a:pt x="1" y="132774"/>
                        <a:pt x="0" y="18596"/>
                      </a:cubicBezTo>
                      <a:lnTo>
                        <a:pt x="836" y="1089"/>
                      </a:lnTo>
                      <a:lnTo>
                        <a:pt x="606" y="859"/>
                      </a:lnTo>
                      <a:lnTo>
                        <a:pt x="848" y="848"/>
                      </a:lnTo>
                      <a:lnTo>
                        <a:pt x="859" y="606"/>
                      </a:lnTo>
                      <a:lnTo>
                        <a:pt x="1089" y="836"/>
                      </a:lnTo>
                      <a:lnTo>
                        <a:pt x="18596" y="0"/>
                      </a:lnTo>
                      <a:cubicBezTo>
                        <a:pt x="132774" y="0"/>
                        <a:pt x="246951" y="43557"/>
                        <a:pt x="334066" y="130672"/>
                      </a:cubicBezTo>
                      <a:cubicBezTo>
                        <a:pt x="421181" y="217787"/>
                        <a:pt x="464738" y="331964"/>
                        <a:pt x="464738" y="446142"/>
                      </a:cubicBezTo>
                      <a:lnTo>
                        <a:pt x="463902" y="463650"/>
                      </a:lnTo>
                      <a:lnTo>
                        <a:pt x="464132" y="463880"/>
                      </a:lnTo>
                      <a:lnTo>
                        <a:pt x="463891" y="463892"/>
                      </a:lnTo>
                      <a:lnTo>
                        <a:pt x="463879" y="464132"/>
                      </a:lnTo>
                      <a:lnTo>
                        <a:pt x="463650" y="463903"/>
                      </a:lnTo>
                      <a:close/>
                    </a:path>
                  </a:pathLst>
                </a:cu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nvGrpSpPr>
                <p:cNvPr id="19" name="Group 18">
                  <a:extLst>
                    <a:ext uri="{FF2B5EF4-FFF2-40B4-BE49-F238E27FC236}">
                      <a16:creationId xmlns:a16="http://schemas.microsoft.com/office/drawing/2014/main" id="{F3B56658-371E-446B-B30D-D4EA2A88A973}"/>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2440769" y="2384401"/>
                  <a:ext cx="313009" cy="1032464"/>
                  <a:chOff x="2440769" y="2384401"/>
                  <a:chExt cx="313009" cy="1032464"/>
                </a:xfrm>
              </p:grpSpPr>
              <p:cxnSp>
                <p:nvCxnSpPr>
                  <p:cNvPr id="20" name="Straight Connector 19">
                    <a:extLst>
                      <a:ext uri="{FF2B5EF4-FFF2-40B4-BE49-F238E27FC236}">
                        <a16:creationId xmlns:a16="http://schemas.microsoft.com/office/drawing/2014/main" id="{068979FB-2943-4091-A490-D9F8695DF0D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rot="10800000" flipH="1">
                    <a:off x="2440769" y="2516865"/>
                    <a:ext cx="0" cy="900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B378C39C-3FC0-4521-8336-33A86391920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rot="8100000" flipH="1">
                    <a:off x="2753778" y="2384401"/>
                    <a:ext cx="0" cy="900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grpSp>
        <p:grpSp>
          <p:nvGrpSpPr>
            <p:cNvPr id="12" name="Group 11">
              <a:extLst>
                <a:ext uri="{FF2B5EF4-FFF2-40B4-BE49-F238E27FC236}">
                  <a16:creationId xmlns:a16="http://schemas.microsoft.com/office/drawing/2014/main" id="{72C6951D-2EAF-4333-B8A8-F473DC3BDF44}"/>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1437136" y="649304"/>
              <a:ext cx="388541" cy="388541"/>
              <a:chOff x="5752675" y="5440856"/>
              <a:chExt cx="388541" cy="388541"/>
            </a:xfrm>
          </p:grpSpPr>
          <p:sp>
            <p:nvSpPr>
              <p:cNvPr id="13" name="Oval 12">
                <a:extLst>
                  <a:ext uri="{FF2B5EF4-FFF2-40B4-BE49-F238E27FC236}">
                    <a16:creationId xmlns:a16="http://schemas.microsoft.com/office/drawing/2014/main" id="{63E77698-5758-433A-9DF3-3BE43B6FBDA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5800801" y="5488982"/>
                <a:ext cx="340415" cy="340415"/>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4" name="Oval 13">
                <a:extLst>
                  <a:ext uri="{FF2B5EF4-FFF2-40B4-BE49-F238E27FC236}">
                    <a16:creationId xmlns:a16="http://schemas.microsoft.com/office/drawing/2014/main" id="{FF47FF7F-75A9-438D-8BA7-428BF76974C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52675" y="5440856"/>
                <a:ext cx="340415" cy="340415"/>
              </a:xfrm>
              <a:prstGeom prst="ellipse">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grpSp>
      <p:sp>
        <p:nvSpPr>
          <p:cNvPr id="3" name="TextBox 2">
            <a:extLst>
              <a:ext uri="{FF2B5EF4-FFF2-40B4-BE49-F238E27FC236}">
                <a16:creationId xmlns:a16="http://schemas.microsoft.com/office/drawing/2014/main" id="{E1B3EC78-AF07-8A37-B218-94DF35BE2087}"/>
              </a:ext>
            </a:extLst>
          </p:cNvPr>
          <p:cNvSpPr txBox="1"/>
          <p:nvPr/>
        </p:nvSpPr>
        <p:spPr>
          <a:xfrm>
            <a:off x="9486900" y="5443538"/>
            <a:ext cx="184731" cy="369332"/>
          </a:xfrm>
          <a:prstGeom prst="rect">
            <a:avLst/>
          </a:prstGeom>
          <a:noFill/>
        </p:spPr>
        <p:txBody>
          <a:bodyPr wrap="none" rtlCol="0">
            <a:spAutoFit/>
          </a:bodyPr>
          <a:lstStyle/>
          <a:p>
            <a:endParaRPr lang="en-BD" dirty="0"/>
          </a:p>
        </p:txBody>
      </p:sp>
      <p:sp>
        <p:nvSpPr>
          <p:cNvPr id="25" name="TextBox 24">
            <a:extLst>
              <a:ext uri="{FF2B5EF4-FFF2-40B4-BE49-F238E27FC236}">
                <a16:creationId xmlns:a16="http://schemas.microsoft.com/office/drawing/2014/main" id="{D856AD59-8AD1-B85F-4827-7B31CC175126}"/>
              </a:ext>
            </a:extLst>
          </p:cNvPr>
          <p:cNvSpPr txBox="1"/>
          <p:nvPr/>
        </p:nvSpPr>
        <p:spPr>
          <a:xfrm>
            <a:off x="2187635" y="1319164"/>
            <a:ext cx="6096000" cy="523220"/>
          </a:xfrm>
          <a:prstGeom prst="rect">
            <a:avLst/>
          </a:prstGeom>
          <a:noFill/>
        </p:spPr>
        <p:txBody>
          <a:bodyPr wrap="square">
            <a:spAutoFit/>
          </a:bodyPr>
          <a:lstStyle/>
          <a:p>
            <a:r>
              <a:rPr lang="en-US" sz="2800" dirty="0">
                <a:solidFill>
                  <a:srgbClr val="FFFF00"/>
                </a:solidFill>
                <a:latin typeface="Arial Rounded MT Bold" panose="020F0704030504030204" pitchFamily="34" charset="0"/>
              </a:rPr>
              <a:t>Critical Path Analysis </a:t>
            </a:r>
          </a:p>
        </p:txBody>
      </p:sp>
      <p:sp>
        <p:nvSpPr>
          <p:cNvPr id="24" name="TextBox 23">
            <a:extLst>
              <a:ext uri="{FF2B5EF4-FFF2-40B4-BE49-F238E27FC236}">
                <a16:creationId xmlns:a16="http://schemas.microsoft.com/office/drawing/2014/main" id="{ED0EF6E8-BECD-2BFF-7110-98944BA81AA7}"/>
              </a:ext>
            </a:extLst>
          </p:cNvPr>
          <p:cNvSpPr txBox="1"/>
          <p:nvPr/>
        </p:nvSpPr>
        <p:spPr>
          <a:xfrm>
            <a:off x="952075" y="2239115"/>
            <a:ext cx="6096000" cy="523220"/>
          </a:xfrm>
          <a:prstGeom prst="rect">
            <a:avLst/>
          </a:prstGeom>
          <a:noFill/>
        </p:spPr>
        <p:txBody>
          <a:bodyPr wrap="square">
            <a:spAutoFit/>
          </a:bodyPr>
          <a:lstStyle/>
          <a:p>
            <a:r>
              <a:rPr lang="en-US" sz="2800" b="1" dirty="0">
                <a:solidFill>
                  <a:srgbClr val="99FFCC"/>
                </a:solidFill>
                <a:effectLst>
                  <a:outerShdw blurRad="38100" dist="38100" dir="2700000" algn="tl">
                    <a:srgbClr val="000000">
                      <a:alpha val="43137"/>
                    </a:srgbClr>
                  </a:outerShdw>
                </a:effectLst>
                <a:latin typeface="Arial Nova Light" panose="020B0304020202020204" pitchFamily="34" charset="0"/>
              </a:rPr>
              <a:t>The Network Diagram</a:t>
            </a:r>
          </a:p>
        </p:txBody>
      </p:sp>
      <p:sp>
        <p:nvSpPr>
          <p:cNvPr id="27" name="TextBox 26">
            <a:extLst>
              <a:ext uri="{FF2B5EF4-FFF2-40B4-BE49-F238E27FC236}">
                <a16:creationId xmlns:a16="http://schemas.microsoft.com/office/drawing/2014/main" id="{AFA0B641-22FB-1943-7EE3-31E0158F1A1C}"/>
              </a:ext>
            </a:extLst>
          </p:cNvPr>
          <p:cNvSpPr txBox="1"/>
          <p:nvPr/>
        </p:nvSpPr>
        <p:spPr>
          <a:xfrm>
            <a:off x="478971" y="2896356"/>
            <a:ext cx="11364686" cy="2554545"/>
          </a:xfrm>
          <a:prstGeom prst="rect">
            <a:avLst/>
          </a:prstGeom>
          <a:noFill/>
        </p:spPr>
        <p:txBody>
          <a:bodyPr wrap="square">
            <a:spAutoFit/>
          </a:bodyPr>
          <a:lstStyle/>
          <a:p>
            <a:pPr algn="just"/>
            <a:r>
              <a:rPr lang="en-US" sz="2800" b="1" dirty="0">
                <a:solidFill>
                  <a:srgbClr val="CCCCFF"/>
                </a:solidFill>
                <a:latin typeface="Arial Nova Light" panose="020B0304020202020204" pitchFamily="34" charset="0"/>
              </a:rPr>
              <a:t>Activity</a:t>
            </a:r>
          </a:p>
          <a:p>
            <a:pPr algn="just"/>
            <a:r>
              <a:rPr lang="en-US" sz="2400" dirty="0">
                <a:latin typeface="Arial Nova Light" panose="020B0304020202020204" pitchFamily="34" charset="0"/>
              </a:rPr>
              <a:t>A specific task or set of tasks that are required by the project, use up resources, and take time to complete.</a:t>
            </a:r>
          </a:p>
          <a:p>
            <a:pPr algn="just"/>
            <a:endParaRPr lang="en-US" sz="800" dirty="0">
              <a:latin typeface="Arial Nova Light" panose="020B0304020202020204" pitchFamily="34" charset="0"/>
            </a:endParaRPr>
          </a:p>
          <a:p>
            <a:pPr algn="just"/>
            <a:r>
              <a:rPr lang="en-US" sz="2800" b="1" dirty="0">
                <a:solidFill>
                  <a:srgbClr val="FF9966"/>
                </a:solidFill>
                <a:latin typeface="Arial Nova Light" panose="020B0304020202020204" pitchFamily="34" charset="0"/>
              </a:rPr>
              <a:t>Event</a:t>
            </a:r>
          </a:p>
          <a:p>
            <a:pPr algn="just"/>
            <a:r>
              <a:rPr lang="en-US" sz="2400" dirty="0">
                <a:latin typeface="Arial Nova Light" panose="020B0304020202020204" pitchFamily="34" charset="0"/>
              </a:rPr>
              <a:t>The result of completing one or more activities. An identifiable end state that occurs at a particular time. Events use no resources.</a:t>
            </a:r>
          </a:p>
        </p:txBody>
      </p:sp>
    </p:spTree>
    <p:extLst>
      <p:ext uri="{BB962C8B-B14F-4D97-AF65-F5344CB8AC3E}">
        <p14:creationId xmlns:p14="http://schemas.microsoft.com/office/powerpoint/2010/main" val="181280074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316A5661-2CFE-478C-BAC3-729F393F3C4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BC1DA2B-FE6F-1C6E-BFA0-9B15DC40309D}"/>
              </a:ext>
            </a:extLst>
          </p:cNvPr>
          <p:cNvSpPr>
            <a:spLocks noGrp="1"/>
          </p:cNvSpPr>
          <p:nvPr>
            <p:ph type="title"/>
          </p:nvPr>
        </p:nvSpPr>
        <p:spPr>
          <a:xfrm>
            <a:off x="2139081" y="92738"/>
            <a:ext cx="9514055" cy="1267138"/>
          </a:xfrm>
        </p:spPr>
        <p:txBody>
          <a:bodyPr anchor="ctr">
            <a:normAutofit/>
          </a:bodyPr>
          <a:lstStyle/>
          <a:p>
            <a:r>
              <a:rPr lang="en-US" sz="4000" dirty="0">
                <a:solidFill>
                  <a:schemeClr val="accent6">
                    <a:lumMod val="40000"/>
                    <a:lumOff val="60000"/>
                  </a:schemeClr>
                </a:solidFill>
                <a:latin typeface="Arial Rounded MT Bold" panose="020F0704030504030204" pitchFamily="34" charset="0"/>
              </a:rPr>
              <a:t>Project management tools</a:t>
            </a:r>
          </a:p>
        </p:txBody>
      </p:sp>
      <p:grpSp>
        <p:nvGrpSpPr>
          <p:cNvPr id="10" name="Group 9">
            <a:extLst>
              <a:ext uri="{FF2B5EF4-FFF2-40B4-BE49-F238E27FC236}">
                <a16:creationId xmlns:a16="http://schemas.microsoft.com/office/drawing/2014/main" id="{FB7BE8CD-E348-464A-82CC-7EF7AA82842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999771" y="649304"/>
            <a:ext cx="913428" cy="1315264"/>
            <a:chOff x="999771" y="649304"/>
            <a:chExt cx="913428" cy="1315264"/>
          </a:xfrm>
        </p:grpSpPr>
        <p:grpSp>
          <p:nvGrpSpPr>
            <p:cNvPr id="11" name="Group 10">
              <a:extLst>
                <a:ext uri="{FF2B5EF4-FFF2-40B4-BE49-F238E27FC236}">
                  <a16:creationId xmlns:a16="http://schemas.microsoft.com/office/drawing/2014/main" id="{B8CC82D2-4C4A-4C67-8483-5199F97B37A7}"/>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999771" y="932104"/>
              <a:ext cx="913428" cy="1032464"/>
              <a:chOff x="999771" y="932104"/>
              <a:chExt cx="913428" cy="1032464"/>
            </a:xfrm>
          </p:grpSpPr>
          <p:grpSp>
            <p:nvGrpSpPr>
              <p:cNvPr id="15" name="Group 14">
                <a:extLst>
                  <a:ext uri="{FF2B5EF4-FFF2-40B4-BE49-F238E27FC236}">
                    <a16:creationId xmlns:a16="http://schemas.microsoft.com/office/drawing/2014/main" id="{70D2391D-AA33-4F5E-BD96-B42D93DED226}"/>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rot="8100000" flipV="1">
                <a:off x="1047457" y="1290386"/>
                <a:ext cx="865742" cy="628383"/>
                <a:chOff x="558167" y="958515"/>
                <a:chExt cx="865742" cy="628383"/>
              </a:xfrm>
              <a:solidFill>
                <a:schemeClr val="accent3"/>
              </a:solidFill>
            </p:grpSpPr>
            <p:sp>
              <p:nvSpPr>
                <p:cNvPr id="22" name="Freeform: Shape 21">
                  <a:extLst>
                    <a:ext uri="{FF2B5EF4-FFF2-40B4-BE49-F238E27FC236}">
                      <a16:creationId xmlns:a16="http://schemas.microsoft.com/office/drawing/2014/main" id="{BE166DCE-539D-4C74-9C9D-AC000BA2F8A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8100000" flipH="1">
                  <a:off x="558167" y="1122160"/>
                  <a:ext cx="464738" cy="464738"/>
                </a:xfrm>
                <a:custGeom>
                  <a:avLst/>
                  <a:gdLst>
                    <a:gd name="connsiteX0" fmla="*/ 446142 w 464738"/>
                    <a:gd name="connsiteY0" fmla="*/ 464738 h 464738"/>
                    <a:gd name="connsiteX1" fmla="*/ 130673 w 464738"/>
                    <a:gd name="connsiteY1" fmla="*/ 334066 h 464738"/>
                    <a:gd name="connsiteX2" fmla="*/ 0 w 464738"/>
                    <a:gd name="connsiteY2" fmla="*/ 18596 h 464738"/>
                    <a:gd name="connsiteX3" fmla="*/ 836 w 464738"/>
                    <a:gd name="connsiteY3" fmla="*/ 1089 h 464738"/>
                    <a:gd name="connsiteX4" fmla="*/ 606 w 464738"/>
                    <a:gd name="connsiteY4" fmla="*/ 859 h 464738"/>
                    <a:gd name="connsiteX5" fmla="*/ 848 w 464738"/>
                    <a:gd name="connsiteY5" fmla="*/ 848 h 464738"/>
                    <a:gd name="connsiteX6" fmla="*/ 859 w 464738"/>
                    <a:gd name="connsiteY6" fmla="*/ 606 h 464738"/>
                    <a:gd name="connsiteX7" fmla="*/ 1089 w 464738"/>
                    <a:gd name="connsiteY7" fmla="*/ 836 h 464738"/>
                    <a:gd name="connsiteX8" fmla="*/ 18596 w 464738"/>
                    <a:gd name="connsiteY8" fmla="*/ 0 h 464738"/>
                    <a:gd name="connsiteX9" fmla="*/ 334066 w 464738"/>
                    <a:gd name="connsiteY9" fmla="*/ 130672 h 464738"/>
                    <a:gd name="connsiteX10" fmla="*/ 464738 w 464738"/>
                    <a:gd name="connsiteY10" fmla="*/ 446142 h 464738"/>
                    <a:gd name="connsiteX11" fmla="*/ 463902 w 464738"/>
                    <a:gd name="connsiteY11" fmla="*/ 463650 h 464738"/>
                    <a:gd name="connsiteX12" fmla="*/ 464132 w 464738"/>
                    <a:gd name="connsiteY12" fmla="*/ 463880 h 464738"/>
                    <a:gd name="connsiteX13" fmla="*/ 463891 w 464738"/>
                    <a:gd name="connsiteY13" fmla="*/ 463892 h 464738"/>
                    <a:gd name="connsiteX14" fmla="*/ 463879 w 464738"/>
                    <a:gd name="connsiteY14" fmla="*/ 464132 h 464738"/>
                    <a:gd name="connsiteX15" fmla="*/ 463650 w 464738"/>
                    <a:gd name="connsiteY15" fmla="*/ 463903 h 4647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64738" h="464738">
                      <a:moveTo>
                        <a:pt x="446142" y="464738"/>
                      </a:moveTo>
                      <a:cubicBezTo>
                        <a:pt x="331965" y="464738"/>
                        <a:pt x="217787" y="421181"/>
                        <a:pt x="130673" y="334066"/>
                      </a:cubicBezTo>
                      <a:cubicBezTo>
                        <a:pt x="43558" y="246952"/>
                        <a:pt x="1" y="132774"/>
                        <a:pt x="0" y="18596"/>
                      </a:cubicBezTo>
                      <a:lnTo>
                        <a:pt x="836" y="1089"/>
                      </a:lnTo>
                      <a:lnTo>
                        <a:pt x="606" y="859"/>
                      </a:lnTo>
                      <a:lnTo>
                        <a:pt x="848" y="848"/>
                      </a:lnTo>
                      <a:lnTo>
                        <a:pt x="859" y="606"/>
                      </a:lnTo>
                      <a:lnTo>
                        <a:pt x="1089" y="836"/>
                      </a:lnTo>
                      <a:lnTo>
                        <a:pt x="18596" y="0"/>
                      </a:lnTo>
                      <a:cubicBezTo>
                        <a:pt x="132774" y="0"/>
                        <a:pt x="246951" y="43557"/>
                        <a:pt x="334066" y="130672"/>
                      </a:cubicBezTo>
                      <a:cubicBezTo>
                        <a:pt x="421181" y="217787"/>
                        <a:pt x="464738" y="331964"/>
                        <a:pt x="464738" y="446142"/>
                      </a:cubicBezTo>
                      <a:lnTo>
                        <a:pt x="463902" y="463650"/>
                      </a:lnTo>
                      <a:lnTo>
                        <a:pt x="464132" y="463880"/>
                      </a:lnTo>
                      <a:lnTo>
                        <a:pt x="463891" y="463892"/>
                      </a:lnTo>
                      <a:lnTo>
                        <a:pt x="463879" y="464132"/>
                      </a:lnTo>
                      <a:lnTo>
                        <a:pt x="463650" y="463903"/>
                      </a:lnTo>
                      <a:close/>
                    </a:path>
                  </a:pathLst>
                </a:custGeom>
                <a:solidFill>
                  <a:schemeClr val="accent4">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3" name="Freeform: Shape 22">
                  <a:extLst>
                    <a:ext uri="{FF2B5EF4-FFF2-40B4-BE49-F238E27FC236}">
                      <a16:creationId xmlns:a16="http://schemas.microsoft.com/office/drawing/2014/main" id="{DCC6BEB5-DA1F-4F9E-BA5D-8F892A0FB8F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flipH="1">
                  <a:off x="959170" y="958515"/>
                  <a:ext cx="464739" cy="464739"/>
                </a:xfrm>
                <a:custGeom>
                  <a:avLst/>
                  <a:gdLst>
                    <a:gd name="connsiteX0" fmla="*/ 464132 w 464739"/>
                    <a:gd name="connsiteY0" fmla="*/ 463881 h 464739"/>
                    <a:gd name="connsiteX1" fmla="*/ 463891 w 464739"/>
                    <a:gd name="connsiteY1" fmla="*/ 463892 h 464739"/>
                    <a:gd name="connsiteX2" fmla="*/ 463880 w 464739"/>
                    <a:gd name="connsiteY2" fmla="*/ 464132 h 464739"/>
                    <a:gd name="connsiteX3" fmla="*/ 463651 w 464739"/>
                    <a:gd name="connsiteY3" fmla="*/ 463904 h 464739"/>
                    <a:gd name="connsiteX4" fmla="*/ 446142 w 464739"/>
                    <a:gd name="connsiteY4" fmla="*/ 464739 h 464739"/>
                    <a:gd name="connsiteX5" fmla="*/ 130673 w 464739"/>
                    <a:gd name="connsiteY5" fmla="*/ 334067 h 464739"/>
                    <a:gd name="connsiteX6" fmla="*/ 0 w 464739"/>
                    <a:gd name="connsiteY6" fmla="*/ 18597 h 464739"/>
                    <a:gd name="connsiteX7" fmla="*/ 836 w 464739"/>
                    <a:gd name="connsiteY7" fmla="*/ 1089 h 464739"/>
                    <a:gd name="connsiteX8" fmla="*/ 607 w 464739"/>
                    <a:gd name="connsiteY8" fmla="*/ 859 h 464739"/>
                    <a:gd name="connsiteX9" fmla="*/ 848 w 464739"/>
                    <a:gd name="connsiteY9" fmla="*/ 848 h 464739"/>
                    <a:gd name="connsiteX10" fmla="*/ 859 w 464739"/>
                    <a:gd name="connsiteY10" fmla="*/ 607 h 464739"/>
                    <a:gd name="connsiteX11" fmla="*/ 1089 w 464739"/>
                    <a:gd name="connsiteY11" fmla="*/ 836 h 464739"/>
                    <a:gd name="connsiteX12" fmla="*/ 18597 w 464739"/>
                    <a:gd name="connsiteY12" fmla="*/ 0 h 464739"/>
                    <a:gd name="connsiteX13" fmla="*/ 334067 w 464739"/>
                    <a:gd name="connsiteY13" fmla="*/ 130672 h 464739"/>
                    <a:gd name="connsiteX14" fmla="*/ 464739 w 464739"/>
                    <a:gd name="connsiteY14" fmla="*/ 446142 h 464739"/>
                    <a:gd name="connsiteX15" fmla="*/ 463903 w 464739"/>
                    <a:gd name="connsiteY15" fmla="*/ 463652 h 464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64739" h="464739">
                      <a:moveTo>
                        <a:pt x="464132" y="463881"/>
                      </a:moveTo>
                      <a:lnTo>
                        <a:pt x="463891" y="463892"/>
                      </a:lnTo>
                      <a:lnTo>
                        <a:pt x="463880" y="464132"/>
                      </a:lnTo>
                      <a:lnTo>
                        <a:pt x="463651" y="463904"/>
                      </a:lnTo>
                      <a:lnTo>
                        <a:pt x="446142" y="464739"/>
                      </a:lnTo>
                      <a:cubicBezTo>
                        <a:pt x="331965" y="464739"/>
                        <a:pt x="217787" y="421182"/>
                        <a:pt x="130673" y="334067"/>
                      </a:cubicBezTo>
                      <a:cubicBezTo>
                        <a:pt x="43558" y="246953"/>
                        <a:pt x="1" y="132775"/>
                        <a:pt x="0" y="18597"/>
                      </a:cubicBezTo>
                      <a:lnTo>
                        <a:pt x="836" y="1089"/>
                      </a:lnTo>
                      <a:lnTo>
                        <a:pt x="607" y="859"/>
                      </a:lnTo>
                      <a:lnTo>
                        <a:pt x="848" y="848"/>
                      </a:lnTo>
                      <a:lnTo>
                        <a:pt x="859" y="607"/>
                      </a:lnTo>
                      <a:lnTo>
                        <a:pt x="1089" y="836"/>
                      </a:lnTo>
                      <a:lnTo>
                        <a:pt x="18597" y="0"/>
                      </a:lnTo>
                      <a:cubicBezTo>
                        <a:pt x="132775" y="0"/>
                        <a:pt x="246952" y="43557"/>
                        <a:pt x="334067" y="130672"/>
                      </a:cubicBezTo>
                      <a:cubicBezTo>
                        <a:pt x="421182" y="217787"/>
                        <a:pt x="464739" y="331964"/>
                        <a:pt x="464739" y="446142"/>
                      </a:cubicBezTo>
                      <a:lnTo>
                        <a:pt x="463903" y="463652"/>
                      </a:lnTo>
                      <a:close/>
                    </a:path>
                  </a:pathLst>
                </a:custGeom>
                <a:solidFill>
                  <a:schemeClr val="accent4">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grpSp>
          <p:grpSp>
            <p:nvGrpSpPr>
              <p:cNvPr id="16" name="Group 15">
                <a:extLst>
                  <a:ext uri="{FF2B5EF4-FFF2-40B4-BE49-F238E27FC236}">
                    <a16:creationId xmlns:a16="http://schemas.microsoft.com/office/drawing/2014/main" id="{C0300EB9-093C-4C32-A212-821D7AC082B4}"/>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rot="10800000" flipH="1" flipV="1">
                <a:off x="999771" y="932104"/>
                <a:ext cx="864005" cy="1032464"/>
                <a:chOff x="2207971" y="2384401"/>
                <a:chExt cx="864005" cy="1032464"/>
              </a:xfrm>
            </p:grpSpPr>
            <p:sp>
              <p:nvSpPr>
                <p:cNvPr id="17" name="Freeform: Shape 16">
                  <a:extLst>
                    <a:ext uri="{FF2B5EF4-FFF2-40B4-BE49-F238E27FC236}">
                      <a16:creationId xmlns:a16="http://schemas.microsoft.com/office/drawing/2014/main" id="{AFC97B3C-CF0E-4C93-AA39-7A677A12C50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3500000">
                  <a:off x="2207971" y="2856305"/>
                  <a:ext cx="464739" cy="464739"/>
                </a:xfrm>
                <a:custGeom>
                  <a:avLst/>
                  <a:gdLst>
                    <a:gd name="connsiteX0" fmla="*/ 464132 w 464739"/>
                    <a:gd name="connsiteY0" fmla="*/ 463881 h 464739"/>
                    <a:gd name="connsiteX1" fmla="*/ 463891 w 464739"/>
                    <a:gd name="connsiteY1" fmla="*/ 463892 h 464739"/>
                    <a:gd name="connsiteX2" fmla="*/ 463880 w 464739"/>
                    <a:gd name="connsiteY2" fmla="*/ 464132 h 464739"/>
                    <a:gd name="connsiteX3" fmla="*/ 463651 w 464739"/>
                    <a:gd name="connsiteY3" fmla="*/ 463904 h 464739"/>
                    <a:gd name="connsiteX4" fmla="*/ 446142 w 464739"/>
                    <a:gd name="connsiteY4" fmla="*/ 464739 h 464739"/>
                    <a:gd name="connsiteX5" fmla="*/ 130673 w 464739"/>
                    <a:gd name="connsiteY5" fmla="*/ 334067 h 464739"/>
                    <a:gd name="connsiteX6" fmla="*/ 0 w 464739"/>
                    <a:gd name="connsiteY6" fmla="*/ 18597 h 464739"/>
                    <a:gd name="connsiteX7" fmla="*/ 836 w 464739"/>
                    <a:gd name="connsiteY7" fmla="*/ 1089 h 464739"/>
                    <a:gd name="connsiteX8" fmla="*/ 607 w 464739"/>
                    <a:gd name="connsiteY8" fmla="*/ 859 h 464739"/>
                    <a:gd name="connsiteX9" fmla="*/ 848 w 464739"/>
                    <a:gd name="connsiteY9" fmla="*/ 848 h 464739"/>
                    <a:gd name="connsiteX10" fmla="*/ 859 w 464739"/>
                    <a:gd name="connsiteY10" fmla="*/ 607 h 464739"/>
                    <a:gd name="connsiteX11" fmla="*/ 1089 w 464739"/>
                    <a:gd name="connsiteY11" fmla="*/ 836 h 464739"/>
                    <a:gd name="connsiteX12" fmla="*/ 18597 w 464739"/>
                    <a:gd name="connsiteY12" fmla="*/ 0 h 464739"/>
                    <a:gd name="connsiteX13" fmla="*/ 334067 w 464739"/>
                    <a:gd name="connsiteY13" fmla="*/ 130672 h 464739"/>
                    <a:gd name="connsiteX14" fmla="*/ 464739 w 464739"/>
                    <a:gd name="connsiteY14" fmla="*/ 446142 h 464739"/>
                    <a:gd name="connsiteX15" fmla="*/ 463903 w 464739"/>
                    <a:gd name="connsiteY15" fmla="*/ 463652 h 464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64739" h="464739">
                      <a:moveTo>
                        <a:pt x="464132" y="463881"/>
                      </a:moveTo>
                      <a:lnTo>
                        <a:pt x="463891" y="463892"/>
                      </a:lnTo>
                      <a:lnTo>
                        <a:pt x="463880" y="464132"/>
                      </a:lnTo>
                      <a:lnTo>
                        <a:pt x="463651" y="463904"/>
                      </a:lnTo>
                      <a:lnTo>
                        <a:pt x="446142" y="464739"/>
                      </a:lnTo>
                      <a:cubicBezTo>
                        <a:pt x="331965" y="464739"/>
                        <a:pt x="217787" y="421182"/>
                        <a:pt x="130673" y="334067"/>
                      </a:cubicBezTo>
                      <a:cubicBezTo>
                        <a:pt x="43558" y="246953"/>
                        <a:pt x="1" y="132775"/>
                        <a:pt x="0" y="18597"/>
                      </a:cubicBezTo>
                      <a:lnTo>
                        <a:pt x="836" y="1089"/>
                      </a:lnTo>
                      <a:lnTo>
                        <a:pt x="607" y="859"/>
                      </a:lnTo>
                      <a:lnTo>
                        <a:pt x="848" y="848"/>
                      </a:lnTo>
                      <a:lnTo>
                        <a:pt x="859" y="607"/>
                      </a:lnTo>
                      <a:lnTo>
                        <a:pt x="1089" y="836"/>
                      </a:lnTo>
                      <a:lnTo>
                        <a:pt x="18597" y="0"/>
                      </a:lnTo>
                      <a:cubicBezTo>
                        <a:pt x="132775" y="0"/>
                        <a:pt x="246952" y="43557"/>
                        <a:pt x="334067" y="130672"/>
                      </a:cubicBezTo>
                      <a:cubicBezTo>
                        <a:pt x="421182" y="217787"/>
                        <a:pt x="464739" y="331964"/>
                        <a:pt x="464739" y="446142"/>
                      </a:cubicBezTo>
                      <a:lnTo>
                        <a:pt x="463903" y="463652"/>
                      </a:lnTo>
                      <a:close/>
                    </a:path>
                  </a:pathLst>
                </a:cu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8" name="Freeform: Shape 17">
                  <a:extLst>
                    <a:ext uri="{FF2B5EF4-FFF2-40B4-BE49-F238E27FC236}">
                      <a16:creationId xmlns:a16="http://schemas.microsoft.com/office/drawing/2014/main" id="{0943F14E-6185-4A31-8318-2088A05F5C9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2607238" y="2688467"/>
                  <a:ext cx="464738" cy="464738"/>
                </a:xfrm>
                <a:custGeom>
                  <a:avLst/>
                  <a:gdLst>
                    <a:gd name="connsiteX0" fmla="*/ 446142 w 464738"/>
                    <a:gd name="connsiteY0" fmla="*/ 464738 h 464738"/>
                    <a:gd name="connsiteX1" fmla="*/ 130673 w 464738"/>
                    <a:gd name="connsiteY1" fmla="*/ 334066 h 464738"/>
                    <a:gd name="connsiteX2" fmla="*/ 0 w 464738"/>
                    <a:gd name="connsiteY2" fmla="*/ 18596 h 464738"/>
                    <a:gd name="connsiteX3" fmla="*/ 836 w 464738"/>
                    <a:gd name="connsiteY3" fmla="*/ 1089 h 464738"/>
                    <a:gd name="connsiteX4" fmla="*/ 606 w 464738"/>
                    <a:gd name="connsiteY4" fmla="*/ 859 h 464738"/>
                    <a:gd name="connsiteX5" fmla="*/ 848 w 464738"/>
                    <a:gd name="connsiteY5" fmla="*/ 848 h 464738"/>
                    <a:gd name="connsiteX6" fmla="*/ 859 w 464738"/>
                    <a:gd name="connsiteY6" fmla="*/ 606 h 464738"/>
                    <a:gd name="connsiteX7" fmla="*/ 1089 w 464738"/>
                    <a:gd name="connsiteY7" fmla="*/ 836 h 464738"/>
                    <a:gd name="connsiteX8" fmla="*/ 18596 w 464738"/>
                    <a:gd name="connsiteY8" fmla="*/ 0 h 464738"/>
                    <a:gd name="connsiteX9" fmla="*/ 334066 w 464738"/>
                    <a:gd name="connsiteY9" fmla="*/ 130672 h 464738"/>
                    <a:gd name="connsiteX10" fmla="*/ 464738 w 464738"/>
                    <a:gd name="connsiteY10" fmla="*/ 446142 h 464738"/>
                    <a:gd name="connsiteX11" fmla="*/ 463902 w 464738"/>
                    <a:gd name="connsiteY11" fmla="*/ 463650 h 464738"/>
                    <a:gd name="connsiteX12" fmla="*/ 464132 w 464738"/>
                    <a:gd name="connsiteY12" fmla="*/ 463880 h 464738"/>
                    <a:gd name="connsiteX13" fmla="*/ 463891 w 464738"/>
                    <a:gd name="connsiteY13" fmla="*/ 463892 h 464738"/>
                    <a:gd name="connsiteX14" fmla="*/ 463879 w 464738"/>
                    <a:gd name="connsiteY14" fmla="*/ 464132 h 464738"/>
                    <a:gd name="connsiteX15" fmla="*/ 463650 w 464738"/>
                    <a:gd name="connsiteY15" fmla="*/ 463903 h 4647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64738" h="464738">
                      <a:moveTo>
                        <a:pt x="446142" y="464738"/>
                      </a:moveTo>
                      <a:cubicBezTo>
                        <a:pt x="331965" y="464738"/>
                        <a:pt x="217787" y="421181"/>
                        <a:pt x="130673" y="334066"/>
                      </a:cubicBezTo>
                      <a:cubicBezTo>
                        <a:pt x="43558" y="246952"/>
                        <a:pt x="1" y="132774"/>
                        <a:pt x="0" y="18596"/>
                      </a:cubicBezTo>
                      <a:lnTo>
                        <a:pt x="836" y="1089"/>
                      </a:lnTo>
                      <a:lnTo>
                        <a:pt x="606" y="859"/>
                      </a:lnTo>
                      <a:lnTo>
                        <a:pt x="848" y="848"/>
                      </a:lnTo>
                      <a:lnTo>
                        <a:pt x="859" y="606"/>
                      </a:lnTo>
                      <a:lnTo>
                        <a:pt x="1089" y="836"/>
                      </a:lnTo>
                      <a:lnTo>
                        <a:pt x="18596" y="0"/>
                      </a:lnTo>
                      <a:cubicBezTo>
                        <a:pt x="132774" y="0"/>
                        <a:pt x="246951" y="43557"/>
                        <a:pt x="334066" y="130672"/>
                      </a:cubicBezTo>
                      <a:cubicBezTo>
                        <a:pt x="421181" y="217787"/>
                        <a:pt x="464738" y="331964"/>
                        <a:pt x="464738" y="446142"/>
                      </a:cubicBezTo>
                      <a:lnTo>
                        <a:pt x="463902" y="463650"/>
                      </a:lnTo>
                      <a:lnTo>
                        <a:pt x="464132" y="463880"/>
                      </a:lnTo>
                      <a:lnTo>
                        <a:pt x="463891" y="463892"/>
                      </a:lnTo>
                      <a:lnTo>
                        <a:pt x="463879" y="464132"/>
                      </a:lnTo>
                      <a:lnTo>
                        <a:pt x="463650" y="463903"/>
                      </a:lnTo>
                      <a:close/>
                    </a:path>
                  </a:pathLst>
                </a:cu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nvGrpSpPr>
                <p:cNvPr id="19" name="Group 18">
                  <a:extLst>
                    <a:ext uri="{FF2B5EF4-FFF2-40B4-BE49-F238E27FC236}">
                      <a16:creationId xmlns:a16="http://schemas.microsoft.com/office/drawing/2014/main" id="{F3B56658-371E-446B-B30D-D4EA2A88A973}"/>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2440769" y="2384401"/>
                  <a:ext cx="313009" cy="1032464"/>
                  <a:chOff x="2440769" y="2384401"/>
                  <a:chExt cx="313009" cy="1032464"/>
                </a:xfrm>
              </p:grpSpPr>
              <p:cxnSp>
                <p:nvCxnSpPr>
                  <p:cNvPr id="20" name="Straight Connector 19">
                    <a:extLst>
                      <a:ext uri="{FF2B5EF4-FFF2-40B4-BE49-F238E27FC236}">
                        <a16:creationId xmlns:a16="http://schemas.microsoft.com/office/drawing/2014/main" id="{068979FB-2943-4091-A490-D9F8695DF0D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rot="10800000" flipH="1">
                    <a:off x="2440769" y="2516865"/>
                    <a:ext cx="0" cy="900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B378C39C-3FC0-4521-8336-33A86391920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rot="8100000" flipH="1">
                    <a:off x="2753778" y="2384401"/>
                    <a:ext cx="0" cy="900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grpSp>
        <p:grpSp>
          <p:nvGrpSpPr>
            <p:cNvPr id="12" name="Group 11">
              <a:extLst>
                <a:ext uri="{FF2B5EF4-FFF2-40B4-BE49-F238E27FC236}">
                  <a16:creationId xmlns:a16="http://schemas.microsoft.com/office/drawing/2014/main" id="{72C6951D-2EAF-4333-B8A8-F473DC3BDF44}"/>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1437136" y="649304"/>
              <a:ext cx="388541" cy="388541"/>
              <a:chOff x="5752675" y="5440856"/>
              <a:chExt cx="388541" cy="388541"/>
            </a:xfrm>
          </p:grpSpPr>
          <p:sp>
            <p:nvSpPr>
              <p:cNvPr id="13" name="Oval 12">
                <a:extLst>
                  <a:ext uri="{FF2B5EF4-FFF2-40B4-BE49-F238E27FC236}">
                    <a16:creationId xmlns:a16="http://schemas.microsoft.com/office/drawing/2014/main" id="{63E77698-5758-433A-9DF3-3BE43B6FBDA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5800801" y="5488982"/>
                <a:ext cx="340415" cy="340415"/>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4" name="Oval 13">
                <a:extLst>
                  <a:ext uri="{FF2B5EF4-FFF2-40B4-BE49-F238E27FC236}">
                    <a16:creationId xmlns:a16="http://schemas.microsoft.com/office/drawing/2014/main" id="{FF47FF7F-75A9-438D-8BA7-428BF76974C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52675" y="5440856"/>
                <a:ext cx="340415" cy="340415"/>
              </a:xfrm>
              <a:prstGeom prst="ellipse">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grpSp>
      <p:sp>
        <p:nvSpPr>
          <p:cNvPr id="3" name="TextBox 2">
            <a:extLst>
              <a:ext uri="{FF2B5EF4-FFF2-40B4-BE49-F238E27FC236}">
                <a16:creationId xmlns:a16="http://schemas.microsoft.com/office/drawing/2014/main" id="{E1B3EC78-AF07-8A37-B218-94DF35BE2087}"/>
              </a:ext>
            </a:extLst>
          </p:cNvPr>
          <p:cNvSpPr txBox="1"/>
          <p:nvPr/>
        </p:nvSpPr>
        <p:spPr>
          <a:xfrm>
            <a:off x="9486900" y="5443538"/>
            <a:ext cx="184731" cy="369332"/>
          </a:xfrm>
          <a:prstGeom prst="rect">
            <a:avLst/>
          </a:prstGeom>
          <a:noFill/>
        </p:spPr>
        <p:txBody>
          <a:bodyPr wrap="none" rtlCol="0">
            <a:spAutoFit/>
          </a:bodyPr>
          <a:lstStyle/>
          <a:p>
            <a:endParaRPr lang="en-BD" dirty="0"/>
          </a:p>
        </p:txBody>
      </p:sp>
      <p:sp>
        <p:nvSpPr>
          <p:cNvPr id="25" name="TextBox 24">
            <a:extLst>
              <a:ext uri="{FF2B5EF4-FFF2-40B4-BE49-F238E27FC236}">
                <a16:creationId xmlns:a16="http://schemas.microsoft.com/office/drawing/2014/main" id="{D856AD59-8AD1-B85F-4827-7B31CC175126}"/>
              </a:ext>
            </a:extLst>
          </p:cNvPr>
          <p:cNvSpPr txBox="1"/>
          <p:nvPr/>
        </p:nvSpPr>
        <p:spPr>
          <a:xfrm>
            <a:off x="2187635" y="1319164"/>
            <a:ext cx="6096000" cy="523220"/>
          </a:xfrm>
          <a:prstGeom prst="rect">
            <a:avLst/>
          </a:prstGeom>
          <a:noFill/>
        </p:spPr>
        <p:txBody>
          <a:bodyPr wrap="square">
            <a:spAutoFit/>
          </a:bodyPr>
          <a:lstStyle/>
          <a:p>
            <a:r>
              <a:rPr lang="en-US" sz="2800" dirty="0">
                <a:solidFill>
                  <a:srgbClr val="FFFF00"/>
                </a:solidFill>
                <a:latin typeface="Arial Rounded MT Bold" panose="020F0704030504030204" pitchFamily="34" charset="0"/>
              </a:rPr>
              <a:t>Critical Path Analysis </a:t>
            </a:r>
          </a:p>
        </p:txBody>
      </p:sp>
      <p:sp>
        <p:nvSpPr>
          <p:cNvPr id="24" name="TextBox 23">
            <a:extLst>
              <a:ext uri="{FF2B5EF4-FFF2-40B4-BE49-F238E27FC236}">
                <a16:creationId xmlns:a16="http://schemas.microsoft.com/office/drawing/2014/main" id="{ED0EF6E8-BECD-2BFF-7110-98944BA81AA7}"/>
              </a:ext>
            </a:extLst>
          </p:cNvPr>
          <p:cNvSpPr txBox="1"/>
          <p:nvPr/>
        </p:nvSpPr>
        <p:spPr>
          <a:xfrm>
            <a:off x="952075" y="2239115"/>
            <a:ext cx="6096000" cy="523220"/>
          </a:xfrm>
          <a:prstGeom prst="rect">
            <a:avLst/>
          </a:prstGeom>
          <a:noFill/>
        </p:spPr>
        <p:txBody>
          <a:bodyPr wrap="square">
            <a:spAutoFit/>
          </a:bodyPr>
          <a:lstStyle/>
          <a:p>
            <a:r>
              <a:rPr lang="en-US" sz="2800" b="1" dirty="0">
                <a:solidFill>
                  <a:srgbClr val="99FFCC"/>
                </a:solidFill>
                <a:effectLst>
                  <a:outerShdw blurRad="38100" dist="38100" dir="2700000" algn="tl">
                    <a:srgbClr val="000000">
                      <a:alpha val="43137"/>
                    </a:srgbClr>
                  </a:outerShdw>
                </a:effectLst>
                <a:latin typeface="Arial Nova Light" panose="020B0304020202020204" pitchFamily="34" charset="0"/>
              </a:rPr>
              <a:t>The Network Diagram</a:t>
            </a:r>
          </a:p>
        </p:txBody>
      </p:sp>
      <p:sp>
        <p:nvSpPr>
          <p:cNvPr id="27" name="TextBox 26">
            <a:extLst>
              <a:ext uri="{FF2B5EF4-FFF2-40B4-BE49-F238E27FC236}">
                <a16:creationId xmlns:a16="http://schemas.microsoft.com/office/drawing/2014/main" id="{AFA0B641-22FB-1943-7EE3-31E0158F1A1C}"/>
              </a:ext>
            </a:extLst>
          </p:cNvPr>
          <p:cNvSpPr txBox="1"/>
          <p:nvPr/>
        </p:nvSpPr>
        <p:spPr>
          <a:xfrm>
            <a:off x="478971" y="2896356"/>
            <a:ext cx="11364686" cy="3477875"/>
          </a:xfrm>
          <a:prstGeom prst="rect">
            <a:avLst/>
          </a:prstGeom>
          <a:noFill/>
        </p:spPr>
        <p:txBody>
          <a:bodyPr wrap="square">
            <a:spAutoFit/>
          </a:bodyPr>
          <a:lstStyle/>
          <a:p>
            <a:pPr algn="just"/>
            <a:r>
              <a:rPr lang="en-US" sz="2800" b="1" dirty="0">
                <a:solidFill>
                  <a:srgbClr val="FF99CC"/>
                </a:solidFill>
                <a:latin typeface="Arial Nova Light" panose="020B0304020202020204" pitchFamily="34" charset="0"/>
              </a:rPr>
              <a:t>Network</a:t>
            </a:r>
            <a:endParaRPr lang="en-US" sz="2400" b="1" dirty="0">
              <a:solidFill>
                <a:srgbClr val="FF99CC"/>
              </a:solidFill>
              <a:latin typeface="Arial Nova Light" panose="020B0304020202020204" pitchFamily="34" charset="0"/>
            </a:endParaRPr>
          </a:p>
          <a:p>
            <a:pPr algn="just"/>
            <a:r>
              <a:rPr lang="en-US" sz="2400" dirty="0">
                <a:latin typeface="Arial Nova Light" panose="020B0304020202020204" pitchFamily="34" charset="0"/>
              </a:rPr>
              <a:t>The arrangement of all activities (and, in some cases, events) in a project arrayed in their logical sequence and represented by arcs and nodes.</a:t>
            </a:r>
          </a:p>
          <a:p>
            <a:pPr algn="just"/>
            <a:endParaRPr lang="en-US" sz="800" dirty="0">
              <a:latin typeface="Arial Nova Light" panose="020B0304020202020204" pitchFamily="34" charset="0"/>
            </a:endParaRPr>
          </a:p>
          <a:p>
            <a:pPr algn="just"/>
            <a:r>
              <a:rPr lang="en-US" sz="2400" dirty="0">
                <a:latin typeface="Arial Nova Light" panose="020B0304020202020204" pitchFamily="34" charset="0"/>
              </a:rPr>
              <a:t>This arrangement (network) defines the project and the activity precedence relationships. </a:t>
            </a:r>
          </a:p>
          <a:p>
            <a:pPr algn="just"/>
            <a:endParaRPr lang="en-US" sz="800" dirty="0">
              <a:latin typeface="Arial Nova Light" panose="020B0304020202020204" pitchFamily="34" charset="0"/>
            </a:endParaRPr>
          </a:p>
          <a:p>
            <a:pPr algn="just"/>
            <a:r>
              <a:rPr lang="en-US" sz="2400" dirty="0">
                <a:latin typeface="Arial Nova Light" panose="020B0304020202020204" pitchFamily="34" charset="0"/>
              </a:rPr>
              <a:t>Networks are usually drawn starting on the left and proceeding to the right. </a:t>
            </a:r>
          </a:p>
          <a:p>
            <a:pPr algn="just"/>
            <a:endParaRPr lang="en-US" sz="800" dirty="0">
              <a:latin typeface="Arial Nova Light" panose="020B0304020202020204" pitchFamily="34" charset="0"/>
            </a:endParaRPr>
          </a:p>
          <a:p>
            <a:pPr algn="just"/>
            <a:r>
              <a:rPr lang="en-US" sz="2400" dirty="0">
                <a:latin typeface="Arial Nova Light" panose="020B0304020202020204" pitchFamily="34" charset="0"/>
              </a:rPr>
              <a:t>Arrowheads placed on the arcs are used to indicate the direction of flow - that is, to show the proper </a:t>
            </a:r>
            <a:r>
              <a:rPr lang="en-US" sz="2400" dirty="0" err="1">
                <a:latin typeface="Arial Nova Light" panose="020B0304020202020204" pitchFamily="34" charset="0"/>
              </a:rPr>
              <a:t>precedences</a:t>
            </a:r>
            <a:r>
              <a:rPr lang="en-US" sz="2400" dirty="0">
                <a:latin typeface="Arial Nova Light" panose="020B0304020202020204" pitchFamily="34" charset="0"/>
              </a:rPr>
              <a:t>.</a:t>
            </a:r>
          </a:p>
        </p:txBody>
      </p:sp>
    </p:spTree>
    <p:extLst>
      <p:ext uri="{BB962C8B-B14F-4D97-AF65-F5344CB8AC3E}">
        <p14:creationId xmlns:p14="http://schemas.microsoft.com/office/powerpoint/2010/main" val="239083867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316A5661-2CFE-478C-BAC3-729F393F3C4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BC1DA2B-FE6F-1C6E-BFA0-9B15DC40309D}"/>
              </a:ext>
            </a:extLst>
          </p:cNvPr>
          <p:cNvSpPr>
            <a:spLocks noGrp="1"/>
          </p:cNvSpPr>
          <p:nvPr>
            <p:ph type="title"/>
          </p:nvPr>
        </p:nvSpPr>
        <p:spPr>
          <a:xfrm>
            <a:off x="2139081" y="92738"/>
            <a:ext cx="9514055" cy="1267138"/>
          </a:xfrm>
        </p:spPr>
        <p:txBody>
          <a:bodyPr anchor="ctr">
            <a:normAutofit/>
          </a:bodyPr>
          <a:lstStyle/>
          <a:p>
            <a:r>
              <a:rPr lang="en-US" sz="4000" dirty="0">
                <a:solidFill>
                  <a:schemeClr val="accent6">
                    <a:lumMod val="40000"/>
                    <a:lumOff val="60000"/>
                  </a:schemeClr>
                </a:solidFill>
                <a:latin typeface="Arial Rounded MT Bold" panose="020F0704030504030204" pitchFamily="34" charset="0"/>
              </a:rPr>
              <a:t>Project management tools</a:t>
            </a:r>
          </a:p>
        </p:txBody>
      </p:sp>
      <p:grpSp>
        <p:nvGrpSpPr>
          <p:cNvPr id="10" name="Group 9">
            <a:extLst>
              <a:ext uri="{FF2B5EF4-FFF2-40B4-BE49-F238E27FC236}">
                <a16:creationId xmlns:a16="http://schemas.microsoft.com/office/drawing/2014/main" id="{FB7BE8CD-E348-464A-82CC-7EF7AA82842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999771" y="649304"/>
            <a:ext cx="913428" cy="1315264"/>
            <a:chOff x="999771" y="649304"/>
            <a:chExt cx="913428" cy="1315264"/>
          </a:xfrm>
        </p:grpSpPr>
        <p:grpSp>
          <p:nvGrpSpPr>
            <p:cNvPr id="11" name="Group 10">
              <a:extLst>
                <a:ext uri="{FF2B5EF4-FFF2-40B4-BE49-F238E27FC236}">
                  <a16:creationId xmlns:a16="http://schemas.microsoft.com/office/drawing/2014/main" id="{B8CC82D2-4C4A-4C67-8483-5199F97B37A7}"/>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999771" y="932104"/>
              <a:ext cx="913428" cy="1032464"/>
              <a:chOff x="999771" y="932104"/>
              <a:chExt cx="913428" cy="1032464"/>
            </a:xfrm>
          </p:grpSpPr>
          <p:grpSp>
            <p:nvGrpSpPr>
              <p:cNvPr id="15" name="Group 14">
                <a:extLst>
                  <a:ext uri="{FF2B5EF4-FFF2-40B4-BE49-F238E27FC236}">
                    <a16:creationId xmlns:a16="http://schemas.microsoft.com/office/drawing/2014/main" id="{70D2391D-AA33-4F5E-BD96-B42D93DED226}"/>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rot="8100000" flipV="1">
                <a:off x="1047457" y="1290386"/>
                <a:ext cx="865742" cy="628383"/>
                <a:chOff x="558167" y="958515"/>
                <a:chExt cx="865742" cy="628383"/>
              </a:xfrm>
              <a:solidFill>
                <a:schemeClr val="accent3"/>
              </a:solidFill>
            </p:grpSpPr>
            <p:sp>
              <p:nvSpPr>
                <p:cNvPr id="22" name="Freeform: Shape 21">
                  <a:extLst>
                    <a:ext uri="{FF2B5EF4-FFF2-40B4-BE49-F238E27FC236}">
                      <a16:creationId xmlns:a16="http://schemas.microsoft.com/office/drawing/2014/main" id="{BE166DCE-539D-4C74-9C9D-AC000BA2F8A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8100000" flipH="1">
                  <a:off x="558167" y="1122160"/>
                  <a:ext cx="464738" cy="464738"/>
                </a:xfrm>
                <a:custGeom>
                  <a:avLst/>
                  <a:gdLst>
                    <a:gd name="connsiteX0" fmla="*/ 446142 w 464738"/>
                    <a:gd name="connsiteY0" fmla="*/ 464738 h 464738"/>
                    <a:gd name="connsiteX1" fmla="*/ 130673 w 464738"/>
                    <a:gd name="connsiteY1" fmla="*/ 334066 h 464738"/>
                    <a:gd name="connsiteX2" fmla="*/ 0 w 464738"/>
                    <a:gd name="connsiteY2" fmla="*/ 18596 h 464738"/>
                    <a:gd name="connsiteX3" fmla="*/ 836 w 464738"/>
                    <a:gd name="connsiteY3" fmla="*/ 1089 h 464738"/>
                    <a:gd name="connsiteX4" fmla="*/ 606 w 464738"/>
                    <a:gd name="connsiteY4" fmla="*/ 859 h 464738"/>
                    <a:gd name="connsiteX5" fmla="*/ 848 w 464738"/>
                    <a:gd name="connsiteY5" fmla="*/ 848 h 464738"/>
                    <a:gd name="connsiteX6" fmla="*/ 859 w 464738"/>
                    <a:gd name="connsiteY6" fmla="*/ 606 h 464738"/>
                    <a:gd name="connsiteX7" fmla="*/ 1089 w 464738"/>
                    <a:gd name="connsiteY7" fmla="*/ 836 h 464738"/>
                    <a:gd name="connsiteX8" fmla="*/ 18596 w 464738"/>
                    <a:gd name="connsiteY8" fmla="*/ 0 h 464738"/>
                    <a:gd name="connsiteX9" fmla="*/ 334066 w 464738"/>
                    <a:gd name="connsiteY9" fmla="*/ 130672 h 464738"/>
                    <a:gd name="connsiteX10" fmla="*/ 464738 w 464738"/>
                    <a:gd name="connsiteY10" fmla="*/ 446142 h 464738"/>
                    <a:gd name="connsiteX11" fmla="*/ 463902 w 464738"/>
                    <a:gd name="connsiteY11" fmla="*/ 463650 h 464738"/>
                    <a:gd name="connsiteX12" fmla="*/ 464132 w 464738"/>
                    <a:gd name="connsiteY12" fmla="*/ 463880 h 464738"/>
                    <a:gd name="connsiteX13" fmla="*/ 463891 w 464738"/>
                    <a:gd name="connsiteY13" fmla="*/ 463892 h 464738"/>
                    <a:gd name="connsiteX14" fmla="*/ 463879 w 464738"/>
                    <a:gd name="connsiteY14" fmla="*/ 464132 h 464738"/>
                    <a:gd name="connsiteX15" fmla="*/ 463650 w 464738"/>
                    <a:gd name="connsiteY15" fmla="*/ 463903 h 4647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64738" h="464738">
                      <a:moveTo>
                        <a:pt x="446142" y="464738"/>
                      </a:moveTo>
                      <a:cubicBezTo>
                        <a:pt x="331965" y="464738"/>
                        <a:pt x="217787" y="421181"/>
                        <a:pt x="130673" y="334066"/>
                      </a:cubicBezTo>
                      <a:cubicBezTo>
                        <a:pt x="43558" y="246952"/>
                        <a:pt x="1" y="132774"/>
                        <a:pt x="0" y="18596"/>
                      </a:cubicBezTo>
                      <a:lnTo>
                        <a:pt x="836" y="1089"/>
                      </a:lnTo>
                      <a:lnTo>
                        <a:pt x="606" y="859"/>
                      </a:lnTo>
                      <a:lnTo>
                        <a:pt x="848" y="848"/>
                      </a:lnTo>
                      <a:lnTo>
                        <a:pt x="859" y="606"/>
                      </a:lnTo>
                      <a:lnTo>
                        <a:pt x="1089" y="836"/>
                      </a:lnTo>
                      <a:lnTo>
                        <a:pt x="18596" y="0"/>
                      </a:lnTo>
                      <a:cubicBezTo>
                        <a:pt x="132774" y="0"/>
                        <a:pt x="246951" y="43557"/>
                        <a:pt x="334066" y="130672"/>
                      </a:cubicBezTo>
                      <a:cubicBezTo>
                        <a:pt x="421181" y="217787"/>
                        <a:pt x="464738" y="331964"/>
                        <a:pt x="464738" y="446142"/>
                      </a:cubicBezTo>
                      <a:lnTo>
                        <a:pt x="463902" y="463650"/>
                      </a:lnTo>
                      <a:lnTo>
                        <a:pt x="464132" y="463880"/>
                      </a:lnTo>
                      <a:lnTo>
                        <a:pt x="463891" y="463892"/>
                      </a:lnTo>
                      <a:lnTo>
                        <a:pt x="463879" y="464132"/>
                      </a:lnTo>
                      <a:lnTo>
                        <a:pt x="463650" y="463903"/>
                      </a:lnTo>
                      <a:close/>
                    </a:path>
                  </a:pathLst>
                </a:custGeom>
                <a:solidFill>
                  <a:schemeClr val="accent4">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3" name="Freeform: Shape 22">
                  <a:extLst>
                    <a:ext uri="{FF2B5EF4-FFF2-40B4-BE49-F238E27FC236}">
                      <a16:creationId xmlns:a16="http://schemas.microsoft.com/office/drawing/2014/main" id="{DCC6BEB5-DA1F-4F9E-BA5D-8F892A0FB8F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flipH="1">
                  <a:off x="959170" y="958515"/>
                  <a:ext cx="464739" cy="464739"/>
                </a:xfrm>
                <a:custGeom>
                  <a:avLst/>
                  <a:gdLst>
                    <a:gd name="connsiteX0" fmla="*/ 464132 w 464739"/>
                    <a:gd name="connsiteY0" fmla="*/ 463881 h 464739"/>
                    <a:gd name="connsiteX1" fmla="*/ 463891 w 464739"/>
                    <a:gd name="connsiteY1" fmla="*/ 463892 h 464739"/>
                    <a:gd name="connsiteX2" fmla="*/ 463880 w 464739"/>
                    <a:gd name="connsiteY2" fmla="*/ 464132 h 464739"/>
                    <a:gd name="connsiteX3" fmla="*/ 463651 w 464739"/>
                    <a:gd name="connsiteY3" fmla="*/ 463904 h 464739"/>
                    <a:gd name="connsiteX4" fmla="*/ 446142 w 464739"/>
                    <a:gd name="connsiteY4" fmla="*/ 464739 h 464739"/>
                    <a:gd name="connsiteX5" fmla="*/ 130673 w 464739"/>
                    <a:gd name="connsiteY5" fmla="*/ 334067 h 464739"/>
                    <a:gd name="connsiteX6" fmla="*/ 0 w 464739"/>
                    <a:gd name="connsiteY6" fmla="*/ 18597 h 464739"/>
                    <a:gd name="connsiteX7" fmla="*/ 836 w 464739"/>
                    <a:gd name="connsiteY7" fmla="*/ 1089 h 464739"/>
                    <a:gd name="connsiteX8" fmla="*/ 607 w 464739"/>
                    <a:gd name="connsiteY8" fmla="*/ 859 h 464739"/>
                    <a:gd name="connsiteX9" fmla="*/ 848 w 464739"/>
                    <a:gd name="connsiteY9" fmla="*/ 848 h 464739"/>
                    <a:gd name="connsiteX10" fmla="*/ 859 w 464739"/>
                    <a:gd name="connsiteY10" fmla="*/ 607 h 464739"/>
                    <a:gd name="connsiteX11" fmla="*/ 1089 w 464739"/>
                    <a:gd name="connsiteY11" fmla="*/ 836 h 464739"/>
                    <a:gd name="connsiteX12" fmla="*/ 18597 w 464739"/>
                    <a:gd name="connsiteY12" fmla="*/ 0 h 464739"/>
                    <a:gd name="connsiteX13" fmla="*/ 334067 w 464739"/>
                    <a:gd name="connsiteY13" fmla="*/ 130672 h 464739"/>
                    <a:gd name="connsiteX14" fmla="*/ 464739 w 464739"/>
                    <a:gd name="connsiteY14" fmla="*/ 446142 h 464739"/>
                    <a:gd name="connsiteX15" fmla="*/ 463903 w 464739"/>
                    <a:gd name="connsiteY15" fmla="*/ 463652 h 464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64739" h="464739">
                      <a:moveTo>
                        <a:pt x="464132" y="463881"/>
                      </a:moveTo>
                      <a:lnTo>
                        <a:pt x="463891" y="463892"/>
                      </a:lnTo>
                      <a:lnTo>
                        <a:pt x="463880" y="464132"/>
                      </a:lnTo>
                      <a:lnTo>
                        <a:pt x="463651" y="463904"/>
                      </a:lnTo>
                      <a:lnTo>
                        <a:pt x="446142" y="464739"/>
                      </a:lnTo>
                      <a:cubicBezTo>
                        <a:pt x="331965" y="464739"/>
                        <a:pt x="217787" y="421182"/>
                        <a:pt x="130673" y="334067"/>
                      </a:cubicBezTo>
                      <a:cubicBezTo>
                        <a:pt x="43558" y="246953"/>
                        <a:pt x="1" y="132775"/>
                        <a:pt x="0" y="18597"/>
                      </a:cubicBezTo>
                      <a:lnTo>
                        <a:pt x="836" y="1089"/>
                      </a:lnTo>
                      <a:lnTo>
                        <a:pt x="607" y="859"/>
                      </a:lnTo>
                      <a:lnTo>
                        <a:pt x="848" y="848"/>
                      </a:lnTo>
                      <a:lnTo>
                        <a:pt x="859" y="607"/>
                      </a:lnTo>
                      <a:lnTo>
                        <a:pt x="1089" y="836"/>
                      </a:lnTo>
                      <a:lnTo>
                        <a:pt x="18597" y="0"/>
                      </a:lnTo>
                      <a:cubicBezTo>
                        <a:pt x="132775" y="0"/>
                        <a:pt x="246952" y="43557"/>
                        <a:pt x="334067" y="130672"/>
                      </a:cubicBezTo>
                      <a:cubicBezTo>
                        <a:pt x="421182" y="217787"/>
                        <a:pt x="464739" y="331964"/>
                        <a:pt x="464739" y="446142"/>
                      </a:cubicBezTo>
                      <a:lnTo>
                        <a:pt x="463903" y="463652"/>
                      </a:lnTo>
                      <a:close/>
                    </a:path>
                  </a:pathLst>
                </a:custGeom>
                <a:solidFill>
                  <a:schemeClr val="accent4">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grpSp>
          <p:grpSp>
            <p:nvGrpSpPr>
              <p:cNvPr id="16" name="Group 15">
                <a:extLst>
                  <a:ext uri="{FF2B5EF4-FFF2-40B4-BE49-F238E27FC236}">
                    <a16:creationId xmlns:a16="http://schemas.microsoft.com/office/drawing/2014/main" id="{C0300EB9-093C-4C32-A212-821D7AC082B4}"/>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rot="10800000" flipH="1" flipV="1">
                <a:off x="999771" y="932104"/>
                <a:ext cx="864005" cy="1032464"/>
                <a:chOff x="2207971" y="2384401"/>
                <a:chExt cx="864005" cy="1032464"/>
              </a:xfrm>
            </p:grpSpPr>
            <p:sp>
              <p:nvSpPr>
                <p:cNvPr id="17" name="Freeform: Shape 16">
                  <a:extLst>
                    <a:ext uri="{FF2B5EF4-FFF2-40B4-BE49-F238E27FC236}">
                      <a16:creationId xmlns:a16="http://schemas.microsoft.com/office/drawing/2014/main" id="{AFC97B3C-CF0E-4C93-AA39-7A677A12C50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3500000">
                  <a:off x="2207971" y="2856305"/>
                  <a:ext cx="464739" cy="464739"/>
                </a:xfrm>
                <a:custGeom>
                  <a:avLst/>
                  <a:gdLst>
                    <a:gd name="connsiteX0" fmla="*/ 464132 w 464739"/>
                    <a:gd name="connsiteY0" fmla="*/ 463881 h 464739"/>
                    <a:gd name="connsiteX1" fmla="*/ 463891 w 464739"/>
                    <a:gd name="connsiteY1" fmla="*/ 463892 h 464739"/>
                    <a:gd name="connsiteX2" fmla="*/ 463880 w 464739"/>
                    <a:gd name="connsiteY2" fmla="*/ 464132 h 464739"/>
                    <a:gd name="connsiteX3" fmla="*/ 463651 w 464739"/>
                    <a:gd name="connsiteY3" fmla="*/ 463904 h 464739"/>
                    <a:gd name="connsiteX4" fmla="*/ 446142 w 464739"/>
                    <a:gd name="connsiteY4" fmla="*/ 464739 h 464739"/>
                    <a:gd name="connsiteX5" fmla="*/ 130673 w 464739"/>
                    <a:gd name="connsiteY5" fmla="*/ 334067 h 464739"/>
                    <a:gd name="connsiteX6" fmla="*/ 0 w 464739"/>
                    <a:gd name="connsiteY6" fmla="*/ 18597 h 464739"/>
                    <a:gd name="connsiteX7" fmla="*/ 836 w 464739"/>
                    <a:gd name="connsiteY7" fmla="*/ 1089 h 464739"/>
                    <a:gd name="connsiteX8" fmla="*/ 607 w 464739"/>
                    <a:gd name="connsiteY8" fmla="*/ 859 h 464739"/>
                    <a:gd name="connsiteX9" fmla="*/ 848 w 464739"/>
                    <a:gd name="connsiteY9" fmla="*/ 848 h 464739"/>
                    <a:gd name="connsiteX10" fmla="*/ 859 w 464739"/>
                    <a:gd name="connsiteY10" fmla="*/ 607 h 464739"/>
                    <a:gd name="connsiteX11" fmla="*/ 1089 w 464739"/>
                    <a:gd name="connsiteY11" fmla="*/ 836 h 464739"/>
                    <a:gd name="connsiteX12" fmla="*/ 18597 w 464739"/>
                    <a:gd name="connsiteY12" fmla="*/ 0 h 464739"/>
                    <a:gd name="connsiteX13" fmla="*/ 334067 w 464739"/>
                    <a:gd name="connsiteY13" fmla="*/ 130672 h 464739"/>
                    <a:gd name="connsiteX14" fmla="*/ 464739 w 464739"/>
                    <a:gd name="connsiteY14" fmla="*/ 446142 h 464739"/>
                    <a:gd name="connsiteX15" fmla="*/ 463903 w 464739"/>
                    <a:gd name="connsiteY15" fmla="*/ 463652 h 464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64739" h="464739">
                      <a:moveTo>
                        <a:pt x="464132" y="463881"/>
                      </a:moveTo>
                      <a:lnTo>
                        <a:pt x="463891" y="463892"/>
                      </a:lnTo>
                      <a:lnTo>
                        <a:pt x="463880" y="464132"/>
                      </a:lnTo>
                      <a:lnTo>
                        <a:pt x="463651" y="463904"/>
                      </a:lnTo>
                      <a:lnTo>
                        <a:pt x="446142" y="464739"/>
                      </a:lnTo>
                      <a:cubicBezTo>
                        <a:pt x="331965" y="464739"/>
                        <a:pt x="217787" y="421182"/>
                        <a:pt x="130673" y="334067"/>
                      </a:cubicBezTo>
                      <a:cubicBezTo>
                        <a:pt x="43558" y="246953"/>
                        <a:pt x="1" y="132775"/>
                        <a:pt x="0" y="18597"/>
                      </a:cubicBezTo>
                      <a:lnTo>
                        <a:pt x="836" y="1089"/>
                      </a:lnTo>
                      <a:lnTo>
                        <a:pt x="607" y="859"/>
                      </a:lnTo>
                      <a:lnTo>
                        <a:pt x="848" y="848"/>
                      </a:lnTo>
                      <a:lnTo>
                        <a:pt x="859" y="607"/>
                      </a:lnTo>
                      <a:lnTo>
                        <a:pt x="1089" y="836"/>
                      </a:lnTo>
                      <a:lnTo>
                        <a:pt x="18597" y="0"/>
                      </a:lnTo>
                      <a:cubicBezTo>
                        <a:pt x="132775" y="0"/>
                        <a:pt x="246952" y="43557"/>
                        <a:pt x="334067" y="130672"/>
                      </a:cubicBezTo>
                      <a:cubicBezTo>
                        <a:pt x="421182" y="217787"/>
                        <a:pt x="464739" y="331964"/>
                        <a:pt x="464739" y="446142"/>
                      </a:cubicBezTo>
                      <a:lnTo>
                        <a:pt x="463903" y="463652"/>
                      </a:lnTo>
                      <a:close/>
                    </a:path>
                  </a:pathLst>
                </a:cu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8" name="Freeform: Shape 17">
                  <a:extLst>
                    <a:ext uri="{FF2B5EF4-FFF2-40B4-BE49-F238E27FC236}">
                      <a16:creationId xmlns:a16="http://schemas.microsoft.com/office/drawing/2014/main" id="{0943F14E-6185-4A31-8318-2088A05F5C9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2607238" y="2688467"/>
                  <a:ext cx="464738" cy="464738"/>
                </a:xfrm>
                <a:custGeom>
                  <a:avLst/>
                  <a:gdLst>
                    <a:gd name="connsiteX0" fmla="*/ 446142 w 464738"/>
                    <a:gd name="connsiteY0" fmla="*/ 464738 h 464738"/>
                    <a:gd name="connsiteX1" fmla="*/ 130673 w 464738"/>
                    <a:gd name="connsiteY1" fmla="*/ 334066 h 464738"/>
                    <a:gd name="connsiteX2" fmla="*/ 0 w 464738"/>
                    <a:gd name="connsiteY2" fmla="*/ 18596 h 464738"/>
                    <a:gd name="connsiteX3" fmla="*/ 836 w 464738"/>
                    <a:gd name="connsiteY3" fmla="*/ 1089 h 464738"/>
                    <a:gd name="connsiteX4" fmla="*/ 606 w 464738"/>
                    <a:gd name="connsiteY4" fmla="*/ 859 h 464738"/>
                    <a:gd name="connsiteX5" fmla="*/ 848 w 464738"/>
                    <a:gd name="connsiteY5" fmla="*/ 848 h 464738"/>
                    <a:gd name="connsiteX6" fmla="*/ 859 w 464738"/>
                    <a:gd name="connsiteY6" fmla="*/ 606 h 464738"/>
                    <a:gd name="connsiteX7" fmla="*/ 1089 w 464738"/>
                    <a:gd name="connsiteY7" fmla="*/ 836 h 464738"/>
                    <a:gd name="connsiteX8" fmla="*/ 18596 w 464738"/>
                    <a:gd name="connsiteY8" fmla="*/ 0 h 464738"/>
                    <a:gd name="connsiteX9" fmla="*/ 334066 w 464738"/>
                    <a:gd name="connsiteY9" fmla="*/ 130672 h 464738"/>
                    <a:gd name="connsiteX10" fmla="*/ 464738 w 464738"/>
                    <a:gd name="connsiteY10" fmla="*/ 446142 h 464738"/>
                    <a:gd name="connsiteX11" fmla="*/ 463902 w 464738"/>
                    <a:gd name="connsiteY11" fmla="*/ 463650 h 464738"/>
                    <a:gd name="connsiteX12" fmla="*/ 464132 w 464738"/>
                    <a:gd name="connsiteY12" fmla="*/ 463880 h 464738"/>
                    <a:gd name="connsiteX13" fmla="*/ 463891 w 464738"/>
                    <a:gd name="connsiteY13" fmla="*/ 463892 h 464738"/>
                    <a:gd name="connsiteX14" fmla="*/ 463879 w 464738"/>
                    <a:gd name="connsiteY14" fmla="*/ 464132 h 464738"/>
                    <a:gd name="connsiteX15" fmla="*/ 463650 w 464738"/>
                    <a:gd name="connsiteY15" fmla="*/ 463903 h 4647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64738" h="464738">
                      <a:moveTo>
                        <a:pt x="446142" y="464738"/>
                      </a:moveTo>
                      <a:cubicBezTo>
                        <a:pt x="331965" y="464738"/>
                        <a:pt x="217787" y="421181"/>
                        <a:pt x="130673" y="334066"/>
                      </a:cubicBezTo>
                      <a:cubicBezTo>
                        <a:pt x="43558" y="246952"/>
                        <a:pt x="1" y="132774"/>
                        <a:pt x="0" y="18596"/>
                      </a:cubicBezTo>
                      <a:lnTo>
                        <a:pt x="836" y="1089"/>
                      </a:lnTo>
                      <a:lnTo>
                        <a:pt x="606" y="859"/>
                      </a:lnTo>
                      <a:lnTo>
                        <a:pt x="848" y="848"/>
                      </a:lnTo>
                      <a:lnTo>
                        <a:pt x="859" y="606"/>
                      </a:lnTo>
                      <a:lnTo>
                        <a:pt x="1089" y="836"/>
                      </a:lnTo>
                      <a:lnTo>
                        <a:pt x="18596" y="0"/>
                      </a:lnTo>
                      <a:cubicBezTo>
                        <a:pt x="132774" y="0"/>
                        <a:pt x="246951" y="43557"/>
                        <a:pt x="334066" y="130672"/>
                      </a:cubicBezTo>
                      <a:cubicBezTo>
                        <a:pt x="421181" y="217787"/>
                        <a:pt x="464738" y="331964"/>
                        <a:pt x="464738" y="446142"/>
                      </a:cubicBezTo>
                      <a:lnTo>
                        <a:pt x="463902" y="463650"/>
                      </a:lnTo>
                      <a:lnTo>
                        <a:pt x="464132" y="463880"/>
                      </a:lnTo>
                      <a:lnTo>
                        <a:pt x="463891" y="463892"/>
                      </a:lnTo>
                      <a:lnTo>
                        <a:pt x="463879" y="464132"/>
                      </a:lnTo>
                      <a:lnTo>
                        <a:pt x="463650" y="463903"/>
                      </a:lnTo>
                      <a:close/>
                    </a:path>
                  </a:pathLst>
                </a:cu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nvGrpSpPr>
                <p:cNvPr id="19" name="Group 18">
                  <a:extLst>
                    <a:ext uri="{FF2B5EF4-FFF2-40B4-BE49-F238E27FC236}">
                      <a16:creationId xmlns:a16="http://schemas.microsoft.com/office/drawing/2014/main" id="{F3B56658-371E-446B-B30D-D4EA2A88A973}"/>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2440769" y="2384401"/>
                  <a:ext cx="313009" cy="1032464"/>
                  <a:chOff x="2440769" y="2384401"/>
                  <a:chExt cx="313009" cy="1032464"/>
                </a:xfrm>
              </p:grpSpPr>
              <p:cxnSp>
                <p:nvCxnSpPr>
                  <p:cNvPr id="20" name="Straight Connector 19">
                    <a:extLst>
                      <a:ext uri="{FF2B5EF4-FFF2-40B4-BE49-F238E27FC236}">
                        <a16:creationId xmlns:a16="http://schemas.microsoft.com/office/drawing/2014/main" id="{068979FB-2943-4091-A490-D9F8695DF0D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rot="10800000" flipH="1">
                    <a:off x="2440769" y="2516865"/>
                    <a:ext cx="0" cy="900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B378C39C-3FC0-4521-8336-33A86391920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rot="8100000" flipH="1">
                    <a:off x="2753778" y="2384401"/>
                    <a:ext cx="0" cy="900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grpSp>
        <p:grpSp>
          <p:nvGrpSpPr>
            <p:cNvPr id="12" name="Group 11">
              <a:extLst>
                <a:ext uri="{FF2B5EF4-FFF2-40B4-BE49-F238E27FC236}">
                  <a16:creationId xmlns:a16="http://schemas.microsoft.com/office/drawing/2014/main" id="{72C6951D-2EAF-4333-B8A8-F473DC3BDF44}"/>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1437136" y="649304"/>
              <a:ext cx="388541" cy="388541"/>
              <a:chOff x="5752675" y="5440856"/>
              <a:chExt cx="388541" cy="388541"/>
            </a:xfrm>
          </p:grpSpPr>
          <p:sp>
            <p:nvSpPr>
              <p:cNvPr id="13" name="Oval 12">
                <a:extLst>
                  <a:ext uri="{FF2B5EF4-FFF2-40B4-BE49-F238E27FC236}">
                    <a16:creationId xmlns:a16="http://schemas.microsoft.com/office/drawing/2014/main" id="{63E77698-5758-433A-9DF3-3BE43B6FBDA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5800801" y="5488982"/>
                <a:ext cx="340415" cy="340415"/>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4" name="Oval 13">
                <a:extLst>
                  <a:ext uri="{FF2B5EF4-FFF2-40B4-BE49-F238E27FC236}">
                    <a16:creationId xmlns:a16="http://schemas.microsoft.com/office/drawing/2014/main" id="{FF47FF7F-75A9-438D-8BA7-428BF76974C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52675" y="5440856"/>
                <a:ext cx="340415" cy="340415"/>
              </a:xfrm>
              <a:prstGeom prst="ellipse">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grpSp>
      <p:sp>
        <p:nvSpPr>
          <p:cNvPr id="3" name="TextBox 2">
            <a:extLst>
              <a:ext uri="{FF2B5EF4-FFF2-40B4-BE49-F238E27FC236}">
                <a16:creationId xmlns:a16="http://schemas.microsoft.com/office/drawing/2014/main" id="{E1B3EC78-AF07-8A37-B218-94DF35BE2087}"/>
              </a:ext>
            </a:extLst>
          </p:cNvPr>
          <p:cNvSpPr txBox="1"/>
          <p:nvPr/>
        </p:nvSpPr>
        <p:spPr>
          <a:xfrm>
            <a:off x="9486900" y="5443538"/>
            <a:ext cx="184731" cy="369332"/>
          </a:xfrm>
          <a:prstGeom prst="rect">
            <a:avLst/>
          </a:prstGeom>
          <a:noFill/>
        </p:spPr>
        <p:txBody>
          <a:bodyPr wrap="none" rtlCol="0">
            <a:spAutoFit/>
          </a:bodyPr>
          <a:lstStyle/>
          <a:p>
            <a:endParaRPr lang="en-BD" dirty="0"/>
          </a:p>
        </p:txBody>
      </p:sp>
      <p:sp>
        <p:nvSpPr>
          <p:cNvPr id="25" name="TextBox 24">
            <a:extLst>
              <a:ext uri="{FF2B5EF4-FFF2-40B4-BE49-F238E27FC236}">
                <a16:creationId xmlns:a16="http://schemas.microsoft.com/office/drawing/2014/main" id="{D856AD59-8AD1-B85F-4827-7B31CC175126}"/>
              </a:ext>
            </a:extLst>
          </p:cNvPr>
          <p:cNvSpPr txBox="1"/>
          <p:nvPr/>
        </p:nvSpPr>
        <p:spPr>
          <a:xfrm>
            <a:off x="2187635" y="1319164"/>
            <a:ext cx="6096000" cy="523220"/>
          </a:xfrm>
          <a:prstGeom prst="rect">
            <a:avLst/>
          </a:prstGeom>
          <a:noFill/>
        </p:spPr>
        <p:txBody>
          <a:bodyPr wrap="square">
            <a:spAutoFit/>
          </a:bodyPr>
          <a:lstStyle/>
          <a:p>
            <a:r>
              <a:rPr lang="en-US" sz="2800" dirty="0">
                <a:solidFill>
                  <a:srgbClr val="FFFF00"/>
                </a:solidFill>
                <a:latin typeface="Arial Rounded MT Bold" panose="020F0704030504030204" pitchFamily="34" charset="0"/>
              </a:rPr>
              <a:t>Critical Path Analysis </a:t>
            </a:r>
          </a:p>
        </p:txBody>
      </p:sp>
      <p:sp>
        <p:nvSpPr>
          <p:cNvPr id="24" name="TextBox 23">
            <a:extLst>
              <a:ext uri="{FF2B5EF4-FFF2-40B4-BE49-F238E27FC236}">
                <a16:creationId xmlns:a16="http://schemas.microsoft.com/office/drawing/2014/main" id="{ED0EF6E8-BECD-2BFF-7110-98944BA81AA7}"/>
              </a:ext>
            </a:extLst>
          </p:cNvPr>
          <p:cNvSpPr txBox="1"/>
          <p:nvPr/>
        </p:nvSpPr>
        <p:spPr>
          <a:xfrm>
            <a:off x="952075" y="2239115"/>
            <a:ext cx="6096000" cy="523220"/>
          </a:xfrm>
          <a:prstGeom prst="rect">
            <a:avLst/>
          </a:prstGeom>
          <a:noFill/>
        </p:spPr>
        <p:txBody>
          <a:bodyPr wrap="square">
            <a:spAutoFit/>
          </a:bodyPr>
          <a:lstStyle/>
          <a:p>
            <a:r>
              <a:rPr lang="en-US" sz="2800" b="1" dirty="0">
                <a:solidFill>
                  <a:srgbClr val="99FFCC"/>
                </a:solidFill>
                <a:effectLst>
                  <a:outerShdw blurRad="38100" dist="38100" dir="2700000" algn="tl">
                    <a:srgbClr val="000000">
                      <a:alpha val="43137"/>
                    </a:srgbClr>
                  </a:outerShdw>
                </a:effectLst>
                <a:latin typeface="Arial Nova Light" panose="020B0304020202020204" pitchFamily="34" charset="0"/>
              </a:rPr>
              <a:t>The Network Diagram</a:t>
            </a:r>
          </a:p>
        </p:txBody>
      </p:sp>
      <p:sp>
        <p:nvSpPr>
          <p:cNvPr id="27" name="TextBox 26">
            <a:extLst>
              <a:ext uri="{FF2B5EF4-FFF2-40B4-BE49-F238E27FC236}">
                <a16:creationId xmlns:a16="http://schemas.microsoft.com/office/drawing/2014/main" id="{AFA0B641-22FB-1943-7EE3-31E0158F1A1C}"/>
              </a:ext>
            </a:extLst>
          </p:cNvPr>
          <p:cNvSpPr txBox="1"/>
          <p:nvPr/>
        </p:nvSpPr>
        <p:spPr>
          <a:xfrm>
            <a:off x="478971" y="2896356"/>
            <a:ext cx="11364686" cy="2616101"/>
          </a:xfrm>
          <a:prstGeom prst="rect">
            <a:avLst/>
          </a:prstGeom>
          <a:noFill/>
        </p:spPr>
        <p:txBody>
          <a:bodyPr wrap="square">
            <a:spAutoFit/>
          </a:bodyPr>
          <a:lstStyle/>
          <a:p>
            <a:pPr algn="just"/>
            <a:r>
              <a:rPr lang="en-US" sz="2800" b="1" dirty="0">
                <a:solidFill>
                  <a:srgbClr val="FF99CC"/>
                </a:solidFill>
                <a:latin typeface="Arial Nova Light" panose="020B0304020202020204" pitchFamily="34" charset="0"/>
              </a:rPr>
              <a:t>Network (Contd.)</a:t>
            </a:r>
            <a:endParaRPr lang="en-US" sz="2400" b="1" dirty="0">
              <a:solidFill>
                <a:srgbClr val="FF99CC"/>
              </a:solidFill>
              <a:latin typeface="Arial Nova Light" panose="020B0304020202020204" pitchFamily="34" charset="0"/>
            </a:endParaRPr>
          </a:p>
          <a:p>
            <a:pPr algn="just"/>
            <a:r>
              <a:rPr lang="en-US" sz="2400" dirty="0">
                <a:latin typeface="Arial Nova Light" panose="020B0304020202020204" pitchFamily="34" charset="0"/>
              </a:rPr>
              <a:t>Before an event can be realized—that is, achieved—all activities that immediately precede it must be completed.</a:t>
            </a:r>
          </a:p>
          <a:p>
            <a:pPr algn="just"/>
            <a:endParaRPr lang="en-US" sz="800" dirty="0">
              <a:latin typeface="Arial Nova Light" panose="020B0304020202020204" pitchFamily="34" charset="0"/>
            </a:endParaRPr>
          </a:p>
          <a:p>
            <a:pPr algn="just"/>
            <a:r>
              <a:rPr lang="en-US" sz="2400" dirty="0">
                <a:latin typeface="Arial Nova Light" panose="020B0304020202020204" pitchFamily="34" charset="0"/>
              </a:rPr>
              <a:t>These are called its predecessors.</a:t>
            </a:r>
          </a:p>
          <a:p>
            <a:pPr algn="just"/>
            <a:endParaRPr lang="en-US" sz="800" dirty="0">
              <a:latin typeface="Arial Nova Light" panose="020B0304020202020204" pitchFamily="34" charset="0"/>
            </a:endParaRPr>
          </a:p>
          <a:p>
            <a:pPr algn="just"/>
            <a:r>
              <a:rPr lang="en-US" sz="2400" dirty="0">
                <a:latin typeface="Arial Nova Light" panose="020B0304020202020204" pitchFamily="34" charset="0"/>
              </a:rPr>
              <a:t>Thus, an event represents an instant in time when each and every predecessor activity has been finished.</a:t>
            </a:r>
          </a:p>
        </p:txBody>
      </p:sp>
    </p:spTree>
    <p:extLst>
      <p:ext uri="{BB962C8B-B14F-4D97-AF65-F5344CB8AC3E}">
        <p14:creationId xmlns:p14="http://schemas.microsoft.com/office/powerpoint/2010/main" val="10355138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316A5661-2CFE-478C-BAC3-729F393F3C4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BC1DA2B-FE6F-1C6E-BFA0-9B15DC40309D}"/>
              </a:ext>
            </a:extLst>
          </p:cNvPr>
          <p:cNvSpPr>
            <a:spLocks noGrp="1"/>
          </p:cNvSpPr>
          <p:nvPr>
            <p:ph type="title"/>
          </p:nvPr>
        </p:nvSpPr>
        <p:spPr>
          <a:xfrm>
            <a:off x="2139081" y="92738"/>
            <a:ext cx="9514055" cy="1267138"/>
          </a:xfrm>
        </p:spPr>
        <p:txBody>
          <a:bodyPr anchor="ctr">
            <a:normAutofit/>
          </a:bodyPr>
          <a:lstStyle/>
          <a:p>
            <a:r>
              <a:rPr lang="en-US" sz="4000" dirty="0">
                <a:solidFill>
                  <a:schemeClr val="accent6">
                    <a:lumMod val="40000"/>
                    <a:lumOff val="60000"/>
                  </a:schemeClr>
                </a:solidFill>
                <a:latin typeface="Arial Rounded MT Bold" panose="020F0704030504030204" pitchFamily="34" charset="0"/>
              </a:rPr>
              <a:t>Project management tools</a:t>
            </a:r>
          </a:p>
        </p:txBody>
      </p:sp>
      <p:grpSp>
        <p:nvGrpSpPr>
          <p:cNvPr id="10" name="Group 9">
            <a:extLst>
              <a:ext uri="{FF2B5EF4-FFF2-40B4-BE49-F238E27FC236}">
                <a16:creationId xmlns:a16="http://schemas.microsoft.com/office/drawing/2014/main" id="{FB7BE8CD-E348-464A-82CC-7EF7AA82842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999771" y="649304"/>
            <a:ext cx="913428" cy="1315264"/>
            <a:chOff x="999771" y="649304"/>
            <a:chExt cx="913428" cy="1315264"/>
          </a:xfrm>
        </p:grpSpPr>
        <p:grpSp>
          <p:nvGrpSpPr>
            <p:cNvPr id="11" name="Group 10">
              <a:extLst>
                <a:ext uri="{FF2B5EF4-FFF2-40B4-BE49-F238E27FC236}">
                  <a16:creationId xmlns:a16="http://schemas.microsoft.com/office/drawing/2014/main" id="{B8CC82D2-4C4A-4C67-8483-5199F97B37A7}"/>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999771" y="932104"/>
              <a:ext cx="913428" cy="1032464"/>
              <a:chOff x="999771" y="932104"/>
              <a:chExt cx="913428" cy="1032464"/>
            </a:xfrm>
          </p:grpSpPr>
          <p:grpSp>
            <p:nvGrpSpPr>
              <p:cNvPr id="15" name="Group 14">
                <a:extLst>
                  <a:ext uri="{FF2B5EF4-FFF2-40B4-BE49-F238E27FC236}">
                    <a16:creationId xmlns:a16="http://schemas.microsoft.com/office/drawing/2014/main" id="{70D2391D-AA33-4F5E-BD96-B42D93DED226}"/>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rot="8100000" flipV="1">
                <a:off x="1047457" y="1290386"/>
                <a:ext cx="865742" cy="628383"/>
                <a:chOff x="558167" y="958515"/>
                <a:chExt cx="865742" cy="628383"/>
              </a:xfrm>
              <a:solidFill>
                <a:schemeClr val="accent3"/>
              </a:solidFill>
            </p:grpSpPr>
            <p:sp>
              <p:nvSpPr>
                <p:cNvPr id="22" name="Freeform: Shape 21">
                  <a:extLst>
                    <a:ext uri="{FF2B5EF4-FFF2-40B4-BE49-F238E27FC236}">
                      <a16:creationId xmlns:a16="http://schemas.microsoft.com/office/drawing/2014/main" id="{BE166DCE-539D-4C74-9C9D-AC000BA2F8A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8100000" flipH="1">
                  <a:off x="558167" y="1122160"/>
                  <a:ext cx="464738" cy="464738"/>
                </a:xfrm>
                <a:custGeom>
                  <a:avLst/>
                  <a:gdLst>
                    <a:gd name="connsiteX0" fmla="*/ 446142 w 464738"/>
                    <a:gd name="connsiteY0" fmla="*/ 464738 h 464738"/>
                    <a:gd name="connsiteX1" fmla="*/ 130673 w 464738"/>
                    <a:gd name="connsiteY1" fmla="*/ 334066 h 464738"/>
                    <a:gd name="connsiteX2" fmla="*/ 0 w 464738"/>
                    <a:gd name="connsiteY2" fmla="*/ 18596 h 464738"/>
                    <a:gd name="connsiteX3" fmla="*/ 836 w 464738"/>
                    <a:gd name="connsiteY3" fmla="*/ 1089 h 464738"/>
                    <a:gd name="connsiteX4" fmla="*/ 606 w 464738"/>
                    <a:gd name="connsiteY4" fmla="*/ 859 h 464738"/>
                    <a:gd name="connsiteX5" fmla="*/ 848 w 464738"/>
                    <a:gd name="connsiteY5" fmla="*/ 848 h 464738"/>
                    <a:gd name="connsiteX6" fmla="*/ 859 w 464738"/>
                    <a:gd name="connsiteY6" fmla="*/ 606 h 464738"/>
                    <a:gd name="connsiteX7" fmla="*/ 1089 w 464738"/>
                    <a:gd name="connsiteY7" fmla="*/ 836 h 464738"/>
                    <a:gd name="connsiteX8" fmla="*/ 18596 w 464738"/>
                    <a:gd name="connsiteY8" fmla="*/ 0 h 464738"/>
                    <a:gd name="connsiteX9" fmla="*/ 334066 w 464738"/>
                    <a:gd name="connsiteY9" fmla="*/ 130672 h 464738"/>
                    <a:gd name="connsiteX10" fmla="*/ 464738 w 464738"/>
                    <a:gd name="connsiteY10" fmla="*/ 446142 h 464738"/>
                    <a:gd name="connsiteX11" fmla="*/ 463902 w 464738"/>
                    <a:gd name="connsiteY11" fmla="*/ 463650 h 464738"/>
                    <a:gd name="connsiteX12" fmla="*/ 464132 w 464738"/>
                    <a:gd name="connsiteY12" fmla="*/ 463880 h 464738"/>
                    <a:gd name="connsiteX13" fmla="*/ 463891 w 464738"/>
                    <a:gd name="connsiteY13" fmla="*/ 463892 h 464738"/>
                    <a:gd name="connsiteX14" fmla="*/ 463879 w 464738"/>
                    <a:gd name="connsiteY14" fmla="*/ 464132 h 464738"/>
                    <a:gd name="connsiteX15" fmla="*/ 463650 w 464738"/>
                    <a:gd name="connsiteY15" fmla="*/ 463903 h 4647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64738" h="464738">
                      <a:moveTo>
                        <a:pt x="446142" y="464738"/>
                      </a:moveTo>
                      <a:cubicBezTo>
                        <a:pt x="331965" y="464738"/>
                        <a:pt x="217787" y="421181"/>
                        <a:pt x="130673" y="334066"/>
                      </a:cubicBezTo>
                      <a:cubicBezTo>
                        <a:pt x="43558" y="246952"/>
                        <a:pt x="1" y="132774"/>
                        <a:pt x="0" y="18596"/>
                      </a:cubicBezTo>
                      <a:lnTo>
                        <a:pt x="836" y="1089"/>
                      </a:lnTo>
                      <a:lnTo>
                        <a:pt x="606" y="859"/>
                      </a:lnTo>
                      <a:lnTo>
                        <a:pt x="848" y="848"/>
                      </a:lnTo>
                      <a:lnTo>
                        <a:pt x="859" y="606"/>
                      </a:lnTo>
                      <a:lnTo>
                        <a:pt x="1089" y="836"/>
                      </a:lnTo>
                      <a:lnTo>
                        <a:pt x="18596" y="0"/>
                      </a:lnTo>
                      <a:cubicBezTo>
                        <a:pt x="132774" y="0"/>
                        <a:pt x="246951" y="43557"/>
                        <a:pt x="334066" y="130672"/>
                      </a:cubicBezTo>
                      <a:cubicBezTo>
                        <a:pt x="421181" y="217787"/>
                        <a:pt x="464738" y="331964"/>
                        <a:pt x="464738" y="446142"/>
                      </a:cubicBezTo>
                      <a:lnTo>
                        <a:pt x="463902" y="463650"/>
                      </a:lnTo>
                      <a:lnTo>
                        <a:pt x="464132" y="463880"/>
                      </a:lnTo>
                      <a:lnTo>
                        <a:pt x="463891" y="463892"/>
                      </a:lnTo>
                      <a:lnTo>
                        <a:pt x="463879" y="464132"/>
                      </a:lnTo>
                      <a:lnTo>
                        <a:pt x="463650" y="463903"/>
                      </a:lnTo>
                      <a:close/>
                    </a:path>
                  </a:pathLst>
                </a:custGeom>
                <a:solidFill>
                  <a:schemeClr val="accent4">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3" name="Freeform: Shape 22">
                  <a:extLst>
                    <a:ext uri="{FF2B5EF4-FFF2-40B4-BE49-F238E27FC236}">
                      <a16:creationId xmlns:a16="http://schemas.microsoft.com/office/drawing/2014/main" id="{DCC6BEB5-DA1F-4F9E-BA5D-8F892A0FB8F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flipH="1">
                  <a:off x="959170" y="958515"/>
                  <a:ext cx="464739" cy="464739"/>
                </a:xfrm>
                <a:custGeom>
                  <a:avLst/>
                  <a:gdLst>
                    <a:gd name="connsiteX0" fmla="*/ 464132 w 464739"/>
                    <a:gd name="connsiteY0" fmla="*/ 463881 h 464739"/>
                    <a:gd name="connsiteX1" fmla="*/ 463891 w 464739"/>
                    <a:gd name="connsiteY1" fmla="*/ 463892 h 464739"/>
                    <a:gd name="connsiteX2" fmla="*/ 463880 w 464739"/>
                    <a:gd name="connsiteY2" fmla="*/ 464132 h 464739"/>
                    <a:gd name="connsiteX3" fmla="*/ 463651 w 464739"/>
                    <a:gd name="connsiteY3" fmla="*/ 463904 h 464739"/>
                    <a:gd name="connsiteX4" fmla="*/ 446142 w 464739"/>
                    <a:gd name="connsiteY4" fmla="*/ 464739 h 464739"/>
                    <a:gd name="connsiteX5" fmla="*/ 130673 w 464739"/>
                    <a:gd name="connsiteY5" fmla="*/ 334067 h 464739"/>
                    <a:gd name="connsiteX6" fmla="*/ 0 w 464739"/>
                    <a:gd name="connsiteY6" fmla="*/ 18597 h 464739"/>
                    <a:gd name="connsiteX7" fmla="*/ 836 w 464739"/>
                    <a:gd name="connsiteY7" fmla="*/ 1089 h 464739"/>
                    <a:gd name="connsiteX8" fmla="*/ 607 w 464739"/>
                    <a:gd name="connsiteY8" fmla="*/ 859 h 464739"/>
                    <a:gd name="connsiteX9" fmla="*/ 848 w 464739"/>
                    <a:gd name="connsiteY9" fmla="*/ 848 h 464739"/>
                    <a:gd name="connsiteX10" fmla="*/ 859 w 464739"/>
                    <a:gd name="connsiteY10" fmla="*/ 607 h 464739"/>
                    <a:gd name="connsiteX11" fmla="*/ 1089 w 464739"/>
                    <a:gd name="connsiteY11" fmla="*/ 836 h 464739"/>
                    <a:gd name="connsiteX12" fmla="*/ 18597 w 464739"/>
                    <a:gd name="connsiteY12" fmla="*/ 0 h 464739"/>
                    <a:gd name="connsiteX13" fmla="*/ 334067 w 464739"/>
                    <a:gd name="connsiteY13" fmla="*/ 130672 h 464739"/>
                    <a:gd name="connsiteX14" fmla="*/ 464739 w 464739"/>
                    <a:gd name="connsiteY14" fmla="*/ 446142 h 464739"/>
                    <a:gd name="connsiteX15" fmla="*/ 463903 w 464739"/>
                    <a:gd name="connsiteY15" fmla="*/ 463652 h 464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64739" h="464739">
                      <a:moveTo>
                        <a:pt x="464132" y="463881"/>
                      </a:moveTo>
                      <a:lnTo>
                        <a:pt x="463891" y="463892"/>
                      </a:lnTo>
                      <a:lnTo>
                        <a:pt x="463880" y="464132"/>
                      </a:lnTo>
                      <a:lnTo>
                        <a:pt x="463651" y="463904"/>
                      </a:lnTo>
                      <a:lnTo>
                        <a:pt x="446142" y="464739"/>
                      </a:lnTo>
                      <a:cubicBezTo>
                        <a:pt x="331965" y="464739"/>
                        <a:pt x="217787" y="421182"/>
                        <a:pt x="130673" y="334067"/>
                      </a:cubicBezTo>
                      <a:cubicBezTo>
                        <a:pt x="43558" y="246953"/>
                        <a:pt x="1" y="132775"/>
                        <a:pt x="0" y="18597"/>
                      </a:cubicBezTo>
                      <a:lnTo>
                        <a:pt x="836" y="1089"/>
                      </a:lnTo>
                      <a:lnTo>
                        <a:pt x="607" y="859"/>
                      </a:lnTo>
                      <a:lnTo>
                        <a:pt x="848" y="848"/>
                      </a:lnTo>
                      <a:lnTo>
                        <a:pt x="859" y="607"/>
                      </a:lnTo>
                      <a:lnTo>
                        <a:pt x="1089" y="836"/>
                      </a:lnTo>
                      <a:lnTo>
                        <a:pt x="18597" y="0"/>
                      </a:lnTo>
                      <a:cubicBezTo>
                        <a:pt x="132775" y="0"/>
                        <a:pt x="246952" y="43557"/>
                        <a:pt x="334067" y="130672"/>
                      </a:cubicBezTo>
                      <a:cubicBezTo>
                        <a:pt x="421182" y="217787"/>
                        <a:pt x="464739" y="331964"/>
                        <a:pt x="464739" y="446142"/>
                      </a:cubicBezTo>
                      <a:lnTo>
                        <a:pt x="463903" y="463652"/>
                      </a:lnTo>
                      <a:close/>
                    </a:path>
                  </a:pathLst>
                </a:custGeom>
                <a:solidFill>
                  <a:schemeClr val="accent4">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grpSp>
          <p:grpSp>
            <p:nvGrpSpPr>
              <p:cNvPr id="16" name="Group 15">
                <a:extLst>
                  <a:ext uri="{FF2B5EF4-FFF2-40B4-BE49-F238E27FC236}">
                    <a16:creationId xmlns:a16="http://schemas.microsoft.com/office/drawing/2014/main" id="{C0300EB9-093C-4C32-A212-821D7AC082B4}"/>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rot="10800000" flipH="1" flipV="1">
                <a:off x="999771" y="932104"/>
                <a:ext cx="864005" cy="1032464"/>
                <a:chOff x="2207971" y="2384401"/>
                <a:chExt cx="864005" cy="1032464"/>
              </a:xfrm>
            </p:grpSpPr>
            <p:sp>
              <p:nvSpPr>
                <p:cNvPr id="17" name="Freeform: Shape 16">
                  <a:extLst>
                    <a:ext uri="{FF2B5EF4-FFF2-40B4-BE49-F238E27FC236}">
                      <a16:creationId xmlns:a16="http://schemas.microsoft.com/office/drawing/2014/main" id="{AFC97B3C-CF0E-4C93-AA39-7A677A12C50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3500000">
                  <a:off x="2207971" y="2856305"/>
                  <a:ext cx="464739" cy="464739"/>
                </a:xfrm>
                <a:custGeom>
                  <a:avLst/>
                  <a:gdLst>
                    <a:gd name="connsiteX0" fmla="*/ 464132 w 464739"/>
                    <a:gd name="connsiteY0" fmla="*/ 463881 h 464739"/>
                    <a:gd name="connsiteX1" fmla="*/ 463891 w 464739"/>
                    <a:gd name="connsiteY1" fmla="*/ 463892 h 464739"/>
                    <a:gd name="connsiteX2" fmla="*/ 463880 w 464739"/>
                    <a:gd name="connsiteY2" fmla="*/ 464132 h 464739"/>
                    <a:gd name="connsiteX3" fmla="*/ 463651 w 464739"/>
                    <a:gd name="connsiteY3" fmla="*/ 463904 h 464739"/>
                    <a:gd name="connsiteX4" fmla="*/ 446142 w 464739"/>
                    <a:gd name="connsiteY4" fmla="*/ 464739 h 464739"/>
                    <a:gd name="connsiteX5" fmla="*/ 130673 w 464739"/>
                    <a:gd name="connsiteY5" fmla="*/ 334067 h 464739"/>
                    <a:gd name="connsiteX6" fmla="*/ 0 w 464739"/>
                    <a:gd name="connsiteY6" fmla="*/ 18597 h 464739"/>
                    <a:gd name="connsiteX7" fmla="*/ 836 w 464739"/>
                    <a:gd name="connsiteY7" fmla="*/ 1089 h 464739"/>
                    <a:gd name="connsiteX8" fmla="*/ 607 w 464739"/>
                    <a:gd name="connsiteY8" fmla="*/ 859 h 464739"/>
                    <a:gd name="connsiteX9" fmla="*/ 848 w 464739"/>
                    <a:gd name="connsiteY9" fmla="*/ 848 h 464739"/>
                    <a:gd name="connsiteX10" fmla="*/ 859 w 464739"/>
                    <a:gd name="connsiteY10" fmla="*/ 607 h 464739"/>
                    <a:gd name="connsiteX11" fmla="*/ 1089 w 464739"/>
                    <a:gd name="connsiteY11" fmla="*/ 836 h 464739"/>
                    <a:gd name="connsiteX12" fmla="*/ 18597 w 464739"/>
                    <a:gd name="connsiteY12" fmla="*/ 0 h 464739"/>
                    <a:gd name="connsiteX13" fmla="*/ 334067 w 464739"/>
                    <a:gd name="connsiteY13" fmla="*/ 130672 h 464739"/>
                    <a:gd name="connsiteX14" fmla="*/ 464739 w 464739"/>
                    <a:gd name="connsiteY14" fmla="*/ 446142 h 464739"/>
                    <a:gd name="connsiteX15" fmla="*/ 463903 w 464739"/>
                    <a:gd name="connsiteY15" fmla="*/ 463652 h 464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64739" h="464739">
                      <a:moveTo>
                        <a:pt x="464132" y="463881"/>
                      </a:moveTo>
                      <a:lnTo>
                        <a:pt x="463891" y="463892"/>
                      </a:lnTo>
                      <a:lnTo>
                        <a:pt x="463880" y="464132"/>
                      </a:lnTo>
                      <a:lnTo>
                        <a:pt x="463651" y="463904"/>
                      </a:lnTo>
                      <a:lnTo>
                        <a:pt x="446142" y="464739"/>
                      </a:lnTo>
                      <a:cubicBezTo>
                        <a:pt x="331965" y="464739"/>
                        <a:pt x="217787" y="421182"/>
                        <a:pt x="130673" y="334067"/>
                      </a:cubicBezTo>
                      <a:cubicBezTo>
                        <a:pt x="43558" y="246953"/>
                        <a:pt x="1" y="132775"/>
                        <a:pt x="0" y="18597"/>
                      </a:cubicBezTo>
                      <a:lnTo>
                        <a:pt x="836" y="1089"/>
                      </a:lnTo>
                      <a:lnTo>
                        <a:pt x="607" y="859"/>
                      </a:lnTo>
                      <a:lnTo>
                        <a:pt x="848" y="848"/>
                      </a:lnTo>
                      <a:lnTo>
                        <a:pt x="859" y="607"/>
                      </a:lnTo>
                      <a:lnTo>
                        <a:pt x="1089" y="836"/>
                      </a:lnTo>
                      <a:lnTo>
                        <a:pt x="18597" y="0"/>
                      </a:lnTo>
                      <a:cubicBezTo>
                        <a:pt x="132775" y="0"/>
                        <a:pt x="246952" y="43557"/>
                        <a:pt x="334067" y="130672"/>
                      </a:cubicBezTo>
                      <a:cubicBezTo>
                        <a:pt x="421182" y="217787"/>
                        <a:pt x="464739" y="331964"/>
                        <a:pt x="464739" y="446142"/>
                      </a:cubicBezTo>
                      <a:lnTo>
                        <a:pt x="463903" y="463652"/>
                      </a:lnTo>
                      <a:close/>
                    </a:path>
                  </a:pathLst>
                </a:cu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8" name="Freeform: Shape 17">
                  <a:extLst>
                    <a:ext uri="{FF2B5EF4-FFF2-40B4-BE49-F238E27FC236}">
                      <a16:creationId xmlns:a16="http://schemas.microsoft.com/office/drawing/2014/main" id="{0943F14E-6185-4A31-8318-2088A05F5C9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2607238" y="2688467"/>
                  <a:ext cx="464738" cy="464738"/>
                </a:xfrm>
                <a:custGeom>
                  <a:avLst/>
                  <a:gdLst>
                    <a:gd name="connsiteX0" fmla="*/ 446142 w 464738"/>
                    <a:gd name="connsiteY0" fmla="*/ 464738 h 464738"/>
                    <a:gd name="connsiteX1" fmla="*/ 130673 w 464738"/>
                    <a:gd name="connsiteY1" fmla="*/ 334066 h 464738"/>
                    <a:gd name="connsiteX2" fmla="*/ 0 w 464738"/>
                    <a:gd name="connsiteY2" fmla="*/ 18596 h 464738"/>
                    <a:gd name="connsiteX3" fmla="*/ 836 w 464738"/>
                    <a:gd name="connsiteY3" fmla="*/ 1089 h 464738"/>
                    <a:gd name="connsiteX4" fmla="*/ 606 w 464738"/>
                    <a:gd name="connsiteY4" fmla="*/ 859 h 464738"/>
                    <a:gd name="connsiteX5" fmla="*/ 848 w 464738"/>
                    <a:gd name="connsiteY5" fmla="*/ 848 h 464738"/>
                    <a:gd name="connsiteX6" fmla="*/ 859 w 464738"/>
                    <a:gd name="connsiteY6" fmla="*/ 606 h 464738"/>
                    <a:gd name="connsiteX7" fmla="*/ 1089 w 464738"/>
                    <a:gd name="connsiteY7" fmla="*/ 836 h 464738"/>
                    <a:gd name="connsiteX8" fmla="*/ 18596 w 464738"/>
                    <a:gd name="connsiteY8" fmla="*/ 0 h 464738"/>
                    <a:gd name="connsiteX9" fmla="*/ 334066 w 464738"/>
                    <a:gd name="connsiteY9" fmla="*/ 130672 h 464738"/>
                    <a:gd name="connsiteX10" fmla="*/ 464738 w 464738"/>
                    <a:gd name="connsiteY10" fmla="*/ 446142 h 464738"/>
                    <a:gd name="connsiteX11" fmla="*/ 463902 w 464738"/>
                    <a:gd name="connsiteY11" fmla="*/ 463650 h 464738"/>
                    <a:gd name="connsiteX12" fmla="*/ 464132 w 464738"/>
                    <a:gd name="connsiteY12" fmla="*/ 463880 h 464738"/>
                    <a:gd name="connsiteX13" fmla="*/ 463891 w 464738"/>
                    <a:gd name="connsiteY13" fmla="*/ 463892 h 464738"/>
                    <a:gd name="connsiteX14" fmla="*/ 463879 w 464738"/>
                    <a:gd name="connsiteY14" fmla="*/ 464132 h 464738"/>
                    <a:gd name="connsiteX15" fmla="*/ 463650 w 464738"/>
                    <a:gd name="connsiteY15" fmla="*/ 463903 h 4647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64738" h="464738">
                      <a:moveTo>
                        <a:pt x="446142" y="464738"/>
                      </a:moveTo>
                      <a:cubicBezTo>
                        <a:pt x="331965" y="464738"/>
                        <a:pt x="217787" y="421181"/>
                        <a:pt x="130673" y="334066"/>
                      </a:cubicBezTo>
                      <a:cubicBezTo>
                        <a:pt x="43558" y="246952"/>
                        <a:pt x="1" y="132774"/>
                        <a:pt x="0" y="18596"/>
                      </a:cubicBezTo>
                      <a:lnTo>
                        <a:pt x="836" y="1089"/>
                      </a:lnTo>
                      <a:lnTo>
                        <a:pt x="606" y="859"/>
                      </a:lnTo>
                      <a:lnTo>
                        <a:pt x="848" y="848"/>
                      </a:lnTo>
                      <a:lnTo>
                        <a:pt x="859" y="606"/>
                      </a:lnTo>
                      <a:lnTo>
                        <a:pt x="1089" y="836"/>
                      </a:lnTo>
                      <a:lnTo>
                        <a:pt x="18596" y="0"/>
                      </a:lnTo>
                      <a:cubicBezTo>
                        <a:pt x="132774" y="0"/>
                        <a:pt x="246951" y="43557"/>
                        <a:pt x="334066" y="130672"/>
                      </a:cubicBezTo>
                      <a:cubicBezTo>
                        <a:pt x="421181" y="217787"/>
                        <a:pt x="464738" y="331964"/>
                        <a:pt x="464738" y="446142"/>
                      </a:cubicBezTo>
                      <a:lnTo>
                        <a:pt x="463902" y="463650"/>
                      </a:lnTo>
                      <a:lnTo>
                        <a:pt x="464132" y="463880"/>
                      </a:lnTo>
                      <a:lnTo>
                        <a:pt x="463891" y="463892"/>
                      </a:lnTo>
                      <a:lnTo>
                        <a:pt x="463879" y="464132"/>
                      </a:lnTo>
                      <a:lnTo>
                        <a:pt x="463650" y="463903"/>
                      </a:lnTo>
                      <a:close/>
                    </a:path>
                  </a:pathLst>
                </a:cu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nvGrpSpPr>
                <p:cNvPr id="19" name="Group 18">
                  <a:extLst>
                    <a:ext uri="{FF2B5EF4-FFF2-40B4-BE49-F238E27FC236}">
                      <a16:creationId xmlns:a16="http://schemas.microsoft.com/office/drawing/2014/main" id="{F3B56658-371E-446B-B30D-D4EA2A88A973}"/>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2440769" y="2384401"/>
                  <a:ext cx="313009" cy="1032464"/>
                  <a:chOff x="2440769" y="2384401"/>
                  <a:chExt cx="313009" cy="1032464"/>
                </a:xfrm>
              </p:grpSpPr>
              <p:cxnSp>
                <p:nvCxnSpPr>
                  <p:cNvPr id="20" name="Straight Connector 19">
                    <a:extLst>
                      <a:ext uri="{FF2B5EF4-FFF2-40B4-BE49-F238E27FC236}">
                        <a16:creationId xmlns:a16="http://schemas.microsoft.com/office/drawing/2014/main" id="{068979FB-2943-4091-A490-D9F8695DF0D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rot="10800000" flipH="1">
                    <a:off x="2440769" y="2516865"/>
                    <a:ext cx="0" cy="900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B378C39C-3FC0-4521-8336-33A86391920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rot="8100000" flipH="1">
                    <a:off x="2753778" y="2384401"/>
                    <a:ext cx="0" cy="900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grpSp>
        <p:grpSp>
          <p:nvGrpSpPr>
            <p:cNvPr id="12" name="Group 11">
              <a:extLst>
                <a:ext uri="{FF2B5EF4-FFF2-40B4-BE49-F238E27FC236}">
                  <a16:creationId xmlns:a16="http://schemas.microsoft.com/office/drawing/2014/main" id="{72C6951D-2EAF-4333-B8A8-F473DC3BDF44}"/>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1437136" y="649304"/>
              <a:ext cx="388541" cy="388541"/>
              <a:chOff x="5752675" y="5440856"/>
              <a:chExt cx="388541" cy="388541"/>
            </a:xfrm>
          </p:grpSpPr>
          <p:sp>
            <p:nvSpPr>
              <p:cNvPr id="13" name="Oval 12">
                <a:extLst>
                  <a:ext uri="{FF2B5EF4-FFF2-40B4-BE49-F238E27FC236}">
                    <a16:creationId xmlns:a16="http://schemas.microsoft.com/office/drawing/2014/main" id="{63E77698-5758-433A-9DF3-3BE43B6FBDA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5800801" y="5488982"/>
                <a:ext cx="340415" cy="340415"/>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4" name="Oval 13">
                <a:extLst>
                  <a:ext uri="{FF2B5EF4-FFF2-40B4-BE49-F238E27FC236}">
                    <a16:creationId xmlns:a16="http://schemas.microsoft.com/office/drawing/2014/main" id="{FF47FF7F-75A9-438D-8BA7-428BF76974C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52675" y="5440856"/>
                <a:ext cx="340415" cy="340415"/>
              </a:xfrm>
              <a:prstGeom prst="ellipse">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grpSp>
      <p:sp>
        <p:nvSpPr>
          <p:cNvPr id="3" name="TextBox 2">
            <a:extLst>
              <a:ext uri="{FF2B5EF4-FFF2-40B4-BE49-F238E27FC236}">
                <a16:creationId xmlns:a16="http://schemas.microsoft.com/office/drawing/2014/main" id="{E1B3EC78-AF07-8A37-B218-94DF35BE2087}"/>
              </a:ext>
            </a:extLst>
          </p:cNvPr>
          <p:cNvSpPr txBox="1"/>
          <p:nvPr/>
        </p:nvSpPr>
        <p:spPr>
          <a:xfrm>
            <a:off x="9486900" y="5443538"/>
            <a:ext cx="184731" cy="369332"/>
          </a:xfrm>
          <a:prstGeom prst="rect">
            <a:avLst/>
          </a:prstGeom>
          <a:noFill/>
        </p:spPr>
        <p:txBody>
          <a:bodyPr wrap="none" rtlCol="0">
            <a:spAutoFit/>
          </a:bodyPr>
          <a:lstStyle/>
          <a:p>
            <a:endParaRPr lang="en-BD" dirty="0"/>
          </a:p>
        </p:txBody>
      </p:sp>
      <p:sp>
        <p:nvSpPr>
          <p:cNvPr id="25" name="TextBox 24">
            <a:extLst>
              <a:ext uri="{FF2B5EF4-FFF2-40B4-BE49-F238E27FC236}">
                <a16:creationId xmlns:a16="http://schemas.microsoft.com/office/drawing/2014/main" id="{D856AD59-8AD1-B85F-4827-7B31CC175126}"/>
              </a:ext>
            </a:extLst>
          </p:cNvPr>
          <p:cNvSpPr txBox="1"/>
          <p:nvPr/>
        </p:nvSpPr>
        <p:spPr>
          <a:xfrm>
            <a:off x="2187635" y="1319164"/>
            <a:ext cx="6096000" cy="523220"/>
          </a:xfrm>
          <a:prstGeom prst="rect">
            <a:avLst/>
          </a:prstGeom>
          <a:noFill/>
        </p:spPr>
        <p:txBody>
          <a:bodyPr wrap="square">
            <a:spAutoFit/>
          </a:bodyPr>
          <a:lstStyle/>
          <a:p>
            <a:r>
              <a:rPr lang="en-US" sz="2800" dirty="0">
                <a:solidFill>
                  <a:srgbClr val="FFFF00"/>
                </a:solidFill>
                <a:latin typeface="Arial Rounded MT Bold" panose="020F0704030504030204" pitchFamily="34" charset="0"/>
              </a:rPr>
              <a:t>Critical Path Analysis </a:t>
            </a:r>
          </a:p>
        </p:txBody>
      </p:sp>
      <p:sp>
        <p:nvSpPr>
          <p:cNvPr id="24" name="TextBox 23">
            <a:extLst>
              <a:ext uri="{FF2B5EF4-FFF2-40B4-BE49-F238E27FC236}">
                <a16:creationId xmlns:a16="http://schemas.microsoft.com/office/drawing/2014/main" id="{ED0EF6E8-BECD-2BFF-7110-98944BA81AA7}"/>
              </a:ext>
            </a:extLst>
          </p:cNvPr>
          <p:cNvSpPr txBox="1"/>
          <p:nvPr/>
        </p:nvSpPr>
        <p:spPr>
          <a:xfrm>
            <a:off x="952075" y="2239115"/>
            <a:ext cx="6096000" cy="523220"/>
          </a:xfrm>
          <a:prstGeom prst="rect">
            <a:avLst/>
          </a:prstGeom>
          <a:noFill/>
        </p:spPr>
        <p:txBody>
          <a:bodyPr wrap="square">
            <a:spAutoFit/>
          </a:bodyPr>
          <a:lstStyle/>
          <a:p>
            <a:r>
              <a:rPr lang="en-US" sz="2800" b="1" dirty="0">
                <a:solidFill>
                  <a:srgbClr val="99FFCC"/>
                </a:solidFill>
                <a:effectLst>
                  <a:outerShdw blurRad="38100" dist="38100" dir="2700000" algn="tl">
                    <a:srgbClr val="000000">
                      <a:alpha val="43137"/>
                    </a:srgbClr>
                  </a:outerShdw>
                </a:effectLst>
                <a:latin typeface="Arial Nova Light" panose="020B0304020202020204" pitchFamily="34" charset="0"/>
              </a:rPr>
              <a:t>The Network Diagram</a:t>
            </a:r>
          </a:p>
        </p:txBody>
      </p:sp>
      <p:sp>
        <p:nvSpPr>
          <p:cNvPr id="27" name="TextBox 26">
            <a:extLst>
              <a:ext uri="{FF2B5EF4-FFF2-40B4-BE49-F238E27FC236}">
                <a16:creationId xmlns:a16="http://schemas.microsoft.com/office/drawing/2014/main" id="{AFA0B641-22FB-1943-7EE3-31E0158F1A1C}"/>
              </a:ext>
            </a:extLst>
          </p:cNvPr>
          <p:cNvSpPr txBox="1"/>
          <p:nvPr/>
        </p:nvSpPr>
        <p:spPr>
          <a:xfrm>
            <a:off x="478971" y="2896356"/>
            <a:ext cx="11364686" cy="3662541"/>
          </a:xfrm>
          <a:prstGeom prst="rect">
            <a:avLst/>
          </a:prstGeom>
          <a:noFill/>
        </p:spPr>
        <p:txBody>
          <a:bodyPr wrap="square">
            <a:spAutoFit/>
          </a:bodyPr>
          <a:lstStyle/>
          <a:p>
            <a:pPr algn="just"/>
            <a:r>
              <a:rPr lang="en-US" sz="2800" b="1" dirty="0">
                <a:solidFill>
                  <a:srgbClr val="CCCCFF"/>
                </a:solidFill>
                <a:latin typeface="Arial Nova Light" panose="020B0304020202020204" pitchFamily="34" charset="0"/>
              </a:rPr>
              <a:t>Path</a:t>
            </a:r>
          </a:p>
          <a:p>
            <a:pPr algn="just"/>
            <a:r>
              <a:rPr lang="en-US" sz="2400" dirty="0">
                <a:latin typeface="Arial Nova Light" panose="020B0304020202020204" pitchFamily="34" charset="0"/>
              </a:rPr>
              <a:t>The series of connected activities (or intermediate events) between any two events in a network.</a:t>
            </a:r>
          </a:p>
          <a:p>
            <a:pPr algn="just"/>
            <a:endParaRPr lang="en-US" sz="1600" dirty="0">
              <a:latin typeface="Arial Nova Light" panose="020B0304020202020204" pitchFamily="34" charset="0"/>
            </a:endParaRPr>
          </a:p>
          <a:p>
            <a:pPr algn="just"/>
            <a:r>
              <a:rPr lang="en-US" sz="2800" b="1" dirty="0">
                <a:solidFill>
                  <a:srgbClr val="FFFF00"/>
                </a:solidFill>
                <a:latin typeface="Arial Nova Light" panose="020B0304020202020204" pitchFamily="34" charset="0"/>
              </a:rPr>
              <a:t>Critical Activities</a:t>
            </a:r>
            <a:r>
              <a:rPr lang="en-US" sz="2400" dirty="0">
                <a:latin typeface="Arial Nova Light" panose="020B0304020202020204" pitchFamily="34" charset="0"/>
              </a:rPr>
              <a:t>, events, or paths that, if delayed, will delay the completion of the project.</a:t>
            </a:r>
          </a:p>
          <a:p>
            <a:pPr algn="just"/>
            <a:endParaRPr lang="en-US" sz="800" dirty="0">
              <a:latin typeface="Arial Nova Light" panose="020B0304020202020204" pitchFamily="34" charset="0"/>
            </a:endParaRPr>
          </a:p>
          <a:p>
            <a:pPr algn="just"/>
            <a:r>
              <a:rPr lang="en-US" sz="2400" dirty="0">
                <a:latin typeface="Arial Nova Light" panose="020B0304020202020204" pitchFamily="34" charset="0"/>
              </a:rPr>
              <a:t>A project’s critical path is understood to mean that sequence of critical activities (and critical events) that connects the project’s start event to its finish event and which cannot be delayed without delaying the project.</a:t>
            </a:r>
          </a:p>
        </p:txBody>
      </p:sp>
    </p:spTree>
    <p:extLst>
      <p:ext uri="{BB962C8B-B14F-4D97-AF65-F5344CB8AC3E}">
        <p14:creationId xmlns:p14="http://schemas.microsoft.com/office/powerpoint/2010/main" val="31591079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316A5661-2CFE-478C-BAC3-729F393F3C4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BC1DA2B-FE6F-1C6E-BFA0-9B15DC40309D}"/>
              </a:ext>
            </a:extLst>
          </p:cNvPr>
          <p:cNvSpPr>
            <a:spLocks noGrp="1"/>
          </p:cNvSpPr>
          <p:nvPr>
            <p:ph type="title"/>
          </p:nvPr>
        </p:nvSpPr>
        <p:spPr>
          <a:xfrm>
            <a:off x="2139081" y="92738"/>
            <a:ext cx="9514055" cy="1267138"/>
          </a:xfrm>
        </p:spPr>
        <p:txBody>
          <a:bodyPr anchor="ctr">
            <a:normAutofit/>
          </a:bodyPr>
          <a:lstStyle/>
          <a:p>
            <a:r>
              <a:rPr lang="en-US" sz="4000" dirty="0">
                <a:solidFill>
                  <a:schemeClr val="accent6">
                    <a:lumMod val="40000"/>
                    <a:lumOff val="60000"/>
                  </a:schemeClr>
                </a:solidFill>
                <a:latin typeface="Arial Rounded MT Bold" panose="020F0704030504030204" pitchFamily="34" charset="0"/>
              </a:rPr>
              <a:t>Project management tools</a:t>
            </a:r>
          </a:p>
        </p:txBody>
      </p:sp>
      <p:grpSp>
        <p:nvGrpSpPr>
          <p:cNvPr id="10" name="Group 9">
            <a:extLst>
              <a:ext uri="{FF2B5EF4-FFF2-40B4-BE49-F238E27FC236}">
                <a16:creationId xmlns:a16="http://schemas.microsoft.com/office/drawing/2014/main" id="{FB7BE8CD-E348-464A-82CC-7EF7AA82842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999771" y="649304"/>
            <a:ext cx="913428" cy="1315264"/>
            <a:chOff x="999771" y="649304"/>
            <a:chExt cx="913428" cy="1315264"/>
          </a:xfrm>
        </p:grpSpPr>
        <p:grpSp>
          <p:nvGrpSpPr>
            <p:cNvPr id="11" name="Group 10">
              <a:extLst>
                <a:ext uri="{FF2B5EF4-FFF2-40B4-BE49-F238E27FC236}">
                  <a16:creationId xmlns:a16="http://schemas.microsoft.com/office/drawing/2014/main" id="{B8CC82D2-4C4A-4C67-8483-5199F97B37A7}"/>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999771" y="932104"/>
              <a:ext cx="913428" cy="1032464"/>
              <a:chOff x="999771" y="932104"/>
              <a:chExt cx="913428" cy="1032464"/>
            </a:xfrm>
          </p:grpSpPr>
          <p:grpSp>
            <p:nvGrpSpPr>
              <p:cNvPr id="15" name="Group 14">
                <a:extLst>
                  <a:ext uri="{FF2B5EF4-FFF2-40B4-BE49-F238E27FC236}">
                    <a16:creationId xmlns:a16="http://schemas.microsoft.com/office/drawing/2014/main" id="{70D2391D-AA33-4F5E-BD96-B42D93DED226}"/>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rot="8100000" flipV="1">
                <a:off x="1047457" y="1290386"/>
                <a:ext cx="865742" cy="628383"/>
                <a:chOff x="558167" y="958515"/>
                <a:chExt cx="865742" cy="628383"/>
              </a:xfrm>
              <a:solidFill>
                <a:schemeClr val="accent3"/>
              </a:solidFill>
            </p:grpSpPr>
            <p:sp>
              <p:nvSpPr>
                <p:cNvPr id="22" name="Freeform: Shape 21">
                  <a:extLst>
                    <a:ext uri="{FF2B5EF4-FFF2-40B4-BE49-F238E27FC236}">
                      <a16:creationId xmlns:a16="http://schemas.microsoft.com/office/drawing/2014/main" id="{BE166DCE-539D-4C74-9C9D-AC000BA2F8A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8100000" flipH="1">
                  <a:off x="558167" y="1122160"/>
                  <a:ext cx="464738" cy="464738"/>
                </a:xfrm>
                <a:custGeom>
                  <a:avLst/>
                  <a:gdLst>
                    <a:gd name="connsiteX0" fmla="*/ 446142 w 464738"/>
                    <a:gd name="connsiteY0" fmla="*/ 464738 h 464738"/>
                    <a:gd name="connsiteX1" fmla="*/ 130673 w 464738"/>
                    <a:gd name="connsiteY1" fmla="*/ 334066 h 464738"/>
                    <a:gd name="connsiteX2" fmla="*/ 0 w 464738"/>
                    <a:gd name="connsiteY2" fmla="*/ 18596 h 464738"/>
                    <a:gd name="connsiteX3" fmla="*/ 836 w 464738"/>
                    <a:gd name="connsiteY3" fmla="*/ 1089 h 464738"/>
                    <a:gd name="connsiteX4" fmla="*/ 606 w 464738"/>
                    <a:gd name="connsiteY4" fmla="*/ 859 h 464738"/>
                    <a:gd name="connsiteX5" fmla="*/ 848 w 464738"/>
                    <a:gd name="connsiteY5" fmla="*/ 848 h 464738"/>
                    <a:gd name="connsiteX6" fmla="*/ 859 w 464738"/>
                    <a:gd name="connsiteY6" fmla="*/ 606 h 464738"/>
                    <a:gd name="connsiteX7" fmla="*/ 1089 w 464738"/>
                    <a:gd name="connsiteY7" fmla="*/ 836 h 464738"/>
                    <a:gd name="connsiteX8" fmla="*/ 18596 w 464738"/>
                    <a:gd name="connsiteY8" fmla="*/ 0 h 464738"/>
                    <a:gd name="connsiteX9" fmla="*/ 334066 w 464738"/>
                    <a:gd name="connsiteY9" fmla="*/ 130672 h 464738"/>
                    <a:gd name="connsiteX10" fmla="*/ 464738 w 464738"/>
                    <a:gd name="connsiteY10" fmla="*/ 446142 h 464738"/>
                    <a:gd name="connsiteX11" fmla="*/ 463902 w 464738"/>
                    <a:gd name="connsiteY11" fmla="*/ 463650 h 464738"/>
                    <a:gd name="connsiteX12" fmla="*/ 464132 w 464738"/>
                    <a:gd name="connsiteY12" fmla="*/ 463880 h 464738"/>
                    <a:gd name="connsiteX13" fmla="*/ 463891 w 464738"/>
                    <a:gd name="connsiteY13" fmla="*/ 463892 h 464738"/>
                    <a:gd name="connsiteX14" fmla="*/ 463879 w 464738"/>
                    <a:gd name="connsiteY14" fmla="*/ 464132 h 464738"/>
                    <a:gd name="connsiteX15" fmla="*/ 463650 w 464738"/>
                    <a:gd name="connsiteY15" fmla="*/ 463903 h 4647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64738" h="464738">
                      <a:moveTo>
                        <a:pt x="446142" y="464738"/>
                      </a:moveTo>
                      <a:cubicBezTo>
                        <a:pt x="331965" y="464738"/>
                        <a:pt x="217787" y="421181"/>
                        <a:pt x="130673" y="334066"/>
                      </a:cubicBezTo>
                      <a:cubicBezTo>
                        <a:pt x="43558" y="246952"/>
                        <a:pt x="1" y="132774"/>
                        <a:pt x="0" y="18596"/>
                      </a:cubicBezTo>
                      <a:lnTo>
                        <a:pt x="836" y="1089"/>
                      </a:lnTo>
                      <a:lnTo>
                        <a:pt x="606" y="859"/>
                      </a:lnTo>
                      <a:lnTo>
                        <a:pt x="848" y="848"/>
                      </a:lnTo>
                      <a:lnTo>
                        <a:pt x="859" y="606"/>
                      </a:lnTo>
                      <a:lnTo>
                        <a:pt x="1089" y="836"/>
                      </a:lnTo>
                      <a:lnTo>
                        <a:pt x="18596" y="0"/>
                      </a:lnTo>
                      <a:cubicBezTo>
                        <a:pt x="132774" y="0"/>
                        <a:pt x="246951" y="43557"/>
                        <a:pt x="334066" y="130672"/>
                      </a:cubicBezTo>
                      <a:cubicBezTo>
                        <a:pt x="421181" y="217787"/>
                        <a:pt x="464738" y="331964"/>
                        <a:pt x="464738" y="446142"/>
                      </a:cubicBezTo>
                      <a:lnTo>
                        <a:pt x="463902" y="463650"/>
                      </a:lnTo>
                      <a:lnTo>
                        <a:pt x="464132" y="463880"/>
                      </a:lnTo>
                      <a:lnTo>
                        <a:pt x="463891" y="463892"/>
                      </a:lnTo>
                      <a:lnTo>
                        <a:pt x="463879" y="464132"/>
                      </a:lnTo>
                      <a:lnTo>
                        <a:pt x="463650" y="463903"/>
                      </a:lnTo>
                      <a:close/>
                    </a:path>
                  </a:pathLst>
                </a:custGeom>
                <a:solidFill>
                  <a:schemeClr val="accent4">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3" name="Freeform: Shape 22">
                  <a:extLst>
                    <a:ext uri="{FF2B5EF4-FFF2-40B4-BE49-F238E27FC236}">
                      <a16:creationId xmlns:a16="http://schemas.microsoft.com/office/drawing/2014/main" id="{DCC6BEB5-DA1F-4F9E-BA5D-8F892A0FB8F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flipH="1">
                  <a:off x="959170" y="958515"/>
                  <a:ext cx="464739" cy="464739"/>
                </a:xfrm>
                <a:custGeom>
                  <a:avLst/>
                  <a:gdLst>
                    <a:gd name="connsiteX0" fmla="*/ 464132 w 464739"/>
                    <a:gd name="connsiteY0" fmla="*/ 463881 h 464739"/>
                    <a:gd name="connsiteX1" fmla="*/ 463891 w 464739"/>
                    <a:gd name="connsiteY1" fmla="*/ 463892 h 464739"/>
                    <a:gd name="connsiteX2" fmla="*/ 463880 w 464739"/>
                    <a:gd name="connsiteY2" fmla="*/ 464132 h 464739"/>
                    <a:gd name="connsiteX3" fmla="*/ 463651 w 464739"/>
                    <a:gd name="connsiteY3" fmla="*/ 463904 h 464739"/>
                    <a:gd name="connsiteX4" fmla="*/ 446142 w 464739"/>
                    <a:gd name="connsiteY4" fmla="*/ 464739 h 464739"/>
                    <a:gd name="connsiteX5" fmla="*/ 130673 w 464739"/>
                    <a:gd name="connsiteY5" fmla="*/ 334067 h 464739"/>
                    <a:gd name="connsiteX6" fmla="*/ 0 w 464739"/>
                    <a:gd name="connsiteY6" fmla="*/ 18597 h 464739"/>
                    <a:gd name="connsiteX7" fmla="*/ 836 w 464739"/>
                    <a:gd name="connsiteY7" fmla="*/ 1089 h 464739"/>
                    <a:gd name="connsiteX8" fmla="*/ 607 w 464739"/>
                    <a:gd name="connsiteY8" fmla="*/ 859 h 464739"/>
                    <a:gd name="connsiteX9" fmla="*/ 848 w 464739"/>
                    <a:gd name="connsiteY9" fmla="*/ 848 h 464739"/>
                    <a:gd name="connsiteX10" fmla="*/ 859 w 464739"/>
                    <a:gd name="connsiteY10" fmla="*/ 607 h 464739"/>
                    <a:gd name="connsiteX11" fmla="*/ 1089 w 464739"/>
                    <a:gd name="connsiteY11" fmla="*/ 836 h 464739"/>
                    <a:gd name="connsiteX12" fmla="*/ 18597 w 464739"/>
                    <a:gd name="connsiteY12" fmla="*/ 0 h 464739"/>
                    <a:gd name="connsiteX13" fmla="*/ 334067 w 464739"/>
                    <a:gd name="connsiteY13" fmla="*/ 130672 h 464739"/>
                    <a:gd name="connsiteX14" fmla="*/ 464739 w 464739"/>
                    <a:gd name="connsiteY14" fmla="*/ 446142 h 464739"/>
                    <a:gd name="connsiteX15" fmla="*/ 463903 w 464739"/>
                    <a:gd name="connsiteY15" fmla="*/ 463652 h 464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64739" h="464739">
                      <a:moveTo>
                        <a:pt x="464132" y="463881"/>
                      </a:moveTo>
                      <a:lnTo>
                        <a:pt x="463891" y="463892"/>
                      </a:lnTo>
                      <a:lnTo>
                        <a:pt x="463880" y="464132"/>
                      </a:lnTo>
                      <a:lnTo>
                        <a:pt x="463651" y="463904"/>
                      </a:lnTo>
                      <a:lnTo>
                        <a:pt x="446142" y="464739"/>
                      </a:lnTo>
                      <a:cubicBezTo>
                        <a:pt x="331965" y="464739"/>
                        <a:pt x="217787" y="421182"/>
                        <a:pt x="130673" y="334067"/>
                      </a:cubicBezTo>
                      <a:cubicBezTo>
                        <a:pt x="43558" y="246953"/>
                        <a:pt x="1" y="132775"/>
                        <a:pt x="0" y="18597"/>
                      </a:cubicBezTo>
                      <a:lnTo>
                        <a:pt x="836" y="1089"/>
                      </a:lnTo>
                      <a:lnTo>
                        <a:pt x="607" y="859"/>
                      </a:lnTo>
                      <a:lnTo>
                        <a:pt x="848" y="848"/>
                      </a:lnTo>
                      <a:lnTo>
                        <a:pt x="859" y="607"/>
                      </a:lnTo>
                      <a:lnTo>
                        <a:pt x="1089" y="836"/>
                      </a:lnTo>
                      <a:lnTo>
                        <a:pt x="18597" y="0"/>
                      </a:lnTo>
                      <a:cubicBezTo>
                        <a:pt x="132775" y="0"/>
                        <a:pt x="246952" y="43557"/>
                        <a:pt x="334067" y="130672"/>
                      </a:cubicBezTo>
                      <a:cubicBezTo>
                        <a:pt x="421182" y="217787"/>
                        <a:pt x="464739" y="331964"/>
                        <a:pt x="464739" y="446142"/>
                      </a:cubicBezTo>
                      <a:lnTo>
                        <a:pt x="463903" y="463652"/>
                      </a:lnTo>
                      <a:close/>
                    </a:path>
                  </a:pathLst>
                </a:custGeom>
                <a:solidFill>
                  <a:schemeClr val="accent4">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grpSp>
          <p:grpSp>
            <p:nvGrpSpPr>
              <p:cNvPr id="16" name="Group 15">
                <a:extLst>
                  <a:ext uri="{FF2B5EF4-FFF2-40B4-BE49-F238E27FC236}">
                    <a16:creationId xmlns:a16="http://schemas.microsoft.com/office/drawing/2014/main" id="{C0300EB9-093C-4C32-A212-821D7AC082B4}"/>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rot="10800000" flipH="1" flipV="1">
                <a:off x="999771" y="932104"/>
                <a:ext cx="864005" cy="1032464"/>
                <a:chOff x="2207971" y="2384401"/>
                <a:chExt cx="864005" cy="1032464"/>
              </a:xfrm>
            </p:grpSpPr>
            <p:sp>
              <p:nvSpPr>
                <p:cNvPr id="17" name="Freeform: Shape 16">
                  <a:extLst>
                    <a:ext uri="{FF2B5EF4-FFF2-40B4-BE49-F238E27FC236}">
                      <a16:creationId xmlns:a16="http://schemas.microsoft.com/office/drawing/2014/main" id="{AFC97B3C-CF0E-4C93-AA39-7A677A12C50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3500000">
                  <a:off x="2207971" y="2856305"/>
                  <a:ext cx="464739" cy="464739"/>
                </a:xfrm>
                <a:custGeom>
                  <a:avLst/>
                  <a:gdLst>
                    <a:gd name="connsiteX0" fmla="*/ 464132 w 464739"/>
                    <a:gd name="connsiteY0" fmla="*/ 463881 h 464739"/>
                    <a:gd name="connsiteX1" fmla="*/ 463891 w 464739"/>
                    <a:gd name="connsiteY1" fmla="*/ 463892 h 464739"/>
                    <a:gd name="connsiteX2" fmla="*/ 463880 w 464739"/>
                    <a:gd name="connsiteY2" fmla="*/ 464132 h 464739"/>
                    <a:gd name="connsiteX3" fmla="*/ 463651 w 464739"/>
                    <a:gd name="connsiteY3" fmla="*/ 463904 h 464739"/>
                    <a:gd name="connsiteX4" fmla="*/ 446142 w 464739"/>
                    <a:gd name="connsiteY4" fmla="*/ 464739 h 464739"/>
                    <a:gd name="connsiteX5" fmla="*/ 130673 w 464739"/>
                    <a:gd name="connsiteY5" fmla="*/ 334067 h 464739"/>
                    <a:gd name="connsiteX6" fmla="*/ 0 w 464739"/>
                    <a:gd name="connsiteY6" fmla="*/ 18597 h 464739"/>
                    <a:gd name="connsiteX7" fmla="*/ 836 w 464739"/>
                    <a:gd name="connsiteY7" fmla="*/ 1089 h 464739"/>
                    <a:gd name="connsiteX8" fmla="*/ 607 w 464739"/>
                    <a:gd name="connsiteY8" fmla="*/ 859 h 464739"/>
                    <a:gd name="connsiteX9" fmla="*/ 848 w 464739"/>
                    <a:gd name="connsiteY9" fmla="*/ 848 h 464739"/>
                    <a:gd name="connsiteX10" fmla="*/ 859 w 464739"/>
                    <a:gd name="connsiteY10" fmla="*/ 607 h 464739"/>
                    <a:gd name="connsiteX11" fmla="*/ 1089 w 464739"/>
                    <a:gd name="connsiteY11" fmla="*/ 836 h 464739"/>
                    <a:gd name="connsiteX12" fmla="*/ 18597 w 464739"/>
                    <a:gd name="connsiteY12" fmla="*/ 0 h 464739"/>
                    <a:gd name="connsiteX13" fmla="*/ 334067 w 464739"/>
                    <a:gd name="connsiteY13" fmla="*/ 130672 h 464739"/>
                    <a:gd name="connsiteX14" fmla="*/ 464739 w 464739"/>
                    <a:gd name="connsiteY14" fmla="*/ 446142 h 464739"/>
                    <a:gd name="connsiteX15" fmla="*/ 463903 w 464739"/>
                    <a:gd name="connsiteY15" fmla="*/ 463652 h 464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64739" h="464739">
                      <a:moveTo>
                        <a:pt x="464132" y="463881"/>
                      </a:moveTo>
                      <a:lnTo>
                        <a:pt x="463891" y="463892"/>
                      </a:lnTo>
                      <a:lnTo>
                        <a:pt x="463880" y="464132"/>
                      </a:lnTo>
                      <a:lnTo>
                        <a:pt x="463651" y="463904"/>
                      </a:lnTo>
                      <a:lnTo>
                        <a:pt x="446142" y="464739"/>
                      </a:lnTo>
                      <a:cubicBezTo>
                        <a:pt x="331965" y="464739"/>
                        <a:pt x="217787" y="421182"/>
                        <a:pt x="130673" y="334067"/>
                      </a:cubicBezTo>
                      <a:cubicBezTo>
                        <a:pt x="43558" y="246953"/>
                        <a:pt x="1" y="132775"/>
                        <a:pt x="0" y="18597"/>
                      </a:cubicBezTo>
                      <a:lnTo>
                        <a:pt x="836" y="1089"/>
                      </a:lnTo>
                      <a:lnTo>
                        <a:pt x="607" y="859"/>
                      </a:lnTo>
                      <a:lnTo>
                        <a:pt x="848" y="848"/>
                      </a:lnTo>
                      <a:lnTo>
                        <a:pt x="859" y="607"/>
                      </a:lnTo>
                      <a:lnTo>
                        <a:pt x="1089" y="836"/>
                      </a:lnTo>
                      <a:lnTo>
                        <a:pt x="18597" y="0"/>
                      </a:lnTo>
                      <a:cubicBezTo>
                        <a:pt x="132775" y="0"/>
                        <a:pt x="246952" y="43557"/>
                        <a:pt x="334067" y="130672"/>
                      </a:cubicBezTo>
                      <a:cubicBezTo>
                        <a:pt x="421182" y="217787"/>
                        <a:pt x="464739" y="331964"/>
                        <a:pt x="464739" y="446142"/>
                      </a:cubicBezTo>
                      <a:lnTo>
                        <a:pt x="463903" y="463652"/>
                      </a:lnTo>
                      <a:close/>
                    </a:path>
                  </a:pathLst>
                </a:cu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8" name="Freeform: Shape 17">
                  <a:extLst>
                    <a:ext uri="{FF2B5EF4-FFF2-40B4-BE49-F238E27FC236}">
                      <a16:creationId xmlns:a16="http://schemas.microsoft.com/office/drawing/2014/main" id="{0943F14E-6185-4A31-8318-2088A05F5C9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2607238" y="2688467"/>
                  <a:ext cx="464738" cy="464738"/>
                </a:xfrm>
                <a:custGeom>
                  <a:avLst/>
                  <a:gdLst>
                    <a:gd name="connsiteX0" fmla="*/ 446142 w 464738"/>
                    <a:gd name="connsiteY0" fmla="*/ 464738 h 464738"/>
                    <a:gd name="connsiteX1" fmla="*/ 130673 w 464738"/>
                    <a:gd name="connsiteY1" fmla="*/ 334066 h 464738"/>
                    <a:gd name="connsiteX2" fmla="*/ 0 w 464738"/>
                    <a:gd name="connsiteY2" fmla="*/ 18596 h 464738"/>
                    <a:gd name="connsiteX3" fmla="*/ 836 w 464738"/>
                    <a:gd name="connsiteY3" fmla="*/ 1089 h 464738"/>
                    <a:gd name="connsiteX4" fmla="*/ 606 w 464738"/>
                    <a:gd name="connsiteY4" fmla="*/ 859 h 464738"/>
                    <a:gd name="connsiteX5" fmla="*/ 848 w 464738"/>
                    <a:gd name="connsiteY5" fmla="*/ 848 h 464738"/>
                    <a:gd name="connsiteX6" fmla="*/ 859 w 464738"/>
                    <a:gd name="connsiteY6" fmla="*/ 606 h 464738"/>
                    <a:gd name="connsiteX7" fmla="*/ 1089 w 464738"/>
                    <a:gd name="connsiteY7" fmla="*/ 836 h 464738"/>
                    <a:gd name="connsiteX8" fmla="*/ 18596 w 464738"/>
                    <a:gd name="connsiteY8" fmla="*/ 0 h 464738"/>
                    <a:gd name="connsiteX9" fmla="*/ 334066 w 464738"/>
                    <a:gd name="connsiteY9" fmla="*/ 130672 h 464738"/>
                    <a:gd name="connsiteX10" fmla="*/ 464738 w 464738"/>
                    <a:gd name="connsiteY10" fmla="*/ 446142 h 464738"/>
                    <a:gd name="connsiteX11" fmla="*/ 463902 w 464738"/>
                    <a:gd name="connsiteY11" fmla="*/ 463650 h 464738"/>
                    <a:gd name="connsiteX12" fmla="*/ 464132 w 464738"/>
                    <a:gd name="connsiteY12" fmla="*/ 463880 h 464738"/>
                    <a:gd name="connsiteX13" fmla="*/ 463891 w 464738"/>
                    <a:gd name="connsiteY13" fmla="*/ 463892 h 464738"/>
                    <a:gd name="connsiteX14" fmla="*/ 463879 w 464738"/>
                    <a:gd name="connsiteY14" fmla="*/ 464132 h 464738"/>
                    <a:gd name="connsiteX15" fmla="*/ 463650 w 464738"/>
                    <a:gd name="connsiteY15" fmla="*/ 463903 h 4647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64738" h="464738">
                      <a:moveTo>
                        <a:pt x="446142" y="464738"/>
                      </a:moveTo>
                      <a:cubicBezTo>
                        <a:pt x="331965" y="464738"/>
                        <a:pt x="217787" y="421181"/>
                        <a:pt x="130673" y="334066"/>
                      </a:cubicBezTo>
                      <a:cubicBezTo>
                        <a:pt x="43558" y="246952"/>
                        <a:pt x="1" y="132774"/>
                        <a:pt x="0" y="18596"/>
                      </a:cubicBezTo>
                      <a:lnTo>
                        <a:pt x="836" y="1089"/>
                      </a:lnTo>
                      <a:lnTo>
                        <a:pt x="606" y="859"/>
                      </a:lnTo>
                      <a:lnTo>
                        <a:pt x="848" y="848"/>
                      </a:lnTo>
                      <a:lnTo>
                        <a:pt x="859" y="606"/>
                      </a:lnTo>
                      <a:lnTo>
                        <a:pt x="1089" y="836"/>
                      </a:lnTo>
                      <a:lnTo>
                        <a:pt x="18596" y="0"/>
                      </a:lnTo>
                      <a:cubicBezTo>
                        <a:pt x="132774" y="0"/>
                        <a:pt x="246951" y="43557"/>
                        <a:pt x="334066" y="130672"/>
                      </a:cubicBezTo>
                      <a:cubicBezTo>
                        <a:pt x="421181" y="217787"/>
                        <a:pt x="464738" y="331964"/>
                        <a:pt x="464738" y="446142"/>
                      </a:cubicBezTo>
                      <a:lnTo>
                        <a:pt x="463902" y="463650"/>
                      </a:lnTo>
                      <a:lnTo>
                        <a:pt x="464132" y="463880"/>
                      </a:lnTo>
                      <a:lnTo>
                        <a:pt x="463891" y="463892"/>
                      </a:lnTo>
                      <a:lnTo>
                        <a:pt x="463879" y="464132"/>
                      </a:lnTo>
                      <a:lnTo>
                        <a:pt x="463650" y="463903"/>
                      </a:lnTo>
                      <a:close/>
                    </a:path>
                  </a:pathLst>
                </a:cu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nvGrpSpPr>
                <p:cNvPr id="19" name="Group 18">
                  <a:extLst>
                    <a:ext uri="{FF2B5EF4-FFF2-40B4-BE49-F238E27FC236}">
                      <a16:creationId xmlns:a16="http://schemas.microsoft.com/office/drawing/2014/main" id="{F3B56658-371E-446B-B30D-D4EA2A88A973}"/>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2440769" y="2384401"/>
                  <a:ext cx="313009" cy="1032464"/>
                  <a:chOff x="2440769" y="2384401"/>
                  <a:chExt cx="313009" cy="1032464"/>
                </a:xfrm>
              </p:grpSpPr>
              <p:cxnSp>
                <p:nvCxnSpPr>
                  <p:cNvPr id="20" name="Straight Connector 19">
                    <a:extLst>
                      <a:ext uri="{FF2B5EF4-FFF2-40B4-BE49-F238E27FC236}">
                        <a16:creationId xmlns:a16="http://schemas.microsoft.com/office/drawing/2014/main" id="{068979FB-2943-4091-A490-D9F8695DF0D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rot="10800000" flipH="1">
                    <a:off x="2440769" y="2516865"/>
                    <a:ext cx="0" cy="900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B378C39C-3FC0-4521-8336-33A86391920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rot="8100000" flipH="1">
                    <a:off x="2753778" y="2384401"/>
                    <a:ext cx="0" cy="900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grpSp>
        <p:grpSp>
          <p:nvGrpSpPr>
            <p:cNvPr id="12" name="Group 11">
              <a:extLst>
                <a:ext uri="{FF2B5EF4-FFF2-40B4-BE49-F238E27FC236}">
                  <a16:creationId xmlns:a16="http://schemas.microsoft.com/office/drawing/2014/main" id="{72C6951D-2EAF-4333-B8A8-F473DC3BDF44}"/>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1437136" y="649304"/>
              <a:ext cx="388541" cy="388541"/>
              <a:chOff x="5752675" y="5440856"/>
              <a:chExt cx="388541" cy="388541"/>
            </a:xfrm>
          </p:grpSpPr>
          <p:sp>
            <p:nvSpPr>
              <p:cNvPr id="13" name="Oval 12">
                <a:extLst>
                  <a:ext uri="{FF2B5EF4-FFF2-40B4-BE49-F238E27FC236}">
                    <a16:creationId xmlns:a16="http://schemas.microsoft.com/office/drawing/2014/main" id="{63E77698-5758-433A-9DF3-3BE43B6FBDA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5800801" y="5488982"/>
                <a:ext cx="340415" cy="340415"/>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4" name="Oval 13">
                <a:extLst>
                  <a:ext uri="{FF2B5EF4-FFF2-40B4-BE49-F238E27FC236}">
                    <a16:creationId xmlns:a16="http://schemas.microsoft.com/office/drawing/2014/main" id="{FF47FF7F-75A9-438D-8BA7-428BF76974C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52675" y="5440856"/>
                <a:ext cx="340415" cy="340415"/>
              </a:xfrm>
              <a:prstGeom prst="ellipse">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grpSp>
      <p:sp>
        <p:nvSpPr>
          <p:cNvPr id="3" name="TextBox 2">
            <a:extLst>
              <a:ext uri="{FF2B5EF4-FFF2-40B4-BE49-F238E27FC236}">
                <a16:creationId xmlns:a16="http://schemas.microsoft.com/office/drawing/2014/main" id="{E1B3EC78-AF07-8A37-B218-94DF35BE2087}"/>
              </a:ext>
            </a:extLst>
          </p:cNvPr>
          <p:cNvSpPr txBox="1"/>
          <p:nvPr/>
        </p:nvSpPr>
        <p:spPr>
          <a:xfrm>
            <a:off x="9486900" y="5443538"/>
            <a:ext cx="184731" cy="369332"/>
          </a:xfrm>
          <a:prstGeom prst="rect">
            <a:avLst/>
          </a:prstGeom>
          <a:noFill/>
        </p:spPr>
        <p:txBody>
          <a:bodyPr wrap="none" rtlCol="0">
            <a:spAutoFit/>
          </a:bodyPr>
          <a:lstStyle/>
          <a:p>
            <a:endParaRPr lang="en-BD" dirty="0"/>
          </a:p>
        </p:txBody>
      </p:sp>
      <p:sp>
        <p:nvSpPr>
          <p:cNvPr id="25" name="TextBox 24">
            <a:extLst>
              <a:ext uri="{FF2B5EF4-FFF2-40B4-BE49-F238E27FC236}">
                <a16:creationId xmlns:a16="http://schemas.microsoft.com/office/drawing/2014/main" id="{D856AD59-8AD1-B85F-4827-7B31CC175126}"/>
              </a:ext>
            </a:extLst>
          </p:cNvPr>
          <p:cNvSpPr txBox="1"/>
          <p:nvPr/>
        </p:nvSpPr>
        <p:spPr>
          <a:xfrm>
            <a:off x="2187635" y="1319164"/>
            <a:ext cx="6096000" cy="523220"/>
          </a:xfrm>
          <a:prstGeom prst="rect">
            <a:avLst/>
          </a:prstGeom>
          <a:noFill/>
        </p:spPr>
        <p:txBody>
          <a:bodyPr wrap="square">
            <a:spAutoFit/>
          </a:bodyPr>
          <a:lstStyle/>
          <a:p>
            <a:r>
              <a:rPr lang="en-US" sz="2800" dirty="0">
                <a:solidFill>
                  <a:srgbClr val="FFFF00"/>
                </a:solidFill>
                <a:latin typeface="Arial Rounded MT Bold" panose="020F0704030504030204" pitchFamily="34" charset="0"/>
              </a:rPr>
              <a:t>Critical Path Analysis </a:t>
            </a:r>
          </a:p>
        </p:txBody>
      </p:sp>
      <p:sp>
        <p:nvSpPr>
          <p:cNvPr id="24" name="TextBox 23">
            <a:extLst>
              <a:ext uri="{FF2B5EF4-FFF2-40B4-BE49-F238E27FC236}">
                <a16:creationId xmlns:a16="http://schemas.microsoft.com/office/drawing/2014/main" id="{ED0EF6E8-BECD-2BFF-7110-98944BA81AA7}"/>
              </a:ext>
            </a:extLst>
          </p:cNvPr>
          <p:cNvSpPr txBox="1"/>
          <p:nvPr/>
        </p:nvSpPr>
        <p:spPr>
          <a:xfrm>
            <a:off x="952075" y="2239115"/>
            <a:ext cx="6096000" cy="523220"/>
          </a:xfrm>
          <a:prstGeom prst="rect">
            <a:avLst/>
          </a:prstGeom>
          <a:noFill/>
        </p:spPr>
        <p:txBody>
          <a:bodyPr wrap="square">
            <a:spAutoFit/>
          </a:bodyPr>
          <a:lstStyle/>
          <a:p>
            <a:r>
              <a:rPr lang="en-US" sz="2800" b="1" dirty="0">
                <a:solidFill>
                  <a:srgbClr val="99FFCC"/>
                </a:solidFill>
                <a:effectLst>
                  <a:outerShdw blurRad="38100" dist="38100" dir="2700000" algn="tl">
                    <a:srgbClr val="000000">
                      <a:alpha val="43137"/>
                    </a:srgbClr>
                  </a:outerShdw>
                </a:effectLst>
                <a:latin typeface="Arial Nova Light" panose="020B0304020202020204" pitchFamily="34" charset="0"/>
              </a:rPr>
              <a:t>The Network Diagram</a:t>
            </a:r>
          </a:p>
        </p:txBody>
      </p:sp>
      <p:sp>
        <p:nvSpPr>
          <p:cNvPr id="27" name="TextBox 26">
            <a:extLst>
              <a:ext uri="{FF2B5EF4-FFF2-40B4-BE49-F238E27FC236}">
                <a16:creationId xmlns:a16="http://schemas.microsoft.com/office/drawing/2014/main" id="{AFA0B641-22FB-1943-7EE3-31E0158F1A1C}"/>
              </a:ext>
            </a:extLst>
          </p:cNvPr>
          <p:cNvSpPr txBox="1"/>
          <p:nvPr/>
        </p:nvSpPr>
        <p:spPr>
          <a:xfrm>
            <a:off x="478971" y="2896356"/>
            <a:ext cx="11364686" cy="2431435"/>
          </a:xfrm>
          <a:prstGeom prst="rect">
            <a:avLst/>
          </a:prstGeom>
          <a:noFill/>
        </p:spPr>
        <p:txBody>
          <a:bodyPr wrap="square">
            <a:spAutoFit/>
          </a:bodyPr>
          <a:lstStyle/>
          <a:p>
            <a:pPr algn="just"/>
            <a:r>
              <a:rPr lang="en-US" sz="2400" dirty="0">
                <a:latin typeface="Arial Nova Light" panose="020B0304020202020204" pitchFamily="34" charset="0"/>
              </a:rPr>
              <a:t>To transform a project plan into a network, one must know what activities comprise the project and, for each activity, what its predecessors (or successors) are. </a:t>
            </a:r>
          </a:p>
          <a:p>
            <a:pPr algn="just"/>
            <a:endParaRPr lang="en-US" sz="800" dirty="0">
              <a:latin typeface="Arial Nova Light" panose="020B0304020202020204" pitchFamily="34" charset="0"/>
            </a:endParaRPr>
          </a:p>
          <a:p>
            <a:pPr algn="just"/>
            <a:r>
              <a:rPr lang="en-US" sz="2400" dirty="0">
                <a:latin typeface="Arial Nova Light" panose="020B0304020202020204" pitchFamily="34" charset="0"/>
              </a:rPr>
              <a:t>An activity can be in any of these conditions:</a:t>
            </a:r>
          </a:p>
          <a:p>
            <a:pPr marL="457200" indent="-457200" algn="just">
              <a:buAutoNum type="arabicParenBoth"/>
            </a:pPr>
            <a:r>
              <a:rPr lang="en-US" sz="2400" dirty="0">
                <a:latin typeface="Arial Nova Light" panose="020B0304020202020204" pitchFamily="34" charset="0"/>
              </a:rPr>
              <a:t>it may have a successor(s) but no predecessor(s); </a:t>
            </a:r>
          </a:p>
          <a:p>
            <a:pPr marL="457200" indent="-457200" algn="just">
              <a:buAutoNum type="arabicParenBoth"/>
            </a:pPr>
            <a:r>
              <a:rPr lang="en-US" sz="2400" dirty="0">
                <a:latin typeface="Arial Nova Light" panose="020B0304020202020204" pitchFamily="34" charset="0"/>
              </a:rPr>
              <a:t>it may have a predecessor(s) but no successor(s); and </a:t>
            </a:r>
          </a:p>
          <a:p>
            <a:pPr marL="457200" indent="-457200" algn="just">
              <a:buAutoNum type="arabicParenBoth"/>
            </a:pPr>
            <a:r>
              <a:rPr lang="en-US" sz="2400" dirty="0">
                <a:latin typeface="Arial Nova Light" panose="020B0304020202020204" pitchFamily="34" charset="0"/>
              </a:rPr>
              <a:t>it may have both predecessor(s) and successor(s). </a:t>
            </a:r>
          </a:p>
        </p:txBody>
      </p:sp>
    </p:spTree>
    <p:extLst>
      <p:ext uri="{BB962C8B-B14F-4D97-AF65-F5344CB8AC3E}">
        <p14:creationId xmlns:p14="http://schemas.microsoft.com/office/powerpoint/2010/main" val="64452433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316A5661-2CFE-478C-BAC3-729F393F3C4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BC1DA2B-FE6F-1C6E-BFA0-9B15DC40309D}"/>
              </a:ext>
            </a:extLst>
          </p:cNvPr>
          <p:cNvSpPr>
            <a:spLocks noGrp="1"/>
          </p:cNvSpPr>
          <p:nvPr>
            <p:ph type="title"/>
          </p:nvPr>
        </p:nvSpPr>
        <p:spPr>
          <a:xfrm>
            <a:off x="2139081" y="92738"/>
            <a:ext cx="9514055" cy="1267138"/>
          </a:xfrm>
        </p:spPr>
        <p:txBody>
          <a:bodyPr anchor="ctr">
            <a:normAutofit/>
          </a:bodyPr>
          <a:lstStyle/>
          <a:p>
            <a:r>
              <a:rPr lang="en-US" sz="4000" dirty="0">
                <a:solidFill>
                  <a:schemeClr val="accent6">
                    <a:lumMod val="40000"/>
                    <a:lumOff val="60000"/>
                  </a:schemeClr>
                </a:solidFill>
                <a:latin typeface="Arial Rounded MT Bold" panose="020F0704030504030204" pitchFamily="34" charset="0"/>
              </a:rPr>
              <a:t>Project management tools</a:t>
            </a:r>
          </a:p>
        </p:txBody>
      </p:sp>
      <p:grpSp>
        <p:nvGrpSpPr>
          <p:cNvPr id="10" name="Group 9">
            <a:extLst>
              <a:ext uri="{FF2B5EF4-FFF2-40B4-BE49-F238E27FC236}">
                <a16:creationId xmlns:a16="http://schemas.microsoft.com/office/drawing/2014/main" id="{FB7BE8CD-E348-464A-82CC-7EF7AA82842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999771" y="649304"/>
            <a:ext cx="913428" cy="1315264"/>
            <a:chOff x="999771" y="649304"/>
            <a:chExt cx="913428" cy="1315264"/>
          </a:xfrm>
        </p:grpSpPr>
        <p:grpSp>
          <p:nvGrpSpPr>
            <p:cNvPr id="11" name="Group 10">
              <a:extLst>
                <a:ext uri="{FF2B5EF4-FFF2-40B4-BE49-F238E27FC236}">
                  <a16:creationId xmlns:a16="http://schemas.microsoft.com/office/drawing/2014/main" id="{B8CC82D2-4C4A-4C67-8483-5199F97B37A7}"/>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999771" y="932104"/>
              <a:ext cx="913428" cy="1032464"/>
              <a:chOff x="999771" y="932104"/>
              <a:chExt cx="913428" cy="1032464"/>
            </a:xfrm>
          </p:grpSpPr>
          <p:grpSp>
            <p:nvGrpSpPr>
              <p:cNvPr id="15" name="Group 14">
                <a:extLst>
                  <a:ext uri="{FF2B5EF4-FFF2-40B4-BE49-F238E27FC236}">
                    <a16:creationId xmlns:a16="http://schemas.microsoft.com/office/drawing/2014/main" id="{70D2391D-AA33-4F5E-BD96-B42D93DED226}"/>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rot="8100000" flipV="1">
                <a:off x="1047457" y="1290386"/>
                <a:ext cx="865742" cy="628383"/>
                <a:chOff x="558167" y="958515"/>
                <a:chExt cx="865742" cy="628383"/>
              </a:xfrm>
              <a:solidFill>
                <a:schemeClr val="accent3"/>
              </a:solidFill>
            </p:grpSpPr>
            <p:sp>
              <p:nvSpPr>
                <p:cNvPr id="22" name="Freeform: Shape 21">
                  <a:extLst>
                    <a:ext uri="{FF2B5EF4-FFF2-40B4-BE49-F238E27FC236}">
                      <a16:creationId xmlns:a16="http://schemas.microsoft.com/office/drawing/2014/main" id="{BE166DCE-539D-4C74-9C9D-AC000BA2F8A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8100000" flipH="1">
                  <a:off x="558167" y="1122160"/>
                  <a:ext cx="464738" cy="464738"/>
                </a:xfrm>
                <a:custGeom>
                  <a:avLst/>
                  <a:gdLst>
                    <a:gd name="connsiteX0" fmla="*/ 446142 w 464738"/>
                    <a:gd name="connsiteY0" fmla="*/ 464738 h 464738"/>
                    <a:gd name="connsiteX1" fmla="*/ 130673 w 464738"/>
                    <a:gd name="connsiteY1" fmla="*/ 334066 h 464738"/>
                    <a:gd name="connsiteX2" fmla="*/ 0 w 464738"/>
                    <a:gd name="connsiteY2" fmla="*/ 18596 h 464738"/>
                    <a:gd name="connsiteX3" fmla="*/ 836 w 464738"/>
                    <a:gd name="connsiteY3" fmla="*/ 1089 h 464738"/>
                    <a:gd name="connsiteX4" fmla="*/ 606 w 464738"/>
                    <a:gd name="connsiteY4" fmla="*/ 859 h 464738"/>
                    <a:gd name="connsiteX5" fmla="*/ 848 w 464738"/>
                    <a:gd name="connsiteY5" fmla="*/ 848 h 464738"/>
                    <a:gd name="connsiteX6" fmla="*/ 859 w 464738"/>
                    <a:gd name="connsiteY6" fmla="*/ 606 h 464738"/>
                    <a:gd name="connsiteX7" fmla="*/ 1089 w 464738"/>
                    <a:gd name="connsiteY7" fmla="*/ 836 h 464738"/>
                    <a:gd name="connsiteX8" fmla="*/ 18596 w 464738"/>
                    <a:gd name="connsiteY8" fmla="*/ 0 h 464738"/>
                    <a:gd name="connsiteX9" fmla="*/ 334066 w 464738"/>
                    <a:gd name="connsiteY9" fmla="*/ 130672 h 464738"/>
                    <a:gd name="connsiteX10" fmla="*/ 464738 w 464738"/>
                    <a:gd name="connsiteY10" fmla="*/ 446142 h 464738"/>
                    <a:gd name="connsiteX11" fmla="*/ 463902 w 464738"/>
                    <a:gd name="connsiteY11" fmla="*/ 463650 h 464738"/>
                    <a:gd name="connsiteX12" fmla="*/ 464132 w 464738"/>
                    <a:gd name="connsiteY12" fmla="*/ 463880 h 464738"/>
                    <a:gd name="connsiteX13" fmla="*/ 463891 w 464738"/>
                    <a:gd name="connsiteY13" fmla="*/ 463892 h 464738"/>
                    <a:gd name="connsiteX14" fmla="*/ 463879 w 464738"/>
                    <a:gd name="connsiteY14" fmla="*/ 464132 h 464738"/>
                    <a:gd name="connsiteX15" fmla="*/ 463650 w 464738"/>
                    <a:gd name="connsiteY15" fmla="*/ 463903 h 4647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64738" h="464738">
                      <a:moveTo>
                        <a:pt x="446142" y="464738"/>
                      </a:moveTo>
                      <a:cubicBezTo>
                        <a:pt x="331965" y="464738"/>
                        <a:pt x="217787" y="421181"/>
                        <a:pt x="130673" y="334066"/>
                      </a:cubicBezTo>
                      <a:cubicBezTo>
                        <a:pt x="43558" y="246952"/>
                        <a:pt x="1" y="132774"/>
                        <a:pt x="0" y="18596"/>
                      </a:cubicBezTo>
                      <a:lnTo>
                        <a:pt x="836" y="1089"/>
                      </a:lnTo>
                      <a:lnTo>
                        <a:pt x="606" y="859"/>
                      </a:lnTo>
                      <a:lnTo>
                        <a:pt x="848" y="848"/>
                      </a:lnTo>
                      <a:lnTo>
                        <a:pt x="859" y="606"/>
                      </a:lnTo>
                      <a:lnTo>
                        <a:pt x="1089" y="836"/>
                      </a:lnTo>
                      <a:lnTo>
                        <a:pt x="18596" y="0"/>
                      </a:lnTo>
                      <a:cubicBezTo>
                        <a:pt x="132774" y="0"/>
                        <a:pt x="246951" y="43557"/>
                        <a:pt x="334066" y="130672"/>
                      </a:cubicBezTo>
                      <a:cubicBezTo>
                        <a:pt x="421181" y="217787"/>
                        <a:pt x="464738" y="331964"/>
                        <a:pt x="464738" y="446142"/>
                      </a:cubicBezTo>
                      <a:lnTo>
                        <a:pt x="463902" y="463650"/>
                      </a:lnTo>
                      <a:lnTo>
                        <a:pt x="464132" y="463880"/>
                      </a:lnTo>
                      <a:lnTo>
                        <a:pt x="463891" y="463892"/>
                      </a:lnTo>
                      <a:lnTo>
                        <a:pt x="463879" y="464132"/>
                      </a:lnTo>
                      <a:lnTo>
                        <a:pt x="463650" y="463903"/>
                      </a:lnTo>
                      <a:close/>
                    </a:path>
                  </a:pathLst>
                </a:custGeom>
                <a:solidFill>
                  <a:schemeClr val="accent4">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3" name="Freeform: Shape 22">
                  <a:extLst>
                    <a:ext uri="{FF2B5EF4-FFF2-40B4-BE49-F238E27FC236}">
                      <a16:creationId xmlns:a16="http://schemas.microsoft.com/office/drawing/2014/main" id="{DCC6BEB5-DA1F-4F9E-BA5D-8F892A0FB8F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flipH="1">
                  <a:off x="959170" y="958515"/>
                  <a:ext cx="464739" cy="464739"/>
                </a:xfrm>
                <a:custGeom>
                  <a:avLst/>
                  <a:gdLst>
                    <a:gd name="connsiteX0" fmla="*/ 464132 w 464739"/>
                    <a:gd name="connsiteY0" fmla="*/ 463881 h 464739"/>
                    <a:gd name="connsiteX1" fmla="*/ 463891 w 464739"/>
                    <a:gd name="connsiteY1" fmla="*/ 463892 h 464739"/>
                    <a:gd name="connsiteX2" fmla="*/ 463880 w 464739"/>
                    <a:gd name="connsiteY2" fmla="*/ 464132 h 464739"/>
                    <a:gd name="connsiteX3" fmla="*/ 463651 w 464739"/>
                    <a:gd name="connsiteY3" fmla="*/ 463904 h 464739"/>
                    <a:gd name="connsiteX4" fmla="*/ 446142 w 464739"/>
                    <a:gd name="connsiteY4" fmla="*/ 464739 h 464739"/>
                    <a:gd name="connsiteX5" fmla="*/ 130673 w 464739"/>
                    <a:gd name="connsiteY5" fmla="*/ 334067 h 464739"/>
                    <a:gd name="connsiteX6" fmla="*/ 0 w 464739"/>
                    <a:gd name="connsiteY6" fmla="*/ 18597 h 464739"/>
                    <a:gd name="connsiteX7" fmla="*/ 836 w 464739"/>
                    <a:gd name="connsiteY7" fmla="*/ 1089 h 464739"/>
                    <a:gd name="connsiteX8" fmla="*/ 607 w 464739"/>
                    <a:gd name="connsiteY8" fmla="*/ 859 h 464739"/>
                    <a:gd name="connsiteX9" fmla="*/ 848 w 464739"/>
                    <a:gd name="connsiteY9" fmla="*/ 848 h 464739"/>
                    <a:gd name="connsiteX10" fmla="*/ 859 w 464739"/>
                    <a:gd name="connsiteY10" fmla="*/ 607 h 464739"/>
                    <a:gd name="connsiteX11" fmla="*/ 1089 w 464739"/>
                    <a:gd name="connsiteY11" fmla="*/ 836 h 464739"/>
                    <a:gd name="connsiteX12" fmla="*/ 18597 w 464739"/>
                    <a:gd name="connsiteY12" fmla="*/ 0 h 464739"/>
                    <a:gd name="connsiteX13" fmla="*/ 334067 w 464739"/>
                    <a:gd name="connsiteY13" fmla="*/ 130672 h 464739"/>
                    <a:gd name="connsiteX14" fmla="*/ 464739 w 464739"/>
                    <a:gd name="connsiteY14" fmla="*/ 446142 h 464739"/>
                    <a:gd name="connsiteX15" fmla="*/ 463903 w 464739"/>
                    <a:gd name="connsiteY15" fmla="*/ 463652 h 464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64739" h="464739">
                      <a:moveTo>
                        <a:pt x="464132" y="463881"/>
                      </a:moveTo>
                      <a:lnTo>
                        <a:pt x="463891" y="463892"/>
                      </a:lnTo>
                      <a:lnTo>
                        <a:pt x="463880" y="464132"/>
                      </a:lnTo>
                      <a:lnTo>
                        <a:pt x="463651" y="463904"/>
                      </a:lnTo>
                      <a:lnTo>
                        <a:pt x="446142" y="464739"/>
                      </a:lnTo>
                      <a:cubicBezTo>
                        <a:pt x="331965" y="464739"/>
                        <a:pt x="217787" y="421182"/>
                        <a:pt x="130673" y="334067"/>
                      </a:cubicBezTo>
                      <a:cubicBezTo>
                        <a:pt x="43558" y="246953"/>
                        <a:pt x="1" y="132775"/>
                        <a:pt x="0" y="18597"/>
                      </a:cubicBezTo>
                      <a:lnTo>
                        <a:pt x="836" y="1089"/>
                      </a:lnTo>
                      <a:lnTo>
                        <a:pt x="607" y="859"/>
                      </a:lnTo>
                      <a:lnTo>
                        <a:pt x="848" y="848"/>
                      </a:lnTo>
                      <a:lnTo>
                        <a:pt x="859" y="607"/>
                      </a:lnTo>
                      <a:lnTo>
                        <a:pt x="1089" y="836"/>
                      </a:lnTo>
                      <a:lnTo>
                        <a:pt x="18597" y="0"/>
                      </a:lnTo>
                      <a:cubicBezTo>
                        <a:pt x="132775" y="0"/>
                        <a:pt x="246952" y="43557"/>
                        <a:pt x="334067" y="130672"/>
                      </a:cubicBezTo>
                      <a:cubicBezTo>
                        <a:pt x="421182" y="217787"/>
                        <a:pt x="464739" y="331964"/>
                        <a:pt x="464739" y="446142"/>
                      </a:cubicBezTo>
                      <a:lnTo>
                        <a:pt x="463903" y="463652"/>
                      </a:lnTo>
                      <a:close/>
                    </a:path>
                  </a:pathLst>
                </a:custGeom>
                <a:solidFill>
                  <a:schemeClr val="accent4">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grpSp>
          <p:grpSp>
            <p:nvGrpSpPr>
              <p:cNvPr id="16" name="Group 15">
                <a:extLst>
                  <a:ext uri="{FF2B5EF4-FFF2-40B4-BE49-F238E27FC236}">
                    <a16:creationId xmlns:a16="http://schemas.microsoft.com/office/drawing/2014/main" id="{C0300EB9-093C-4C32-A212-821D7AC082B4}"/>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rot="10800000" flipH="1" flipV="1">
                <a:off x="999771" y="932104"/>
                <a:ext cx="864005" cy="1032464"/>
                <a:chOff x="2207971" y="2384401"/>
                <a:chExt cx="864005" cy="1032464"/>
              </a:xfrm>
            </p:grpSpPr>
            <p:sp>
              <p:nvSpPr>
                <p:cNvPr id="17" name="Freeform: Shape 16">
                  <a:extLst>
                    <a:ext uri="{FF2B5EF4-FFF2-40B4-BE49-F238E27FC236}">
                      <a16:creationId xmlns:a16="http://schemas.microsoft.com/office/drawing/2014/main" id="{AFC97B3C-CF0E-4C93-AA39-7A677A12C50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3500000">
                  <a:off x="2207971" y="2856305"/>
                  <a:ext cx="464739" cy="464739"/>
                </a:xfrm>
                <a:custGeom>
                  <a:avLst/>
                  <a:gdLst>
                    <a:gd name="connsiteX0" fmla="*/ 464132 w 464739"/>
                    <a:gd name="connsiteY0" fmla="*/ 463881 h 464739"/>
                    <a:gd name="connsiteX1" fmla="*/ 463891 w 464739"/>
                    <a:gd name="connsiteY1" fmla="*/ 463892 h 464739"/>
                    <a:gd name="connsiteX2" fmla="*/ 463880 w 464739"/>
                    <a:gd name="connsiteY2" fmla="*/ 464132 h 464739"/>
                    <a:gd name="connsiteX3" fmla="*/ 463651 w 464739"/>
                    <a:gd name="connsiteY3" fmla="*/ 463904 h 464739"/>
                    <a:gd name="connsiteX4" fmla="*/ 446142 w 464739"/>
                    <a:gd name="connsiteY4" fmla="*/ 464739 h 464739"/>
                    <a:gd name="connsiteX5" fmla="*/ 130673 w 464739"/>
                    <a:gd name="connsiteY5" fmla="*/ 334067 h 464739"/>
                    <a:gd name="connsiteX6" fmla="*/ 0 w 464739"/>
                    <a:gd name="connsiteY6" fmla="*/ 18597 h 464739"/>
                    <a:gd name="connsiteX7" fmla="*/ 836 w 464739"/>
                    <a:gd name="connsiteY7" fmla="*/ 1089 h 464739"/>
                    <a:gd name="connsiteX8" fmla="*/ 607 w 464739"/>
                    <a:gd name="connsiteY8" fmla="*/ 859 h 464739"/>
                    <a:gd name="connsiteX9" fmla="*/ 848 w 464739"/>
                    <a:gd name="connsiteY9" fmla="*/ 848 h 464739"/>
                    <a:gd name="connsiteX10" fmla="*/ 859 w 464739"/>
                    <a:gd name="connsiteY10" fmla="*/ 607 h 464739"/>
                    <a:gd name="connsiteX11" fmla="*/ 1089 w 464739"/>
                    <a:gd name="connsiteY11" fmla="*/ 836 h 464739"/>
                    <a:gd name="connsiteX12" fmla="*/ 18597 w 464739"/>
                    <a:gd name="connsiteY12" fmla="*/ 0 h 464739"/>
                    <a:gd name="connsiteX13" fmla="*/ 334067 w 464739"/>
                    <a:gd name="connsiteY13" fmla="*/ 130672 h 464739"/>
                    <a:gd name="connsiteX14" fmla="*/ 464739 w 464739"/>
                    <a:gd name="connsiteY14" fmla="*/ 446142 h 464739"/>
                    <a:gd name="connsiteX15" fmla="*/ 463903 w 464739"/>
                    <a:gd name="connsiteY15" fmla="*/ 463652 h 464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64739" h="464739">
                      <a:moveTo>
                        <a:pt x="464132" y="463881"/>
                      </a:moveTo>
                      <a:lnTo>
                        <a:pt x="463891" y="463892"/>
                      </a:lnTo>
                      <a:lnTo>
                        <a:pt x="463880" y="464132"/>
                      </a:lnTo>
                      <a:lnTo>
                        <a:pt x="463651" y="463904"/>
                      </a:lnTo>
                      <a:lnTo>
                        <a:pt x="446142" y="464739"/>
                      </a:lnTo>
                      <a:cubicBezTo>
                        <a:pt x="331965" y="464739"/>
                        <a:pt x="217787" y="421182"/>
                        <a:pt x="130673" y="334067"/>
                      </a:cubicBezTo>
                      <a:cubicBezTo>
                        <a:pt x="43558" y="246953"/>
                        <a:pt x="1" y="132775"/>
                        <a:pt x="0" y="18597"/>
                      </a:cubicBezTo>
                      <a:lnTo>
                        <a:pt x="836" y="1089"/>
                      </a:lnTo>
                      <a:lnTo>
                        <a:pt x="607" y="859"/>
                      </a:lnTo>
                      <a:lnTo>
                        <a:pt x="848" y="848"/>
                      </a:lnTo>
                      <a:lnTo>
                        <a:pt x="859" y="607"/>
                      </a:lnTo>
                      <a:lnTo>
                        <a:pt x="1089" y="836"/>
                      </a:lnTo>
                      <a:lnTo>
                        <a:pt x="18597" y="0"/>
                      </a:lnTo>
                      <a:cubicBezTo>
                        <a:pt x="132775" y="0"/>
                        <a:pt x="246952" y="43557"/>
                        <a:pt x="334067" y="130672"/>
                      </a:cubicBezTo>
                      <a:cubicBezTo>
                        <a:pt x="421182" y="217787"/>
                        <a:pt x="464739" y="331964"/>
                        <a:pt x="464739" y="446142"/>
                      </a:cubicBezTo>
                      <a:lnTo>
                        <a:pt x="463903" y="463652"/>
                      </a:lnTo>
                      <a:close/>
                    </a:path>
                  </a:pathLst>
                </a:cu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8" name="Freeform: Shape 17">
                  <a:extLst>
                    <a:ext uri="{FF2B5EF4-FFF2-40B4-BE49-F238E27FC236}">
                      <a16:creationId xmlns:a16="http://schemas.microsoft.com/office/drawing/2014/main" id="{0943F14E-6185-4A31-8318-2088A05F5C9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2607238" y="2688467"/>
                  <a:ext cx="464738" cy="464738"/>
                </a:xfrm>
                <a:custGeom>
                  <a:avLst/>
                  <a:gdLst>
                    <a:gd name="connsiteX0" fmla="*/ 446142 w 464738"/>
                    <a:gd name="connsiteY0" fmla="*/ 464738 h 464738"/>
                    <a:gd name="connsiteX1" fmla="*/ 130673 w 464738"/>
                    <a:gd name="connsiteY1" fmla="*/ 334066 h 464738"/>
                    <a:gd name="connsiteX2" fmla="*/ 0 w 464738"/>
                    <a:gd name="connsiteY2" fmla="*/ 18596 h 464738"/>
                    <a:gd name="connsiteX3" fmla="*/ 836 w 464738"/>
                    <a:gd name="connsiteY3" fmla="*/ 1089 h 464738"/>
                    <a:gd name="connsiteX4" fmla="*/ 606 w 464738"/>
                    <a:gd name="connsiteY4" fmla="*/ 859 h 464738"/>
                    <a:gd name="connsiteX5" fmla="*/ 848 w 464738"/>
                    <a:gd name="connsiteY5" fmla="*/ 848 h 464738"/>
                    <a:gd name="connsiteX6" fmla="*/ 859 w 464738"/>
                    <a:gd name="connsiteY6" fmla="*/ 606 h 464738"/>
                    <a:gd name="connsiteX7" fmla="*/ 1089 w 464738"/>
                    <a:gd name="connsiteY7" fmla="*/ 836 h 464738"/>
                    <a:gd name="connsiteX8" fmla="*/ 18596 w 464738"/>
                    <a:gd name="connsiteY8" fmla="*/ 0 h 464738"/>
                    <a:gd name="connsiteX9" fmla="*/ 334066 w 464738"/>
                    <a:gd name="connsiteY9" fmla="*/ 130672 h 464738"/>
                    <a:gd name="connsiteX10" fmla="*/ 464738 w 464738"/>
                    <a:gd name="connsiteY10" fmla="*/ 446142 h 464738"/>
                    <a:gd name="connsiteX11" fmla="*/ 463902 w 464738"/>
                    <a:gd name="connsiteY11" fmla="*/ 463650 h 464738"/>
                    <a:gd name="connsiteX12" fmla="*/ 464132 w 464738"/>
                    <a:gd name="connsiteY12" fmla="*/ 463880 h 464738"/>
                    <a:gd name="connsiteX13" fmla="*/ 463891 w 464738"/>
                    <a:gd name="connsiteY13" fmla="*/ 463892 h 464738"/>
                    <a:gd name="connsiteX14" fmla="*/ 463879 w 464738"/>
                    <a:gd name="connsiteY14" fmla="*/ 464132 h 464738"/>
                    <a:gd name="connsiteX15" fmla="*/ 463650 w 464738"/>
                    <a:gd name="connsiteY15" fmla="*/ 463903 h 4647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64738" h="464738">
                      <a:moveTo>
                        <a:pt x="446142" y="464738"/>
                      </a:moveTo>
                      <a:cubicBezTo>
                        <a:pt x="331965" y="464738"/>
                        <a:pt x="217787" y="421181"/>
                        <a:pt x="130673" y="334066"/>
                      </a:cubicBezTo>
                      <a:cubicBezTo>
                        <a:pt x="43558" y="246952"/>
                        <a:pt x="1" y="132774"/>
                        <a:pt x="0" y="18596"/>
                      </a:cubicBezTo>
                      <a:lnTo>
                        <a:pt x="836" y="1089"/>
                      </a:lnTo>
                      <a:lnTo>
                        <a:pt x="606" y="859"/>
                      </a:lnTo>
                      <a:lnTo>
                        <a:pt x="848" y="848"/>
                      </a:lnTo>
                      <a:lnTo>
                        <a:pt x="859" y="606"/>
                      </a:lnTo>
                      <a:lnTo>
                        <a:pt x="1089" y="836"/>
                      </a:lnTo>
                      <a:lnTo>
                        <a:pt x="18596" y="0"/>
                      </a:lnTo>
                      <a:cubicBezTo>
                        <a:pt x="132774" y="0"/>
                        <a:pt x="246951" y="43557"/>
                        <a:pt x="334066" y="130672"/>
                      </a:cubicBezTo>
                      <a:cubicBezTo>
                        <a:pt x="421181" y="217787"/>
                        <a:pt x="464738" y="331964"/>
                        <a:pt x="464738" y="446142"/>
                      </a:cubicBezTo>
                      <a:lnTo>
                        <a:pt x="463902" y="463650"/>
                      </a:lnTo>
                      <a:lnTo>
                        <a:pt x="464132" y="463880"/>
                      </a:lnTo>
                      <a:lnTo>
                        <a:pt x="463891" y="463892"/>
                      </a:lnTo>
                      <a:lnTo>
                        <a:pt x="463879" y="464132"/>
                      </a:lnTo>
                      <a:lnTo>
                        <a:pt x="463650" y="463903"/>
                      </a:lnTo>
                      <a:close/>
                    </a:path>
                  </a:pathLst>
                </a:cu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nvGrpSpPr>
                <p:cNvPr id="19" name="Group 18">
                  <a:extLst>
                    <a:ext uri="{FF2B5EF4-FFF2-40B4-BE49-F238E27FC236}">
                      <a16:creationId xmlns:a16="http://schemas.microsoft.com/office/drawing/2014/main" id="{F3B56658-371E-446B-B30D-D4EA2A88A973}"/>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2440769" y="2384401"/>
                  <a:ext cx="313009" cy="1032464"/>
                  <a:chOff x="2440769" y="2384401"/>
                  <a:chExt cx="313009" cy="1032464"/>
                </a:xfrm>
              </p:grpSpPr>
              <p:cxnSp>
                <p:nvCxnSpPr>
                  <p:cNvPr id="20" name="Straight Connector 19">
                    <a:extLst>
                      <a:ext uri="{FF2B5EF4-FFF2-40B4-BE49-F238E27FC236}">
                        <a16:creationId xmlns:a16="http://schemas.microsoft.com/office/drawing/2014/main" id="{068979FB-2943-4091-A490-D9F8695DF0D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rot="10800000" flipH="1">
                    <a:off x="2440769" y="2516865"/>
                    <a:ext cx="0" cy="900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B378C39C-3FC0-4521-8336-33A86391920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rot="8100000" flipH="1">
                    <a:off x="2753778" y="2384401"/>
                    <a:ext cx="0" cy="900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grpSp>
        <p:grpSp>
          <p:nvGrpSpPr>
            <p:cNvPr id="12" name="Group 11">
              <a:extLst>
                <a:ext uri="{FF2B5EF4-FFF2-40B4-BE49-F238E27FC236}">
                  <a16:creationId xmlns:a16="http://schemas.microsoft.com/office/drawing/2014/main" id="{72C6951D-2EAF-4333-B8A8-F473DC3BDF44}"/>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1437136" y="649304"/>
              <a:ext cx="388541" cy="388541"/>
              <a:chOff x="5752675" y="5440856"/>
              <a:chExt cx="388541" cy="388541"/>
            </a:xfrm>
          </p:grpSpPr>
          <p:sp>
            <p:nvSpPr>
              <p:cNvPr id="13" name="Oval 12">
                <a:extLst>
                  <a:ext uri="{FF2B5EF4-FFF2-40B4-BE49-F238E27FC236}">
                    <a16:creationId xmlns:a16="http://schemas.microsoft.com/office/drawing/2014/main" id="{63E77698-5758-433A-9DF3-3BE43B6FBDA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5800801" y="5488982"/>
                <a:ext cx="340415" cy="340415"/>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4" name="Oval 13">
                <a:extLst>
                  <a:ext uri="{FF2B5EF4-FFF2-40B4-BE49-F238E27FC236}">
                    <a16:creationId xmlns:a16="http://schemas.microsoft.com/office/drawing/2014/main" id="{FF47FF7F-75A9-438D-8BA7-428BF76974C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52675" y="5440856"/>
                <a:ext cx="340415" cy="340415"/>
              </a:xfrm>
              <a:prstGeom prst="ellipse">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grpSp>
      <p:sp>
        <p:nvSpPr>
          <p:cNvPr id="3" name="TextBox 2">
            <a:extLst>
              <a:ext uri="{FF2B5EF4-FFF2-40B4-BE49-F238E27FC236}">
                <a16:creationId xmlns:a16="http://schemas.microsoft.com/office/drawing/2014/main" id="{E1B3EC78-AF07-8A37-B218-94DF35BE2087}"/>
              </a:ext>
            </a:extLst>
          </p:cNvPr>
          <p:cNvSpPr txBox="1"/>
          <p:nvPr/>
        </p:nvSpPr>
        <p:spPr>
          <a:xfrm>
            <a:off x="9486900" y="5443538"/>
            <a:ext cx="184731" cy="369332"/>
          </a:xfrm>
          <a:prstGeom prst="rect">
            <a:avLst/>
          </a:prstGeom>
          <a:noFill/>
        </p:spPr>
        <p:txBody>
          <a:bodyPr wrap="none" rtlCol="0">
            <a:spAutoFit/>
          </a:bodyPr>
          <a:lstStyle/>
          <a:p>
            <a:endParaRPr lang="en-BD" dirty="0"/>
          </a:p>
        </p:txBody>
      </p:sp>
      <p:sp>
        <p:nvSpPr>
          <p:cNvPr id="25" name="TextBox 24">
            <a:extLst>
              <a:ext uri="{FF2B5EF4-FFF2-40B4-BE49-F238E27FC236}">
                <a16:creationId xmlns:a16="http://schemas.microsoft.com/office/drawing/2014/main" id="{D856AD59-8AD1-B85F-4827-7B31CC175126}"/>
              </a:ext>
            </a:extLst>
          </p:cNvPr>
          <p:cNvSpPr txBox="1"/>
          <p:nvPr/>
        </p:nvSpPr>
        <p:spPr>
          <a:xfrm>
            <a:off x="2187635" y="1319164"/>
            <a:ext cx="6096000" cy="523220"/>
          </a:xfrm>
          <a:prstGeom prst="rect">
            <a:avLst/>
          </a:prstGeom>
          <a:noFill/>
        </p:spPr>
        <p:txBody>
          <a:bodyPr wrap="square">
            <a:spAutoFit/>
          </a:bodyPr>
          <a:lstStyle/>
          <a:p>
            <a:r>
              <a:rPr lang="en-US" sz="2800" dirty="0">
                <a:solidFill>
                  <a:srgbClr val="FFFF00"/>
                </a:solidFill>
                <a:latin typeface="Arial Rounded MT Bold" panose="020F0704030504030204" pitchFamily="34" charset="0"/>
              </a:rPr>
              <a:t>Critical Path Analysis </a:t>
            </a:r>
          </a:p>
        </p:txBody>
      </p:sp>
      <p:sp>
        <p:nvSpPr>
          <p:cNvPr id="24" name="TextBox 23">
            <a:extLst>
              <a:ext uri="{FF2B5EF4-FFF2-40B4-BE49-F238E27FC236}">
                <a16:creationId xmlns:a16="http://schemas.microsoft.com/office/drawing/2014/main" id="{ED0EF6E8-BECD-2BFF-7110-98944BA81AA7}"/>
              </a:ext>
            </a:extLst>
          </p:cNvPr>
          <p:cNvSpPr txBox="1"/>
          <p:nvPr/>
        </p:nvSpPr>
        <p:spPr>
          <a:xfrm>
            <a:off x="952075" y="2239115"/>
            <a:ext cx="6096000" cy="523220"/>
          </a:xfrm>
          <a:prstGeom prst="rect">
            <a:avLst/>
          </a:prstGeom>
          <a:noFill/>
        </p:spPr>
        <p:txBody>
          <a:bodyPr wrap="square">
            <a:spAutoFit/>
          </a:bodyPr>
          <a:lstStyle/>
          <a:p>
            <a:r>
              <a:rPr lang="en-US" sz="2800" b="1" dirty="0">
                <a:solidFill>
                  <a:srgbClr val="99FFCC"/>
                </a:solidFill>
                <a:effectLst>
                  <a:outerShdw blurRad="38100" dist="38100" dir="2700000" algn="tl">
                    <a:srgbClr val="000000">
                      <a:alpha val="43137"/>
                    </a:srgbClr>
                  </a:outerShdw>
                </a:effectLst>
                <a:latin typeface="Arial Nova Light" panose="020B0304020202020204" pitchFamily="34" charset="0"/>
              </a:rPr>
              <a:t>The Network Diagram</a:t>
            </a:r>
          </a:p>
        </p:txBody>
      </p:sp>
      <p:sp>
        <p:nvSpPr>
          <p:cNvPr id="27" name="TextBox 26">
            <a:extLst>
              <a:ext uri="{FF2B5EF4-FFF2-40B4-BE49-F238E27FC236}">
                <a16:creationId xmlns:a16="http://schemas.microsoft.com/office/drawing/2014/main" id="{AFA0B641-22FB-1943-7EE3-31E0158F1A1C}"/>
              </a:ext>
            </a:extLst>
          </p:cNvPr>
          <p:cNvSpPr txBox="1"/>
          <p:nvPr/>
        </p:nvSpPr>
        <p:spPr>
          <a:xfrm>
            <a:off x="478971" y="2896356"/>
            <a:ext cx="11364686" cy="1569660"/>
          </a:xfrm>
          <a:prstGeom prst="rect">
            <a:avLst/>
          </a:prstGeom>
          <a:noFill/>
        </p:spPr>
        <p:txBody>
          <a:bodyPr wrap="square">
            <a:spAutoFit/>
          </a:bodyPr>
          <a:lstStyle/>
          <a:p>
            <a:pPr algn="just"/>
            <a:r>
              <a:rPr lang="en-US" sz="2400" dirty="0">
                <a:latin typeface="Arial Nova Light" panose="020B0304020202020204" pitchFamily="34" charset="0"/>
              </a:rPr>
              <a:t>The first of these is an activity that starts a network.</a:t>
            </a:r>
          </a:p>
          <a:p>
            <a:pPr algn="just"/>
            <a:r>
              <a:rPr lang="en-US" sz="2400" dirty="0">
                <a:latin typeface="Arial Nova Light" panose="020B0304020202020204" pitchFamily="34" charset="0"/>
              </a:rPr>
              <a:t>The second ends a network.</a:t>
            </a:r>
          </a:p>
          <a:p>
            <a:pPr algn="just"/>
            <a:r>
              <a:rPr lang="en-US" sz="2400" dirty="0">
                <a:latin typeface="Arial Nova Light" panose="020B0304020202020204" pitchFamily="34" charset="0"/>
              </a:rPr>
              <a:t>The third is in the middle.</a:t>
            </a:r>
          </a:p>
          <a:p>
            <a:pPr algn="just"/>
            <a:r>
              <a:rPr lang="en-US" sz="2400" dirty="0">
                <a:latin typeface="Arial Nova Light" panose="020B0304020202020204" pitchFamily="34" charset="0"/>
              </a:rPr>
              <a:t>Figure 8.1 shows each of the three types of activities.</a:t>
            </a:r>
          </a:p>
        </p:txBody>
      </p:sp>
      <p:pic>
        <p:nvPicPr>
          <p:cNvPr id="5" name="Picture 4">
            <a:extLst>
              <a:ext uri="{FF2B5EF4-FFF2-40B4-BE49-F238E27FC236}">
                <a16:creationId xmlns:a16="http://schemas.microsoft.com/office/drawing/2014/main" id="{93522DF2-2CE9-58C0-04CA-50B6AD0ACB4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786438" y="4548826"/>
            <a:ext cx="6217104" cy="2216436"/>
          </a:xfrm>
          <a:prstGeom prst="rect">
            <a:avLst/>
          </a:prstGeom>
        </p:spPr>
      </p:pic>
    </p:spTree>
    <p:extLst>
      <p:ext uri="{BB962C8B-B14F-4D97-AF65-F5344CB8AC3E}">
        <p14:creationId xmlns:p14="http://schemas.microsoft.com/office/powerpoint/2010/main" val="325113327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316A5661-2CFE-478C-BAC3-729F393F3C4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BC1DA2B-FE6F-1C6E-BFA0-9B15DC40309D}"/>
              </a:ext>
            </a:extLst>
          </p:cNvPr>
          <p:cNvSpPr>
            <a:spLocks noGrp="1"/>
          </p:cNvSpPr>
          <p:nvPr>
            <p:ph type="title"/>
          </p:nvPr>
        </p:nvSpPr>
        <p:spPr>
          <a:xfrm>
            <a:off x="2139081" y="92738"/>
            <a:ext cx="9514055" cy="1267138"/>
          </a:xfrm>
        </p:spPr>
        <p:txBody>
          <a:bodyPr anchor="ctr">
            <a:normAutofit/>
          </a:bodyPr>
          <a:lstStyle/>
          <a:p>
            <a:r>
              <a:rPr lang="en-US" sz="4000" dirty="0">
                <a:solidFill>
                  <a:schemeClr val="accent6">
                    <a:lumMod val="40000"/>
                    <a:lumOff val="60000"/>
                  </a:schemeClr>
                </a:solidFill>
                <a:latin typeface="Arial Rounded MT Bold" panose="020F0704030504030204" pitchFamily="34" charset="0"/>
              </a:rPr>
              <a:t>Project management tools</a:t>
            </a:r>
          </a:p>
        </p:txBody>
      </p:sp>
      <p:grpSp>
        <p:nvGrpSpPr>
          <p:cNvPr id="10" name="Group 9">
            <a:extLst>
              <a:ext uri="{FF2B5EF4-FFF2-40B4-BE49-F238E27FC236}">
                <a16:creationId xmlns:a16="http://schemas.microsoft.com/office/drawing/2014/main" id="{FB7BE8CD-E348-464A-82CC-7EF7AA82842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999771" y="649304"/>
            <a:ext cx="913428" cy="1315264"/>
            <a:chOff x="999771" y="649304"/>
            <a:chExt cx="913428" cy="1315264"/>
          </a:xfrm>
        </p:grpSpPr>
        <p:grpSp>
          <p:nvGrpSpPr>
            <p:cNvPr id="11" name="Group 10">
              <a:extLst>
                <a:ext uri="{FF2B5EF4-FFF2-40B4-BE49-F238E27FC236}">
                  <a16:creationId xmlns:a16="http://schemas.microsoft.com/office/drawing/2014/main" id="{B8CC82D2-4C4A-4C67-8483-5199F97B37A7}"/>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999771" y="932104"/>
              <a:ext cx="913428" cy="1032464"/>
              <a:chOff x="999771" y="932104"/>
              <a:chExt cx="913428" cy="1032464"/>
            </a:xfrm>
          </p:grpSpPr>
          <p:grpSp>
            <p:nvGrpSpPr>
              <p:cNvPr id="15" name="Group 14">
                <a:extLst>
                  <a:ext uri="{FF2B5EF4-FFF2-40B4-BE49-F238E27FC236}">
                    <a16:creationId xmlns:a16="http://schemas.microsoft.com/office/drawing/2014/main" id="{70D2391D-AA33-4F5E-BD96-B42D93DED226}"/>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rot="8100000" flipV="1">
                <a:off x="1047457" y="1290386"/>
                <a:ext cx="865742" cy="628383"/>
                <a:chOff x="558167" y="958515"/>
                <a:chExt cx="865742" cy="628383"/>
              </a:xfrm>
              <a:solidFill>
                <a:schemeClr val="accent3"/>
              </a:solidFill>
            </p:grpSpPr>
            <p:sp>
              <p:nvSpPr>
                <p:cNvPr id="22" name="Freeform: Shape 21">
                  <a:extLst>
                    <a:ext uri="{FF2B5EF4-FFF2-40B4-BE49-F238E27FC236}">
                      <a16:creationId xmlns:a16="http://schemas.microsoft.com/office/drawing/2014/main" id="{BE166DCE-539D-4C74-9C9D-AC000BA2F8A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8100000" flipH="1">
                  <a:off x="558167" y="1122160"/>
                  <a:ext cx="464738" cy="464738"/>
                </a:xfrm>
                <a:custGeom>
                  <a:avLst/>
                  <a:gdLst>
                    <a:gd name="connsiteX0" fmla="*/ 446142 w 464738"/>
                    <a:gd name="connsiteY0" fmla="*/ 464738 h 464738"/>
                    <a:gd name="connsiteX1" fmla="*/ 130673 w 464738"/>
                    <a:gd name="connsiteY1" fmla="*/ 334066 h 464738"/>
                    <a:gd name="connsiteX2" fmla="*/ 0 w 464738"/>
                    <a:gd name="connsiteY2" fmla="*/ 18596 h 464738"/>
                    <a:gd name="connsiteX3" fmla="*/ 836 w 464738"/>
                    <a:gd name="connsiteY3" fmla="*/ 1089 h 464738"/>
                    <a:gd name="connsiteX4" fmla="*/ 606 w 464738"/>
                    <a:gd name="connsiteY4" fmla="*/ 859 h 464738"/>
                    <a:gd name="connsiteX5" fmla="*/ 848 w 464738"/>
                    <a:gd name="connsiteY5" fmla="*/ 848 h 464738"/>
                    <a:gd name="connsiteX6" fmla="*/ 859 w 464738"/>
                    <a:gd name="connsiteY6" fmla="*/ 606 h 464738"/>
                    <a:gd name="connsiteX7" fmla="*/ 1089 w 464738"/>
                    <a:gd name="connsiteY7" fmla="*/ 836 h 464738"/>
                    <a:gd name="connsiteX8" fmla="*/ 18596 w 464738"/>
                    <a:gd name="connsiteY8" fmla="*/ 0 h 464738"/>
                    <a:gd name="connsiteX9" fmla="*/ 334066 w 464738"/>
                    <a:gd name="connsiteY9" fmla="*/ 130672 h 464738"/>
                    <a:gd name="connsiteX10" fmla="*/ 464738 w 464738"/>
                    <a:gd name="connsiteY10" fmla="*/ 446142 h 464738"/>
                    <a:gd name="connsiteX11" fmla="*/ 463902 w 464738"/>
                    <a:gd name="connsiteY11" fmla="*/ 463650 h 464738"/>
                    <a:gd name="connsiteX12" fmla="*/ 464132 w 464738"/>
                    <a:gd name="connsiteY12" fmla="*/ 463880 h 464738"/>
                    <a:gd name="connsiteX13" fmla="*/ 463891 w 464738"/>
                    <a:gd name="connsiteY13" fmla="*/ 463892 h 464738"/>
                    <a:gd name="connsiteX14" fmla="*/ 463879 w 464738"/>
                    <a:gd name="connsiteY14" fmla="*/ 464132 h 464738"/>
                    <a:gd name="connsiteX15" fmla="*/ 463650 w 464738"/>
                    <a:gd name="connsiteY15" fmla="*/ 463903 h 4647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64738" h="464738">
                      <a:moveTo>
                        <a:pt x="446142" y="464738"/>
                      </a:moveTo>
                      <a:cubicBezTo>
                        <a:pt x="331965" y="464738"/>
                        <a:pt x="217787" y="421181"/>
                        <a:pt x="130673" y="334066"/>
                      </a:cubicBezTo>
                      <a:cubicBezTo>
                        <a:pt x="43558" y="246952"/>
                        <a:pt x="1" y="132774"/>
                        <a:pt x="0" y="18596"/>
                      </a:cubicBezTo>
                      <a:lnTo>
                        <a:pt x="836" y="1089"/>
                      </a:lnTo>
                      <a:lnTo>
                        <a:pt x="606" y="859"/>
                      </a:lnTo>
                      <a:lnTo>
                        <a:pt x="848" y="848"/>
                      </a:lnTo>
                      <a:lnTo>
                        <a:pt x="859" y="606"/>
                      </a:lnTo>
                      <a:lnTo>
                        <a:pt x="1089" y="836"/>
                      </a:lnTo>
                      <a:lnTo>
                        <a:pt x="18596" y="0"/>
                      </a:lnTo>
                      <a:cubicBezTo>
                        <a:pt x="132774" y="0"/>
                        <a:pt x="246951" y="43557"/>
                        <a:pt x="334066" y="130672"/>
                      </a:cubicBezTo>
                      <a:cubicBezTo>
                        <a:pt x="421181" y="217787"/>
                        <a:pt x="464738" y="331964"/>
                        <a:pt x="464738" y="446142"/>
                      </a:cubicBezTo>
                      <a:lnTo>
                        <a:pt x="463902" y="463650"/>
                      </a:lnTo>
                      <a:lnTo>
                        <a:pt x="464132" y="463880"/>
                      </a:lnTo>
                      <a:lnTo>
                        <a:pt x="463891" y="463892"/>
                      </a:lnTo>
                      <a:lnTo>
                        <a:pt x="463879" y="464132"/>
                      </a:lnTo>
                      <a:lnTo>
                        <a:pt x="463650" y="463903"/>
                      </a:lnTo>
                      <a:close/>
                    </a:path>
                  </a:pathLst>
                </a:custGeom>
                <a:solidFill>
                  <a:schemeClr val="accent4">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3" name="Freeform: Shape 22">
                  <a:extLst>
                    <a:ext uri="{FF2B5EF4-FFF2-40B4-BE49-F238E27FC236}">
                      <a16:creationId xmlns:a16="http://schemas.microsoft.com/office/drawing/2014/main" id="{DCC6BEB5-DA1F-4F9E-BA5D-8F892A0FB8F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flipH="1">
                  <a:off x="959170" y="958515"/>
                  <a:ext cx="464739" cy="464739"/>
                </a:xfrm>
                <a:custGeom>
                  <a:avLst/>
                  <a:gdLst>
                    <a:gd name="connsiteX0" fmla="*/ 464132 w 464739"/>
                    <a:gd name="connsiteY0" fmla="*/ 463881 h 464739"/>
                    <a:gd name="connsiteX1" fmla="*/ 463891 w 464739"/>
                    <a:gd name="connsiteY1" fmla="*/ 463892 h 464739"/>
                    <a:gd name="connsiteX2" fmla="*/ 463880 w 464739"/>
                    <a:gd name="connsiteY2" fmla="*/ 464132 h 464739"/>
                    <a:gd name="connsiteX3" fmla="*/ 463651 w 464739"/>
                    <a:gd name="connsiteY3" fmla="*/ 463904 h 464739"/>
                    <a:gd name="connsiteX4" fmla="*/ 446142 w 464739"/>
                    <a:gd name="connsiteY4" fmla="*/ 464739 h 464739"/>
                    <a:gd name="connsiteX5" fmla="*/ 130673 w 464739"/>
                    <a:gd name="connsiteY5" fmla="*/ 334067 h 464739"/>
                    <a:gd name="connsiteX6" fmla="*/ 0 w 464739"/>
                    <a:gd name="connsiteY6" fmla="*/ 18597 h 464739"/>
                    <a:gd name="connsiteX7" fmla="*/ 836 w 464739"/>
                    <a:gd name="connsiteY7" fmla="*/ 1089 h 464739"/>
                    <a:gd name="connsiteX8" fmla="*/ 607 w 464739"/>
                    <a:gd name="connsiteY8" fmla="*/ 859 h 464739"/>
                    <a:gd name="connsiteX9" fmla="*/ 848 w 464739"/>
                    <a:gd name="connsiteY9" fmla="*/ 848 h 464739"/>
                    <a:gd name="connsiteX10" fmla="*/ 859 w 464739"/>
                    <a:gd name="connsiteY10" fmla="*/ 607 h 464739"/>
                    <a:gd name="connsiteX11" fmla="*/ 1089 w 464739"/>
                    <a:gd name="connsiteY11" fmla="*/ 836 h 464739"/>
                    <a:gd name="connsiteX12" fmla="*/ 18597 w 464739"/>
                    <a:gd name="connsiteY12" fmla="*/ 0 h 464739"/>
                    <a:gd name="connsiteX13" fmla="*/ 334067 w 464739"/>
                    <a:gd name="connsiteY13" fmla="*/ 130672 h 464739"/>
                    <a:gd name="connsiteX14" fmla="*/ 464739 w 464739"/>
                    <a:gd name="connsiteY14" fmla="*/ 446142 h 464739"/>
                    <a:gd name="connsiteX15" fmla="*/ 463903 w 464739"/>
                    <a:gd name="connsiteY15" fmla="*/ 463652 h 464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64739" h="464739">
                      <a:moveTo>
                        <a:pt x="464132" y="463881"/>
                      </a:moveTo>
                      <a:lnTo>
                        <a:pt x="463891" y="463892"/>
                      </a:lnTo>
                      <a:lnTo>
                        <a:pt x="463880" y="464132"/>
                      </a:lnTo>
                      <a:lnTo>
                        <a:pt x="463651" y="463904"/>
                      </a:lnTo>
                      <a:lnTo>
                        <a:pt x="446142" y="464739"/>
                      </a:lnTo>
                      <a:cubicBezTo>
                        <a:pt x="331965" y="464739"/>
                        <a:pt x="217787" y="421182"/>
                        <a:pt x="130673" y="334067"/>
                      </a:cubicBezTo>
                      <a:cubicBezTo>
                        <a:pt x="43558" y="246953"/>
                        <a:pt x="1" y="132775"/>
                        <a:pt x="0" y="18597"/>
                      </a:cubicBezTo>
                      <a:lnTo>
                        <a:pt x="836" y="1089"/>
                      </a:lnTo>
                      <a:lnTo>
                        <a:pt x="607" y="859"/>
                      </a:lnTo>
                      <a:lnTo>
                        <a:pt x="848" y="848"/>
                      </a:lnTo>
                      <a:lnTo>
                        <a:pt x="859" y="607"/>
                      </a:lnTo>
                      <a:lnTo>
                        <a:pt x="1089" y="836"/>
                      </a:lnTo>
                      <a:lnTo>
                        <a:pt x="18597" y="0"/>
                      </a:lnTo>
                      <a:cubicBezTo>
                        <a:pt x="132775" y="0"/>
                        <a:pt x="246952" y="43557"/>
                        <a:pt x="334067" y="130672"/>
                      </a:cubicBezTo>
                      <a:cubicBezTo>
                        <a:pt x="421182" y="217787"/>
                        <a:pt x="464739" y="331964"/>
                        <a:pt x="464739" y="446142"/>
                      </a:cubicBezTo>
                      <a:lnTo>
                        <a:pt x="463903" y="463652"/>
                      </a:lnTo>
                      <a:close/>
                    </a:path>
                  </a:pathLst>
                </a:custGeom>
                <a:solidFill>
                  <a:schemeClr val="accent4">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grpSp>
          <p:grpSp>
            <p:nvGrpSpPr>
              <p:cNvPr id="16" name="Group 15">
                <a:extLst>
                  <a:ext uri="{FF2B5EF4-FFF2-40B4-BE49-F238E27FC236}">
                    <a16:creationId xmlns:a16="http://schemas.microsoft.com/office/drawing/2014/main" id="{C0300EB9-093C-4C32-A212-821D7AC082B4}"/>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rot="10800000" flipH="1" flipV="1">
                <a:off x="999771" y="932104"/>
                <a:ext cx="864005" cy="1032464"/>
                <a:chOff x="2207971" y="2384401"/>
                <a:chExt cx="864005" cy="1032464"/>
              </a:xfrm>
            </p:grpSpPr>
            <p:sp>
              <p:nvSpPr>
                <p:cNvPr id="17" name="Freeform: Shape 16">
                  <a:extLst>
                    <a:ext uri="{FF2B5EF4-FFF2-40B4-BE49-F238E27FC236}">
                      <a16:creationId xmlns:a16="http://schemas.microsoft.com/office/drawing/2014/main" id="{AFC97B3C-CF0E-4C93-AA39-7A677A12C50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3500000">
                  <a:off x="2207971" y="2856305"/>
                  <a:ext cx="464739" cy="464739"/>
                </a:xfrm>
                <a:custGeom>
                  <a:avLst/>
                  <a:gdLst>
                    <a:gd name="connsiteX0" fmla="*/ 464132 w 464739"/>
                    <a:gd name="connsiteY0" fmla="*/ 463881 h 464739"/>
                    <a:gd name="connsiteX1" fmla="*/ 463891 w 464739"/>
                    <a:gd name="connsiteY1" fmla="*/ 463892 h 464739"/>
                    <a:gd name="connsiteX2" fmla="*/ 463880 w 464739"/>
                    <a:gd name="connsiteY2" fmla="*/ 464132 h 464739"/>
                    <a:gd name="connsiteX3" fmla="*/ 463651 w 464739"/>
                    <a:gd name="connsiteY3" fmla="*/ 463904 h 464739"/>
                    <a:gd name="connsiteX4" fmla="*/ 446142 w 464739"/>
                    <a:gd name="connsiteY4" fmla="*/ 464739 h 464739"/>
                    <a:gd name="connsiteX5" fmla="*/ 130673 w 464739"/>
                    <a:gd name="connsiteY5" fmla="*/ 334067 h 464739"/>
                    <a:gd name="connsiteX6" fmla="*/ 0 w 464739"/>
                    <a:gd name="connsiteY6" fmla="*/ 18597 h 464739"/>
                    <a:gd name="connsiteX7" fmla="*/ 836 w 464739"/>
                    <a:gd name="connsiteY7" fmla="*/ 1089 h 464739"/>
                    <a:gd name="connsiteX8" fmla="*/ 607 w 464739"/>
                    <a:gd name="connsiteY8" fmla="*/ 859 h 464739"/>
                    <a:gd name="connsiteX9" fmla="*/ 848 w 464739"/>
                    <a:gd name="connsiteY9" fmla="*/ 848 h 464739"/>
                    <a:gd name="connsiteX10" fmla="*/ 859 w 464739"/>
                    <a:gd name="connsiteY10" fmla="*/ 607 h 464739"/>
                    <a:gd name="connsiteX11" fmla="*/ 1089 w 464739"/>
                    <a:gd name="connsiteY11" fmla="*/ 836 h 464739"/>
                    <a:gd name="connsiteX12" fmla="*/ 18597 w 464739"/>
                    <a:gd name="connsiteY12" fmla="*/ 0 h 464739"/>
                    <a:gd name="connsiteX13" fmla="*/ 334067 w 464739"/>
                    <a:gd name="connsiteY13" fmla="*/ 130672 h 464739"/>
                    <a:gd name="connsiteX14" fmla="*/ 464739 w 464739"/>
                    <a:gd name="connsiteY14" fmla="*/ 446142 h 464739"/>
                    <a:gd name="connsiteX15" fmla="*/ 463903 w 464739"/>
                    <a:gd name="connsiteY15" fmla="*/ 463652 h 464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64739" h="464739">
                      <a:moveTo>
                        <a:pt x="464132" y="463881"/>
                      </a:moveTo>
                      <a:lnTo>
                        <a:pt x="463891" y="463892"/>
                      </a:lnTo>
                      <a:lnTo>
                        <a:pt x="463880" y="464132"/>
                      </a:lnTo>
                      <a:lnTo>
                        <a:pt x="463651" y="463904"/>
                      </a:lnTo>
                      <a:lnTo>
                        <a:pt x="446142" y="464739"/>
                      </a:lnTo>
                      <a:cubicBezTo>
                        <a:pt x="331965" y="464739"/>
                        <a:pt x="217787" y="421182"/>
                        <a:pt x="130673" y="334067"/>
                      </a:cubicBezTo>
                      <a:cubicBezTo>
                        <a:pt x="43558" y="246953"/>
                        <a:pt x="1" y="132775"/>
                        <a:pt x="0" y="18597"/>
                      </a:cubicBezTo>
                      <a:lnTo>
                        <a:pt x="836" y="1089"/>
                      </a:lnTo>
                      <a:lnTo>
                        <a:pt x="607" y="859"/>
                      </a:lnTo>
                      <a:lnTo>
                        <a:pt x="848" y="848"/>
                      </a:lnTo>
                      <a:lnTo>
                        <a:pt x="859" y="607"/>
                      </a:lnTo>
                      <a:lnTo>
                        <a:pt x="1089" y="836"/>
                      </a:lnTo>
                      <a:lnTo>
                        <a:pt x="18597" y="0"/>
                      </a:lnTo>
                      <a:cubicBezTo>
                        <a:pt x="132775" y="0"/>
                        <a:pt x="246952" y="43557"/>
                        <a:pt x="334067" y="130672"/>
                      </a:cubicBezTo>
                      <a:cubicBezTo>
                        <a:pt x="421182" y="217787"/>
                        <a:pt x="464739" y="331964"/>
                        <a:pt x="464739" y="446142"/>
                      </a:cubicBezTo>
                      <a:lnTo>
                        <a:pt x="463903" y="463652"/>
                      </a:lnTo>
                      <a:close/>
                    </a:path>
                  </a:pathLst>
                </a:cu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8" name="Freeform: Shape 17">
                  <a:extLst>
                    <a:ext uri="{FF2B5EF4-FFF2-40B4-BE49-F238E27FC236}">
                      <a16:creationId xmlns:a16="http://schemas.microsoft.com/office/drawing/2014/main" id="{0943F14E-6185-4A31-8318-2088A05F5C9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2607238" y="2688467"/>
                  <a:ext cx="464738" cy="464738"/>
                </a:xfrm>
                <a:custGeom>
                  <a:avLst/>
                  <a:gdLst>
                    <a:gd name="connsiteX0" fmla="*/ 446142 w 464738"/>
                    <a:gd name="connsiteY0" fmla="*/ 464738 h 464738"/>
                    <a:gd name="connsiteX1" fmla="*/ 130673 w 464738"/>
                    <a:gd name="connsiteY1" fmla="*/ 334066 h 464738"/>
                    <a:gd name="connsiteX2" fmla="*/ 0 w 464738"/>
                    <a:gd name="connsiteY2" fmla="*/ 18596 h 464738"/>
                    <a:gd name="connsiteX3" fmla="*/ 836 w 464738"/>
                    <a:gd name="connsiteY3" fmla="*/ 1089 h 464738"/>
                    <a:gd name="connsiteX4" fmla="*/ 606 w 464738"/>
                    <a:gd name="connsiteY4" fmla="*/ 859 h 464738"/>
                    <a:gd name="connsiteX5" fmla="*/ 848 w 464738"/>
                    <a:gd name="connsiteY5" fmla="*/ 848 h 464738"/>
                    <a:gd name="connsiteX6" fmla="*/ 859 w 464738"/>
                    <a:gd name="connsiteY6" fmla="*/ 606 h 464738"/>
                    <a:gd name="connsiteX7" fmla="*/ 1089 w 464738"/>
                    <a:gd name="connsiteY7" fmla="*/ 836 h 464738"/>
                    <a:gd name="connsiteX8" fmla="*/ 18596 w 464738"/>
                    <a:gd name="connsiteY8" fmla="*/ 0 h 464738"/>
                    <a:gd name="connsiteX9" fmla="*/ 334066 w 464738"/>
                    <a:gd name="connsiteY9" fmla="*/ 130672 h 464738"/>
                    <a:gd name="connsiteX10" fmla="*/ 464738 w 464738"/>
                    <a:gd name="connsiteY10" fmla="*/ 446142 h 464738"/>
                    <a:gd name="connsiteX11" fmla="*/ 463902 w 464738"/>
                    <a:gd name="connsiteY11" fmla="*/ 463650 h 464738"/>
                    <a:gd name="connsiteX12" fmla="*/ 464132 w 464738"/>
                    <a:gd name="connsiteY12" fmla="*/ 463880 h 464738"/>
                    <a:gd name="connsiteX13" fmla="*/ 463891 w 464738"/>
                    <a:gd name="connsiteY13" fmla="*/ 463892 h 464738"/>
                    <a:gd name="connsiteX14" fmla="*/ 463879 w 464738"/>
                    <a:gd name="connsiteY14" fmla="*/ 464132 h 464738"/>
                    <a:gd name="connsiteX15" fmla="*/ 463650 w 464738"/>
                    <a:gd name="connsiteY15" fmla="*/ 463903 h 4647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64738" h="464738">
                      <a:moveTo>
                        <a:pt x="446142" y="464738"/>
                      </a:moveTo>
                      <a:cubicBezTo>
                        <a:pt x="331965" y="464738"/>
                        <a:pt x="217787" y="421181"/>
                        <a:pt x="130673" y="334066"/>
                      </a:cubicBezTo>
                      <a:cubicBezTo>
                        <a:pt x="43558" y="246952"/>
                        <a:pt x="1" y="132774"/>
                        <a:pt x="0" y="18596"/>
                      </a:cubicBezTo>
                      <a:lnTo>
                        <a:pt x="836" y="1089"/>
                      </a:lnTo>
                      <a:lnTo>
                        <a:pt x="606" y="859"/>
                      </a:lnTo>
                      <a:lnTo>
                        <a:pt x="848" y="848"/>
                      </a:lnTo>
                      <a:lnTo>
                        <a:pt x="859" y="606"/>
                      </a:lnTo>
                      <a:lnTo>
                        <a:pt x="1089" y="836"/>
                      </a:lnTo>
                      <a:lnTo>
                        <a:pt x="18596" y="0"/>
                      </a:lnTo>
                      <a:cubicBezTo>
                        <a:pt x="132774" y="0"/>
                        <a:pt x="246951" y="43557"/>
                        <a:pt x="334066" y="130672"/>
                      </a:cubicBezTo>
                      <a:cubicBezTo>
                        <a:pt x="421181" y="217787"/>
                        <a:pt x="464738" y="331964"/>
                        <a:pt x="464738" y="446142"/>
                      </a:cubicBezTo>
                      <a:lnTo>
                        <a:pt x="463902" y="463650"/>
                      </a:lnTo>
                      <a:lnTo>
                        <a:pt x="464132" y="463880"/>
                      </a:lnTo>
                      <a:lnTo>
                        <a:pt x="463891" y="463892"/>
                      </a:lnTo>
                      <a:lnTo>
                        <a:pt x="463879" y="464132"/>
                      </a:lnTo>
                      <a:lnTo>
                        <a:pt x="463650" y="463903"/>
                      </a:lnTo>
                      <a:close/>
                    </a:path>
                  </a:pathLst>
                </a:cu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nvGrpSpPr>
                <p:cNvPr id="19" name="Group 18">
                  <a:extLst>
                    <a:ext uri="{FF2B5EF4-FFF2-40B4-BE49-F238E27FC236}">
                      <a16:creationId xmlns:a16="http://schemas.microsoft.com/office/drawing/2014/main" id="{F3B56658-371E-446B-B30D-D4EA2A88A973}"/>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2440769" y="2384401"/>
                  <a:ext cx="313009" cy="1032464"/>
                  <a:chOff x="2440769" y="2384401"/>
                  <a:chExt cx="313009" cy="1032464"/>
                </a:xfrm>
              </p:grpSpPr>
              <p:cxnSp>
                <p:nvCxnSpPr>
                  <p:cNvPr id="20" name="Straight Connector 19">
                    <a:extLst>
                      <a:ext uri="{FF2B5EF4-FFF2-40B4-BE49-F238E27FC236}">
                        <a16:creationId xmlns:a16="http://schemas.microsoft.com/office/drawing/2014/main" id="{068979FB-2943-4091-A490-D9F8695DF0D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rot="10800000" flipH="1">
                    <a:off x="2440769" y="2516865"/>
                    <a:ext cx="0" cy="900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B378C39C-3FC0-4521-8336-33A86391920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rot="8100000" flipH="1">
                    <a:off x="2753778" y="2384401"/>
                    <a:ext cx="0" cy="900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grpSp>
        <p:grpSp>
          <p:nvGrpSpPr>
            <p:cNvPr id="12" name="Group 11">
              <a:extLst>
                <a:ext uri="{FF2B5EF4-FFF2-40B4-BE49-F238E27FC236}">
                  <a16:creationId xmlns:a16="http://schemas.microsoft.com/office/drawing/2014/main" id="{72C6951D-2EAF-4333-B8A8-F473DC3BDF44}"/>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1437136" y="649304"/>
              <a:ext cx="388541" cy="388541"/>
              <a:chOff x="5752675" y="5440856"/>
              <a:chExt cx="388541" cy="388541"/>
            </a:xfrm>
          </p:grpSpPr>
          <p:sp>
            <p:nvSpPr>
              <p:cNvPr id="13" name="Oval 12">
                <a:extLst>
                  <a:ext uri="{FF2B5EF4-FFF2-40B4-BE49-F238E27FC236}">
                    <a16:creationId xmlns:a16="http://schemas.microsoft.com/office/drawing/2014/main" id="{63E77698-5758-433A-9DF3-3BE43B6FBDA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5800801" y="5488982"/>
                <a:ext cx="340415" cy="340415"/>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4" name="Oval 13">
                <a:extLst>
                  <a:ext uri="{FF2B5EF4-FFF2-40B4-BE49-F238E27FC236}">
                    <a16:creationId xmlns:a16="http://schemas.microsoft.com/office/drawing/2014/main" id="{FF47FF7F-75A9-438D-8BA7-428BF76974C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52675" y="5440856"/>
                <a:ext cx="340415" cy="340415"/>
              </a:xfrm>
              <a:prstGeom prst="ellipse">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grpSp>
      <p:sp>
        <p:nvSpPr>
          <p:cNvPr id="3" name="TextBox 2">
            <a:extLst>
              <a:ext uri="{FF2B5EF4-FFF2-40B4-BE49-F238E27FC236}">
                <a16:creationId xmlns:a16="http://schemas.microsoft.com/office/drawing/2014/main" id="{E1B3EC78-AF07-8A37-B218-94DF35BE2087}"/>
              </a:ext>
            </a:extLst>
          </p:cNvPr>
          <p:cNvSpPr txBox="1"/>
          <p:nvPr/>
        </p:nvSpPr>
        <p:spPr>
          <a:xfrm>
            <a:off x="9486900" y="5443538"/>
            <a:ext cx="184731" cy="369332"/>
          </a:xfrm>
          <a:prstGeom prst="rect">
            <a:avLst/>
          </a:prstGeom>
          <a:noFill/>
        </p:spPr>
        <p:txBody>
          <a:bodyPr wrap="none" rtlCol="0">
            <a:spAutoFit/>
          </a:bodyPr>
          <a:lstStyle/>
          <a:p>
            <a:endParaRPr lang="en-BD" dirty="0"/>
          </a:p>
        </p:txBody>
      </p:sp>
      <p:sp>
        <p:nvSpPr>
          <p:cNvPr id="25" name="TextBox 24">
            <a:extLst>
              <a:ext uri="{FF2B5EF4-FFF2-40B4-BE49-F238E27FC236}">
                <a16:creationId xmlns:a16="http://schemas.microsoft.com/office/drawing/2014/main" id="{D856AD59-8AD1-B85F-4827-7B31CC175126}"/>
              </a:ext>
            </a:extLst>
          </p:cNvPr>
          <p:cNvSpPr txBox="1"/>
          <p:nvPr/>
        </p:nvSpPr>
        <p:spPr>
          <a:xfrm>
            <a:off x="2187635" y="1319164"/>
            <a:ext cx="6096000" cy="523220"/>
          </a:xfrm>
          <a:prstGeom prst="rect">
            <a:avLst/>
          </a:prstGeom>
          <a:noFill/>
        </p:spPr>
        <p:txBody>
          <a:bodyPr wrap="square">
            <a:spAutoFit/>
          </a:bodyPr>
          <a:lstStyle/>
          <a:p>
            <a:r>
              <a:rPr lang="en-US" sz="2800" dirty="0">
                <a:solidFill>
                  <a:srgbClr val="FFFF00"/>
                </a:solidFill>
                <a:latin typeface="Arial Rounded MT Bold" panose="020F0704030504030204" pitchFamily="34" charset="0"/>
              </a:rPr>
              <a:t>Critical Path Analysis </a:t>
            </a:r>
          </a:p>
        </p:txBody>
      </p:sp>
      <p:sp>
        <p:nvSpPr>
          <p:cNvPr id="24" name="TextBox 23">
            <a:extLst>
              <a:ext uri="{FF2B5EF4-FFF2-40B4-BE49-F238E27FC236}">
                <a16:creationId xmlns:a16="http://schemas.microsoft.com/office/drawing/2014/main" id="{ED0EF6E8-BECD-2BFF-7110-98944BA81AA7}"/>
              </a:ext>
            </a:extLst>
          </p:cNvPr>
          <p:cNvSpPr txBox="1"/>
          <p:nvPr/>
        </p:nvSpPr>
        <p:spPr>
          <a:xfrm>
            <a:off x="952075" y="2239115"/>
            <a:ext cx="6096000" cy="523220"/>
          </a:xfrm>
          <a:prstGeom prst="rect">
            <a:avLst/>
          </a:prstGeom>
          <a:noFill/>
        </p:spPr>
        <p:txBody>
          <a:bodyPr wrap="square">
            <a:spAutoFit/>
          </a:bodyPr>
          <a:lstStyle/>
          <a:p>
            <a:r>
              <a:rPr lang="en-US" sz="2800" b="1" dirty="0">
                <a:solidFill>
                  <a:srgbClr val="99FFCC"/>
                </a:solidFill>
                <a:effectLst>
                  <a:outerShdw blurRad="38100" dist="38100" dir="2700000" algn="tl">
                    <a:srgbClr val="000000">
                      <a:alpha val="43137"/>
                    </a:srgbClr>
                  </a:outerShdw>
                </a:effectLst>
                <a:latin typeface="Arial Nova Light" panose="020B0304020202020204" pitchFamily="34" charset="0"/>
              </a:rPr>
              <a:t>The Network Diagram</a:t>
            </a:r>
          </a:p>
        </p:txBody>
      </p:sp>
      <p:sp>
        <p:nvSpPr>
          <p:cNvPr id="27" name="TextBox 26">
            <a:extLst>
              <a:ext uri="{FF2B5EF4-FFF2-40B4-BE49-F238E27FC236}">
                <a16:creationId xmlns:a16="http://schemas.microsoft.com/office/drawing/2014/main" id="{AFA0B641-22FB-1943-7EE3-31E0158F1A1C}"/>
              </a:ext>
            </a:extLst>
          </p:cNvPr>
          <p:cNvSpPr txBox="1"/>
          <p:nvPr/>
        </p:nvSpPr>
        <p:spPr>
          <a:xfrm>
            <a:off x="478971" y="2896356"/>
            <a:ext cx="11364686" cy="2616101"/>
          </a:xfrm>
          <a:prstGeom prst="rect">
            <a:avLst/>
          </a:prstGeom>
          <a:noFill/>
        </p:spPr>
        <p:txBody>
          <a:bodyPr wrap="square">
            <a:spAutoFit/>
          </a:bodyPr>
          <a:lstStyle/>
          <a:p>
            <a:pPr algn="just"/>
            <a:r>
              <a:rPr lang="en-US" sz="2400" dirty="0">
                <a:latin typeface="Arial Nova Light" panose="020B0304020202020204" pitchFamily="34" charset="0"/>
              </a:rPr>
              <a:t>Activities are represented here by rectangles (one form of what in a network are called </a:t>
            </a:r>
            <a:r>
              <a:rPr lang="en-US" sz="2800" b="1" dirty="0">
                <a:solidFill>
                  <a:srgbClr val="99FFCC"/>
                </a:solidFill>
                <a:latin typeface="Arial Nova Light" panose="020B0304020202020204" pitchFamily="34" charset="0"/>
              </a:rPr>
              <a:t>“nodes”</a:t>
            </a:r>
            <a:r>
              <a:rPr lang="en-US" sz="2400" dirty="0">
                <a:latin typeface="Arial Nova Light" panose="020B0304020202020204" pitchFamily="34" charset="0"/>
              </a:rPr>
              <a:t>) with arrows to show the precedence relationships.</a:t>
            </a:r>
          </a:p>
          <a:p>
            <a:pPr algn="just"/>
            <a:endParaRPr lang="en-US" sz="800" dirty="0">
              <a:latin typeface="Arial Nova Light" panose="020B0304020202020204" pitchFamily="34" charset="0"/>
            </a:endParaRPr>
          </a:p>
          <a:p>
            <a:pPr algn="just"/>
            <a:r>
              <a:rPr lang="en-US" sz="2400" dirty="0">
                <a:latin typeface="Arial Nova Light" panose="020B0304020202020204" pitchFamily="34" charset="0"/>
              </a:rPr>
              <a:t>When there are multiple activities with no predecessors, it is usual to show them all emanating from a single node called </a:t>
            </a:r>
            <a:r>
              <a:rPr lang="en-US" sz="2400" b="1" dirty="0">
                <a:solidFill>
                  <a:srgbClr val="FF99CC"/>
                </a:solidFill>
                <a:latin typeface="Arial Nova Light" panose="020B0304020202020204" pitchFamily="34" charset="0"/>
              </a:rPr>
              <a:t>“START”</a:t>
            </a:r>
            <a:r>
              <a:rPr lang="en-US" sz="2400" dirty="0">
                <a:latin typeface="Arial Nova Light" panose="020B0304020202020204" pitchFamily="34" charset="0"/>
              </a:rPr>
              <a:t>, as in Figure 8.2.</a:t>
            </a:r>
          </a:p>
          <a:p>
            <a:pPr algn="just"/>
            <a:endParaRPr lang="en-US" sz="800" dirty="0">
              <a:latin typeface="Arial Nova Light" panose="020B0304020202020204" pitchFamily="34" charset="0"/>
            </a:endParaRPr>
          </a:p>
          <a:p>
            <a:pPr algn="just"/>
            <a:r>
              <a:rPr lang="en-US" sz="2400" dirty="0">
                <a:latin typeface="Arial Nova Light" panose="020B0304020202020204" pitchFamily="34" charset="0"/>
              </a:rPr>
              <a:t>Similarly, when multiple activities have no successors, it is usual to show them connected to a node called </a:t>
            </a:r>
            <a:r>
              <a:rPr lang="en-US" sz="2400" b="1" dirty="0">
                <a:solidFill>
                  <a:srgbClr val="FF99CC"/>
                </a:solidFill>
                <a:latin typeface="Arial Nova Light" panose="020B0304020202020204" pitchFamily="34" charset="0"/>
              </a:rPr>
              <a:t>“END”.</a:t>
            </a:r>
            <a:endParaRPr lang="en-US" sz="2400" dirty="0">
              <a:latin typeface="Arial Nova Light" panose="020B0304020202020204" pitchFamily="34" charset="0"/>
            </a:endParaRPr>
          </a:p>
        </p:txBody>
      </p:sp>
    </p:spTree>
    <p:extLst>
      <p:ext uri="{BB962C8B-B14F-4D97-AF65-F5344CB8AC3E}">
        <p14:creationId xmlns:p14="http://schemas.microsoft.com/office/powerpoint/2010/main" val="390177425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316A5661-2CFE-478C-BAC3-729F393F3C4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BC1DA2B-FE6F-1C6E-BFA0-9B15DC40309D}"/>
              </a:ext>
            </a:extLst>
          </p:cNvPr>
          <p:cNvSpPr>
            <a:spLocks noGrp="1"/>
          </p:cNvSpPr>
          <p:nvPr>
            <p:ph type="title"/>
          </p:nvPr>
        </p:nvSpPr>
        <p:spPr>
          <a:xfrm>
            <a:off x="2139081" y="92738"/>
            <a:ext cx="9514055" cy="1267138"/>
          </a:xfrm>
        </p:spPr>
        <p:txBody>
          <a:bodyPr anchor="ctr">
            <a:normAutofit/>
          </a:bodyPr>
          <a:lstStyle/>
          <a:p>
            <a:r>
              <a:rPr lang="en-US" sz="4000" dirty="0">
                <a:solidFill>
                  <a:schemeClr val="accent6">
                    <a:lumMod val="40000"/>
                    <a:lumOff val="60000"/>
                  </a:schemeClr>
                </a:solidFill>
                <a:latin typeface="Arial Rounded MT Bold" panose="020F0704030504030204" pitchFamily="34" charset="0"/>
              </a:rPr>
              <a:t>Project management tools</a:t>
            </a:r>
          </a:p>
        </p:txBody>
      </p:sp>
      <p:grpSp>
        <p:nvGrpSpPr>
          <p:cNvPr id="10" name="Group 9">
            <a:extLst>
              <a:ext uri="{FF2B5EF4-FFF2-40B4-BE49-F238E27FC236}">
                <a16:creationId xmlns:a16="http://schemas.microsoft.com/office/drawing/2014/main" id="{FB7BE8CD-E348-464A-82CC-7EF7AA82842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999771" y="649304"/>
            <a:ext cx="913428" cy="1315264"/>
            <a:chOff x="999771" y="649304"/>
            <a:chExt cx="913428" cy="1315264"/>
          </a:xfrm>
        </p:grpSpPr>
        <p:grpSp>
          <p:nvGrpSpPr>
            <p:cNvPr id="11" name="Group 10">
              <a:extLst>
                <a:ext uri="{FF2B5EF4-FFF2-40B4-BE49-F238E27FC236}">
                  <a16:creationId xmlns:a16="http://schemas.microsoft.com/office/drawing/2014/main" id="{B8CC82D2-4C4A-4C67-8483-5199F97B37A7}"/>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999771" y="932104"/>
              <a:ext cx="913428" cy="1032464"/>
              <a:chOff x="999771" y="932104"/>
              <a:chExt cx="913428" cy="1032464"/>
            </a:xfrm>
          </p:grpSpPr>
          <p:grpSp>
            <p:nvGrpSpPr>
              <p:cNvPr id="15" name="Group 14">
                <a:extLst>
                  <a:ext uri="{FF2B5EF4-FFF2-40B4-BE49-F238E27FC236}">
                    <a16:creationId xmlns:a16="http://schemas.microsoft.com/office/drawing/2014/main" id="{70D2391D-AA33-4F5E-BD96-B42D93DED226}"/>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rot="8100000" flipV="1">
                <a:off x="1047457" y="1290386"/>
                <a:ext cx="865742" cy="628383"/>
                <a:chOff x="558167" y="958515"/>
                <a:chExt cx="865742" cy="628383"/>
              </a:xfrm>
              <a:solidFill>
                <a:schemeClr val="accent3"/>
              </a:solidFill>
            </p:grpSpPr>
            <p:sp>
              <p:nvSpPr>
                <p:cNvPr id="22" name="Freeform: Shape 21">
                  <a:extLst>
                    <a:ext uri="{FF2B5EF4-FFF2-40B4-BE49-F238E27FC236}">
                      <a16:creationId xmlns:a16="http://schemas.microsoft.com/office/drawing/2014/main" id="{BE166DCE-539D-4C74-9C9D-AC000BA2F8A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8100000" flipH="1">
                  <a:off x="558167" y="1122160"/>
                  <a:ext cx="464738" cy="464738"/>
                </a:xfrm>
                <a:custGeom>
                  <a:avLst/>
                  <a:gdLst>
                    <a:gd name="connsiteX0" fmla="*/ 446142 w 464738"/>
                    <a:gd name="connsiteY0" fmla="*/ 464738 h 464738"/>
                    <a:gd name="connsiteX1" fmla="*/ 130673 w 464738"/>
                    <a:gd name="connsiteY1" fmla="*/ 334066 h 464738"/>
                    <a:gd name="connsiteX2" fmla="*/ 0 w 464738"/>
                    <a:gd name="connsiteY2" fmla="*/ 18596 h 464738"/>
                    <a:gd name="connsiteX3" fmla="*/ 836 w 464738"/>
                    <a:gd name="connsiteY3" fmla="*/ 1089 h 464738"/>
                    <a:gd name="connsiteX4" fmla="*/ 606 w 464738"/>
                    <a:gd name="connsiteY4" fmla="*/ 859 h 464738"/>
                    <a:gd name="connsiteX5" fmla="*/ 848 w 464738"/>
                    <a:gd name="connsiteY5" fmla="*/ 848 h 464738"/>
                    <a:gd name="connsiteX6" fmla="*/ 859 w 464738"/>
                    <a:gd name="connsiteY6" fmla="*/ 606 h 464738"/>
                    <a:gd name="connsiteX7" fmla="*/ 1089 w 464738"/>
                    <a:gd name="connsiteY7" fmla="*/ 836 h 464738"/>
                    <a:gd name="connsiteX8" fmla="*/ 18596 w 464738"/>
                    <a:gd name="connsiteY8" fmla="*/ 0 h 464738"/>
                    <a:gd name="connsiteX9" fmla="*/ 334066 w 464738"/>
                    <a:gd name="connsiteY9" fmla="*/ 130672 h 464738"/>
                    <a:gd name="connsiteX10" fmla="*/ 464738 w 464738"/>
                    <a:gd name="connsiteY10" fmla="*/ 446142 h 464738"/>
                    <a:gd name="connsiteX11" fmla="*/ 463902 w 464738"/>
                    <a:gd name="connsiteY11" fmla="*/ 463650 h 464738"/>
                    <a:gd name="connsiteX12" fmla="*/ 464132 w 464738"/>
                    <a:gd name="connsiteY12" fmla="*/ 463880 h 464738"/>
                    <a:gd name="connsiteX13" fmla="*/ 463891 w 464738"/>
                    <a:gd name="connsiteY13" fmla="*/ 463892 h 464738"/>
                    <a:gd name="connsiteX14" fmla="*/ 463879 w 464738"/>
                    <a:gd name="connsiteY14" fmla="*/ 464132 h 464738"/>
                    <a:gd name="connsiteX15" fmla="*/ 463650 w 464738"/>
                    <a:gd name="connsiteY15" fmla="*/ 463903 h 4647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64738" h="464738">
                      <a:moveTo>
                        <a:pt x="446142" y="464738"/>
                      </a:moveTo>
                      <a:cubicBezTo>
                        <a:pt x="331965" y="464738"/>
                        <a:pt x="217787" y="421181"/>
                        <a:pt x="130673" y="334066"/>
                      </a:cubicBezTo>
                      <a:cubicBezTo>
                        <a:pt x="43558" y="246952"/>
                        <a:pt x="1" y="132774"/>
                        <a:pt x="0" y="18596"/>
                      </a:cubicBezTo>
                      <a:lnTo>
                        <a:pt x="836" y="1089"/>
                      </a:lnTo>
                      <a:lnTo>
                        <a:pt x="606" y="859"/>
                      </a:lnTo>
                      <a:lnTo>
                        <a:pt x="848" y="848"/>
                      </a:lnTo>
                      <a:lnTo>
                        <a:pt x="859" y="606"/>
                      </a:lnTo>
                      <a:lnTo>
                        <a:pt x="1089" y="836"/>
                      </a:lnTo>
                      <a:lnTo>
                        <a:pt x="18596" y="0"/>
                      </a:lnTo>
                      <a:cubicBezTo>
                        <a:pt x="132774" y="0"/>
                        <a:pt x="246951" y="43557"/>
                        <a:pt x="334066" y="130672"/>
                      </a:cubicBezTo>
                      <a:cubicBezTo>
                        <a:pt x="421181" y="217787"/>
                        <a:pt x="464738" y="331964"/>
                        <a:pt x="464738" y="446142"/>
                      </a:cubicBezTo>
                      <a:lnTo>
                        <a:pt x="463902" y="463650"/>
                      </a:lnTo>
                      <a:lnTo>
                        <a:pt x="464132" y="463880"/>
                      </a:lnTo>
                      <a:lnTo>
                        <a:pt x="463891" y="463892"/>
                      </a:lnTo>
                      <a:lnTo>
                        <a:pt x="463879" y="464132"/>
                      </a:lnTo>
                      <a:lnTo>
                        <a:pt x="463650" y="463903"/>
                      </a:lnTo>
                      <a:close/>
                    </a:path>
                  </a:pathLst>
                </a:custGeom>
                <a:solidFill>
                  <a:schemeClr val="accent4">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3" name="Freeform: Shape 22">
                  <a:extLst>
                    <a:ext uri="{FF2B5EF4-FFF2-40B4-BE49-F238E27FC236}">
                      <a16:creationId xmlns:a16="http://schemas.microsoft.com/office/drawing/2014/main" id="{DCC6BEB5-DA1F-4F9E-BA5D-8F892A0FB8F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flipH="1">
                  <a:off x="959170" y="958515"/>
                  <a:ext cx="464739" cy="464739"/>
                </a:xfrm>
                <a:custGeom>
                  <a:avLst/>
                  <a:gdLst>
                    <a:gd name="connsiteX0" fmla="*/ 464132 w 464739"/>
                    <a:gd name="connsiteY0" fmla="*/ 463881 h 464739"/>
                    <a:gd name="connsiteX1" fmla="*/ 463891 w 464739"/>
                    <a:gd name="connsiteY1" fmla="*/ 463892 h 464739"/>
                    <a:gd name="connsiteX2" fmla="*/ 463880 w 464739"/>
                    <a:gd name="connsiteY2" fmla="*/ 464132 h 464739"/>
                    <a:gd name="connsiteX3" fmla="*/ 463651 w 464739"/>
                    <a:gd name="connsiteY3" fmla="*/ 463904 h 464739"/>
                    <a:gd name="connsiteX4" fmla="*/ 446142 w 464739"/>
                    <a:gd name="connsiteY4" fmla="*/ 464739 h 464739"/>
                    <a:gd name="connsiteX5" fmla="*/ 130673 w 464739"/>
                    <a:gd name="connsiteY5" fmla="*/ 334067 h 464739"/>
                    <a:gd name="connsiteX6" fmla="*/ 0 w 464739"/>
                    <a:gd name="connsiteY6" fmla="*/ 18597 h 464739"/>
                    <a:gd name="connsiteX7" fmla="*/ 836 w 464739"/>
                    <a:gd name="connsiteY7" fmla="*/ 1089 h 464739"/>
                    <a:gd name="connsiteX8" fmla="*/ 607 w 464739"/>
                    <a:gd name="connsiteY8" fmla="*/ 859 h 464739"/>
                    <a:gd name="connsiteX9" fmla="*/ 848 w 464739"/>
                    <a:gd name="connsiteY9" fmla="*/ 848 h 464739"/>
                    <a:gd name="connsiteX10" fmla="*/ 859 w 464739"/>
                    <a:gd name="connsiteY10" fmla="*/ 607 h 464739"/>
                    <a:gd name="connsiteX11" fmla="*/ 1089 w 464739"/>
                    <a:gd name="connsiteY11" fmla="*/ 836 h 464739"/>
                    <a:gd name="connsiteX12" fmla="*/ 18597 w 464739"/>
                    <a:gd name="connsiteY12" fmla="*/ 0 h 464739"/>
                    <a:gd name="connsiteX13" fmla="*/ 334067 w 464739"/>
                    <a:gd name="connsiteY13" fmla="*/ 130672 h 464739"/>
                    <a:gd name="connsiteX14" fmla="*/ 464739 w 464739"/>
                    <a:gd name="connsiteY14" fmla="*/ 446142 h 464739"/>
                    <a:gd name="connsiteX15" fmla="*/ 463903 w 464739"/>
                    <a:gd name="connsiteY15" fmla="*/ 463652 h 464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64739" h="464739">
                      <a:moveTo>
                        <a:pt x="464132" y="463881"/>
                      </a:moveTo>
                      <a:lnTo>
                        <a:pt x="463891" y="463892"/>
                      </a:lnTo>
                      <a:lnTo>
                        <a:pt x="463880" y="464132"/>
                      </a:lnTo>
                      <a:lnTo>
                        <a:pt x="463651" y="463904"/>
                      </a:lnTo>
                      <a:lnTo>
                        <a:pt x="446142" y="464739"/>
                      </a:lnTo>
                      <a:cubicBezTo>
                        <a:pt x="331965" y="464739"/>
                        <a:pt x="217787" y="421182"/>
                        <a:pt x="130673" y="334067"/>
                      </a:cubicBezTo>
                      <a:cubicBezTo>
                        <a:pt x="43558" y="246953"/>
                        <a:pt x="1" y="132775"/>
                        <a:pt x="0" y="18597"/>
                      </a:cubicBezTo>
                      <a:lnTo>
                        <a:pt x="836" y="1089"/>
                      </a:lnTo>
                      <a:lnTo>
                        <a:pt x="607" y="859"/>
                      </a:lnTo>
                      <a:lnTo>
                        <a:pt x="848" y="848"/>
                      </a:lnTo>
                      <a:lnTo>
                        <a:pt x="859" y="607"/>
                      </a:lnTo>
                      <a:lnTo>
                        <a:pt x="1089" y="836"/>
                      </a:lnTo>
                      <a:lnTo>
                        <a:pt x="18597" y="0"/>
                      </a:lnTo>
                      <a:cubicBezTo>
                        <a:pt x="132775" y="0"/>
                        <a:pt x="246952" y="43557"/>
                        <a:pt x="334067" y="130672"/>
                      </a:cubicBezTo>
                      <a:cubicBezTo>
                        <a:pt x="421182" y="217787"/>
                        <a:pt x="464739" y="331964"/>
                        <a:pt x="464739" y="446142"/>
                      </a:cubicBezTo>
                      <a:lnTo>
                        <a:pt x="463903" y="463652"/>
                      </a:lnTo>
                      <a:close/>
                    </a:path>
                  </a:pathLst>
                </a:custGeom>
                <a:solidFill>
                  <a:schemeClr val="accent4">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grpSp>
          <p:grpSp>
            <p:nvGrpSpPr>
              <p:cNvPr id="16" name="Group 15">
                <a:extLst>
                  <a:ext uri="{FF2B5EF4-FFF2-40B4-BE49-F238E27FC236}">
                    <a16:creationId xmlns:a16="http://schemas.microsoft.com/office/drawing/2014/main" id="{C0300EB9-093C-4C32-A212-821D7AC082B4}"/>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rot="10800000" flipH="1" flipV="1">
                <a:off x="999771" y="932104"/>
                <a:ext cx="864005" cy="1032464"/>
                <a:chOff x="2207971" y="2384401"/>
                <a:chExt cx="864005" cy="1032464"/>
              </a:xfrm>
            </p:grpSpPr>
            <p:sp>
              <p:nvSpPr>
                <p:cNvPr id="17" name="Freeform: Shape 16">
                  <a:extLst>
                    <a:ext uri="{FF2B5EF4-FFF2-40B4-BE49-F238E27FC236}">
                      <a16:creationId xmlns:a16="http://schemas.microsoft.com/office/drawing/2014/main" id="{AFC97B3C-CF0E-4C93-AA39-7A677A12C50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3500000">
                  <a:off x="2207971" y="2856305"/>
                  <a:ext cx="464739" cy="464739"/>
                </a:xfrm>
                <a:custGeom>
                  <a:avLst/>
                  <a:gdLst>
                    <a:gd name="connsiteX0" fmla="*/ 464132 w 464739"/>
                    <a:gd name="connsiteY0" fmla="*/ 463881 h 464739"/>
                    <a:gd name="connsiteX1" fmla="*/ 463891 w 464739"/>
                    <a:gd name="connsiteY1" fmla="*/ 463892 h 464739"/>
                    <a:gd name="connsiteX2" fmla="*/ 463880 w 464739"/>
                    <a:gd name="connsiteY2" fmla="*/ 464132 h 464739"/>
                    <a:gd name="connsiteX3" fmla="*/ 463651 w 464739"/>
                    <a:gd name="connsiteY3" fmla="*/ 463904 h 464739"/>
                    <a:gd name="connsiteX4" fmla="*/ 446142 w 464739"/>
                    <a:gd name="connsiteY4" fmla="*/ 464739 h 464739"/>
                    <a:gd name="connsiteX5" fmla="*/ 130673 w 464739"/>
                    <a:gd name="connsiteY5" fmla="*/ 334067 h 464739"/>
                    <a:gd name="connsiteX6" fmla="*/ 0 w 464739"/>
                    <a:gd name="connsiteY6" fmla="*/ 18597 h 464739"/>
                    <a:gd name="connsiteX7" fmla="*/ 836 w 464739"/>
                    <a:gd name="connsiteY7" fmla="*/ 1089 h 464739"/>
                    <a:gd name="connsiteX8" fmla="*/ 607 w 464739"/>
                    <a:gd name="connsiteY8" fmla="*/ 859 h 464739"/>
                    <a:gd name="connsiteX9" fmla="*/ 848 w 464739"/>
                    <a:gd name="connsiteY9" fmla="*/ 848 h 464739"/>
                    <a:gd name="connsiteX10" fmla="*/ 859 w 464739"/>
                    <a:gd name="connsiteY10" fmla="*/ 607 h 464739"/>
                    <a:gd name="connsiteX11" fmla="*/ 1089 w 464739"/>
                    <a:gd name="connsiteY11" fmla="*/ 836 h 464739"/>
                    <a:gd name="connsiteX12" fmla="*/ 18597 w 464739"/>
                    <a:gd name="connsiteY12" fmla="*/ 0 h 464739"/>
                    <a:gd name="connsiteX13" fmla="*/ 334067 w 464739"/>
                    <a:gd name="connsiteY13" fmla="*/ 130672 h 464739"/>
                    <a:gd name="connsiteX14" fmla="*/ 464739 w 464739"/>
                    <a:gd name="connsiteY14" fmla="*/ 446142 h 464739"/>
                    <a:gd name="connsiteX15" fmla="*/ 463903 w 464739"/>
                    <a:gd name="connsiteY15" fmla="*/ 463652 h 464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64739" h="464739">
                      <a:moveTo>
                        <a:pt x="464132" y="463881"/>
                      </a:moveTo>
                      <a:lnTo>
                        <a:pt x="463891" y="463892"/>
                      </a:lnTo>
                      <a:lnTo>
                        <a:pt x="463880" y="464132"/>
                      </a:lnTo>
                      <a:lnTo>
                        <a:pt x="463651" y="463904"/>
                      </a:lnTo>
                      <a:lnTo>
                        <a:pt x="446142" y="464739"/>
                      </a:lnTo>
                      <a:cubicBezTo>
                        <a:pt x="331965" y="464739"/>
                        <a:pt x="217787" y="421182"/>
                        <a:pt x="130673" y="334067"/>
                      </a:cubicBezTo>
                      <a:cubicBezTo>
                        <a:pt x="43558" y="246953"/>
                        <a:pt x="1" y="132775"/>
                        <a:pt x="0" y="18597"/>
                      </a:cubicBezTo>
                      <a:lnTo>
                        <a:pt x="836" y="1089"/>
                      </a:lnTo>
                      <a:lnTo>
                        <a:pt x="607" y="859"/>
                      </a:lnTo>
                      <a:lnTo>
                        <a:pt x="848" y="848"/>
                      </a:lnTo>
                      <a:lnTo>
                        <a:pt x="859" y="607"/>
                      </a:lnTo>
                      <a:lnTo>
                        <a:pt x="1089" y="836"/>
                      </a:lnTo>
                      <a:lnTo>
                        <a:pt x="18597" y="0"/>
                      </a:lnTo>
                      <a:cubicBezTo>
                        <a:pt x="132775" y="0"/>
                        <a:pt x="246952" y="43557"/>
                        <a:pt x="334067" y="130672"/>
                      </a:cubicBezTo>
                      <a:cubicBezTo>
                        <a:pt x="421182" y="217787"/>
                        <a:pt x="464739" y="331964"/>
                        <a:pt x="464739" y="446142"/>
                      </a:cubicBezTo>
                      <a:lnTo>
                        <a:pt x="463903" y="463652"/>
                      </a:lnTo>
                      <a:close/>
                    </a:path>
                  </a:pathLst>
                </a:cu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8" name="Freeform: Shape 17">
                  <a:extLst>
                    <a:ext uri="{FF2B5EF4-FFF2-40B4-BE49-F238E27FC236}">
                      <a16:creationId xmlns:a16="http://schemas.microsoft.com/office/drawing/2014/main" id="{0943F14E-6185-4A31-8318-2088A05F5C9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2607238" y="2688467"/>
                  <a:ext cx="464738" cy="464738"/>
                </a:xfrm>
                <a:custGeom>
                  <a:avLst/>
                  <a:gdLst>
                    <a:gd name="connsiteX0" fmla="*/ 446142 w 464738"/>
                    <a:gd name="connsiteY0" fmla="*/ 464738 h 464738"/>
                    <a:gd name="connsiteX1" fmla="*/ 130673 w 464738"/>
                    <a:gd name="connsiteY1" fmla="*/ 334066 h 464738"/>
                    <a:gd name="connsiteX2" fmla="*/ 0 w 464738"/>
                    <a:gd name="connsiteY2" fmla="*/ 18596 h 464738"/>
                    <a:gd name="connsiteX3" fmla="*/ 836 w 464738"/>
                    <a:gd name="connsiteY3" fmla="*/ 1089 h 464738"/>
                    <a:gd name="connsiteX4" fmla="*/ 606 w 464738"/>
                    <a:gd name="connsiteY4" fmla="*/ 859 h 464738"/>
                    <a:gd name="connsiteX5" fmla="*/ 848 w 464738"/>
                    <a:gd name="connsiteY5" fmla="*/ 848 h 464738"/>
                    <a:gd name="connsiteX6" fmla="*/ 859 w 464738"/>
                    <a:gd name="connsiteY6" fmla="*/ 606 h 464738"/>
                    <a:gd name="connsiteX7" fmla="*/ 1089 w 464738"/>
                    <a:gd name="connsiteY7" fmla="*/ 836 h 464738"/>
                    <a:gd name="connsiteX8" fmla="*/ 18596 w 464738"/>
                    <a:gd name="connsiteY8" fmla="*/ 0 h 464738"/>
                    <a:gd name="connsiteX9" fmla="*/ 334066 w 464738"/>
                    <a:gd name="connsiteY9" fmla="*/ 130672 h 464738"/>
                    <a:gd name="connsiteX10" fmla="*/ 464738 w 464738"/>
                    <a:gd name="connsiteY10" fmla="*/ 446142 h 464738"/>
                    <a:gd name="connsiteX11" fmla="*/ 463902 w 464738"/>
                    <a:gd name="connsiteY11" fmla="*/ 463650 h 464738"/>
                    <a:gd name="connsiteX12" fmla="*/ 464132 w 464738"/>
                    <a:gd name="connsiteY12" fmla="*/ 463880 h 464738"/>
                    <a:gd name="connsiteX13" fmla="*/ 463891 w 464738"/>
                    <a:gd name="connsiteY13" fmla="*/ 463892 h 464738"/>
                    <a:gd name="connsiteX14" fmla="*/ 463879 w 464738"/>
                    <a:gd name="connsiteY14" fmla="*/ 464132 h 464738"/>
                    <a:gd name="connsiteX15" fmla="*/ 463650 w 464738"/>
                    <a:gd name="connsiteY15" fmla="*/ 463903 h 4647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64738" h="464738">
                      <a:moveTo>
                        <a:pt x="446142" y="464738"/>
                      </a:moveTo>
                      <a:cubicBezTo>
                        <a:pt x="331965" y="464738"/>
                        <a:pt x="217787" y="421181"/>
                        <a:pt x="130673" y="334066"/>
                      </a:cubicBezTo>
                      <a:cubicBezTo>
                        <a:pt x="43558" y="246952"/>
                        <a:pt x="1" y="132774"/>
                        <a:pt x="0" y="18596"/>
                      </a:cubicBezTo>
                      <a:lnTo>
                        <a:pt x="836" y="1089"/>
                      </a:lnTo>
                      <a:lnTo>
                        <a:pt x="606" y="859"/>
                      </a:lnTo>
                      <a:lnTo>
                        <a:pt x="848" y="848"/>
                      </a:lnTo>
                      <a:lnTo>
                        <a:pt x="859" y="606"/>
                      </a:lnTo>
                      <a:lnTo>
                        <a:pt x="1089" y="836"/>
                      </a:lnTo>
                      <a:lnTo>
                        <a:pt x="18596" y="0"/>
                      </a:lnTo>
                      <a:cubicBezTo>
                        <a:pt x="132774" y="0"/>
                        <a:pt x="246951" y="43557"/>
                        <a:pt x="334066" y="130672"/>
                      </a:cubicBezTo>
                      <a:cubicBezTo>
                        <a:pt x="421181" y="217787"/>
                        <a:pt x="464738" y="331964"/>
                        <a:pt x="464738" y="446142"/>
                      </a:cubicBezTo>
                      <a:lnTo>
                        <a:pt x="463902" y="463650"/>
                      </a:lnTo>
                      <a:lnTo>
                        <a:pt x="464132" y="463880"/>
                      </a:lnTo>
                      <a:lnTo>
                        <a:pt x="463891" y="463892"/>
                      </a:lnTo>
                      <a:lnTo>
                        <a:pt x="463879" y="464132"/>
                      </a:lnTo>
                      <a:lnTo>
                        <a:pt x="463650" y="463903"/>
                      </a:lnTo>
                      <a:close/>
                    </a:path>
                  </a:pathLst>
                </a:cu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nvGrpSpPr>
                <p:cNvPr id="19" name="Group 18">
                  <a:extLst>
                    <a:ext uri="{FF2B5EF4-FFF2-40B4-BE49-F238E27FC236}">
                      <a16:creationId xmlns:a16="http://schemas.microsoft.com/office/drawing/2014/main" id="{F3B56658-371E-446B-B30D-D4EA2A88A973}"/>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2440769" y="2384401"/>
                  <a:ext cx="313009" cy="1032464"/>
                  <a:chOff x="2440769" y="2384401"/>
                  <a:chExt cx="313009" cy="1032464"/>
                </a:xfrm>
              </p:grpSpPr>
              <p:cxnSp>
                <p:nvCxnSpPr>
                  <p:cNvPr id="20" name="Straight Connector 19">
                    <a:extLst>
                      <a:ext uri="{FF2B5EF4-FFF2-40B4-BE49-F238E27FC236}">
                        <a16:creationId xmlns:a16="http://schemas.microsoft.com/office/drawing/2014/main" id="{068979FB-2943-4091-A490-D9F8695DF0D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rot="10800000" flipH="1">
                    <a:off x="2440769" y="2516865"/>
                    <a:ext cx="0" cy="900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B378C39C-3FC0-4521-8336-33A86391920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rot="8100000" flipH="1">
                    <a:off x="2753778" y="2384401"/>
                    <a:ext cx="0" cy="900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grpSp>
        <p:grpSp>
          <p:nvGrpSpPr>
            <p:cNvPr id="12" name="Group 11">
              <a:extLst>
                <a:ext uri="{FF2B5EF4-FFF2-40B4-BE49-F238E27FC236}">
                  <a16:creationId xmlns:a16="http://schemas.microsoft.com/office/drawing/2014/main" id="{72C6951D-2EAF-4333-B8A8-F473DC3BDF44}"/>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1437136" y="649304"/>
              <a:ext cx="388541" cy="388541"/>
              <a:chOff x="5752675" y="5440856"/>
              <a:chExt cx="388541" cy="388541"/>
            </a:xfrm>
          </p:grpSpPr>
          <p:sp>
            <p:nvSpPr>
              <p:cNvPr id="13" name="Oval 12">
                <a:extLst>
                  <a:ext uri="{FF2B5EF4-FFF2-40B4-BE49-F238E27FC236}">
                    <a16:creationId xmlns:a16="http://schemas.microsoft.com/office/drawing/2014/main" id="{63E77698-5758-433A-9DF3-3BE43B6FBDA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5800801" y="5488982"/>
                <a:ext cx="340415" cy="340415"/>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4" name="Oval 13">
                <a:extLst>
                  <a:ext uri="{FF2B5EF4-FFF2-40B4-BE49-F238E27FC236}">
                    <a16:creationId xmlns:a16="http://schemas.microsoft.com/office/drawing/2014/main" id="{FF47FF7F-75A9-438D-8BA7-428BF76974C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52675" y="5440856"/>
                <a:ext cx="340415" cy="340415"/>
              </a:xfrm>
              <a:prstGeom prst="ellipse">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grpSp>
      <p:sp>
        <p:nvSpPr>
          <p:cNvPr id="3" name="TextBox 2">
            <a:extLst>
              <a:ext uri="{FF2B5EF4-FFF2-40B4-BE49-F238E27FC236}">
                <a16:creationId xmlns:a16="http://schemas.microsoft.com/office/drawing/2014/main" id="{E1B3EC78-AF07-8A37-B218-94DF35BE2087}"/>
              </a:ext>
            </a:extLst>
          </p:cNvPr>
          <p:cNvSpPr txBox="1"/>
          <p:nvPr/>
        </p:nvSpPr>
        <p:spPr>
          <a:xfrm>
            <a:off x="9486900" y="5443538"/>
            <a:ext cx="184731" cy="369332"/>
          </a:xfrm>
          <a:prstGeom prst="rect">
            <a:avLst/>
          </a:prstGeom>
          <a:noFill/>
        </p:spPr>
        <p:txBody>
          <a:bodyPr wrap="none" rtlCol="0">
            <a:spAutoFit/>
          </a:bodyPr>
          <a:lstStyle/>
          <a:p>
            <a:endParaRPr lang="en-BD" dirty="0"/>
          </a:p>
        </p:txBody>
      </p:sp>
      <p:sp>
        <p:nvSpPr>
          <p:cNvPr id="25" name="TextBox 24">
            <a:extLst>
              <a:ext uri="{FF2B5EF4-FFF2-40B4-BE49-F238E27FC236}">
                <a16:creationId xmlns:a16="http://schemas.microsoft.com/office/drawing/2014/main" id="{D856AD59-8AD1-B85F-4827-7B31CC175126}"/>
              </a:ext>
            </a:extLst>
          </p:cNvPr>
          <p:cNvSpPr txBox="1"/>
          <p:nvPr/>
        </p:nvSpPr>
        <p:spPr>
          <a:xfrm>
            <a:off x="2187635" y="1319164"/>
            <a:ext cx="6096000" cy="523220"/>
          </a:xfrm>
          <a:prstGeom prst="rect">
            <a:avLst/>
          </a:prstGeom>
          <a:noFill/>
        </p:spPr>
        <p:txBody>
          <a:bodyPr wrap="square">
            <a:spAutoFit/>
          </a:bodyPr>
          <a:lstStyle/>
          <a:p>
            <a:r>
              <a:rPr lang="en-US" sz="2800" dirty="0">
                <a:solidFill>
                  <a:srgbClr val="FFFF00"/>
                </a:solidFill>
                <a:latin typeface="Arial Rounded MT Bold" panose="020F0704030504030204" pitchFamily="34" charset="0"/>
              </a:rPr>
              <a:t>Critical Path Analysis </a:t>
            </a:r>
          </a:p>
        </p:txBody>
      </p:sp>
      <p:sp>
        <p:nvSpPr>
          <p:cNvPr id="24" name="TextBox 23">
            <a:extLst>
              <a:ext uri="{FF2B5EF4-FFF2-40B4-BE49-F238E27FC236}">
                <a16:creationId xmlns:a16="http://schemas.microsoft.com/office/drawing/2014/main" id="{ED0EF6E8-BECD-2BFF-7110-98944BA81AA7}"/>
              </a:ext>
            </a:extLst>
          </p:cNvPr>
          <p:cNvSpPr txBox="1"/>
          <p:nvPr/>
        </p:nvSpPr>
        <p:spPr>
          <a:xfrm>
            <a:off x="952075" y="2239115"/>
            <a:ext cx="6096000" cy="523220"/>
          </a:xfrm>
          <a:prstGeom prst="rect">
            <a:avLst/>
          </a:prstGeom>
          <a:noFill/>
        </p:spPr>
        <p:txBody>
          <a:bodyPr wrap="square">
            <a:spAutoFit/>
          </a:bodyPr>
          <a:lstStyle/>
          <a:p>
            <a:r>
              <a:rPr lang="en-US" sz="2800" b="1" dirty="0">
                <a:solidFill>
                  <a:srgbClr val="99FFCC"/>
                </a:solidFill>
                <a:effectLst>
                  <a:outerShdw blurRad="38100" dist="38100" dir="2700000" algn="tl">
                    <a:srgbClr val="000000">
                      <a:alpha val="43137"/>
                    </a:srgbClr>
                  </a:outerShdw>
                </a:effectLst>
                <a:latin typeface="Arial Nova Light" panose="020B0304020202020204" pitchFamily="34" charset="0"/>
              </a:rPr>
              <a:t>The Network Diagram</a:t>
            </a:r>
          </a:p>
        </p:txBody>
      </p:sp>
      <p:pic>
        <p:nvPicPr>
          <p:cNvPr id="5" name="Picture 4" descr="Diagram&#10;&#10;Description automatically generated">
            <a:extLst>
              <a:ext uri="{FF2B5EF4-FFF2-40B4-BE49-F238E27FC236}">
                <a16:creationId xmlns:a16="http://schemas.microsoft.com/office/drawing/2014/main" id="{73AACE7E-A951-A64A-36FD-3B851CDC8A2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734071" y="2762335"/>
            <a:ext cx="6019928" cy="3951678"/>
          </a:xfrm>
          <a:prstGeom prst="rect">
            <a:avLst/>
          </a:prstGeom>
        </p:spPr>
      </p:pic>
    </p:spTree>
    <p:extLst>
      <p:ext uri="{BB962C8B-B14F-4D97-AF65-F5344CB8AC3E}">
        <p14:creationId xmlns:p14="http://schemas.microsoft.com/office/powerpoint/2010/main" val="393595185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316A5661-2CFE-478C-BAC3-729F393F3C4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BC1DA2B-FE6F-1C6E-BFA0-9B15DC40309D}"/>
              </a:ext>
            </a:extLst>
          </p:cNvPr>
          <p:cNvSpPr>
            <a:spLocks noGrp="1"/>
          </p:cNvSpPr>
          <p:nvPr>
            <p:ph type="title"/>
          </p:nvPr>
        </p:nvSpPr>
        <p:spPr>
          <a:xfrm>
            <a:off x="2139081" y="92738"/>
            <a:ext cx="9514055" cy="1267138"/>
          </a:xfrm>
        </p:spPr>
        <p:txBody>
          <a:bodyPr anchor="ctr">
            <a:normAutofit/>
          </a:bodyPr>
          <a:lstStyle/>
          <a:p>
            <a:r>
              <a:rPr lang="en-US" sz="4000" dirty="0">
                <a:solidFill>
                  <a:schemeClr val="accent6">
                    <a:lumMod val="40000"/>
                    <a:lumOff val="60000"/>
                  </a:schemeClr>
                </a:solidFill>
                <a:latin typeface="Arial Rounded MT Bold" panose="020F0704030504030204" pitchFamily="34" charset="0"/>
              </a:rPr>
              <a:t>Project management tools</a:t>
            </a:r>
          </a:p>
        </p:txBody>
      </p:sp>
      <p:grpSp>
        <p:nvGrpSpPr>
          <p:cNvPr id="10" name="Group 9">
            <a:extLst>
              <a:ext uri="{FF2B5EF4-FFF2-40B4-BE49-F238E27FC236}">
                <a16:creationId xmlns:a16="http://schemas.microsoft.com/office/drawing/2014/main" id="{FB7BE8CD-E348-464A-82CC-7EF7AA82842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999771" y="649304"/>
            <a:ext cx="913428" cy="1315264"/>
            <a:chOff x="999771" y="649304"/>
            <a:chExt cx="913428" cy="1315264"/>
          </a:xfrm>
        </p:grpSpPr>
        <p:grpSp>
          <p:nvGrpSpPr>
            <p:cNvPr id="11" name="Group 10">
              <a:extLst>
                <a:ext uri="{FF2B5EF4-FFF2-40B4-BE49-F238E27FC236}">
                  <a16:creationId xmlns:a16="http://schemas.microsoft.com/office/drawing/2014/main" id="{B8CC82D2-4C4A-4C67-8483-5199F97B37A7}"/>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999771" y="932104"/>
              <a:ext cx="913428" cy="1032464"/>
              <a:chOff x="999771" y="932104"/>
              <a:chExt cx="913428" cy="1032464"/>
            </a:xfrm>
          </p:grpSpPr>
          <p:grpSp>
            <p:nvGrpSpPr>
              <p:cNvPr id="15" name="Group 14">
                <a:extLst>
                  <a:ext uri="{FF2B5EF4-FFF2-40B4-BE49-F238E27FC236}">
                    <a16:creationId xmlns:a16="http://schemas.microsoft.com/office/drawing/2014/main" id="{70D2391D-AA33-4F5E-BD96-B42D93DED226}"/>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rot="8100000" flipV="1">
                <a:off x="1047457" y="1290386"/>
                <a:ext cx="865742" cy="628383"/>
                <a:chOff x="558167" y="958515"/>
                <a:chExt cx="865742" cy="628383"/>
              </a:xfrm>
              <a:solidFill>
                <a:schemeClr val="accent3"/>
              </a:solidFill>
            </p:grpSpPr>
            <p:sp>
              <p:nvSpPr>
                <p:cNvPr id="22" name="Freeform: Shape 21">
                  <a:extLst>
                    <a:ext uri="{FF2B5EF4-FFF2-40B4-BE49-F238E27FC236}">
                      <a16:creationId xmlns:a16="http://schemas.microsoft.com/office/drawing/2014/main" id="{BE166DCE-539D-4C74-9C9D-AC000BA2F8A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8100000" flipH="1">
                  <a:off x="558167" y="1122160"/>
                  <a:ext cx="464738" cy="464738"/>
                </a:xfrm>
                <a:custGeom>
                  <a:avLst/>
                  <a:gdLst>
                    <a:gd name="connsiteX0" fmla="*/ 446142 w 464738"/>
                    <a:gd name="connsiteY0" fmla="*/ 464738 h 464738"/>
                    <a:gd name="connsiteX1" fmla="*/ 130673 w 464738"/>
                    <a:gd name="connsiteY1" fmla="*/ 334066 h 464738"/>
                    <a:gd name="connsiteX2" fmla="*/ 0 w 464738"/>
                    <a:gd name="connsiteY2" fmla="*/ 18596 h 464738"/>
                    <a:gd name="connsiteX3" fmla="*/ 836 w 464738"/>
                    <a:gd name="connsiteY3" fmla="*/ 1089 h 464738"/>
                    <a:gd name="connsiteX4" fmla="*/ 606 w 464738"/>
                    <a:gd name="connsiteY4" fmla="*/ 859 h 464738"/>
                    <a:gd name="connsiteX5" fmla="*/ 848 w 464738"/>
                    <a:gd name="connsiteY5" fmla="*/ 848 h 464738"/>
                    <a:gd name="connsiteX6" fmla="*/ 859 w 464738"/>
                    <a:gd name="connsiteY6" fmla="*/ 606 h 464738"/>
                    <a:gd name="connsiteX7" fmla="*/ 1089 w 464738"/>
                    <a:gd name="connsiteY7" fmla="*/ 836 h 464738"/>
                    <a:gd name="connsiteX8" fmla="*/ 18596 w 464738"/>
                    <a:gd name="connsiteY8" fmla="*/ 0 h 464738"/>
                    <a:gd name="connsiteX9" fmla="*/ 334066 w 464738"/>
                    <a:gd name="connsiteY9" fmla="*/ 130672 h 464738"/>
                    <a:gd name="connsiteX10" fmla="*/ 464738 w 464738"/>
                    <a:gd name="connsiteY10" fmla="*/ 446142 h 464738"/>
                    <a:gd name="connsiteX11" fmla="*/ 463902 w 464738"/>
                    <a:gd name="connsiteY11" fmla="*/ 463650 h 464738"/>
                    <a:gd name="connsiteX12" fmla="*/ 464132 w 464738"/>
                    <a:gd name="connsiteY12" fmla="*/ 463880 h 464738"/>
                    <a:gd name="connsiteX13" fmla="*/ 463891 w 464738"/>
                    <a:gd name="connsiteY13" fmla="*/ 463892 h 464738"/>
                    <a:gd name="connsiteX14" fmla="*/ 463879 w 464738"/>
                    <a:gd name="connsiteY14" fmla="*/ 464132 h 464738"/>
                    <a:gd name="connsiteX15" fmla="*/ 463650 w 464738"/>
                    <a:gd name="connsiteY15" fmla="*/ 463903 h 4647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64738" h="464738">
                      <a:moveTo>
                        <a:pt x="446142" y="464738"/>
                      </a:moveTo>
                      <a:cubicBezTo>
                        <a:pt x="331965" y="464738"/>
                        <a:pt x="217787" y="421181"/>
                        <a:pt x="130673" y="334066"/>
                      </a:cubicBezTo>
                      <a:cubicBezTo>
                        <a:pt x="43558" y="246952"/>
                        <a:pt x="1" y="132774"/>
                        <a:pt x="0" y="18596"/>
                      </a:cubicBezTo>
                      <a:lnTo>
                        <a:pt x="836" y="1089"/>
                      </a:lnTo>
                      <a:lnTo>
                        <a:pt x="606" y="859"/>
                      </a:lnTo>
                      <a:lnTo>
                        <a:pt x="848" y="848"/>
                      </a:lnTo>
                      <a:lnTo>
                        <a:pt x="859" y="606"/>
                      </a:lnTo>
                      <a:lnTo>
                        <a:pt x="1089" y="836"/>
                      </a:lnTo>
                      <a:lnTo>
                        <a:pt x="18596" y="0"/>
                      </a:lnTo>
                      <a:cubicBezTo>
                        <a:pt x="132774" y="0"/>
                        <a:pt x="246951" y="43557"/>
                        <a:pt x="334066" y="130672"/>
                      </a:cubicBezTo>
                      <a:cubicBezTo>
                        <a:pt x="421181" y="217787"/>
                        <a:pt x="464738" y="331964"/>
                        <a:pt x="464738" y="446142"/>
                      </a:cubicBezTo>
                      <a:lnTo>
                        <a:pt x="463902" y="463650"/>
                      </a:lnTo>
                      <a:lnTo>
                        <a:pt x="464132" y="463880"/>
                      </a:lnTo>
                      <a:lnTo>
                        <a:pt x="463891" y="463892"/>
                      </a:lnTo>
                      <a:lnTo>
                        <a:pt x="463879" y="464132"/>
                      </a:lnTo>
                      <a:lnTo>
                        <a:pt x="463650" y="463903"/>
                      </a:lnTo>
                      <a:close/>
                    </a:path>
                  </a:pathLst>
                </a:custGeom>
                <a:solidFill>
                  <a:schemeClr val="accent4">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3" name="Freeform: Shape 22">
                  <a:extLst>
                    <a:ext uri="{FF2B5EF4-FFF2-40B4-BE49-F238E27FC236}">
                      <a16:creationId xmlns:a16="http://schemas.microsoft.com/office/drawing/2014/main" id="{DCC6BEB5-DA1F-4F9E-BA5D-8F892A0FB8F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flipH="1">
                  <a:off x="959170" y="958515"/>
                  <a:ext cx="464739" cy="464739"/>
                </a:xfrm>
                <a:custGeom>
                  <a:avLst/>
                  <a:gdLst>
                    <a:gd name="connsiteX0" fmla="*/ 464132 w 464739"/>
                    <a:gd name="connsiteY0" fmla="*/ 463881 h 464739"/>
                    <a:gd name="connsiteX1" fmla="*/ 463891 w 464739"/>
                    <a:gd name="connsiteY1" fmla="*/ 463892 h 464739"/>
                    <a:gd name="connsiteX2" fmla="*/ 463880 w 464739"/>
                    <a:gd name="connsiteY2" fmla="*/ 464132 h 464739"/>
                    <a:gd name="connsiteX3" fmla="*/ 463651 w 464739"/>
                    <a:gd name="connsiteY3" fmla="*/ 463904 h 464739"/>
                    <a:gd name="connsiteX4" fmla="*/ 446142 w 464739"/>
                    <a:gd name="connsiteY4" fmla="*/ 464739 h 464739"/>
                    <a:gd name="connsiteX5" fmla="*/ 130673 w 464739"/>
                    <a:gd name="connsiteY5" fmla="*/ 334067 h 464739"/>
                    <a:gd name="connsiteX6" fmla="*/ 0 w 464739"/>
                    <a:gd name="connsiteY6" fmla="*/ 18597 h 464739"/>
                    <a:gd name="connsiteX7" fmla="*/ 836 w 464739"/>
                    <a:gd name="connsiteY7" fmla="*/ 1089 h 464739"/>
                    <a:gd name="connsiteX8" fmla="*/ 607 w 464739"/>
                    <a:gd name="connsiteY8" fmla="*/ 859 h 464739"/>
                    <a:gd name="connsiteX9" fmla="*/ 848 w 464739"/>
                    <a:gd name="connsiteY9" fmla="*/ 848 h 464739"/>
                    <a:gd name="connsiteX10" fmla="*/ 859 w 464739"/>
                    <a:gd name="connsiteY10" fmla="*/ 607 h 464739"/>
                    <a:gd name="connsiteX11" fmla="*/ 1089 w 464739"/>
                    <a:gd name="connsiteY11" fmla="*/ 836 h 464739"/>
                    <a:gd name="connsiteX12" fmla="*/ 18597 w 464739"/>
                    <a:gd name="connsiteY12" fmla="*/ 0 h 464739"/>
                    <a:gd name="connsiteX13" fmla="*/ 334067 w 464739"/>
                    <a:gd name="connsiteY13" fmla="*/ 130672 h 464739"/>
                    <a:gd name="connsiteX14" fmla="*/ 464739 w 464739"/>
                    <a:gd name="connsiteY14" fmla="*/ 446142 h 464739"/>
                    <a:gd name="connsiteX15" fmla="*/ 463903 w 464739"/>
                    <a:gd name="connsiteY15" fmla="*/ 463652 h 464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64739" h="464739">
                      <a:moveTo>
                        <a:pt x="464132" y="463881"/>
                      </a:moveTo>
                      <a:lnTo>
                        <a:pt x="463891" y="463892"/>
                      </a:lnTo>
                      <a:lnTo>
                        <a:pt x="463880" y="464132"/>
                      </a:lnTo>
                      <a:lnTo>
                        <a:pt x="463651" y="463904"/>
                      </a:lnTo>
                      <a:lnTo>
                        <a:pt x="446142" y="464739"/>
                      </a:lnTo>
                      <a:cubicBezTo>
                        <a:pt x="331965" y="464739"/>
                        <a:pt x="217787" y="421182"/>
                        <a:pt x="130673" y="334067"/>
                      </a:cubicBezTo>
                      <a:cubicBezTo>
                        <a:pt x="43558" y="246953"/>
                        <a:pt x="1" y="132775"/>
                        <a:pt x="0" y="18597"/>
                      </a:cubicBezTo>
                      <a:lnTo>
                        <a:pt x="836" y="1089"/>
                      </a:lnTo>
                      <a:lnTo>
                        <a:pt x="607" y="859"/>
                      </a:lnTo>
                      <a:lnTo>
                        <a:pt x="848" y="848"/>
                      </a:lnTo>
                      <a:lnTo>
                        <a:pt x="859" y="607"/>
                      </a:lnTo>
                      <a:lnTo>
                        <a:pt x="1089" y="836"/>
                      </a:lnTo>
                      <a:lnTo>
                        <a:pt x="18597" y="0"/>
                      </a:lnTo>
                      <a:cubicBezTo>
                        <a:pt x="132775" y="0"/>
                        <a:pt x="246952" y="43557"/>
                        <a:pt x="334067" y="130672"/>
                      </a:cubicBezTo>
                      <a:cubicBezTo>
                        <a:pt x="421182" y="217787"/>
                        <a:pt x="464739" y="331964"/>
                        <a:pt x="464739" y="446142"/>
                      </a:cubicBezTo>
                      <a:lnTo>
                        <a:pt x="463903" y="463652"/>
                      </a:lnTo>
                      <a:close/>
                    </a:path>
                  </a:pathLst>
                </a:custGeom>
                <a:solidFill>
                  <a:schemeClr val="accent4">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grpSp>
          <p:grpSp>
            <p:nvGrpSpPr>
              <p:cNvPr id="16" name="Group 15">
                <a:extLst>
                  <a:ext uri="{FF2B5EF4-FFF2-40B4-BE49-F238E27FC236}">
                    <a16:creationId xmlns:a16="http://schemas.microsoft.com/office/drawing/2014/main" id="{C0300EB9-093C-4C32-A212-821D7AC082B4}"/>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rot="10800000" flipH="1" flipV="1">
                <a:off x="999771" y="932104"/>
                <a:ext cx="864005" cy="1032464"/>
                <a:chOff x="2207971" y="2384401"/>
                <a:chExt cx="864005" cy="1032464"/>
              </a:xfrm>
            </p:grpSpPr>
            <p:sp>
              <p:nvSpPr>
                <p:cNvPr id="17" name="Freeform: Shape 16">
                  <a:extLst>
                    <a:ext uri="{FF2B5EF4-FFF2-40B4-BE49-F238E27FC236}">
                      <a16:creationId xmlns:a16="http://schemas.microsoft.com/office/drawing/2014/main" id="{AFC97B3C-CF0E-4C93-AA39-7A677A12C50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3500000">
                  <a:off x="2207971" y="2856305"/>
                  <a:ext cx="464739" cy="464739"/>
                </a:xfrm>
                <a:custGeom>
                  <a:avLst/>
                  <a:gdLst>
                    <a:gd name="connsiteX0" fmla="*/ 464132 w 464739"/>
                    <a:gd name="connsiteY0" fmla="*/ 463881 h 464739"/>
                    <a:gd name="connsiteX1" fmla="*/ 463891 w 464739"/>
                    <a:gd name="connsiteY1" fmla="*/ 463892 h 464739"/>
                    <a:gd name="connsiteX2" fmla="*/ 463880 w 464739"/>
                    <a:gd name="connsiteY2" fmla="*/ 464132 h 464739"/>
                    <a:gd name="connsiteX3" fmla="*/ 463651 w 464739"/>
                    <a:gd name="connsiteY3" fmla="*/ 463904 h 464739"/>
                    <a:gd name="connsiteX4" fmla="*/ 446142 w 464739"/>
                    <a:gd name="connsiteY4" fmla="*/ 464739 h 464739"/>
                    <a:gd name="connsiteX5" fmla="*/ 130673 w 464739"/>
                    <a:gd name="connsiteY5" fmla="*/ 334067 h 464739"/>
                    <a:gd name="connsiteX6" fmla="*/ 0 w 464739"/>
                    <a:gd name="connsiteY6" fmla="*/ 18597 h 464739"/>
                    <a:gd name="connsiteX7" fmla="*/ 836 w 464739"/>
                    <a:gd name="connsiteY7" fmla="*/ 1089 h 464739"/>
                    <a:gd name="connsiteX8" fmla="*/ 607 w 464739"/>
                    <a:gd name="connsiteY8" fmla="*/ 859 h 464739"/>
                    <a:gd name="connsiteX9" fmla="*/ 848 w 464739"/>
                    <a:gd name="connsiteY9" fmla="*/ 848 h 464739"/>
                    <a:gd name="connsiteX10" fmla="*/ 859 w 464739"/>
                    <a:gd name="connsiteY10" fmla="*/ 607 h 464739"/>
                    <a:gd name="connsiteX11" fmla="*/ 1089 w 464739"/>
                    <a:gd name="connsiteY11" fmla="*/ 836 h 464739"/>
                    <a:gd name="connsiteX12" fmla="*/ 18597 w 464739"/>
                    <a:gd name="connsiteY12" fmla="*/ 0 h 464739"/>
                    <a:gd name="connsiteX13" fmla="*/ 334067 w 464739"/>
                    <a:gd name="connsiteY13" fmla="*/ 130672 h 464739"/>
                    <a:gd name="connsiteX14" fmla="*/ 464739 w 464739"/>
                    <a:gd name="connsiteY14" fmla="*/ 446142 h 464739"/>
                    <a:gd name="connsiteX15" fmla="*/ 463903 w 464739"/>
                    <a:gd name="connsiteY15" fmla="*/ 463652 h 464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64739" h="464739">
                      <a:moveTo>
                        <a:pt x="464132" y="463881"/>
                      </a:moveTo>
                      <a:lnTo>
                        <a:pt x="463891" y="463892"/>
                      </a:lnTo>
                      <a:lnTo>
                        <a:pt x="463880" y="464132"/>
                      </a:lnTo>
                      <a:lnTo>
                        <a:pt x="463651" y="463904"/>
                      </a:lnTo>
                      <a:lnTo>
                        <a:pt x="446142" y="464739"/>
                      </a:lnTo>
                      <a:cubicBezTo>
                        <a:pt x="331965" y="464739"/>
                        <a:pt x="217787" y="421182"/>
                        <a:pt x="130673" y="334067"/>
                      </a:cubicBezTo>
                      <a:cubicBezTo>
                        <a:pt x="43558" y="246953"/>
                        <a:pt x="1" y="132775"/>
                        <a:pt x="0" y="18597"/>
                      </a:cubicBezTo>
                      <a:lnTo>
                        <a:pt x="836" y="1089"/>
                      </a:lnTo>
                      <a:lnTo>
                        <a:pt x="607" y="859"/>
                      </a:lnTo>
                      <a:lnTo>
                        <a:pt x="848" y="848"/>
                      </a:lnTo>
                      <a:lnTo>
                        <a:pt x="859" y="607"/>
                      </a:lnTo>
                      <a:lnTo>
                        <a:pt x="1089" y="836"/>
                      </a:lnTo>
                      <a:lnTo>
                        <a:pt x="18597" y="0"/>
                      </a:lnTo>
                      <a:cubicBezTo>
                        <a:pt x="132775" y="0"/>
                        <a:pt x="246952" y="43557"/>
                        <a:pt x="334067" y="130672"/>
                      </a:cubicBezTo>
                      <a:cubicBezTo>
                        <a:pt x="421182" y="217787"/>
                        <a:pt x="464739" y="331964"/>
                        <a:pt x="464739" y="446142"/>
                      </a:cubicBezTo>
                      <a:lnTo>
                        <a:pt x="463903" y="463652"/>
                      </a:lnTo>
                      <a:close/>
                    </a:path>
                  </a:pathLst>
                </a:cu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8" name="Freeform: Shape 17">
                  <a:extLst>
                    <a:ext uri="{FF2B5EF4-FFF2-40B4-BE49-F238E27FC236}">
                      <a16:creationId xmlns:a16="http://schemas.microsoft.com/office/drawing/2014/main" id="{0943F14E-6185-4A31-8318-2088A05F5C9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2607238" y="2688467"/>
                  <a:ext cx="464738" cy="464738"/>
                </a:xfrm>
                <a:custGeom>
                  <a:avLst/>
                  <a:gdLst>
                    <a:gd name="connsiteX0" fmla="*/ 446142 w 464738"/>
                    <a:gd name="connsiteY0" fmla="*/ 464738 h 464738"/>
                    <a:gd name="connsiteX1" fmla="*/ 130673 w 464738"/>
                    <a:gd name="connsiteY1" fmla="*/ 334066 h 464738"/>
                    <a:gd name="connsiteX2" fmla="*/ 0 w 464738"/>
                    <a:gd name="connsiteY2" fmla="*/ 18596 h 464738"/>
                    <a:gd name="connsiteX3" fmla="*/ 836 w 464738"/>
                    <a:gd name="connsiteY3" fmla="*/ 1089 h 464738"/>
                    <a:gd name="connsiteX4" fmla="*/ 606 w 464738"/>
                    <a:gd name="connsiteY4" fmla="*/ 859 h 464738"/>
                    <a:gd name="connsiteX5" fmla="*/ 848 w 464738"/>
                    <a:gd name="connsiteY5" fmla="*/ 848 h 464738"/>
                    <a:gd name="connsiteX6" fmla="*/ 859 w 464738"/>
                    <a:gd name="connsiteY6" fmla="*/ 606 h 464738"/>
                    <a:gd name="connsiteX7" fmla="*/ 1089 w 464738"/>
                    <a:gd name="connsiteY7" fmla="*/ 836 h 464738"/>
                    <a:gd name="connsiteX8" fmla="*/ 18596 w 464738"/>
                    <a:gd name="connsiteY8" fmla="*/ 0 h 464738"/>
                    <a:gd name="connsiteX9" fmla="*/ 334066 w 464738"/>
                    <a:gd name="connsiteY9" fmla="*/ 130672 h 464738"/>
                    <a:gd name="connsiteX10" fmla="*/ 464738 w 464738"/>
                    <a:gd name="connsiteY10" fmla="*/ 446142 h 464738"/>
                    <a:gd name="connsiteX11" fmla="*/ 463902 w 464738"/>
                    <a:gd name="connsiteY11" fmla="*/ 463650 h 464738"/>
                    <a:gd name="connsiteX12" fmla="*/ 464132 w 464738"/>
                    <a:gd name="connsiteY12" fmla="*/ 463880 h 464738"/>
                    <a:gd name="connsiteX13" fmla="*/ 463891 w 464738"/>
                    <a:gd name="connsiteY13" fmla="*/ 463892 h 464738"/>
                    <a:gd name="connsiteX14" fmla="*/ 463879 w 464738"/>
                    <a:gd name="connsiteY14" fmla="*/ 464132 h 464738"/>
                    <a:gd name="connsiteX15" fmla="*/ 463650 w 464738"/>
                    <a:gd name="connsiteY15" fmla="*/ 463903 h 4647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64738" h="464738">
                      <a:moveTo>
                        <a:pt x="446142" y="464738"/>
                      </a:moveTo>
                      <a:cubicBezTo>
                        <a:pt x="331965" y="464738"/>
                        <a:pt x="217787" y="421181"/>
                        <a:pt x="130673" y="334066"/>
                      </a:cubicBezTo>
                      <a:cubicBezTo>
                        <a:pt x="43558" y="246952"/>
                        <a:pt x="1" y="132774"/>
                        <a:pt x="0" y="18596"/>
                      </a:cubicBezTo>
                      <a:lnTo>
                        <a:pt x="836" y="1089"/>
                      </a:lnTo>
                      <a:lnTo>
                        <a:pt x="606" y="859"/>
                      </a:lnTo>
                      <a:lnTo>
                        <a:pt x="848" y="848"/>
                      </a:lnTo>
                      <a:lnTo>
                        <a:pt x="859" y="606"/>
                      </a:lnTo>
                      <a:lnTo>
                        <a:pt x="1089" y="836"/>
                      </a:lnTo>
                      <a:lnTo>
                        <a:pt x="18596" y="0"/>
                      </a:lnTo>
                      <a:cubicBezTo>
                        <a:pt x="132774" y="0"/>
                        <a:pt x="246951" y="43557"/>
                        <a:pt x="334066" y="130672"/>
                      </a:cubicBezTo>
                      <a:cubicBezTo>
                        <a:pt x="421181" y="217787"/>
                        <a:pt x="464738" y="331964"/>
                        <a:pt x="464738" y="446142"/>
                      </a:cubicBezTo>
                      <a:lnTo>
                        <a:pt x="463902" y="463650"/>
                      </a:lnTo>
                      <a:lnTo>
                        <a:pt x="464132" y="463880"/>
                      </a:lnTo>
                      <a:lnTo>
                        <a:pt x="463891" y="463892"/>
                      </a:lnTo>
                      <a:lnTo>
                        <a:pt x="463879" y="464132"/>
                      </a:lnTo>
                      <a:lnTo>
                        <a:pt x="463650" y="463903"/>
                      </a:lnTo>
                      <a:close/>
                    </a:path>
                  </a:pathLst>
                </a:cu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nvGrpSpPr>
                <p:cNvPr id="19" name="Group 18">
                  <a:extLst>
                    <a:ext uri="{FF2B5EF4-FFF2-40B4-BE49-F238E27FC236}">
                      <a16:creationId xmlns:a16="http://schemas.microsoft.com/office/drawing/2014/main" id="{F3B56658-371E-446B-B30D-D4EA2A88A973}"/>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2440769" y="2384401"/>
                  <a:ext cx="313009" cy="1032464"/>
                  <a:chOff x="2440769" y="2384401"/>
                  <a:chExt cx="313009" cy="1032464"/>
                </a:xfrm>
              </p:grpSpPr>
              <p:cxnSp>
                <p:nvCxnSpPr>
                  <p:cNvPr id="20" name="Straight Connector 19">
                    <a:extLst>
                      <a:ext uri="{FF2B5EF4-FFF2-40B4-BE49-F238E27FC236}">
                        <a16:creationId xmlns:a16="http://schemas.microsoft.com/office/drawing/2014/main" id="{068979FB-2943-4091-A490-D9F8695DF0D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rot="10800000" flipH="1">
                    <a:off x="2440769" y="2516865"/>
                    <a:ext cx="0" cy="900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B378C39C-3FC0-4521-8336-33A86391920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rot="8100000" flipH="1">
                    <a:off x="2753778" y="2384401"/>
                    <a:ext cx="0" cy="900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grpSp>
        <p:grpSp>
          <p:nvGrpSpPr>
            <p:cNvPr id="12" name="Group 11">
              <a:extLst>
                <a:ext uri="{FF2B5EF4-FFF2-40B4-BE49-F238E27FC236}">
                  <a16:creationId xmlns:a16="http://schemas.microsoft.com/office/drawing/2014/main" id="{72C6951D-2EAF-4333-B8A8-F473DC3BDF44}"/>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1437136" y="649304"/>
              <a:ext cx="388541" cy="388541"/>
              <a:chOff x="5752675" y="5440856"/>
              <a:chExt cx="388541" cy="388541"/>
            </a:xfrm>
          </p:grpSpPr>
          <p:sp>
            <p:nvSpPr>
              <p:cNvPr id="13" name="Oval 12">
                <a:extLst>
                  <a:ext uri="{FF2B5EF4-FFF2-40B4-BE49-F238E27FC236}">
                    <a16:creationId xmlns:a16="http://schemas.microsoft.com/office/drawing/2014/main" id="{63E77698-5758-433A-9DF3-3BE43B6FBDA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5800801" y="5488982"/>
                <a:ext cx="340415" cy="340415"/>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4" name="Oval 13">
                <a:extLst>
                  <a:ext uri="{FF2B5EF4-FFF2-40B4-BE49-F238E27FC236}">
                    <a16:creationId xmlns:a16="http://schemas.microsoft.com/office/drawing/2014/main" id="{FF47FF7F-75A9-438D-8BA7-428BF76974C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52675" y="5440856"/>
                <a:ext cx="340415" cy="340415"/>
              </a:xfrm>
              <a:prstGeom prst="ellipse">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grpSp>
      <p:sp>
        <p:nvSpPr>
          <p:cNvPr id="3" name="TextBox 2">
            <a:extLst>
              <a:ext uri="{FF2B5EF4-FFF2-40B4-BE49-F238E27FC236}">
                <a16:creationId xmlns:a16="http://schemas.microsoft.com/office/drawing/2014/main" id="{E1B3EC78-AF07-8A37-B218-94DF35BE2087}"/>
              </a:ext>
            </a:extLst>
          </p:cNvPr>
          <p:cNvSpPr txBox="1"/>
          <p:nvPr/>
        </p:nvSpPr>
        <p:spPr>
          <a:xfrm>
            <a:off x="9486900" y="5443538"/>
            <a:ext cx="184731" cy="369332"/>
          </a:xfrm>
          <a:prstGeom prst="rect">
            <a:avLst/>
          </a:prstGeom>
          <a:noFill/>
        </p:spPr>
        <p:txBody>
          <a:bodyPr wrap="none" rtlCol="0">
            <a:spAutoFit/>
          </a:bodyPr>
          <a:lstStyle/>
          <a:p>
            <a:endParaRPr lang="en-BD" dirty="0"/>
          </a:p>
        </p:txBody>
      </p:sp>
      <p:sp>
        <p:nvSpPr>
          <p:cNvPr id="25" name="TextBox 24">
            <a:extLst>
              <a:ext uri="{FF2B5EF4-FFF2-40B4-BE49-F238E27FC236}">
                <a16:creationId xmlns:a16="http://schemas.microsoft.com/office/drawing/2014/main" id="{D856AD59-8AD1-B85F-4827-7B31CC175126}"/>
              </a:ext>
            </a:extLst>
          </p:cNvPr>
          <p:cNvSpPr txBox="1"/>
          <p:nvPr/>
        </p:nvSpPr>
        <p:spPr>
          <a:xfrm>
            <a:off x="2187635" y="1319164"/>
            <a:ext cx="6096000" cy="523220"/>
          </a:xfrm>
          <a:prstGeom prst="rect">
            <a:avLst/>
          </a:prstGeom>
          <a:noFill/>
        </p:spPr>
        <p:txBody>
          <a:bodyPr wrap="square">
            <a:spAutoFit/>
          </a:bodyPr>
          <a:lstStyle/>
          <a:p>
            <a:r>
              <a:rPr lang="en-US" sz="2800" dirty="0">
                <a:solidFill>
                  <a:srgbClr val="FFFF00"/>
                </a:solidFill>
                <a:latin typeface="Arial Rounded MT Bold" panose="020F0704030504030204" pitchFamily="34" charset="0"/>
              </a:rPr>
              <a:t>Critical Path Analysis </a:t>
            </a:r>
          </a:p>
        </p:txBody>
      </p:sp>
      <p:sp>
        <p:nvSpPr>
          <p:cNvPr id="24" name="TextBox 23">
            <a:extLst>
              <a:ext uri="{FF2B5EF4-FFF2-40B4-BE49-F238E27FC236}">
                <a16:creationId xmlns:a16="http://schemas.microsoft.com/office/drawing/2014/main" id="{ED0EF6E8-BECD-2BFF-7110-98944BA81AA7}"/>
              </a:ext>
            </a:extLst>
          </p:cNvPr>
          <p:cNvSpPr txBox="1"/>
          <p:nvPr/>
        </p:nvSpPr>
        <p:spPr>
          <a:xfrm>
            <a:off x="952075" y="2239115"/>
            <a:ext cx="6096000" cy="523220"/>
          </a:xfrm>
          <a:prstGeom prst="rect">
            <a:avLst/>
          </a:prstGeom>
          <a:noFill/>
        </p:spPr>
        <p:txBody>
          <a:bodyPr wrap="square">
            <a:spAutoFit/>
          </a:bodyPr>
          <a:lstStyle/>
          <a:p>
            <a:r>
              <a:rPr lang="en-US" sz="2800" b="1" dirty="0">
                <a:solidFill>
                  <a:srgbClr val="99FFCC"/>
                </a:solidFill>
                <a:effectLst>
                  <a:outerShdw blurRad="38100" dist="38100" dir="2700000" algn="tl">
                    <a:srgbClr val="000000">
                      <a:alpha val="43137"/>
                    </a:srgbClr>
                  </a:outerShdw>
                </a:effectLst>
                <a:latin typeface="Arial Nova Light" panose="020B0304020202020204" pitchFamily="34" charset="0"/>
              </a:rPr>
              <a:t>The Network Diagram</a:t>
            </a:r>
          </a:p>
        </p:txBody>
      </p:sp>
      <p:sp>
        <p:nvSpPr>
          <p:cNvPr id="6" name="TextBox 5">
            <a:extLst>
              <a:ext uri="{FF2B5EF4-FFF2-40B4-BE49-F238E27FC236}">
                <a16:creationId xmlns:a16="http://schemas.microsoft.com/office/drawing/2014/main" id="{0E68D6CB-8B24-C7DD-A540-37A9ACF60ABF}"/>
              </a:ext>
            </a:extLst>
          </p:cNvPr>
          <p:cNvSpPr txBox="1"/>
          <p:nvPr/>
        </p:nvSpPr>
        <p:spPr>
          <a:xfrm>
            <a:off x="952074" y="2788837"/>
            <a:ext cx="10701061" cy="3785652"/>
          </a:xfrm>
          <a:prstGeom prst="rect">
            <a:avLst/>
          </a:prstGeom>
          <a:noFill/>
        </p:spPr>
        <p:txBody>
          <a:bodyPr wrap="square">
            <a:spAutoFit/>
          </a:bodyPr>
          <a:lstStyle/>
          <a:p>
            <a:pPr algn="just"/>
            <a:r>
              <a:rPr lang="en-GB" sz="2400" dirty="0">
                <a:effectLst/>
                <a:latin typeface="Arial Nova" panose="020B0504020202020204" pitchFamily="34" charset="0"/>
              </a:rPr>
              <a:t>In the preceding examples, </a:t>
            </a:r>
            <a:r>
              <a:rPr lang="en-GB" sz="2400" b="1" dirty="0">
                <a:solidFill>
                  <a:srgbClr val="80EFFF"/>
                </a:solidFill>
                <a:effectLst/>
                <a:latin typeface="Arial Nova" panose="020B0504020202020204" pitchFamily="34" charset="0"/>
              </a:rPr>
              <a:t>rectangles (nodes) represented the activities</a:t>
            </a:r>
            <a:r>
              <a:rPr lang="en-GB" sz="2400" dirty="0">
                <a:effectLst/>
                <a:latin typeface="Arial Nova" panose="020B0504020202020204" pitchFamily="34" charset="0"/>
              </a:rPr>
              <a:t>; hence, it was called an </a:t>
            </a:r>
            <a:r>
              <a:rPr lang="en-GB" sz="2400" b="1" dirty="0">
                <a:solidFill>
                  <a:srgbClr val="CCCCFF"/>
                </a:solidFill>
                <a:effectLst/>
                <a:latin typeface="Arial Nova" panose="020B0504020202020204" pitchFamily="34" charset="0"/>
              </a:rPr>
              <a:t>activity-on-node (AON) </a:t>
            </a:r>
            <a:r>
              <a:rPr lang="en-GB" sz="2400" dirty="0">
                <a:effectLst/>
                <a:latin typeface="Arial Nova" panose="020B0504020202020204" pitchFamily="34" charset="0"/>
              </a:rPr>
              <a:t>network.</a:t>
            </a:r>
          </a:p>
          <a:p>
            <a:pPr algn="just"/>
            <a:endParaRPr lang="en-GB" sz="800" dirty="0">
              <a:latin typeface="Arial Nova" panose="020B0504020202020204" pitchFamily="34" charset="0"/>
            </a:endParaRPr>
          </a:p>
          <a:p>
            <a:pPr algn="just"/>
            <a:r>
              <a:rPr lang="en-GB" sz="2400" dirty="0">
                <a:effectLst/>
                <a:latin typeface="Arial Nova" panose="020B0504020202020204" pitchFamily="34" charset="0"/>
              </a:rPr>
              <a:t>Another format for drawing networks is activity-on-arrow (AOA), as shown in Figure 8.3.</a:t>
            </a:r>
          </a:p>
          <a:p>
            <a:pPr algn="just"/>
            <a:endParaRPr lang="en-GB" sz="800" dirty="0">
              <a:latin typeface="Arial Nova" panose="020B0504020202020204" pitchFamily="34" charset="0"/>
            </a:endParaRPr>
          </a:p>
          <a:p>
            <a:pPr algn="just"/>
            <a:r>
              <a:rPr lang="en-GB" sz="2400" dirty="0">
                <a:effectLst/>
                <a:latin typeface="Arial Nova" panose="020B0504020202020204" pitchFamily="34" charset="0"/>
              </a:rPr>
              <a:t>Here, the </a:t>
            </a:r>
            <a:r>
              <a:rPr lang="en-GB" sz="2400" b="1" dirty="0">
                <a:solidFill>
                  <a:srgbClr val="CCFFCC"/>
                </a:solidFill>
                <a:effectLst/>
                <a:latin typeface="Arial Nova" panose="020B0504020202020204" pitchFamily="34" charset="0"/>
              </a:rPr>
              <a:t>activities are shown on the arrows</a:t>
            </a:r>
            <a:r>
              <a:rPr lang="en-GB" sz="2400" dirty="0">
                <a:effectLst/>
                <a:latin typeface="Arial Nova" panose="020B0504020202020204" pitchFamily="34" charset="0"/>
              </a:rPr>
              <a:t>, and the </a:t>
            </a:r>
            <a:r>
              <a:rPr lang="en-GB" sz="2400" b="1" dirty="0">
                <a:solidFill>
                  <a:srgbClr val="CCCCFF"/>
                </a:solidFill>
                <a:effectLst/>
                <a:latin typeface="Arial Nova" panose="020B0504020202020204" pitchFamily="34" charset="0"/>
              </a:rPr>
              <a:t>(circular) nodes represent events</a:t>
            </a:r>
            <a:r>
              <a:rPr lang="en-GB" sz="2400" dirty="0">
                <a:effectLst/>
                <a:latin typeface="Arial Nova" panose="020B0504020202020204" pitchFamily="34" charset="0"/>
              </a:rPr>
              <a:t>.</a:t>
            </a:r>
          </a:p>
          <a:p>
            <a:pPr algn="just"/>
            <a:endParaRPr lang="en-GB" sz="800" dirty="0">
              <a:latin typeface="Arial Nova" panose="020B0504020202020204" pitchFamily="34" charset="0"/>
            </a:endParaRPr>
          </a:p>
          <a:p>
            <a:pPr algn="just"/>
            <a:r>
              <a:rPr lang="en-GB" sz="2400" dirty="0">
                <a:effectLst/>
                <a:latin typeface="Arial Nova" panose="020B0504020202020204" pitchFamily="34" charset="0"/>
              </a:rPr>
              <a:t>If the project begins with multiple activities, they can all be drawn emanating from the initial node, and multiple activities can terminate in a single node at the end of the project. </a:t>
            </a:r>
            <a:endParaRPr lang="en-GB" sz="2400" dirty="0">
              <a:latin typeface="Arial Nova" panose="020B0504020202020204" pitchFamily="34" charset="0"/>
            </a:endParaRPr>
          </a:p>
        </p:txBody>
      </p:sp>
    </p:spTree>
    <p:extLst>
      <p:ext uri="{BB962C8B-B14F-4D97-AF65-F5344CB8AC3E}">
        <p14:creationId xmlns:p14="http://schemas.microsoft.com/office/powerpoint/2010/main" val="267194539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316A5661-2CFE-478C-BAC3-729F393F3C4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BC1DA2B-FE6F-1C6E-BFA0-9B15DC40309D}"/>
              </a:ext>
            </a:extLst>
          </p:cNvPr>
          <p:cNvSpPr>
            <a:spLocks noGrp="1"/>
          </p:cNvSpPr>
          <p:nvPr>
            <p:ph type="title"/>
          </p:nvPr>
        </p:nvSpPr>
        <p:spPr>
          <a:xfrm>
            <a:off x="2139081" y="92738"/>
            <a:ext cx="9514055" cy="1267138"/>
          </a:xfrm>
        </p:spPr>
        <p:txBody>
          <a:bodyPr anchor="ctr">
            <a:normAutofit/>
          </a:bodyPr>
          <a:lstStyle/>
          <a:p>
            <a:r>
              <a:rPr lang="en-US" sz="4000" dirty="0">
                <a:solidFill>
                  <a:schemeClr val="accent6">
                    <a:lumMod val="40000"/>
                    <a:lumOff val="60000"/>
                  </a:schemeClr>
                </a:solidFill>
                <a:latin typeface="Arial Rounded MT Bold" panose="020F0704030504030204" pitchFamily="34" charset="0"/>
              </a:rPr>
              <a:t>Project management tools</a:t>
            </a:r>
          </a:p>
        </p:txBody>
      </p:sp>
      <p:grpSp>
        <p:nvGrpSpPr>
          <p:cNvPr id="10" name="Group 9">
            <a:extLst>
              <a:ext uri="{FF2B5EF4-FFF2-40B4-BE49-F238E27FC236}">
                <a16:creationId xmlns:a16="http://schemas.microsoft.com/office/drawing/2014/main" id="{FB7BE8CD-E348-464A-82CC-7EF7AA82842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999771" y="649304"/>
            <a:ext cx="913428" cy="1315264"/>
            <a:chOff x="999771" y="649304"/>
            <a:chExt cx="913428" cy="1315264"/>
          </a:xfrm>
        </p:grpSpPr>
        <p:grpSp>
          <p:nvGrpSpPr>
            <p:cNvPr id="11" name="Group 10">
              <a:extLst>
                <a:ext uri="{FF2B5EF4-FFF2-40B4-BE49-F238E27FC236}">
                  <a16:creationId xmlns:a16="http://schemas.microsoft.com/office/drawing/2014/main" id="{B8CC82D2-4C4A-4C67-8483-5199F97B37A7}"/>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999771" y="932104"/>
              <a:ext cx="913428" cy="1032464"/>
              <a:chOff x="999771" y="932104"/>
              <a:chExt cx="913428" cy="1032464"/>
            </a:xfrm>
          </p:grpSpPr>
          <p:grpSp>
            <p:nvGrpSpPr>
              <p:cNvPr id="15" name="Group 14">
                <a:extLst>
                  <a:ext uri="{FF2B5EF4-FFF2-40B4-BE49-F238E27FC236}">
                    <a16:creationId xmlns:a16="http://schemas.microsoft.com/office/drawing/2014/main" id="{70D2391D-AA33-4F5E-BD96-B42D93DED226}"/>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rot="8100000" flipV="1">
                <a:off x="1047457" y="1290386"/>
                <a:ext cx="865742" cy="628383"/>
                <a:chOff x="558167" y="958515"/>
                <a:chExt cx="865742" cy="628383"/>
              </a:xfrm>
              <a:solidFill>
                <a:schemeClr val="accent3"/>
              </a:solidFill>
            </p:grpSpPr>
            <p:sp>
              <p:nvSpPr>
                <p:cNvPr id="22" name="Freeform: Shape 21">
                  <a:extLst>
                    <a:ext uri="{FF2B5EF4-FFF2-40B4-BE49-F238E27FC236}">
                      <a16:creationId xmlns:a16="http://schemas.microsoft.com/office/drawing/2014/main" id="{BE166DCE-539D-4C74-9C9D-AC000BA2F8A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8100000" flipH="1">
                  <a:off x="558167" y="1122160"/>
                  <a:ext cx="464738" cy="464738"/>
                </a:xfrm>
                <a:custGeom>
                  <a:avLst/>
                  <a:gdLst>
                    <a:gd name="connsiteX0" fmla="*/ 446142 w 464738"/>
                    <a:gd name="connsiteY0" fmla="*/ 464738 h 464738"/>
                    <a:gd name="connsiteX1" fmla="*/ 130673 w 464738"/>
                    <a:gd name="connsiteY1" fmla="*/ 334066 h 464738"/>
                    <a:gd name="connsiteX2" fmla="*/ 0 w 464738"/>
                    <a:gd name="connsiteY2" fmla="*/ 18596 h 464738"/>
                    <a:gd name="connsiteX3" fmla="*/ 836 w 464738"/>
                    <a:gd name="connsiteY3" fmla="*/ 1089 h 464738"/>
                    <a:gd name="connsiteX4" fmla="*/ 606 w 464738"/>
                    <a:gd name="connsiteY4" fmla="*/ 859 h 464738"/>
                    <a:gd name="connsiteX5" fmla="*/ 848 w 464738"/>
                    <a:gd name="connsiteY5" fmla="*/ 848 h 464738"/>
                    <a:gd name="connsiteX6" fmla="*/ 859 w 464738"/>
                    <a:gd name="connsiteY6" fmla="*/ 606 h 464738"/>
                    <a:gd name="connsiteX7" fmla="*/ 1089 w 464738"/>
                    <a:gd name="connsiteY7" fmla="*/ 836 h 464738"/>
                    <a:gd name="connsiteX8" fmla="*/ 18596 w 464738"/>
                    <a:gd name="connsiteY8" fmla="*/ 0 h 464738"/>
                    <a:gd name="connsiteX9" fmla="*/ 334066 w 464738"/>
                    <a:gd name="connsiteY9" fmla="*/ 130672 h 464738"/>
                    <a:gd name="connsiteX10" fmla="*/ 464738 w 464738"/>
                    <a:gd name="connsiteY10" fmla="*/ 446142 h 464738"/>
                    <a:gd name="connsiteX11" fmla="*/ 463902 w 464738"/>
                    <a:gd name="connsiteY11" fmla="*/ 463650 h 464738"/>
                    <a:gd name="connsiteX12" fmla="*/ 464132 w 464738"/>
                    <a:gd name="connsiteY12" fmla="*/ 463880 h 464738"/>
                    <a:gd name="connsiteX13" fmla="*/ 463891 w 464738"/>
                    <a:gd name="connsiteY13" fmla="*/ 463892 h 464738"/>
                    <a:gd name="connsiteX14" fmla="*/ 463879 w 464738"/>
                    <a:gd name="connsiteY14" fmla="*/ 464132 h 464738"/>
                    <a:gd name="connsiteX15" fmla="*/ 463650 w 464738"/>
                    <a:gd name="connsiteY15" fmla="*/ 463903 h 4647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64738" h="464738">
                      <a:moveTo>
                        <a:pt x="446142" y="464738"/>
                      </a:moveTo>
                      <a:cubicBezTo>
                        <a:pt x="331965" y="464738"/>
                        <a:pt x="217787" y="421181"/>
                        <a:pt x="130673" y="334066"/>
                      </a:cubicBezTo>
                      <a:cubicBezTo>
                        <a:pt x="43558" y="246952"/>
                        <a:pt x="1" y="132774"/>
                        <a:pt x="0" y="18596"/>
                      </a:cubicBezTo>
                      <a:lnTo>
                        <a:pt x="836" y="1089"/>
                      </a:lnTo>
                      <a:lnTo>
                        <a:pt x="606" y="859"/>
                      </a:lnTo>
                      <a:lnTo>
                        <a:pt x="848" y="848"/>
                      </a:lnTo>
                      <a:lnTo>
                        <a:pt x="859" y="606"/>
                      </a:lnTo>
                      <a:lnTo>
                        <a:pt x="1089" y="836"/>
                      </a:lnTo>
                      <a:lnTo>
                        <a:pt x="18596" y="0"/>
                      </a:lnTo>
                      <a:cubicBezTo>
                        <a:pt x="132774" y="0"/>
                        <a:pt x="246951" y="43557"/>
                        <a:pt x="334066" y="130672"/>
                      </a:cubicBezTo>
                      <a:cubicBezTo>
                        <a:pt x="421181" y="217787"/>
                        <a:pt x="464738" y="331964"/>
                        <a:pt x="464738" y="446142"/>
                      </a:cubicBezTo>
                      <a:lnTo>
                        <a:pt x="463902" y="463650"/>
                      </a:lnTo>
                      <a:lnTo>
                        <a:pt x="464132" y="463880"/>
                      </a:lnTo>
                      <a:lnTo>
                        <a:pt x="463891" y="463892"/>
                      </a:lnTo>
                      <a:lnTo>
                        <a:pt x="463879" y="464132"/>
                      </a:lnTo>
                      <a:lnTo>
                        <a:pt x="463650" y="463903"/>
                      </a:lnTo>
                      <a:close/>
                    </a:path>
                  </a:pathLst>
                </a:custGeom>
                <a:solidFill>
                  <a:schemeClr val="accent4">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3" name="Freeform: Shape 22">
                  <a:extLst>
                    <a:ext uri="{FF2B5EF4-FFF2-40B4-BE49-F238E27FC236}">
                      <a16:creationId xmlns:a16="http://schemas.microsoft.com/office/drawing/2014/main" id="{DCC6BEB5-DA1F-4F9E-BA5D-8F892A0FB8F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flipH="1">
                  <a:off x="959170" y="958515"/>
                  <a:ext cx="464739" cy="464739"/>
                </a:xfrm>
                <a:custGeom>
                  <a:avLst/>
                  <a:gdLst>
                    <a:gd name="connsiteX0" fmla="*/ 464132 w 464739"/>
                    <a:gd name="connsiteY0" fmla="*/ 463881 h 464739"/>
                    <a:gd name="connsiteX1" fmla="*/ 463891 w 464739"/>
                    <a:gd name="connsiteY1" fmla="*/ 463892 h 464739"/>
                    <a:gd name="connsiteX2" fmla="*/ 463880 w 464739"/>
                    <a:gd name="connsiteY2" fmla="*/ 464132 h 464739"/>
                    <a:gd name="connsiteX3" fmla="*/ 463651 w 464739"/>
                    <a:gd name="connsiteY3" fmla="*/ 463904 h 464739"/>
                    <a:gd name="connsiteX4" fmla="*/ 446142 w 464739"/>
                    <a:gd name="connsiteY4" fmla="*/ 464739 h 464739"/>
                    <a:gd name="connsiteX5" fmla="*/ 130673 w 464739"/>
                    <a:gd name="connsiteY5" fmla="*/ 334067 h 464739"/>
                    <a:gd name="connsiteX6" fmla="*/ 0 w 464739"/>
                    <a:gd name="connsiteY6" fmla="*/ 18597 h 464739"/>
                    <a:gd name="connsiteX7" fmla="*/ 836 w 464739"/>
                    <a:gd name="connsiteY7" fmla="*/ 1089 h 464739"/>
                    <a:gd name="connsiteX8" fmla="*/ 607 w 464739"/>
                    <a:gd name="connsiteY8" fmla="*/ 859 h 464739"/>
                    <a:gd name="connsiteX9" fmla="*/ 848 w 464739"/>
                    <a:gd name="connsiteY9" fmla="*/ 848 h 464739"/>
                    <a:gd name="connsiteX10" fmla="*/ 859 w 464739"/>
                    <a:gd name="connsiteY10" fmla="*/ 607 h 464739"/>
                    <a:gd name="connsiteX11" fmla="*/ 1089 w 464739"/>
                    <a:gd name="connsiteY11" fmla="*/ 836 h 464739"/>
                    <a:gd name="connsiteX12" fmla="*/ 18597 w 464739"/>
                    <a:gd name="connsiteY12" fmla="*/ 0 h 464739"/>
                    <a:gd name="connsiteX13" fmla="*/ 334067 w 464739"/>
                    <a:gd name="connsiteY13" fmla="*/ 130672 h 464739"/>
                    <a:gd name="connsiteX14" fmla="*/ 464739 w 464739"/>
                    <a:gd name="connsiteY14" fmla="*/ 446142 h 464739"/>
                    <a:gd name="connsiteX15" fmla="*/ 463903 w 464739"/>
                    <a:gd name="connsiteY15" fmla="*/ 463652 h 464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64739" h="464739">
                      <a:moveTo>
                        <a:pt x="464132" y="463881"/>
                      </a:moveTo>
                      <a:lnTo>
                        <a:pt x="463891" y="463892"/>
                      </a:lnTo>
                      <a:lnTo>
                        <a:pt x="463880" y="464132"/>
                      </a:lnTo>
                      <a:lnTo>
                        <a:pt x="463651" y="463904"/>
                      </a:lnTo>
                      <a:lnTo>
                        <a:pt x="446142" y="464739"/>
                      </a:lnTo>
                      <a:cubicBezTo>
                        <a:pt x="331965" y="464739"/>
                        <a:pt x="217787" y="421182"/>
                        <a:pt x="130673" y="334067"/>
                      </a:cubicBezTo>
                      <a:cubicBezTo>
                        <a:pt x="43558" y="246953"/>
                        <a:pt x="1" y="132775"/>
                        <a:pt x="0" y="18597"/>
                      </a:cubicBezTo>
                      <a:lnTo>
                        <a:pt x="836" y="1089"/>
                      </a:lnTo>
                      <a:lnTo>
                        <a:pt x="607" y="859"/>
                      </a:lnTo>
                      <a:lnTo>
                        <a:pt x="848" y="848"/>
                      </a:lnTo>
                      <a:lnTo>
                        <a:pt x="859" y="607"/>
                      </a:lnTo>
                      <a:lnTo>
                        <a:pt x="1089" y="836"/>
                      </a:lnTo>
                      <a:lnTo>
                        <a:pt x="18597" y="0"/>
                      </a:lnTo>
                      <a:cubicBezTo>
                        <a:pt x="132775" y="0"/>
                        <a:pt x="246952" y="43557"/>
                        <a:pt x="334067" y="130672"/>
                      </a:cubicBezTo>
                      <a:cubicBezTo>
                        <a:pt x="421182" y="217787"/>
                        <a:pt x="464739" y="331964"/>
                        <a:pt x="464739" y="446142"/>
                      </a:cubicBezTo>
                      <a:lnTo>
                        <a:pt x="463903" y="463652"/>
                      </a:lnTo>
                      <a:close/>
                    </a:path>
                  </a:pathLst>
                </a:custGeom>
                <a:solidFill>
                  <a:schemeClr val="accent4">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grpSp>
          <p:grpSp>
            <p:nvGrpSpPr>
              <p:cNvPr id="16" name="Group 15">
                <a:extLst>
                  <a:ext uri="{FF2B5EF4-FFF2-40B4-BE49-F238E27FC236}">
                    <a16:creationId xmlns:a16="http://schemas.microsoft.com/office/drawing/2014/main" id="{C0300EB9-093C-4C32-A212-821D7AC082B4}"/>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rot="10800000" flipH="1" flipV="1">
                <a:off x="999771" y="932104"/>
                <a:ext cx="864005" cy="1032464"/>
                <a:chOff x="2207971" y="2384401"/>
                <a:chExt cx="864005" cy="1032464"/>
              </a:xfrm>
            </p:grpSpPr>
            <p:sp>
              <p:nvSpPr>
                <p:cNvPr id="17" name="Freeform: Shape 16">
                  <a:extLst>
                    <a:ext uri="{FF2B5EF4-FFF2-40B4-BE49-F238E27FC236}">
                      <a16:creationId xmlns:a16="http://schemas.microsoft.com/office/drawing/2014/main" id="{AFC97B3C-CF0E-4C93-AA39-7A677A12C50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3500000">
                  <a:off x="2207971" y="2856305"/>
                  <a:ext cx="464739" cy="464739"/>
                </a:xfrm>
                <a:custGeom>
                  <a:avLst/>
                  <a:gdLst>
                    <a:gd name="connsiteX0" fmla="*/ 464132 w 464739"/>
                    <a:gd name="connsiteY0" fmla="*/ 463881 h 464739"/>
                    <a:gd name="connsiteX1" fmla="*/ 463891 w 464739"/>
                    <a:gd name="connsiteY1" fmla="*/ 463892 h 464739"/>
                    <a:gd name="connsiteX2" fmla="*/ 463880 w 464739"/>
                    <a:gd name="connsiteY2" fmla="*/ 464132 h 464739"/>
                    <a:gd name="connsiteX3" fmla="*/ 463651 w 464739"/>
                    <a:gd name="connsiteY3" fmla="*/ 463904 h 464739"/>
                    <a:gd name="connsiteX4" fmla="*/ 446142 w 464739"/>
                    <a:gd name="connsiteY4" fmla="*/ 464739 h 464739"/>
                    <a:gd name="connsiteX5" fmla="*/ 130673 w 464739"/>
                    <a:gd name="connsiteY5" fmla="*/ 334067 h 464739"/>
                    <a:gd name="connsiteX6" fmla="*/ 0 w 464739"/>
                    <a:gd name="connsiteY6" fmla="*/ 18597 h 464739"/>
                    <a:gd name="connsiteX7" fmla="*/ 836 w 464739"/>
                    <a:gd name="connsiteY7" fmla="*/ 1089 h 464739"/>
                    <a:gd name="connsiteX8" fmla="*/ 607 w 464739"/>
                    <a:gd name="connsiteY8" fmla="*/ 859 h 464739"/>
                    <a:gd name="connsiteX9" fmla="*/ 848 w 464739"/>
                    <a:gd name="connsiteY9" fmla="*/ 848 h 464739"/>
                    <a:gd name="connsiteX10" fmla="*/ 859 w 464739"/>
                    <a:gd name="connsiteY10" fmla="*/ 607 h 464739"/>
                    <a:gd name="connsiteX11" fmla="*/ 1089 w 464739"/>
                    <a:gd name="connsiteY11" fmla="*/ 836 h 464739"/>
                    <a:gd name="connsiteX12" fmla="*/ 18597 w 464739"/>
                    <a:gd name="connsiteY12" fmla="*/ 0 h 464739"/>
                    <a:gd name="connsiteX13" fmla="*/ 334067 w 464739"/>
                    <a:gd name="connsiteY13" fmla="*/ 130672 h 464739"/>
                    <a:gd name="connsiteX14" fmla="*/ 464739 w 464739"/>
                    <a:gd name="connsiteY14" fmla="*/ 446142 h 464739"/>
                    <a:gd name="connsiteX15" fmla="*/ 463903 w 464739"/>
                    <a:gd name="connsiteY15" fmla="*/ 463652 h 464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64739" h="464739">
                      <a:moveTo>
                        <a:pt x="464132" y="463881"/>
                      </a:moveTo>
                      <a:lnTo>
                        <a:pt x="463891" y="463892"/>
                      </a:lnTo>
                      <a:lnTo>
                        <a:pt x="463880" y="464132"/>
                      </a:lnTo>
                      <a:lnTo>
                        <a:pt x="463651" y="463904"/>
                      </a:lnTo>
                      <a:lnTo>
                        <a:pt x="446142" y="464739"/>
                      </a:lnTo>
                      <a:cubicBezTo>
                        <a:pt x="331965" y="464739"/>
                        <a:pt x="217787" y="421182"/>
                        <a:pt x="130673" y="334067"/>
                      </a:cubicBezTo>
                      <a:cubicBezTo>
                        <a:pt x="43558" y="246953"/>
                        <a:pt x="1" y="132775"/>
                        <a:pt x="0" y="18597"/>
                      </a:cubicBezTo>
                      <a:lnTo>
                        <a:pt x="836" y="1089"/>
                      </a:lnTo>
                      <a:lnTo>
                        <a:pt x="607" y="859"/>
                      </a:lnTo>
                      <a:lnTo>
                        <a:pt x="848" y="848"/>
                      </a:lnTo>
                      <a:lnTo>
                        <a:pt x="859" y="607"/>
                      </a:lnTo>
                      <a:lnTo>
                        <a:pt x="1089" y="836"/>
                      </a:lnTo>
                      <a:lnTo>
                        <a:pt x="18597" y="0"/>
                      </a:lnTo>
                      <a:cubicBezTo>
                        <a:pt x="132775" y="0"/>
                        <a:pt x="246952" y="43557"/>
                        <a:pt x="334067" y="130672"/>
                      </a:cubicBezTo>
                      <a:cubicBezTo>
                        <a:pt x="421182" y="217787"/>
                        <a:pt x="464739" y="331964"/>
                        <a:pt x="464739" y="446142"/>
                      </a:cubicBezTo>
                      <a:lnTo>
                        <a:pt x="463903" y="463652"/>
                      </a:lnTo>
                      <a:close/>
                    </a:path>
                  </a:pathLst>
                </a:cu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8" name="Freeform: Shape 17">
                  <a:extLst>
                    <a:ext uri="{FF2B5EF4-FFF2-40B4-BE49-F238E27FC236}">
                      <a16:creationId xmlns:a16="http://schemas.microsoft.com/office/drawing/2014/main" id="{0943F14E-6185-4A31-8318-2088A05F5C9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2607238" y="2688467"/>
                  <a:ext cx="464738" cy="464738"/>
                </a:xfrm>
                <a:custGeom>
                  <a:avLst/>
                  <a:gdLst>
                    <a:gd name="connsiteX0" fmla="*/ 446142 w 464738"/>
                    <a:gd name="connsiteY0" fmla="*/ 464738 h 464738"/>
                    <a:gd name="connsiteX1" fmla="*/ 130673 w 464738"/>
                    <a:gd name="connsiteY1" fmla="*/ 334066 h 464738"/>
                    <a:gd name="connsiteX2" fmla="*/ 0 w 464738"/>
                    <a:gd name="connsiteY2" fmla="*/ 18596 h 464738"/>
                    <a:gd name="connsiteX3" fmla="*/ 836 w 464738"/>
                    <a:gd name="connsiteY3" fmla="*/ 1089 h 464738"/>
                    <a:gd name="connsiteX4" fmla="*/ 606 w 464738"/>
                    <a:gd name="connsiteY4" fmla="*/ 859 h 464738"/>
                    <a:gd name="connsiteX5" fmla="*/ 848 w 464738"/>
                    <a:gd name="connsiteY5" fmla="*/ 848 h 464738"/>
                    <a:gd name="connsiteX6" fmla="*/ 859 w 464738"/>
                    <a:gd name="connsiteY6" fmla="*/ 606 h 464738"/>
                    <a:gd name="connsiteX7" fmla="*/ 1089 w 464738"/>
                    <a:gd name="connsiteY7" fmla="*/ 836 h 464738"/>
                    <a:gd name="connsiteX8" fmla="*/ 18596 w 464738"/>
                    <a:gd name="connsiteY8" fmla="*/ 0 h 464738"/>
                    <a:gd name="connsiteX9" fmla="*/ 334066 w 464738"/>
                    <a:gd name="connsiteY9" fmla="*/ 130672 h 464738"/>
                    <a:gd name="connsiteX10" fmla="*/ 464738 w 464738"/>
                    <a:gd name="connsiteY10" fmla="*/ 446142 h 464738"/>
                    <a:gd name="connsiteX11" fmla="*/ 463902 w 464738"/>
                    <a:gd name="connsiteY11" fmla="*/ 463650 h 464738"/>
                    <a:gd name="connsiteX12" fmla="*/ 464132 w 464738"/>
                    <a:gd name="connsiteY12" fmla="*/ 463880 h 464738"/>
                    <a:gd name="connsiteX13" fmla="*/ 463891 w 464738"/>
                    <a:gd name="connsiteY13" fmla="*/ 463892 h 464738"/>
                    <a:gd name="connsiteX14" fmla="*/ 463879 w 464738"/>
                    <a:gd name="connsiteY14" fmla="*/ 464132 h 464738"/>
                    <a:gd name="connsiteX15" fmla="*/ 463650 w 464738"/>
                    <a:gd name="connsiteY15" fmla="*/ 463903 h 4647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64738" h="464738">
                      <a:moveTo>
                        <a:pt x="446142" y="464738"/>
                      </a:moveTo>
                      <a:cubicBezTo>
                        <a:pt x="331965" y="464738"/>
                        <a:pt x="217787" y="421181"/>
                        <a:pt x="130673" y="334066"/>
                      </a:cubicBezTo>
                      <a:cubicBezTo>
                        <a:pt x="43558" y="246952"/>
                        <a:pt x="1" y="132774"/>
                        <a:pt x="0" y="18596"/>
                      </a:cubicBezTo>
                      <a:lnTo>
                        <a:pt x="836" y="1089"/>
                      </a:lnTo>
                      <a:lnTo>
                        <a:pt x="606" y="859"/>
                      </a:lnTo>
                      <a:lnTo>
                        <a:pt x="848" y="848"/>
                      </a:lnTo>
                      <a:lnTo>
                        <a:pt x="859" y="606"/>
                      </a:lnTo>
                      <a:lnTo>
                        <a:pt x="1089" y="836"/>
                      </a:lnTo>
                      <a:lnTo>
                        <a:pt x="18596" y="0"/>
                      </a:lnTo>
                      <a:cubicBezTo>
                        <a:pt x="132774" y="0"/>
                        <a:pt x="246951" y="43557"/>
                        <a:pt x="334066" y="130672"/>
                      </a:cubicBezTo>
                      <a:cubicBezTo>
                        <a:pt x="421181" y="217787"/>
                        <a:pt x="464738" y="331964"/>
                        <a:pt x="464738" y="446142"/>
                      </a:cubicBezTo>
                      <a:lnTo>
                        <a:pt x="463902" y="463650"/>
                      </a:lnTo>
                      <a:lnTo>
                        <a:pt x="464132" y="463880"/>
                      </a:lnTo>
                      <a:lnTo>
                        <a:pt x="463891" y="463892"/>
                      </a:lnTo>
                      <a:lnTo>
                        <a:pt x="463879" y="464132"/>
                      </a:lnTo>
                      <a:lnTo>
                        <a:pt x="463650" y="463903"/>
                      </a:lnTo>
                      <a:close/>
                    </a:path>
                  </a:pathLst>
                </a:cu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nvGrpSpPr>
                <p:cNvPr id="19" name="Group 18">
                  <a:extLst>
                    <a:ext uri="{FF2B5EF4-FFF2-40B4-BE49-F238E27FC236}">
                      <a16:creationId xmlns:a16="http://schemas.microsoft.com/office/drawing/2014/main" id="{F3B56658-371E-446B-B30D-D4EA2A88A973}"/>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2440769" y="2384401"/>
                  <a:ext cx="313009" cy="1032464"/>
                  <a:chOff x="2440769" y="2384401"/>
                  <a:chExt cx="313009" cy="1032464"/>
                </a:xfrm>
              </p:grpSpPr>
              <p:cxnSp>
                <p:nvCxnSpPr>
                  <p:cNvPr id="20" name="Straight Connector 19">
                    <a:extLst>
                      <a:ext uri="{FF2B5EF4-FFF2-40B4-BE49-F238E27FC236}">
                        <a16:creationId xmlns:a16="http://schemas.microsoft.com/office/drawing/2014/main" id="{068979FB-2943-4091-A490-D9F8695DF0D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rot="10800000" flipH="1">
                    <a:off x="2440769" y="2516865"/>
                    <a:ext cx="0" cy="900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B378C39C-3FC0-4521-8336-33A86391920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rot="8100000" flipH="1">
                    <a:off x="2753778" y="2384401"/>
                    <a:ext cx="0" cy="900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grpSp>
        <p:grpSp>
          <p:nvGrpSpPr>
            <p:cNvPr id="12" name="Group 11">
              <a:extLst>
                <a:ext uri="{FF2B5EF4-FFF2-40B4-BE49-F238E27FC236}">
                  <a16:creationId xmlns:a16="http://schemas.microsoft.com/office/drawing/2014/main" id="{72C6951D-2EAF-4333-B8A8-F473DC3BDF44}"/>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1437136" y="649304"/>
              <a:ext cx="388541" cy="388541"/>
              <a:chOff x="5752675" y="5440856"/>
              <a:chExt cx="388541" cy="388541"/>
            </a:xfrm>
          </p:grpSpPr>
          <p:sp>
            <p:nvSpPr>
              <p:cNvPr id="13" name="Oval 12">
                <a:extLst>
                  <a:ext uri="{FF2B5EF4-FFF2-40B4-BE49-F238E27FC236}">
                    <a16:creationId xmlns:a16="http://schemas.microsoft.com/office/drawing/2014/main" id="{63E77698-5758-433A-9DF3-3BE43B6FBDA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5800801" y="5488982"/>
                <a:ext cx="340415" cy="340415"/>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4" name="Oval 13">
                <a:extLst>
                  <a:ext uri="{FF2B5EF4-FFF2-40B4-BE49-F238E27FC236}">
                    <a16:creationId xmlns:a16="http://schemas.microsoft.com/office/drawing/2014/main" id="{FF47FF7F-75A9-438D-8BA7-428BF76974C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52675" y="5440856"/>
                <a:ext cx="340415" cy="340415"/>
              </a:xfrm>
              <a:prstGeom prst="ellipse">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grpSp>
      <p:sp>
        <p:nvSpPr>
          <p:cNvPr id="3" name="TextBox 2">
            <a:extLst>
              <a:ext uri="{FF2B5EF4-FFF2-40B4-BE49-F238E27FC236}">
                <a16:creationId xmlns:a16="http://schemas.microsoft.com/office/drawing/2014/main" id="{E1B3EC78-AF07-8A37-B218-94DF35BE2087}"/>
              </a:ext>
            </a:extLst>
          </p:cNvPr>
          <p:cNvSpPr txBox="1"/>
          <p:nvPr/>
        </p:nvSpPr>
        <p:spPr>
          <a:xfrm>
            <a:off x="9486900" y="5443538"/>
            <a:ext cx="184731" cy="369332"/>
          </a:xfrm>
          <a:prstGeom prst="rect">
            <a:avLst/>
          </a:prstGeom>
          <a:noFill/>
        </p:spPr>
        <p:txBody>
          <a:bodyPr wrap="none" rtlCol="0">
            <a:spAutoFit/>
          </a:bodyPr>
          <a:lstStyle/>
          <a:p>
            <a:endParaRPr lang="en-BD" dirty="0"/>
          </a:p>
        </p:txBody>
      </p:sp>
      <p:sp>
        <p:nvSpPr>
          <p:cNvPr id="25" name="TextBox 24">
            <a:extLst>
              <a:ext uri="{FF2B5EF4-FFF2-40B4-BE49-F238E27FC236}">
                <a16:creationId xmlns:a16="http://schemas.microsoft.com/office/drawing/2014/main" id="{D856AD59-8AD1-B85F-4827-7B31CC175126}"/>
              </a:ext>
            </a:extLst>
          </p:cNvPr>
          <p:cNvSpPr txBox="1"/>
          <p:nvPr/>
        </p:nvSpPr>
        <p:spPr>
          <a:xfrm>
            <a:off x="2187635" y="1319164"/>
            <a:ext cx="6096000" cy="523220"/>
          </a:xfrm>
          <a:prstGeom prst="rect">
            <a:avLst/>
          </a:prstGeom>
          <a:noFill/>
        </p:spPr>
        <p:txBody>
          <a:bodyPr wrap="square">
            <a:spAutoFit/>
          </a:bodyPr>
          <a:lstStyle/>
          <a:p>
            <a:r>
              <a:rPr lang="en-US" sz="2800" dirty="0">
                <a:solidFill>
                  <a:srgbClr val="FFFF00"/>
                </a:solidFill>
                <a:latin typeface="Arial Rounded MT Bold" panose="020F0704030504030204" pitchFamily="34" charset="0"/>
              </a:rPr>
              <a:t>Critical Path Analysis </a:t>
            </a:r>
          </a:p>
        </p:txBody>
      </p:sp>
      <p:sp>
        <p:nvSpPr>
          <p:cNvPr id="24" name="TextBox 23">
            <a:extLst>
              <a:ext uri="{FF2B5EF4-FFF2-40B4-BE49-F238E27FC236}">
                <a16:creationId xmlns:a16="http://schemas.microsoft.com/office/drawing/2014/main" id="{ED0EF6E8-BECD-2BFF-7110-98944BA81AA7}"/>
              </a:ext>
            </a:extLst>
          </p:cNvPr>
          <p:cNvSpPr txBox="1"/>
          <p:nvPr/>
        </p:nvSpPr>
        <p:spPr>
          <a:xfrm>
            <a:off x="952075" y="2239115"/>
            <a:ext cx="6096000" cy="523220"/>
          </a:xfrm>
          <a:prstGeom prst="rect">
            <a:avLst/>
          </a:prstGeom>
          <a:noFill/>
        </p:spPr>
        <p:txBody>
          <a:bodyPr wrap="square">
            <a:spAutoFit/>
          </a:bodyPr>
          <a:lstStyle/>
          <a:p>
            <a:r>
              <a:rPr lang="en-US" sz="2800" b="1" dirty="0">
                <a:solidFill>
                  <a:srgbClr val="99FFCC"/>
                </a:solidFill>
                <a:effectLst>
                  <a:outerShdw blurRad="38100" dist="38100" dir="2700000" algn="tl">
                    <a:srgbClr val="000000">
                      <a:alpha val="43137"/>
                    </a:srgbClr>
                  </a:outerShdw>
                </a:effectLst>
                <a:latin typeface="Arial Nova Light" panose="020B0304020202020204" pitchFamily="34" charset="0"/>
              </a:rPr>
              <a:t>The Network Diagram</a:t>
            </a:r>
          </a:p>
        </p:txBody>
      </p:sp>
      <p:pic>
        <p:nvPicPr>
          <p:cNvPr id="5" name="Picture 4">
            <a:extLst>
              <a:ext uri="{FF2B5EF4-FFF2-40B4-BE49-F238E27FC236}">
                <a16:creationId xmlns:a16="http://schemas.microsoft.com/office/drawing/2014/main" id="{B078CE56-C951-D9DE-C9CA-A049B8EC652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693426" y="2982190"/>
            <a:ext cx="6805148" cy="3487905"/>
          </a:xfrm>
          <a:prstGeom prst="rect">
            <a:avLst/>
          </a:prstGeom>
        </p:spPr>
      </p:pic>
    </p:spTree>
    <p:extLst>
      <p:ext uri="{BB962C8B-B14F-4D97-AF65-F5344CB8AC3E}">
        <p14:creationId xmlns:p14="http://schemas.microsoft.com/office/powerpoint/2010/main" val="34562598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316A5661-2CFE-478C-BAC3-729F393F3C4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BC1DA2B-FE6F-1C6E-BFA0-9B15DC40309D}"/>
              </a:ext>
            </a:extLst>
          </p:cNvPr>
          <p:cNvSpPr>
            <a:spLocks noGrp="1"/>
          </p:cNvSpPr>
          <p:nvPr>
            <p:ph type="title"/>
          </p:nvPr>
        </p:nvSpPr>
        <p:spPr>
          <a:xfrm>
            <a:off x="2139081" y="92738"/>
            <a:ext cx="9514055" cy="1267138"/>
          </a:xfrm>
        </p:spPr>
        <p:txBody>
          <a:bodyPr anchor="ctr">
            <a:normAutofit/>
          </a:bodyPr>
          <a:lstStyle/>
          <a:p>
            <a:r>
              <a:rPr lang="en-US" sz="4000" dirty="0">
                <a:solidFill>
                  <a:schemeClr val="accent6">
                    <a:lumMod val="40000"/>
                    <a:lumOff val="60000"/>
                  </a:schemeClr>
                </a:solidFill>
                <a:latin typeface="Arial Rounded MT Bold" panose="020F0704030504030204" pitchFamily="34" charset="0"/>
              </a:rPr>
              <a:t>Project management tools</a:t>
            </a:r>
          </a:p>
        </p:txBody>
      </p:sp>
      <p:grpSp>
        <p:nvGrpSpPr>
          <p:cNvPr id="10" name="Group 9">
            <a:extLst>
              <a:ext uri="{FF2B5EF4-FFF2-40B4-BE49-F238E27FC236}">
                <a16:creationId xmlns:a16="http://schemas.microsoft.com/office/drawing/2014/main" id="{FB7BE8CD-E348-464A-82CC-7EF7AA82842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999771" y="649304"/>
            <a:ext cx="913428" cy="1315264"/>
            <a:chOff x="999771" y="649304"/>
            <a:chExt cx="913428" cy="1315264"/>
          </a:xfrm>
        </p:grpSpPr>
        <p:grpSp>
          <p:nvGrpSpPr>
            <p:cNvPr id="11" name="Group 10">
              <a:extLst>
                <a:ext uri="{FF2B5EF4-FFF2-40B4-BE49-F238E27FC236}">
                  <a16:creationId xmlns:a16="http://schemas.microsoft.com/office/drawing/2014/main" id="{B8CC82D2-4C4A-4C67-8483-5199F97B37A7}"/>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999771" y="932104"/>
              <a:ext cx="913428" cy="1032464"/>
              <a:chOff x="999771" y="932104"/>
              <a:chExt cx="913428" cy="1032464"/>
            </a:xfrm>
          </p:grpSpPr>
          <p:grpSp>
            <p:nvGrpSpPr>
              <p:cNvPr id="15" name="Group 14">
                <a:extLst>
                  <a:ext uri="{FF2B5EF4-FFF2-40B4-BE49-F238E27FC236}">
                    <a16:creationId xmlns:a16="http://schemas.microsoft.com/office/drawing/2014/main" id="{70D2391D-AA33-4F5E-BD96-B42D93DED226}"/>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rot="8100000" flipV="1">
                <a:off x="1047457" y="1290386"/>
                <a:ext cx="865742" cy="628383"/>
                <a:chOff x="558167" y="958515"/>
                <a:chExt cx="865742" cy="628383"/>
              </a:xfrm>
              <a:solidFill>
                <a:schemeClr val="accent3"/>
              </a:solidFill>
            </p:grpSpPr>
            <p:sp>
              <p:nvSpPr>
                <p:cNvPr id="22" name="Freeform: Shape 21">
                  <a:extLst>
                    <a:ext uri="{FF2B5EF4-FFF2-40B4-BE49-F238E27FC236}">
                      <a16:creationId xmlns:a16="http://schemas.microsoft.com/office/drawing/2014/main" id="{BE166DCE-539D-4C74-9C9D-AC000BA2F8A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8100000" flipH="1">
                  <a:off x="558167" y="1122160"/>
                  <a:ext cx="464738" cy="464738"/>
                </a:xfrm>
                <a:custGeom>
                  <a:avLst/>
                  <a:gdLst>
                    <a:gd name="connsiteX0" fmla="*/ 446142 w 464738"/>
                    <a:gd name="connsiteY0" fmla="*/ 464738 h 464738"/>
                    <a:gd name="connsiteX1" fmla="*/ 130673 w 464738"/>
                    <a:gd name="connsiteY1" fmla="*/ 334066 h 464738"/>
                    <a:gd name="connsiteX2" fmla="*/ 0 w 464738"/>
                    <a:gd name="connsiteY2" fmla="*/ 18596 h 464738"/>
                    <a:gd name="connsiteX3" fmla="*/ 836 w 464738"/>
                    <a:gd name="connsiteY3" fmla="*/ 1089 h 464738"/>
                    <a:gd name="connsiteX4" fmla="*/ 606 w 464738"/>
                    <a:gd name="connsiteY4" fmla="*/ 859 h 464738"/>
                    <a:gd name="connsiteX5" fmla="*/ 848 w 464738"/>
                    <a:gd name="connsiteY5" fmla="*/ 848 h 464738"/>
                    <a:gd name="connsiteX6" fmla="*/ 859 w 464738"/>
                    <a:gd name="connsiteY6" fmla="*/ 606 h 464738"/>
                    <a:gd name="connsiteX7" fmla="*/ 1089 w 464738"/>
                    <a:gd name="connsiteY7" fmla="*/ 836 h 464738"/>
                    <a:gd name="connsiteX8" fmla="*/ 18596 w 464738"/>
                    <a:gd name="connsiteY8" fmla="*/ 0 h 464738"/>
                    <a:gd name="connsiteX9" fmla="*/ 334066 w 464738"/>
                    <a:gd name="connsiteY9" fmla="*/ 130672 h 464738"/>
                    <a:gd name="connsiteX10" fmla="*/ 464738 w 464738"/>
                    <a:gd name="connsiteY10" fmla="*/ 446142 h 464738"/>
                    <a:gd name="connsiteX11" fmla="*/ 463902 w 464738"/>
                    <a:gd name="connsiteY11" fmla="*/ 463650 h 464738"/>
                    <a:gd name="connsiteX12" fmla="*/ 464132 w 464738"/>
                    <a:gd name="connsiteY12" fmla="*/ 463880 h 464738"/>
                    <a:gd name="connsiteX13" fmla="*/ 463891 w 464738"/>
                    <a:gd name="connsiteY13" fmla="*/ 463892 h 464738"/>
                    <a:gd name="connsiteX14" fmla="*/ 463879 w 464738"/>
                    <a:gd name="connsiteY14" fmla="*/ 464132 h 464738"/>
                    <a:gd name="connsiteX15" fmla="*/ 463650 w 464738"/>
                    <a:gd name="connsiteY15" fmla="*/ 463903 h 4647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64738" h="464738">
                      <a:moveTo>
                        <a:pt x="446142" y="464738"/>
                      </a:moveTo>
                      <a:cubicBezTo>
                        <a:pt x="331965" y="464738"/>
                        <a:pt x="217787" y="421181"/>
                        <a:pt x="130673" y="334066"/>
                      </a:cubicBezTo>
                      <a:cubicBezTo>
                        <a:pt x="43558" y="246952"/>
                        <a:pt x="1" y="132774"/>
                        <a:pt x="0" y="18596"/>
                      </a:cubicBezTo>
                      <a:lnTo>
                        <a:pt x="836" y="1089"/>
                      </a:lnTo>
                      <a:lnTo>
                        <a:pt x="606" y="859"/>
                      </a:lnTo>
                      <a:lnTo>
                        <a:pt x="848" y="848"/>
                      </a:lnTo>
                      <a:lnTo>
                        <a:pt x="859" y="606"/>
                      </a:lnTo>
                      <a:lnTo>
                        <a:pt x="1089" y="836"/>
                      </a:lnTo>
                      <a:lnTo>
                        <a:pt x="18596" y="0"/>
                      </a:lnTo>
                      <a:cubicBezTo>
                        <a:pt x="132774" y="0"/>
                        <a:pt x="246951" y="43557"/>
                        <a:pt x="334066" y="130672"/>
                      </a:cubicBezTo>
                      <a:cubicBezTo>
                        <a:pt x="421181" y="217787"/>
                        <a:pt x="464738" y="331964"/>
                        <a:pt x="464738" y="446142"/>
                      </a:cubicBezTo>
                      <a:lnTo>
                        <a:pt x="463902" y="463650"/>
                      </a:lnTo>
                      <a:lnTo>
                        <a:pt x="464132" y="463880"/>
                      </a:lnTo>
                      <a:lnTo>
                        <a:pt x="463891" y="463892"/>
                      </a:lnTo>
                      <a:lnTo>
                        <a:pt x="463879" y="464132"/>
                      </a:lnTo>
                      <a:lnTo>
                        <a:pt x="463650" y="463903"/>
                      </a:lnTo>
                      <a:close/>
                    </a:path>
                  </a:pathLst>
                </a:custGeom>
                <a:solidFill>
                  <a:schemeClr val="accent4">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3" name="Freeform: Shape 22">
                  <a:extLst>
                    <a:ext uri="{FF2B5EF4-FFF2-40B4-BE49-F238E27FC236}">
                      <a16:creationId xmlns:a16="http://schemas.microsoft.com/office/drawing/2014/main" id="{DCC6BEB5-DA1F-4F9E-BA5D-8F892A0FB8F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flipH="1">
                  <a:off x="959170" y="958515"/>
                  <a:ext cx="464739" cy="464739"/>
                </a:xfrm>
                <a:custGeom>
                  <a:avLst/>
                  <a:gdLst>
                    <a:gd name="connsiteX0" fmla="*/ 464132 w 464739"/>
                    <a:gd name="connsiteY0" fmla="*/ 463881 h 464739"/>
                    <a:gd name="connsiteX1" fmla="*/ 463891 w 464739"/>
                    <a:gd name="connsiteY1" fmla="*/ 463892 h 464739"/>
                    <a:gd name="connsiteX2" fmla="*/ 463880 w 464739"/>
                    <a:gd name="connsiteY2" fmla="*/ 464132 h 464739"/>
                    <a:gd name="connsiteX3" fmla="*/ 463651 w 464739"/>
                    <a:gd name="connsiteY3" fmla="*/ 463904 h 464739"/>
                    <a:gd name="connsiteX4" fmla="*/ 446142 w 464739"/>
                    <a:gd name="connsiteY4" fmla="*/ 464739 h 464739"/>
                    <a:gd name="connsiteX5" fmla="*/ 130673 w 464739"/>
                    <a:gd name="connsiteY5" fmla="*/ 334067 h 464739"/>
                    <a:gd name="connsiteX6" fmla="*/ 0 w 464739"/>
                    <a:gd name="connsiteY6" fmla="*/ 18597 h 464739"/>
                    <a:gd name="connsiteX7" fmla="*/ 836 w 464739"/>
                    <a:gd name="connsiteY7" fmla="*/ 1089 h 464739"/>
                    <a:gd name="connsiteX8" fmla="*/ 607 w 464739"/>
                    <a:gd name="connsiteY8" fmla="*/ 859 h 464739"/>
                    <a:gd name="connsiteX9" fmla="*/ 848 w 464739"/>
                    <a:gd name="connsiteY9" fmla="*/ 848 h 464739"/>
                    <a:gd name="connsiteX10" fmla="*/ 859 w 464739"/>
                    <a:gd name="connsiteY10" fmla="*/ 607 h 464739"/>
                    <a:gd name="connsiteX11" fmla="*/ 1089 w 464739"/>
                    <a:gd name="connsiteY11" fmla="*/ 836 h 464739"/>
                    <a:gd name="connsiteX12" fmla="*/ 18597 w 464739"/>
                    <a:gd name="connsiteY12" fmla="*/ 0 h 464739"/>
                    <a:gd name="connsiteX13" fmla="*/ 334067 w 464739"/>
                    <a:gd name="connsiteY13" fmla="*/ 130672 h 464739"/>
                    <a:gd name="connsiteX14" fmla="*/ 464739 w 464739"/>
                    <a:gd name="connsiteY14" fmla="*/ 446142 h 464739"/>
                    <a:gd name="connsiteX15" fmla="*/ 463903 w 464739"/>
                    <a:gd name="connsiteY15" fmla="*/ 463652 h 464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64739" h="464739">
                      <a:moveTo>
                        <a:pt x="464132" y="463881"/>
                      </a:moveTo>
                      <a:lnTo>
                        <a:pt x="463891" y="463892"/>
                      </a:lnTo>
                      <a:lnTo>
                        <a:pt x="463880" y="464132"/>
                      </a:lnTo>
                      <a:lnTo>
                        <a:pt x="463651" y="463904"/>
                      </a:lnTo>
                      <a:lnTo>
                        <a:pt x="446142" y="464739"/>
                      </a:lnTo>
                      <a:cubicBezTo>
                        <a:pt x="331965" y="464739"/>
                        <a:pt x="217787" y="421182"/>
                        <a:pt x="130673" y="334067"/>
                      </a:cubicBezTo>
                      <a:cubicBezTo>
                        <a:pt x="43558" y="246953"/>
                        <a:pt x="1" y="132775"/>
                        <a:pt x="0" y="18597"/>
                      </a:cubicBezTo>
                      <a:lnTo>
                        <a:pt x="836" y="1089"/>
                      </a:lnTo>
                      <a:lnTo>
                        <a:pt x="607" y="859"/>
                      </a:lnTo>
                      <a:lnTo>
                        <a:pt x="848" y="848"/>
                      </a:lnTo>
                      <a:lnTo>
                        <a:pt x="859" y="607"/>
                      </a:lnTo>
                      <a:lnTo>
                        <a:pt x="1089" y="836"/>
                      </a:lnTo>
                      <a:lnTo>
                        <a:pt x="18597" y="0"/>
                      </a:lnTo>
                      <a:cubicBezTo>
                        <a:pt x="132775" y="0"/>
                        <a:pt x="246952" y="43557"/>
                        <a:pt x="334067" y="130672"/>
                      </a:cubicBezTo>
                      <a:cubicBezTo>
                        <a:pt x="421182" y="217787"/>
                        <a:pt x="464739" y="331964"/>
                        <a:pt x="464739" y="446142"/>
                      </a:cubicBezTo>
                      <a:lnTo>
                        <a:pt x="463903" y="463652"/>
                      </a:lnTo>
                      <a:close/>
                    </a:path>
                  </a:pathLst>
                </a:custGeom>
                <a:solidFill>
                  <a:schemeClr val="accent4">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grpSp>
          <p:grpSp>
            <p:nvGrpSpPr>
              <p:cNvPr id="16" name="Group 15">
                <a:extLst>
                  <a:ext uri="{FF2B5EF4-FFF2-40B4-BE49-F238E27FC236}">
                    <a16:creationId xmlns:a16="http://schemas.microsoft.com/office/drawing/2014/main" id="{C0300EB9-093C-4C32-A212-821D7AC082B4}"/>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rot="10800000" flipH="1" flipV="1">
                <a:off x="999771" y="932104"/>
                <a:ext cx="864005" cy="1032464"/>
                <a:chOff x="2207971" y="2384401"/>
                <a:chExt cx="864005" cy="1032464"/>
              </a:xfrm>
            </p:grpSpPr>
            <p:sp>
              <p:nvSpPr>
                <p:cNvPr id="17" name="Freeform: Shape 16">
                  <a:extLst>
                    <a:ext uri="{FF2B5EF4-FFF2-40B4-BE49-F238E27FC236}">
                      <a16:creationId xmlns:a16="http://schemas.microsoft.com/office/drawing/2014/main" id="{AFC97B3C-CF0E-4C93-AA39-7A677A12C50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3500000">
                  <a:off x="2207971" y="2856305"/>
                  <a:ext cx="464739" cy="464739"/>
                </a:xfrm>
                <a:custGeom>
                  <a:avLst/>
                  <a:gdLst>
                    <a:gd name="connsiteX0" fmla="*/ 464132 w 464739"/>
                    <a:gd name="connsiteY0" fmla="*/ 463881 h 464739"/>
                    <a:gd name="connsiteX1" fmla="*/ 463891 w 464739"/>
                    <a:gd name="connsiteY1" fmla="*/ 463892 h 464739"/>
                    <a:gd name="connsiteX2" fmla="*/ 463880 w 464739"/>
                    <a:gd name="connsiteY2" fmla="*/ 464132 h 464739"/>
                    <a:gd name="connsiteX3" fmla="*/ 463651 w 464739"/>
                    <a:gd name="connsiteY3" fmla="*/ 463904 h 464739"/>
                    <a:gd name="connsiteX4" fmla="*/ 446142 w 464739"/>
                    <a:gd name="connsiteY4" fmla="*/ 464739 h 464739"/>
                    <a:gd name="connsiteX5" fmla="*/ 130673 w 464739"/>
                    <a:gd name="connsiteY5" fmla="*/ 334067 h 464739"/>
                    <a:gd name="connsiteX6" fmla="*/ 0 w 464739"/>
                    <a:gd name="connsiteY6" fmla="*/ 18597 h 464739"/>
                    <a:gd name="connsiteX7" fmla="*/ 836 w 464739"/>
                    <a:gd name="connsiteY7" fmla="*/ 1089 h 464739"/>
                    <a:gd name="connsiteX8" fmla="*/ 607 w 464739"/>
                    <a:gd name="connsiteY8" fmla="*/ 859 h 464739"/>
                    <a:gd name="connsiteX9" fmla="*/ 848 w 464739"/>
                    <a:gd name="connsiteY9" fmla="*/ 848 h 464739"/>
                    <a:gd name="connsiteX10" fmla="*/ 859 w 464739"/>
                    <a:gd name="connsiteY10" fmla="*/ 607 h 464739"/>
                    <a:gd name="connsiteX11" fmla="*/ 1089 w 464739"/>
                    <a:gd name="connsiteY11" fmla="*/ 836 h 464739"/>
                    <a:gd name="connsiteX12" fmla="*/ 18597 w 464739"/>
                    <a:gd name="connsiteY12" fmla="*/ 0 h 464739"/>
                    <a:gd name="connsiteX13" fmla="*/ 334067 w 464739"/>
                    <a:gd name="connsiteY13" fmla="*/ 130672 h 464739"/>
                    <a:gd name="connsiteX14" fmla="*/ 464739 w 464739"/>
                    <a:gd name="connsiteY14" fmla="*/ 446142 h 464739"/>
                    <a:gd name="connsiteX15" fmla="*/ 463903 w 464739"/>
                    <a:gd name="connsiteY15" fmla="*/ 463652 h 464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64739" h="464739">
                      <a:moveTo>
                        <a:pt x="464132" y="463881"/>
                      </a:moveTo>
                      <a:lnTo>
                        <a:pt x="463891" y="463892"/>
                      </a:lnTo>
                      <a:lnTo>
                        <a:pt x="463880" y="464132"/>
                      </a:lnTo>
                      <a:lnTo>
                        <a:pt x="463651" y="463904"/>
                      </a:lnTo>
                      <a:lnTo>
                        <a:pt x="446142" y="464739"/>
                      </a:lnTo>
                      <a:cubicBezTo>
                        <a:pt x="331965" y="464739"/>
                        <a:pt x="217787" y="421182"/>
                        <a:pt x="130673" y="334067"/>
                      </a:cubicBezTo>
                      <a:cubicBezTo>
                        <a:pt x="43558" y="246953"/>
                        <a:pt x="1" y="132775"/>
                        <a:pt x="0" y="18597"/>
                      </a:cubicBezTo>
                      <a:lnTo>
                        <a:pt x="836" y="1089"/>
                      </a:lnTo>
                      <a:lnTo>
                        <a:pt x="607" y="859"/>
                      </a:lnTo>
                      <a:lnTo>
                        <a:pt x="848" y="848"/>
                      </a:lnTo>
                      <a:lnTo>
                        <a:pt x="859" y="607"/>
                      </a:lnTo>
                      <a:lnTo>
                        <a:pt x="1089" y="836"/>
                      </a:lnTo>
                      <a:lnTo>
                        <a:pt x="18597" y="0"/>
                      </a:lnTo>
                      <a:cubicBezTo>
                        <a:pt x="132775" y="0"/>
                        <a:pt x="246952" y="43557"/>
                        <a:pt x="334067" y="130672"/>
                      </a:cubicBezTo>
                      <a:cubicBezTo>
                        <a:pt x="421182" y="217787"/>
                        <a:pt x="464739" y="331964"/>
                        <a:pt x="464739" y="446142"/>
                      </a:cubicBezTo>
                      <a:lnTo>
                        <a:pt x="463903" y="463652"/>
                      </a:lnTo>
                      <a:close/>
                    </a:path>
                  </a:pathLst>
                </a:cu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8" name="Freeform: Shape 17">
                  <a:extLst>
                    <a:ext uri="{FF2B5EF4-FFF2-40B4-BE49-F238E27FC236}">
                      <a16:creationId xmlns:a16="http://schemas.microsoft.com/office/drawing/2014/main" id="{0943F14E-6185-4A31-8318-2088A05F5C9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2607238" y="2688467"/>
                  <a:ext cx="464738" cy="464738"/>
                </a:xfrm>
                <a:custGeom>
                  <a:avLst/>
                  <a:gdLst>
                    <a:gd name="connsiteX0" fmla="*/ 446142 w 464738"/>
                    <a:gd name="connsiteY0" fmla="*/ 464738 h 464738"/>
                    <a:gd name="connsiteX1" fmla="*/ 130673 w 464738"/>
                    <a:gd name="connsiteY1" fmla="*/ 334066 h 464738"/>
                    <a:gd name="connsiteX2" fmla="*/ 0 w 464738"/>
                    <a:gd name="connsiteY2" fmla="*/ 18596 h 464738"/>
                    <a:gd name="connsiteX3" fmla="*/ 836 w 464738"/>
                    <a:gd name="connsiteY3" fmla="*/ 1089 h 464738"/>
                    <a:gd name="connsiteX4" fmla="*/ 606 w 464738"/>
                    <a:gd name="connsiteY4" fmla="*/ 859 h 464738"/>
                    <a:gd name="connsiteX5" fmla="*/ 848 w 464738"/>
                    <a:gd name="connsiteY5" fmla="*/ 848 h 464738"/>
                    <a:gd name="connsiteX6" fmla="*/ 859 w 464738"/>
                    <a:gd name="connsiteY6" fmla="*/ 606 h 464738"/>
                    <a:gd name="connsiteX7" fmla="*/ 1089 w 464738"/>
                    <a:gd name="connsiteY7" fmla="*/ 836 h 464738"/>
                    <a:gd name="connsiteX8" fmla="*/ 18596 w 464738"/>
                    <a:gd name="connsiteY8" fmla="*/ 0 h 464738"/>
                    <a:gd name="connsiteX9" fmla="*/ 334066 w 464738"/>
                    <a:gd name="connsiteY9" fmla="*/ 130672 h 464738"/>
                    <a:gd name="connsiteX10" fmla="*/ 464738 w 464738"/>
                    <a:gd name="connsiteY10" fmla="*/ 446142 h 464738"/>
                    <a:gd name="connsiteX11" fmla="*/ 463902 w 464738"/>
                    <a:gd name="connsiteY11" fmla="*/ 463650 h 464738"/>
                    <a:gd name="connsiteX12" fmla="*/ 464132 w 464738"/>
                    <a:gd name="connsiteY12" fmla="*/ 463880 h 464738"/>
                    <a:gd name="connsiteX13" fmla="*/ 463891 w 464738"/>
                    <a:gd name="connsiteY13" fmla="*/ 463892 h 464738"/>
                    <a:gd name="connsiteX14" fmla="*/ 463879 w 464738"/>
                    <a:gd name="connsiteY14" fmla="*/ 464132 h 464738"/>
                    <a:gd name="connsiteX15" fmla="*/ 463650 w 464738"/>
                    <a:gd name="connsiteY15" fmla="*/ 463903 h 4647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64738" h="464738">
                      <a:moveTo>
                        <a:pt x="446142" y="464738"/>
                      </a:moveTo>
                      <a:cubicBezTo>
                        <a:pt x="331965" y="464738"/>
                        <a:pt x="217787" y="421181"/>
                        <a:pt x="130673" y="334066"/>
                      </a:cubicBezTo>
                      <a:cubicBezTo>
                        <a:pt x="43558" y="246952"/>
                        <a:pt x="1" y="132774"/>
                        <a:pt x="0" y="18596"/>
                      </a:cubicBezTo>
                      <a:lnTo>
                        <a:pt x="836" y="1089"/>
                      </a:lnTo>
                      <a:lnTo>
                        <a:pt x="606" y="859"/>
                      </a:lnTo>
                      <a:lnTo>
                        <a:pt x="848" y="848"/>
                      </a:lnTo>
                      <a:lnTo>
                        <a:pt x="859" y="606"/>
                      </a:lnTo>
                      <a:lnTo>
                        <a:pt x="1089" y="836"/>
                      </a:lnTo>
                      <a:lnTo>
                        <a:pt x="18596" y="0"/>
                      </a:lnTo>
                      <a:cubicBezTo>
                        <a:pt x="132774" y="0"/>
                        <a:pt x="246951" y="43557"/>
                        <a:pt x="334066" y="130672"/>
                      </a:cubicBezTo>
                      <a:cubicBezTo>
                        <a:pt x="421181" y="217787"/>
                        <a:pt x="464738" y="331964"/>
                        <a:pt x="464738" y="446142"/>
                      </a:cubicBezTo>
                      <a:lnTo>
                        <a:pt x="463902" y="463650"/>
                      </a:lnTo>
                      <a:lnTo>
                        <a:pt x="464132" y="463880"/>
                      </a:lnTo>
                      <a:lnTo>
                        <a:pt x="463891" y="463892"/>
                      </a:lnTo>
                      <a:lnTo>
                        <a:pt x="463879" y="464132"/>
                      </a:lnTo>
                      <a:lnTo>
                        <a:pt x="463650" y="463903"/>
                      </a:lnTo>
                      <a:close/>
                    </a:path>
                  </a:pathLst>
                </a:cu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nvGrpSpPr>
                <p:cNvPr id="19" name="Group 18">
                  <a:extLst>
                    <a:ext uri="{FF2B5EF4-FFF2-40B4-BE49-F238E27FC236}">
                      <a16:creationId xmlns:a16="http://schemas.microsoft.com/office/drawing/2014/main" id="{F3B56658-371E-446B-B30D-D4EA2A88A973}"/>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2440769" y="2384401"/>
                  <a:ext cx="313009" cy="1032464"/>
                  <a:chOff x="2440769" y="2384401"/>
                  <a:chExt cx="313009" cy="1032464"/>
                </a:xfrm>
              </p:grpSpPr>
              <p:cxnSp>
                <p:nvCxnSpPr>
                  <p:cNvPr id="20" name="Straight Connector 19">
                    <a:extLst>
                      <a:ext uri="{FF2B5EF4-FFF2-40B4-BE49-F238E27FC236}">
                        <a16:creationId xmlns:a16="http://schemas.microsoft.com/office/drawing/2014/main" id="{068979FB-2943-4091-A490-D9F8695DF0D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rot="10800000" flipH="1">
                    <a:off x="2440769" y="2516865"/>
                    <a:ext cx="0" cy="900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B378C39C-3FC0-4521-8336-33A86391920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rot="8100000" flipH="1">
                    <a:off x="2753778" y="2384401"/>
                    <a:ext cx="0" cy="900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grpSp>
        <p:grpSp>
          <p:nvGrpSpPr>
            <p:cNvPr id="12" name="Group 11">
              <a:extLst>
                <a:ext uri="{FF2B5EF4-FFF2-40B4-BE49-F238E27FC236}">
                  <a16:creationId xmlns:a16="http://schemas.microsoft.com/office/drawing/2014/main" id="{72C6951D-2EAF-4333-B8A8-F473DC3BDF44}"/>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1437136" y="649304"/>
              <a:ext cx="388541" cy="388541"/>
              <a:chOff x="5752675" y="5440856"/>
              <a:chExt cx="388541" cy="388541"/>
            </a:xfrm>
          </p:grpSpPr>
          <p:sp>
            <p:nvSpPr>
              <p:cNvPr id="13" name="Oval 12">
                <a:extLst>
                  <a:ext uri="{FF2B5EF4-FFF2-40B4-BE49-F238E27FC236}">
                    <a16:creationId xmlns:a16="http://schemas.microsoft.com/office/drawing/2014/main" id="{63E77698-5758-433A-9DF3-3BE43B6FBDA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5800801" y="5488982"/>
                <a:ext cx="340415" cy="340415"/>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4" name="Oval 13">
                <a:extLst>
                  <a:ext uri="{FF2B5EF4-FFF2-40B4-BE49-F238E27FC236}">
                    <a16:creationId xmlns:a16="http://schemas.microsoft.com/office/drawing/2014/main" id="{FF47FF7F-75A9-438D-8BA7-428BF76974C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52675" y="5440856"/>
                <a:ext cx="340415" cy="340415"/>
              </a:xfrm>
              <a:prstGeom prst="ellipse">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grpSp>
      <p:sp>
        <p:nvSpPr>
          <p:cNvPr id="3" name="TextBox 2">
            <a:extLst>
              <a:ext uri="{FF2B5EF4-FFF2-40B4-BE49-F238E27FC236}">
                <a16:creationId xmlns:a16="http://schemas.microsoft.com/office/drawing/2014/main" id="{E1B3EC78-AF07-8A37-B218-94DF35BE2087}"/>
              </a:ext>
            </a:extLst>
          </p:cNvPr>
          <p:cNvSpPr txBox="1"/>
          <p:nvPr/>
        </p:nvSpPr>
        <p:spPr>
          <a:xfrm>
            <a:off x="9486900" y="5443538"/>
            <a:ext cx="184731" cy="369332"/>
          </a:xfrm>
          <a:prstGeom prst="rect">
            <a:avLst/>
          </a:prstGeom>
          <a:noFill/>
        </p:spPr>
        <p:txBody>
          <a:bodyPr wrap="none" rtlCol="0">
            <a:spAutoFit/>
          </a:bodyPr>
          <a:lstStyle/>
          <a:p>
            <a:endParaRPr lang="en-BD" dirty="0"/>
          </a:p>
        </p:txBody>
      </p:sp>
      <p:sp>
        <p:nvSpPr>
          <p:cNvPr id="25" name="TextBox 24">
            <a:extLst>
              <a:ext uri="{FF2B5EF4-FFF2-40B4-BE49-F238E27FC236}">
                <a16:creationId xmlns:a16="http://schemas.microsoft.com/office/drawing/2014/main" id="{D856AD59-8AD1-B85F-4827-7B31CC175126}"/>
              </a:ext>
            </a:extLst>
          </p:cNvPr>
          <p:cNvSpPr txBox="1"/>
          <p:nvPr/>
        </p:nvSpPr>
        <p:spPr>
          <a:xfrm>
            <a:off x="2187635" y="1319164"/>
            <a:ext cx="6096000" cy="523220"/>
          </a:xfrm>
          <a:prstGeom prst="rect">
            <a:avLst/>
          </a:prstGeom>
          <a:noFill/>
        </p:spPr>
        <p:txBody>
          <a:bodyPr wrap="square">
            <a:spAutoFit/>
          </a:bodyPr>
          <a:lstStyle/>
          <a:p>
            <a:r>
              <a:rPr lang="en-US" sz="2800" dirty="0">
                <a:solidFill>
                  <a:srgbClr val="FFFF00"/>
                </a:solidFill>
                <a:latin typeface="Arial Rounded MT Bold" panose="020F0704030504030204" pitchFamily="34" charset="0"/>
              </a:rPr>
              <a:t>Critical Path Analysis </a:t>
            </a:r>
          </a:p>
        </p:txBody>
      </p:sp>
      <p:sp>
        <p:nvSpPr>
          <p:cNvPr id="24" name="TextBox 23">
            <a:extLst>
              <a:ext uri="{FF2B5EF4-FFF2-40B4-BE49-F238E27FC236}">
                <a16:creationId xmlns:a16="http://schemas.microsoft.com/office/drawing/2014/main" id="{ED0EF6E8-BECD-2BFF-7110-98944BA81AA7}"/>
              </a:ext>
            </a:extLst>
          </p:cNvPr>
          <p:cNvSpPr txBox="1"/>
          <p:nvPr/>
        </p:nvSpPr>
        <p:spPr>
          <a:xfrm>
            <a:off x="952075" y="2239115"/>
            <a:ext cx="6096000" cy="523220"/>
          </a:xfrm>
          <a:prstGeom prst="rect">
            <a:avLst/>
          </a:prstGeom>
          <a:noFill/>
        </p:spPr>
        <p:txBody>
          <a:bodyPr wrap="square">
            <a:spAutoFit/>
          </a:bodyPr>
          <a:lstStyle/>
          <a:p>
            <a:r>
              <a:rPr lang="en-US" sz="2800" b="1" dirty="0">
                <a:solidFill>
                  <a:srgbClr val="99FFCC"/>
                </a:solidFill>
                <a:effectLst>
                  <a:outerShdw blurRad="38100" dist="38100" dir="2700000" algn="tl">
                    <a:srgbClr val="000000">
                      <a:alpha val="43137"/>
                    </a:srgbClr>
                  </a:outerShdw>
                </a:effectLst>
                <a:latin typeface="Arial Nova Light" panose="020B0304020202020204" pitchFamily="34" charset="0"/>
              </a:rPr>
              <a:t>The Network Diagram</a:t>
            </a:r>
          </a:p>
        </p:txBody>
      </p:sp>
      <p:pic>
        <p:nvPicPr>
          <p:cNvPr id="9" name="Picture 8" descr="Graphical user interface, chart&#10;&#10;Description automatically generated">
            <a:extLst>
              <a:ext uri="{FF2B5EF4-FFF2-40B4-BE49-F238E27FC236}">
                <a16:creationId xmlns:a16="http://schemas.microsoft.com/office/drawing/2014/main" id="{BC1A864E-F1A1-34E8-420B-CAA3AF9F3392}"/>
              </a:ext>
            </a:extLst>
          </p:cNvPr>
          <p:cNvPicPr>
            <a:picLocks noChangeAspect="1"/>
          </p:cNvPicPr>
          <p:nvPr/>
        </p:nvPicPr>
        <p:blipFill rotWithShape="1">
          <a:blip r:embed="rId2">
            <a:extLst>
              <a:ext uri="{28A0092B-C50C-407E-A947-70E740481C1C}">
                <a14:useLocalDpi xmlns:a14="http://schemas.microsoft.com/office/drawing/2010/main" val="0"/>
              </a:ext>
            </a:extLst>
          </a:blip>
          <a:srcRect l="11475" t="25553" r="7809" b="20625"/>
          <a:stretch/>
        </p:blipFill>
        <p:spPr>
          <a:xfrm>
            <a:off x="1399038" y="2844237"/>
            <a:ext cx="9840887" cy="3691116"/>
          </a:xfrm>
          <a:prstGeom prst="rect">
            <a:avLst/>
          </a:prstGeom>
        </p:spPr>
      </p:pic>
    </p:spTree>
    <p:extLst>
      <p:ext uri="{BB962C8B-B14F-4D97-AF65-F5344CB8AC3E}">
        <p14:creationId xmlns:p14="http://schemas.microsoft.com/office/powerpoint/2010/main" val="189601685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316A5661-2CFE-478C-BAC3-729F393F3C4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BC1DA2B-FE6F-1C6E-BFA0-9B15DC40309D}"/>
              </a:ext>
            </a:extLst>
          </p:cNvPr>
          <p:cNvSpPr>
            <a:spLocks noGrp="1"/>
          </p:cNvSpPr>
          <p:nvPr>
            <p:ph type="title"/>
          </p:nvPr>
        </p:nvSpPr>
        <p:spPr>
          <a:xfrm>
            <a:off x="2139081" y="92738"/>
            <a:ext cx="9514055" cy="1267138"/>
          </a:xfrm>
        </p:spPr>
        <p:txBody>
          <a:bodyPr anchor="ctr">
            <a:normAutofit/>
          </a:bodyPr>
          <a:lstStyle/>
          <a:p>
            <a:r>
              <a:rPr lang="en-US" sz="4000" dirty="0">
                <a:solidFill>
                  <a:schemeClr val="accent6">
                    <a:lumMod val="40000"/>
                    <a:lumOff val="60000"/>
                  </a:schemeClr>
                </a:solidFill>
                <a:latin typeface="Arial Rounded MT Bold" panose="020F0704030504030204" pitchFamily="34" charset="0"/>
              </a:rPr>
              <a:t>Project management tools</a:t>
            </a:r>
          </a:p>
        </p:txBody>
      </p:sp>
      <p:grpSp>
        <p:nvGrpSpPr>
          <p:cNvPr id="10" name="Group 9">
            <a:extLst>
              <a:ext uri="{FF2B5EF4-FFF2-40B4-BE49-F238E27FC236}">
                <a16:creationId xmlns:a16="http://schemas.microsoft.com/office/drawing/2014/main" id="{FB7BE8CD-E348-464A-82CC-7EF7AA82842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999771" y="649304"/>
            <a:ext cx="913428" cy="1315264"/>
            <a:chOff x="999771" y="649304"/>
            <a:chExt cx="913428" cy="1315264"/>
          </a:xfrm>
        </p:grpSpPr>
        <p:grpSp>
          <p:nvGrpSpPr>
            <p:cNvPr id="11" name="Group 10">
              <a:extLst>
                <a:ext uri="{FF2B5EF4-FFF2-40B4-BE49-F238E27FC236}">
                  <a16:creationId xmlns:a16="http://schemas.microsoft.com/office/drawing/2014/main" id="{B8CC82D2-4C4A-4C67-8483-5199F97B37A7}"/>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999771" y="932104"/>
              <a:ext cx="913428" cy="1032464"/>
              <a:chOff x="999771" y="932104"/>
              <a:chExt cx="913428" cy="1032464"/>
            </a:xfrm>
          </p:grpSpPr>
          <p:grpSp>
            <p:nvGrpSpPr>
              <p:cNvPr id="15" name="Group 14">
                <a:extLst>
                  <a:ext uri="{FF2B5EF4-FFF2-40B4-BE49-F238E27FC236}">
                    <a16:creationId xmlns:a16="http://schemas.microsoft.com/office/drawing/2014/main" id="{70D2391D-AA33-4F5E-BD96-B42D93DED226}"/>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rot="8100000" flipV="1">
                <a:off x="1047457" y="1290386"/>
                <a:ext cx="865742" cy="628383"/>
                <a:chOff x="558167" y="958515"/>
                <a:chExt cx="865742" cy="628383"/>
              </a:xfrm>
              <a:solidFill>
                <a:schemeClr val="accent3"/>
              </a:solidFill>
            </p:grpSpPr>
            <p:sp>
              <p:nvSpPr>
                <p:cNvPr id="22" name="Freeform: Shape 21">
                  <a:extLst>
                    <a:ext uri="{FF2B5EF4-FFF2-40B4-BE49-F238E27FC236}">
                      <a16:creationId xmlns:a16="http://schemas.microsoft.com/office/drawing/2014/main" id="{BE166DCE-539D-4C74-9C9D-AC000BA2F8A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8100000" flipH="1">
                  <a:off x="558167" y="1122160"/>
                  <a:ext cx="464738" cy="464738"/>
                </a:xfrm>
                <a:custGeom>
                  <a:avLst/>
                  <a:gdLst>
                    <a:gd name="connsiteX0" fmla="*/ 446142 w 464738"/>
                    <a:gd name="connsiteY0" fmla="*/ 464738 h 464738"/>
                    <a:gd name="connsiteX1" fmla="*/ 130673 w 464738"/>
                    <a:gd name="connsiteY1" fmla="*/ 334066 h 464738"/>
                    <a:gd name="connsiteX2" fmla="*/ 0 w 464738"/>
                    <a:gd name="connsiteY2" fmla="*/ 18596 h 464738"/>
                    <a:gd name="connsiteX3" fmla="*/ 836 w 464738"/>
                    <a:gd name="connsiteY3" fmla="*/ 1089 h 464738"/>
                    <a:gd name="connsiteX4" fmla="*/ 606 w 464738"/>
                    <a:gd name="connsiteY4" fmla="*/ 859 h 464738"/>
                    <a:gd name="connsiteX5" fmla="*/ 848 w 464738"/>
                    <a:gd name="connsiteY5" fmla="*/ 848 h 464738"/>
                    <a:gd name="connsiteX6" fmla="*/ 859 w 464738"/>
                    <a:gd name="connsiteY6" fmla="*/ 606 h 464738"/>
                    <a:gd name="connsiteX7" fmla="*/ 1089 w 464738"/>
                    <a:gd name="connsiteY7" fmla="*/ 836 h 464738"/>
                    <a:gd name="connsiteX8" fmla="*/ 18596 w 464738"/>
                    <a:gd name="connsiteY8" fmla="*/ 0 h 464738"/>
                    <a:gd name="connsiteX9" fmla="*/ 334066 w 464738"/>
                    <a:gd name="connsiteY9" fmla="*/ 130672 h 464738"/>
                    <a:gd name="connsiteX10" fmla="*/ 464738 w 464738"/>
                    <a:gd name="connsiteY10" fmla="*/ 446142 h 464738"/>
                    <a:gd name="connsiteX11" fmla="*/ 463902 w 464738"/>
                    <a:gd name="connsiteY11" fmla="*/ 463650 h 464738"/>
                    <a:gd name="connsiteX12" fmla="*/ 464132 w 464738"/>
                    <a:gd name="connsiteY12" fmla="*/ 463880 h 464738"/>
                    <a:gd name="connsiteX13" fmla="*/ 463891 w 464738"/>
                    <a:gd name="connsiteY13" fmla="*/ 463892 h 464738"/>
                    <a:gd name="connsiteX14" fmla="*/ 463879 w 464738"/>
                    <a:gd name="connsiteY14" fmla="*/ 464132 h 464738"/>
                    <a:gd name="connsiteX15" fmla="*/ 463650 w 464738"/>
                    <a:gd name="connsiteY15" fmla="*/ 463903 h 4647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64738" h="464738">
                      <a:moveTo>
                        <a:pt x="446142" y="464738"/>
                      </a:moveTo>
                      <a:cubicBezTo>
                        <a:pt x="331965" y="464738"/>
                        <a:pt x="217787" y="421181"/>
                        <a:pt x="130673" y="334066"/>
                      </a:cubicBezTo>
                      <a:cubicBezTo>
                        <a:pt x="43558" y="246952"/>
                        <a:pt x="1" y="132774"/>
                        <a:pt x="0" y="18596"/>
                      </a:cubicBezTo>
                      <a:lnTo>
                        <a:pt x="836" y="1089"/>
                      </a:lnTo>
                      <a:lnTo>
                        <a:pt x="606" y="859"/>
                      </a:lnTo>
                      <a:lnTo>
                        <a:pt x="848" y="848"/>
                      </a:lnTo>
                      <a:lnTo>
                        <a:pt x="859" y="606"/>
                      </a:lnTo>
                      <a:lnTo>
                        <a:pt x="1089" y="836"/>
                      </a:lnTo>
                      <a:lnTo>
                        <a:pt x="18596" y="0"/>
                      </a:lnTo>
                      <a:cubicBezTo>
                        <a:pt x="132774" y="0"/>
                        <a:pt x="246951" y="43557"/>
                        <a:pt x="334066" y="130672"/>
                      </a:cubicBezTo>
                      <a:cubicBezTo>
                        <a:pt x="421181" y="217787"/>
                        <a:pt x="464738" y="331964"/>
                        <a:pt x="464738" y="446142"/>
                      </a:cubicBezTo>
                      <a:lnTo>
                        <a:pt x="463902" y="463650"/>
                      </a:lnTo>
                      <a:lnTo>
                        <a:pt x="464132" y="463880"/>
                      </a:lnTo>
                      <a:lnTo>
                        <a:pt x="463891" y="463892"/>
                      </a:lnTo>
                      <a:lnTo>
                        <a:pt x="463879" y="464132"/>
                      </a:lnTo>
                      <a:lnTo>
                        <a:pt x="463650" y="463903"/>
                      </a:lnTo>
                      <a:close/>
                    </a:path>
                  </a:pathLst>
                </a:custGeom>
                <a:solidFill>
                  <a:schemeClr val="accent4">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3" name="Freeform: Shape 22">
                  <a:extLst>
                    <a:ext uri="{FF2B5EF4-FFF2-40B4-BE49-F238E27FC236}">
                      <a16:creationId xmlns:a16="http://schemas.microsoft.com/office/drawing/2014/main" id="{DCC6BEB5-DA1F-4F9E-BA5D-8F892A0FB8F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flipH="1">
                  <a:off x="959170" y="958515"/>
                  <a:ext cx="464739" cy="464739"/>
                </a:xfrm>
                <a:custGeom>
                  <a:avLst/>
                  <a:gdLst>
                    <a:gd name="connsiteX0" fmla="*/ 464132 w 464739"/>
                    <a:gd name="connsiteY0" fmla="*/ 463881 h 464739"/>
                    <a:gd name="connsiteX1" fmla="*/ 463891 w 464739"/>
                    <a:gd name="connsiteY1" fmla="*/ 463892 h 464739"/>
                    <a:gd name="connsiteX2" fmla="*/ 463880 w 464739"/>
                    <a:gd name="connsiteY2" fmla="*/ 464132 h 464739"/>
                    <a:gd name="connsiteX3" fmla="*/ 463651 w 464739"/>
                    <a:gd name="connsiteY3" fmla="*/ 463904 h 464739"/>
                    <a:gd name="connsiteX4" fmla="*/ 446142 w 464739"/>
                    <a:gd name="connsiteY4" fmla="*/ 464739 h 464739"/>
                    <a:gd name="connsiteX5" fmla="*/ 130673 w 464739"/>
                    <a:gd name="connsiteY5" fmla="*/ 334067 h 464739"/>
                    <a:gd name="connsiteX6" fmla="*/ 0 w 464739"/>
                    <a:gd name="connsiteY6" fmla="*/ 18597 h 464739"/>
                    <a:gd name="connsiteX7" fmla="*/ 836 w 464739"/>
                    <a:gd name="connsiteY7" fmla="*/ 1089 h 464739"/>
                    <a:gd name="connsiteX8" fmla="*/ 607 w 464739"/>
                    <a:gd name="connsiteY8" fmla="*/ 859 h 464739"/>
                    <a:gd name="connsiteX9" fmla="*/ 848 w 464739"/>
                    <a:gd name="connsiteY9" fmla="*/ 848 h 464739"/>
                    <a:gd name="connsiteX10" fmla="*/ 859 w 464739"/>
                    <a:gd name="connsiteY10" fmla="*/ 607 h 464739"/>
                    <a:gd name="connsiteX11" fmla="*/ 1089 w 464739"/>
                    <a:gd name="connsiteY11" fmla="*/ 836 h 464739"/>
                    <a:gd name="connsiteX12" fmla="*/ 18597 w 464739"/>
                    <a:gd name="connsiteY12" fmla="*/ 0 h 464739"/>
                    <a:gd name="connsiteX13" fmla="*/ 334067 w 464739"/>
                    <a:gd name="connsiteY13" fmla="*/ 130672 h 464739"/>
                    <a:gd name="connsiteX14" fmla="*/ 464739 w 464739"/>
                    <a:gd name="connsiteY14" fmla="*/ 446142 h 464739"/>
                    <a:gd name="connsiteX15" fmla="*/ 463903 w 464739"/>
                    <a:gd name="connsiteY15" fmla="*/ 463652 h 464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64739" h="464739">
                      <a:moveTo>
                        <a:pt x="464132" y="463881"/>
                      </a:moveTo>
                      <a:lnTo>
                        <a:pt x="463891" y="463892"/>
                      </a:lnTo>
                      <a:lnTo>
                        <a:pt x="463880" y="464132"/>
                      </a:lnTo>
                      <a:lnTo>
                        <a:pt x="463651" y="463904"/>
                      </a:lnTo>
                      <a:lnTo>
                        <a:pt x="446142" y="464739"/>
                      </a:lnTo>
                      <a:cubicBezTo>
                        <a:pt x="331965" y="464739"/>
                        <a:pt x="217787" y="421182"/>
                        <a:pt x="130673" y="334067"/>
                      </a:cubicBezTo>
                      <a:cubicBezTo>
                        <a:pt x="43558" y="246953"/>
                        <a:pt x="1" y="132775"/>
                        <a:pt x="0" y="18597"/>
                      </a:cubicBezTo>
                      <a:lnTo>
                        <a:pt x="836" y="1089"/>
                      </a:lnTo>
                      <a:lnTo>
                        <a:pt x="607" y="859"/>
                      </a:lnTo>
                      <a:lnTo>
                        <a:pt x="848" y="848"/>
                      </a:lnTo>
                      <a:lnTo>
                        <a:pt x="859" y="607"/>
                      </a:lnTo>
                      <a:lnTo>
                        <a:pt x="1089" y="836"/>
                      </a:lnTo>
                      <a:lnTo>
                        <a:pt x="18597" y="0"/>
                      </a:lnTo>
                      <a:cubicBezTo>
                        <a:pt x="132775" y="0"/>
                        <a:pt x="246952" y="43557"/>
                        <a:pt x="334067" y="130672"/>
                      </a:cubicBezTo>
                      <a:cubicBezTo>
                        <a:pt x="421182" y="217787"/>
                        <a:pt x="464739" y="331964"/>
                        <a:pt x="464739" y="446142"/>
                      </a:cubicBezTo>
                      <a:lnTo>
                        <a:pt x="463903" y="463652"/>
                      </a:lnTo>
                      <a:close/>
                    </a:path>
                  </a:pathLst>
                </a:custGeom>
                <a:solidFill>
                  <a:schemeClr val="accent4">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grpSp>
          <p:grpSp>
            <p:nvGrpSpPr>
              <p:cNvPr id="16" name="Group 15">
                <a:extLst>
                  <a:ext uri="{FF2B5EF4-FFF2-40B4-BE49-F238E27FC236}">
                    <a16:creationId xmlns:a16="http://schemas.microsoft.com/office/drawing/2014/main" id="{C0300EB9-093C-4C32-A212-821D7AC082B4}"/>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rot="10800000" flipH="1" flipV="1">
                <a:off x="999771" y="932104"/>
                <a:ext cx="864005" cy="1032464"/>
                <a:chOff x="2207971" y="2384401"/>
                <a:chExt cx="864005" cy="1032464"/>
              </a:xfrm>
            </p:grpSpPr>
            <p:sp>
              <p:nvSpPr>
                <p:cNvPr id="17" name="Freeform: Shape 16">
                  <a:extLst>
                    <a:ext uri="{FF2B5EF4-FFF2-40B4-BE49-F238E27FC236}">
                      <a16:creationId xmlns:a16="http://schemas.microsoft.com/office/drawing/2014/main" id="{AFC97B3C-CF0E-4C93-AA39-7A677A12C50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3500000">
                  <a:off x="2207971" y="2856305"/>
                  <a:ext cx="464739" cy="464739"/>
                </a:xfrm>
                <a:custGeom>
                  <a:avLst/>
                  <a:gdLst>
                    <a:gd name="connsiteX0" fmla="*/ 464132 w 464739"/>
                    <a:gd name="connsiteY0" fmla="*/ 463881 h 464739"/>
                    <a:gd name="connsiteX1" fmla="*/ 463891 w 464739"/>
                    <a:gd name="connsiteY1" fmla="*/ 463892 h 464739"/>
                    <a:gd name="connsiteX2" fmla="*/ 463880 w 464739"/>
                    <a:gd name="connsiteY2" fmla="*/ 464132 h 464739"/>
                    <a:gd name="connsiteX3" fmla="*/ 463651 w 464739"/>
                    <a:gd name="connsiteY3" fmla="*/ 463904 h 464739"/>
                    <a:gd name="connsiteX4" fmla="*/ 446142 w 464739"/>
                    <a:gd name="connsiteY4" fmla="*/ 464739 h 464739"/>
                    <a:gd name="connsiteX5" fmla="*/ 130673 w 464739"/>
                    <a:gd name="connsiteY5" fmla="*/ 334067 h 464739"/>
                    <a:gd name="connsiteX6" fmla="*/ 0 w 464739"/>
                    <a:gd name="connsiteY6" fmla="*/ 18597 h 464739"/>
                    <a:gd name="connsiteX7" fmla="*/ 836 w 464739"/>
                    <a:gd name="connsiteY7" fmla="*/ 1089 h 464739"/>
                    <a:gd name="connsiteX8" fmla="*/ 607 w 464739"/>
                    <a:gd name="connsiteY8" fmla="*/ 859 h 464739"/>
                    <a:gd name="connsiteX9" fmla="*/ 848 w 464739"/>
                    <a:gd name="connsiteY9" fmla="*/ 848 h 464739"/>
                    <a:gd name="connsiteX10" fmla="*/ 859 w 464739"/>
                    <a:gd name="connsiteY10" fmla="*/ 607 h 464739"/>
                    <a:gd name="connsiteX11" fmla="*/ 1089 w 464739"/>
                    <a:gd name="connsiteY11" fmla="*/ 836 h 464739"/>
                    <a:gd name="connsiteX12" fmla="*/ 18597 w 464739"/>
                    <a:gd name="connsiteY12" fmla="*/ 0 h 464739"/>
                    <a:gd name="connsiteX13" fmla="*/ 334067 w 464739"/>
                    <a:gd name="connsiteY13" fmla="*/ 130672 h 464739"/>
                    <a:gd name="connsiteX14" fmla="*/ 464739 w 464739"/>
                    <a:gd name="connsiteY14" fmla="*/ 446142 h 464739"/>
                    <a:gd name="connsiteX15" fmla="*/ 463903 w 464739"/>
                    <a:gd name="connsiteY15" fmla="*/ 463652 h 464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64739" h="464739">
                      <a:moveTo>
                        <a:pt x="464132" y="463881"/>
                      </a:moveTo>
                      <a:lnTo>
                        <a:pt x="463891" y="463892"/>
                      </a:lnTo>
                      <a:lnTo>
                        <a:pt x="463880" y="464132"/>
                      </a:lnTo>
                      <a:lnTo>
                        <a:pt x="463651" y="463904"/>
                      </a:lnTo>
                      <a:lnTo>
                        <a:pt x="446142" y="464739"/>
                      </a:lnTo>
                      <a:cubicBezTo>
                        <a:pt x="331965" y="464739"/>
                        <a:pt x="217787" y="421182"/>
                        <a:pt x="130673" y="334067"/>
                      </a:cubicBezTo>
                      <a:cubicBezTo>
                        <a:pt x="43558" y="246953"/>
                        <a:pt x="1" y="132775"/>
                        <a:pt x="0" y="18597"/>
                      </a:cubicBezTo>
                      <a:lnTo>
                        <a:pt x="836" y="1089"/>
                      </a:lnTo>
                      <a:lnTo>
                        <a:pt x="607" y="859"/>
                      </a:lnTo>
                      <a:lnTo>
                        <a:pt x="848" y="848"/>
                      </a:lnTo>
                      <a:lnTo>
                        <a:pt x="859" y="607"/>
                      </a:lnTo>
                      <a:lnTo>
                        <a:pt x="1089" y="836"/>
                      </a:lnTo>
                      <a:lnTo>
                        <a:pt x="18597" y="0"/>
                      </a:lnTo>
                      <a:cubicBezTo>
                        <a:pt x="132775" y="0"/>
                        <a:pt x="246952" y="43557"/>
                        <a:pt x="334067" y="130672"/>
                      </a:cubicBezTo>
                      <a:cubicBezTo>
                        <a:pt x="421182" y="217787"/>
                        <a:pt x="464739" y="331964"/>
                        <a:pt x="464739" y="446142"/>
                      </a:cubicBezTo>
                      <a:lnTo>
                        <a:pt x="463903" y="463652"/>
                      </a:lnTo>
                      <a:close/>
                    </a:path>
                  </a:pathLst>
                </a:cu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8" name="Freeform: Shape 17">
                  <a:extLst>
                    <a:ext uri="{FF2B5EF4-FFF2-40B4-BE49-F238E27FC236}">
                      <a16:creationId xmlns:a16="http://schemas.microsoft.com/office/drawing/2014/main" id="{0943F14E-6185-4A31-8318-2088A05F5C9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2607238" y="2688467"/>
                  <a:ext cx="464738" cy="464738"/>
                </a:xfrm>
                <a:custGeom>
                  <a:avLst/>
                  <a:gdLst>
                    <a:gd name="connsiteX0" fmla="*/ 446142 w 464738"/>
                    <a:gd name="connsiteY0" fmla="*/ 464738 h 464738"/>
                    <a:gd name="connsiteX1" fmla="*/ 130673 w 464738"/>
                    <a:gd name="connsiteY1" fmla="*/ 334066 h 464738"/>
                    <a:gd name="connsiteX2" fmla="*/ 0 w 464738"/>
                    <a:gd name="connsiteY2" fmla="*/ 18596 h 464738"/>
                    <a:gd name="connsiteX3" fmla="*/ 836 w 464738"/>
                    <a:gd name="connsiteY3" fmla="*/ 1089 h 464738"/>
                    <a:gd name="connsiteX4" fmla="*/ 606 w 464738"/>
                    <a:gd name="connsiteY4" fmla="*/ 859 h 464738"/>
                    <a:gd name="connsiteX5" fmla="*/ 848 w 464738"/>
                    <a:gd name="connsiteY5" fmla="*/ 848 h 464738"/>
                    <a:gd name="connsiteX6" fmla="*/ 859 w 464738"/>
                    <a:gd name="connsiteY6" fmla="*/ 606 h 464738"/>
                    <a:gd name="connsiteX7" fmla="*/ 1089 w 464738"/>
                    <a:gd name="connsiteY7" fmla="*/ 836 h 464738"/>
                    <a:gd name="connsiteX8" fmla="*/ 18596 w 464738"/>
                    <a:gd name="connsiteY8" fmla="*/ 0 h 464738"/>
                    <a:gd name="connsiteX9" fmla="*/ 334066 w 464738"/>
                    <a:gd name="connsiteY9" fmla="*/ 130672 h 464738"/>
                    <a:gd name="connsiteX10" fmla="*/ 464738 w 464738"/>
                    <a:gd name="connsiteY10" fmla="*/ 446142 h 464738"/>
                    <a:gd name="connsiteX11" fmla="*/ 463902 w 464738"/>
                    <a:gd name="connsiteY11" fmla="*/ 463650 h 464738"/>
                    <a:gd name="connsiteX12" fmla="*/ 464132 w 464738"/>
                    <a:gd name="connsiteY12" fmla="*/ 463880 h 464738"/>
                    <a:gd name="connsiteX13" fmla="*/ 463891 w 464738"/>
                    <a:gd name="connsiteY13" fmla="*/ 463892 h 464738"/>
                    <a:gd name="connsiteX14" fmla="*/ 463879 w 464738"/>
                    <a:gd name="connsiteY14" fmla="*/ 464132 h 464738"/>
                    <a:gd name="connsiteX15" fmla="*/ 463650 w 464738"/>
                    <a:gd name="connsiteY15" fmla="*/ 463903 h 4647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64738" h="464738">
                      <a:moveTo>
                        <a:pt x="446142" y="464738"/>
                      </a:moveTo>
                      <a:cubicBezTo>
                        <a:pt x="331965" y="464738"/>
                        <a:pt x="217787" y="421181"/>
                        <a:pt x="130673" y="334066"/>
                      </a:cubicBezTo>
                      <a:cubicBezTo>
                        <a:pt x="43558" y="246952"/>
                        <a:pt x="1" y="132774"/>
                        <a:pt x="0" y="18596"/>
                      </a:cubicBezTo>
                      <a:lnTo>
                        <a:pt x="836" y="1089"/>
                      </a:lnTo>
                      <a:lnTo>
                        <a:pt x="606" y="859"/>
                      </a:lnTo>
                      <a:lnTo>
                        <a:pt x="848" y="848"/>
                      </a:lnTo>
                      <a:lnTo>
                        <a:pt x="859" y="606"/>
                      </a:lnTo>
                      <a:lnTo>
                        <a:pt x="1089" y="836"/>
                      </a:lnTo>
                      <a:lnTo>
                        <a:pt x="18596" y="0"/>
                      </a:lnTo>
                      <a:cubicBezTo>
                        <a:pt x="132774" y="0"/>
                        <a:pt x="246951" y="43557"/>
                        <a:pt x="334066" y="130672"/>
                      </a:cubicBezTo>
                      <a:cubicBezTo>
                        <a:pt x="421181" y="217787"/>
                        <a:pt x="464738" y="331964"/>
                        <a:pt x="464738" y="446142"/>
                      </a:cubicBezTo>
                      <a:lnTo>
                        <a:pt x="463902" y="463650"/>
                      </a:lnTo>
                      <a:lnTo>
                        <a:pt x="464132" y="463880"/>
                      </a:lnTo>
                      <a:lnTo>
                        <a:pt x="463891" y="463892"/>
                      </a:lnTo>
                      <a:lnTo>
                        <a:pt x="463879" y="464132"/>
                      </a:lnTo>
                      <a:lnTo>
                        <a:pt x="463650" y="463903"/>
                      </a:lnTo>
                      <a:close/>
                    </a:path>
                  </a:pathLst>
                </a:cu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nvGrpSpPr>
                <p:cNvPr id="19" name="Group 18">
                  <a:extLst>
                    <a:ext uri="{FF2B5EF4-FFF2-40B4-BE49-F238E27FC236}">
                      <a16:creationId xmlns:a16="http://schemas.microsoft.com/office/drawing/2014/main" id="{F3B56658-371E-446B-B30D-D4EA2A88A973}"/>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2440769" y="2384401"/>
                  <a:ext cx="313009" cy="1032464"/>
                  <a:chOff x="2440769" y="2384401"/>
                  <a:chExt cx="313009" cy="1032464"/>
                </a:xfrm>
              </p:grpSpPr>
              <p:cxnSp>
                <p:nvCxnSpPr>
                  <p:cNvPr id="20" name="Straight Connector 19">
                    <a:extLst>
                      <a:ext uri="{FF2B5EF4-FFF2-40B4-BE49-F238E27FC236}">
                        <a16:creationId xmlns:a16="http://schemas.microsoft.com/office/drawing/2014/main" id="{068979FB-2943-4091-A490-D9F8695DF0D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rot="10800000" flipH="1">
                    <a:off x="2440769" y="2516865"/>
                    <a:ext cx="0" cy="900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B378C39C-3FC0-4521-8336-33A86391920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rot="8100000" flipH="1">
                    <a:off x="2753778" y="2384401"/>
                    <a:ext cx="0" cy="900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grpSp>
        <p:grpSp>
          <p:nvGrpSpPr>
            <p:cNvPr id="12" name="Group 11">
              <a:extLst>
                <a:ext uri="{FF2B5EF4-FFF2-40B4-BE49-F238E27FC236}">
                  <a16:creationId xmlns:a16="http://schemas.microsoft.com/office/drawing/2014/main" id="{72C6951D-2EAF-4333-B8A8-F473DC3BDF44}"/>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1437136" y="649304"/>
              <a:ext cx="388541" cy="388541"/>
              <a:chOff x="5752675" y="5440856"/>
              <a:chExt cx="388541" cy="388541"/>
            </a:xfrm>
          </p:grpSpPr>
          <p:sp>
            <p:nvSpPr>
              <p:cNvPr id="13" name="Oval 12">
                <a:extLst>
                  <a:ext uri="{FF2B5EF4-FFF2-40B4-BE49-F238E27FC236}">
                    <a16:creationId xmlns:a16="http://schemas.microsoft.com/office/drawing/2014/main" id="{63E77698-5758-433A-9DF3-3BE43B6FBDA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5800801" y="5488982"/>
                <a:ext cx="340415" cy="340415"/>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4" name="Oval 13">
                <a:extLst>
                  <a:ext uri="{FF2B5EF4-FFF2-40B4-BE49-F238E27FC236}">
                    <a16:creationId xmlns:a16="http://schemas.microsoft.com/office/drawing/2014/main" id="{FF47FF7F-75A9-438D-8BA7-428BF76974C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52675" y="5440856"/>
                <a:ext cx="340415" cy="340415"/>
              </a:xfrm>
              <a:prstGeom prst="ellipse">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grpSp>
      <p:sp>
        <p:nvSpPr>
          <p:cNvPr id="3" name="TextBox 2">
            <a:extLst>
              <a:ext uri="{FF2B5EF4-FFF2-40B4-BE49-F238E27FC236}">
                <a16:creationId xmlns:a16="http://schemas.microsoft.com/office/drawing/2014/main" id="{E1B3EC78-AF07-8A37-B218-94DF35BE2087}"/>
              </a:ext>
            </a:extLst>
          </p:cNvPr>
          <p:cNvSpPr txBox="1"/>
          <p:nvPr/>
        </p:nvSpPr>
        <p:spPr>
          <a:xfrm>
            <a:off x="9486900" y="5443538"/>
            <a:ext cx="184731" cy="369332"/>
          </a:xfrm>
          <a:prstGeom prst="rect">
            <a:avLst/>
          </a:prstGeom>
          <a:noFill/>
        </p:spPr>
        <p:txBody>
          <a:bodyPr wrap="none" rtlCol="0">
            <a:spAutoFit/>
          </a:bodyPr>
          <a:lstStyle/>
          <a:p>
            <a:endParaRPr lang="en-BD" dirty="0"/>
          </a:p>
        </p:txBody>
      </p:sp>
      <p:sp>
        <p:nvSpPr>
          <p:cNvPr id="25" name="TextBox 24">
            <a:extLst>
              <a:ext uri="{FF2B5EF4-FFF2-40B4-BE49-F238E27FC236}">
                <a16:creationId xmlns:a16="http://schemas.microsoft.com/office/drawing/2014/main" id="{D856AD59-8AD1-B85F-4827-7B31CC175126}"/>
              </a:ext>
            </a:extLst>
          </p:cNvPr>
          <p:cNvSpPr txBox="1"/>
          <p:nvPr/>
        </p:nvSpPr>
        <p:spPr>
          <a:xfrm>
            <a:off x="2187635" y="1319164"/>
            <a:ext cx="6096000" cy="523220"/>
          </a:xfrm>
          <a:prstGeom prst="rect">
            <a:avLst/>
          </a:prstGeom>
          <a:noFill/>
        </p:spPr>
        <p:txBody>
          <a:bodyPr wrap="square">
            <a:spAutoFit/>
          </a:bodyPr>
          <a:lstStyle/>
          <a:p>
            <a:r>
              <a:rPr lang="en-US" sz="2800" dirty="0">
                <a:solidFill>
                  <a:srgbClr val="FFFF00"/>
                </a:solidFill>
                <a:latin typeface="Arial Rounded MT Bold" panose="020F0704030504030204" pitchFamily="34" charset="0"/>
              </a:rPr>
              <a:t>Critical Path Analysis </a:t>
            </a:r>
          </a:p>
        </p:txBody>
      </p:sp>
      <p:sp>
        <p:nvSpPr>
          <p:cNvPr id="24" name="TextBox 23">
            <a:extLst>
              <a:ext uri="{FF2B5EF4-FFF2-40B4-BE49-F238E27FC236}">
                <a16:creationId xmlns:a16="http://schemas.microsoft.com/office/drawing/2014/main" id="{ED0EF6E8-BECD-2BFF-7110-98944BA81AA7}"/>
              </a:ext>
            </a:extLst>
          </p:cNvPr>
          <p:cNvSpPr txBox="1"/>
          <p:nvPr/>
        </p:nvSpPr>
        <p:spPr>
          <a:xfrm>
            <a:off x="952075" y="2239115"/>
            <a:ext cx="6096000" cy="523220"/>
          </a:xfrm>
          <a:prstGeom prst="rect">
            <a:avLst/>
          </a:prstGeom>
          <a:noFill/>
        </p:spPr>
        <p:txBody>
          <a:bodyPr wrap="square">
            <a:spAutoFit/>
          </a:bodyPr>
          <a:lstStyle/>
          <a:p>
            <a:r>
              <a:rPr lang="en-US" sz="2800" b="1" dirty="0">
                <a:solidFill>
                  <a:srgbClr val="99FFCC"/>
                </a:solidFill>
                <a:effectLst>
                  <a:outerShdw blurRad="38100" dist="38100" dir="2700000" algn="tl">
                    <a:srgbClr val="000000">
                      <a:alpha val="43137"/>
                    </a:srgbClr>
                  </a:outerShdw>
                </a:effectLst>
                <a:latin typeface="Arial Nova Light" panose="020B0304020202020204" pitchFamily="34" charset="0"/>
              </a:rPr>
              <a:t>The Network Diagram</a:t>
            </a:r>
          </a:p>
        </p:txBody>
      </p:sp>
      <p:pic>
        <p:nvPicPr>
          <p:cNvPr id="5" name="Picture 4" descr="Table&#10;&#10;Description automatically generated">
            <a:extLst>
              <a:ext uri="{FF2B5EF4-FFF2-40B4-BE49-F238E27FC236}">
                <a16:creationId xmlns:a16="http://schemas.microsoft.com/office/drawing/2014/main" id="{A954AD04-A798-56CA-DA7C-0674CB557FE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614620" y="2984333"/>
            <a:ext cx="6896100" cy="3467100"/>
          </a:xfrm>
          <a:prstGeom prst="rect">
            <a:avLst/>
          </a:prstGeom>
        </p:spPr>
      </p:pic>
    </p:spTree>
    <p:extLst>
      <p:ext uri="{BB962C8B-B14F-4D97-AF65-F5344CB8AC3E}">
        <p14:creationId xmlns:p14="http://schemas.microsoft.com/office/powerpoint/2010/main" val="136114294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316A5661-2CFE-478C-BAC3-729F393F3C4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BC1DA2B-FE6F-1C6E-BFA0-9B15DC40309D}"/>
              </a:ext>
            </a:extLst>
          </p:cNvPr>
          <p:cNvSpPr>
            <a:spLocks noGrp="1"/>
          </p:cNvSpPr>
          <p:nvPr>
            <p:ph type="title"/>
          </p:nvPr>
        </p:nvSpPr>
        <p:spPr>
          <a:xfrm>
            <a:off x="2139081" y="92738"/>
            <a:ext cx="9514055" cy="1267138"/>
          </a:xfrm>
        </p:spPr>
        <p:txBody>
          <a:bodyPr anchor="ctr">
            <a:normAutofit/>
          </a:bodyPr>
          <a:lstStyle/>
          <a:p>
            <a:r>
              <a:rPr lang="en-US" sz="4000" dirty="0">
                <a:solidFill>
                  <a:schemeClr val="accent6">
                    <a:lumMod val="40000"/>
                    <a:lumOff val="60000"/>
                  </a:schemeClr>
                </a:solidFill>
                <a:latin typeface="Arial Rounded MT Bold" panose="020F0704030504030204" pitchFamily="34" charset="0"/>
              </a:rPr>
              <a:t>Project management tools</a:t>
            </a:r>
          </a:p>
        </p:txBody>
      </p:sp>
      <p:grpSp>
        <p:nvGrpSpPr>
          <p:cNvPr id="10" name="Group 9">
            <a:extLst>
              <a:ext uri="{FF2B5EF4-FFF2-40B4-BE49-F238E27FC236}">
                <a16:creationId xmlns:a16="http://schemas.microsoft.com/office/drawing/2014/main" id="{FB7BE8CD-E348-464A-82CC-7EF7AA82842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999771" y="649304"/>
            <a:ext cx="913428" cy="1315264"/>
            <a:chOff x="999771" y="649304"/>
            <a:chExt cx="913428" cy="1315264"/>
          </a:xfrm>
        </p:grpSpPr>
        <p:grpSp>
          <p:nvGrpSpPr>
            <p:cNvPr id="11" name="Group 10">
              <a:extLst>
                <a:ext uri="{FF2B5EF4-FFF2-40B4-BE49-F238E27FC236}">
                  <a16:creationId xmlns:a16="http://schemas.microsoft.com/office/drawing/2014/main" id="{B8CC82D2-4C4A-4C67-8483-5199F97B37A7}"/>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999771" y="932104"/>
              <a:ext cx="913428" cy="1032464"/>
              <a:chOff x="999771" y="932104"/>
              <a:chExt cx="913428" cy="1032464"/>
            </a:xfrm>
          </p:grpSpPr>
          <p:grpSp>
            <p:nvGrpSpPr>
              <p:cNvPr id="15" name="Group 14">
                <a:extLst>
                  <a:ext uri="{FF2B5EF4-FFF2-40B4-BE49-F238E27FC236}">
                    <a16:creationId xmlns:a16="http://schemas.microsoft.com/office/drawing/2014/main" id="{70D2391D-AA33-4F5E-BD96-B42D93DED226}"/>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rot="8100000" flipV="1">
                <a:off x="1047457" y="1290386"/>
                <a:ext cx="865742" cy="628383"/>
                <a:chOff x="558167" y="958515"/>
                <a:chExt cx="865742" cy="628383"/>
              </a:xfrm>
              <a:solidFill>
                <a:schemeClr val="accent3"/>
              </a:solidFill>
            </p:grpSpPr>
            <p:sp>
              <p:nvSpPr>
                <p:cNvPr id="22" name="Freeform: Shape 21">
                  <a:extLst>
                    <a:ext uri="{FF2B5EF4-FFF2-40B4-BE49-F238E27FC236}">
                      <a16:creationId xmlns:a16="http://schemas.microsoft.com/office/drawing/2014/main" id="{BE166DCE-539D-4C74-9C9D-AC000BA2F8A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8100000" flipH="1">
                  <a:off x="558167" y="1122160"/>
                  <a:ext cx="464738" cy="464738"/>
                </a:xfrm>
                <a:custGeom>
                  <a:avLst/>
                  <a:gdLst>
                    <a:gd name="connsiteX0" fmla="*/ 446142 w 464738"/>
                    <a:gd name="connsiteY0" fmla="*/ 464738 h 464738"/>
                    <a:gd name="connsiteX1" fmla="*/ 130673 w 464738"/>
                    <a:gd name="connsiteY1" fmla="*/ 334066 h 464738"/>
                    <a:gd name="connsiteX2" fmla="*/ 0 w 464738"/>
                    <a:gd name="connsiteY2" fmla="*/ 18596 h 464738"/>
                    <a:gd name="connsiteX3" fmla="*/ 836 w 464738"/>
                    <a:gd name="connsiteY3" fmla="*/ 1089 h 464738"/>
                    <a:gd name="connsiteX4" fmla="*/ 606 w 464738"/>
                    <a:gd name="connsiteY4" fmla="*/ 859 h 464738"/>
                    <a:gd name="connsiteX5" fmla="*/ 848 w 464738"/>
                    <a:gd name="connsiteY5" fmla="*/ 848 h 464738"/>
                    <a:gd name="connsiteX6" fmla="*/ 859 w 464738"/>
                    <a:gd name="connsiteY6" fmla="*/ 606 h 464738"/>
                    <a:gd name="connsiteX7" fmla="*/ 1089 w 464738"/>
                    <a:gd name="connsiteY7" fmla="*/ 836 h 464738"/>
                    <a:gd name="connsiteX8" fmla="*/ 18596 w 464738"/>
                    <a:gd name="connsiteY8" fmla="*/ 0 h 464738"/>
                    <a:gd name="connsiteX9" fmla="*/ 334066 w 464738"/>
                    <a:gd name="connsiteY9" fmla="*/ 130672 h 464738"/>
                    <a:gd name="connsiteX10" fmla="*/ 464738 w 464738"/>
                    <a:gd name="connsiteY10" fmla="*/ 446142 h 464738"/>
                    <a:gd name="connsiteX11" fmla="*/ 463902 w 464738"/>
                    <a:gd name="connsiteY11" fmla="*/ 463650 h 464738"/>
                    <a:gd name="connsiteX12" fmla="*/ 464132 w 464738"/>
                    <a:gd name="connsiteY12" fmla="*/ 463880 h 464738"/>
                    <a:gd name="connsiteX13" fmla="*/ 463891 w 464738"/>
                    <a:gd name="connsiteY13" fmla="*/ 463892 h 464738"/>
                    <a:gd name="connsiteX14" fmla="*/ 463879 w 464738"/>
                    <a:gd name="connsiteY14" fmla="*/ 464132 h 464738"/>
                    <a:gd name="connsiteX15" fmla="*/ 463650 w 464738"/>
                    <a:gd name="connsiteY15" fmla="*/ 463903 h 4647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64738" h="464738">
                      <a:moveTo>
                        <a:pt x="446142" y="464738"/>
                      </a:moveTo>
                      <a:cubicBezTo>
                        <a:pt x="331965" y="464738"/>
                        <a:pt x="217787" y="421181"/>
                        <a:pt x="130673" y="334066"/>
                      </a:cubicBezTo>
                      <a:cubicBezTo>
                        <a:pt x="43558" y="246952"/>
                        <a:pt x="1" y="132774"/>
                        <a:pt x="0" y="18596"/>
                      </a:cubicBezTo>
                      <a:lnTo>
                        <a:pt x="836" y="1089"/>
                      </a:lnTo>
                      <a:lnTo>
                        <a:pt x="606" y="859"/>
                      </a:lnTo>
                      <a:lnTo>
                        <a:pt x="848" y="848"/>
                      </a:lnTo>
                      <a:lnTo>
                        <a:pt x="859" y="606"/>
                      </a:lnTo>
                      <a:lnTo>
                        <a:pt x="1089" y="836"/>
                      </a:lnTo>
                      <a:lnTo>
                        <a:pt x="18596" y="0"/>
                      </a:lnTo>
                      <a:cubicBezTo>
                        <a:pt x="132774" y="0"/>
                        <a:pt x="246951" y="43557"/>
                        <a:pt x="334066" y="130672"/>
                      </a:cubicBezTo>
                      <a:cubicBezTo>
                        <a:pt x="421181" y="217787"/>
                        <a:pt x="464738" y="331964"/>
                        <a:pt x="464738" y="446142"/>
                      </a:cubicBezTo>
                      <a:lnTo>
                        <a:pt x="463902" y="463650"/>
                      </a:lnTo>
                      <a:lnTo>
                        <a:pt x="464132" y="463880"/>
                      </a:lnTo>
                      <a:lnTo>
                        <a:pt x="463891" y="463892"/>
                      </a:lnTo>
                      <a:lnTo>
                        <a:pt x="463879" y="464132"/>
                      </a:lnTo>
                      <a:lnTo>
                        <a:pt x="463650" y="463903"/>
                      </a:lnTo>
                      <a:close/>
                    </a:path>
                  </a:pathLst>
                </a:custGeom>
                <a:solidFill>
                  <a:schemeClr val="accent4">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3" name="Freeform: Shape 22">
                  <a:extLst>
                    <a:ext uri="{FF2B5EF4-FFF2-40B4-BE49-F238E27FC236}">
                      <a16:creationId xmlns:a16="http://schemas.microsoft.com/office/drawing/2014/main" id="{DCC6BEB5-DA1F-4F9E-BA5D-8F892A0FB8F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flipH="1">
                  <a:off x="959170" y="958515"/>
                  <a:ext cx="464739" cy="464739"/>
                </a:xfrm>
                <a:custGeom>
                  <a:avLst/>
                  <a:gdLst>
                    <a:gd name="connsiteX0" fmla="*/ 464132 w 464739"/>
                    <a:gd name="connsiteY0" fmla="*/ 463881 h 464739"/>
                    <a:gd name="connsiteX1" fmla="*/ 463891 w 464739"/>
                    <a:gd name="connsiteY1" fmla="*/ 463892 h 464739"/>
                    <a:gd name="connsiteX2" fmla="*/ 463880 w 464739"/>
                    <a:gd name="connsiteY2" fmla="*/ 464132 h 464739"/>
                    <a:gd name="connsiteX3" fmla="*/ 463651 w 464739"/>
                    <a:gd name="connsiteY3" fmla="*/ 463904 h 464739"/>
                    <a:gd name="connsiteX4" fmla="*/ 446142 w 464739"/>
                    <a:gd name="connsiteY4" fmla="*/ 464739 h 464739"/>
                    <a:gd name="connsiteX5" fmla="*/ 130673 w 464739"/>
                    <a:gd name="connsiteY5" fmla="*/ 334067 h 464739"/>
                    <a:gd name="connsiteX6" fmla="*/ 0 w 464739"/>
                    <a:gd name="connsiteY6" fmla="*/ 18597 h 464739"/>
                    <a:gd name="connsiteX7" fmla="*/ 836 w 464739"/>
                    <a:gd name="connsiteY7" fmla="*/ 1089 h 464739"/>
                    <a:gd name="connsiteX8" fmla="*/ 607 w 464739"/>
                    <a:gd name="connsiteY8" fmla="*/ 859 h 464739"/>
                    <a:gd name="connsiteX9" fmla="*/ 848 w 464739"/>
                    <a:gd name="connsiteY9" fmla="*/ 848 h 464739"/>
                    <a:gd name="connsiteX10" fmla="*/ 859 w 464739"/>
                    <a:gd name="connsiteY10" fmla="*/ 607 h 464739"/>
                    <a:gd name="connsiteX11" fmla="*/ 1089 w 464739"/>
                    <a:gd name="connsiteY11" fmla="*/ 836 h 464739"/>
                    <a:gd name="connsiteX12" fmla="*/ 18597 w 464739"/>
                    <a:gd name="connsiteY12" fmla="*/ 0 h 464739"/>
                    <a:gd name="connsiteX13" fmla="*/ 334067 w 464739"/>
                    <a:gd name="connsiteY13" fmla="*/ 130672 h 464739"/>
                    <a:gd name="connsiteX14" fmla="*/ 464739 w 464739"/>
                    <a:gd name="connsiteY14" fmla="*/ 446142 h 464739"/>
                    <a:gd name="connsiteX15" fmla="*/ 463903 w 464739"/>
                    <a:gd name="connsiteY15" fmla="*/ 463652 h 464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64739" h="464739">
                      <a:moveTo>
                        <a:pt x="464132" y="463881"/>
                      </a:moveTo>
                      <a:lnTo>
                        <a:pt x="463891" y="463892"/>
                      </a:lnTo>
                      <a:lnTo>
                        <a:pt x="463880" y="464132"/>
                      </a:lnTo>
                      <a:lnTo>
                        <a:pt x="463651" y="463904"/>
                      </a:lnTo>
                      <a:lnTo>
                        <a:pt x="446142" y="464739"/>
                      </a:lnTo>
                      <a:cubicBezTo>
                        <a:pt x="331965" y="464739"/>
                        <a:pt x="217787" y="421182"/>
                        <a:pt x="130673" y="334067"/>
                      </a:cubicBezTo>
                      <a:cubicBezTo>
                        <a:pt x="43558" y="246953"/>
                        <a:pt x="1" y="132775"/>
                        <a:pt x="0" y="18597"/>
                      </a:cubicBezTo>
                      <a:lnTo>
                        <a:pt x="836" y="1089"/>
                      </a:lnTo>
                      <a:lnTo>
                        <a:pt x="607" y="859"/>
                      </a:lnTo>
                      <a:lnTo>
                        <a:pt x="848" y="848"/>
                      </a:lnTo>
                      <a:lnTo>
                        <a:pt x="859" y="607"/>
                      </a:lnTo>
                      <a:lnTo>
                        <a:pt x="1089" y="836"/>
                      </a:lnTo>
                      <a:lnTo>
                        <a:pt x="18597" y="0"/>
                      </a:lnTo>
                      <a:cubicBezTo>
                        <a:pt x="132775" y="0"/>
                        <a:pt x="246952" y="43557"/>
                        <a:pt x="334067" y="130672"/>
                      </a:cubicBezTo>
                      <a:cubicBezTo>
                        <a:pt x="421182" y="217787"/>
                        <a:pt x="464739" y="331964"/>
                        <a:pt x="464739" y="446142"/>
                      </a:cubicBezTo>
                      <a:lnTo>
                        <a:pt x="463903" y="463652"/>
                      </a:lnTo>
                      <a:close/>
                    </a:path>
                  </a:pathLst>
                </a:custGeom>
                <a:solidFill>
                  <a:schemeClr val="accent4">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grpSp>
          <p:grpSp>
            <p:nvGrpSpPr>
              <p:cNvPr id="16" name="Group 15">
                <a:extLst>
                  <a:ext uri="{FF2B5EF4-FFF2-40B4-BE49-F238E27FC236}">
                    <a16:creationId xmlns:a16="http://schemas.microsoft.com/office/drawing/2014/main" id="{C0300EB9-093C-4C32-A212-821D7AC082B4}"/>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rot="10800000" flipH="1" flipV="1">
                <a:off x="999771" y="932104"/>
                <a:ext cx="864005" cy="1032464"/>
                <a:chOff x="2207971" y="2384401"/>
                <a:chExt cx="864005" cy="1032464"/>
              </a:xfrm>
            </p:grpSpPr>
            <p:sp>
              <p:nvSpPr>
                <p:cNvPr id="17" name="Freeform: Shape 16">
                  <a:extLst>
                    <a:ext uri="{FF2B5EF4-FFF2-40B4-BE49-F238E27FC236}">
                      <a16:creationId xmlns:a16="http://schemas.microsoft.com/office/drawing/2014/main" id="{AFC97B3C-CF0E-4C93-AA39-7A677A12C50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3500000">
                  <a:off x="2207971" y="2856305"/>
                  <a:ext cx="464739" cy="464739"/>
                </a:xfrm>
                <a:custGeom>
                  <a:avLst/>
                  <a:gdLst>
                    <a:gd name="connsiteX0" fmla="*/ 464132 w 464739"/>
                    <a:gd name="connsiteY0" fmla="*/ 463881 h 464739"/>
                    <a:gd name="connsiteX1" fmla="*/ 463891 w 464739"/>
                    <a:gd name="connsiteY1" fmla="*/ 463892 h 464739"/>
                    <a:gd name="connsiteX2" fmla="*/ 463880 w 464739"/>
                    <a:gd name="connsiteY2" fmla="*/ 464132 h 464739"/>
                    <a:gd name="connsiteX3" fmla="*/ 463651 w 464739"/>
                    <a:gd name="connsiteY3" fmla="*/ 463904 h 464739"/>
                    <a:gd name="connsiteX4" fmla="*/ 446142 w 464739"/>
                    <a:gd name="connsiteY4" fmla="*/ 464739 h 464739"/>
                    <a:gd name="connsiteX5" fmla="*/ 130673 w 464739"/>
                    <a:gd name="connsiteY5" fmla="*/ 334067 h 464739"/>
                    <a:gd name="connsiteX6" fmla="*/ 0 w 464739"/>
                    <a:gd name="connsiteY6" fmla="*/ 18597 h 464739"/>
                    <a:gd name="connsiteX7" fmla="*/ 836 w 464739"/>
                    <a:gd name="connsiteY7" fmla="*/ 1089 h 464739"/>
                    <a:gd name="connsiteX8" fmla="*/ 607 w 464739"/>
                    <a:gd name="connsiteY8" fmla="*/ 859 h 464739"/>
                    <a:gd name="connsiteX9" fmla="*/ 848 w 464739"/>
                    <a:gd name="connsiteY9" fmla="*/ 848 h 464739"/>
                    <a:gd name="connsiteX10" fmla="*/ 859 w 464739"/>
                    <a:gd name="connsiteY10" fmla="*/ 607 h 464739"/>
                    <a:gd name="connsiteX11" fmla="*/ 1089 w 464739"/>
                    <a:gd name="connsiteY11" fmla="*/ 836 h 464739"/>
                    <a:gd name="connsiteX12" fmla="*/ 18597 w 464739"/>
                    <a:gd name="connsiteY12" fmla="*/ 0 h 464739"/>
                    <a:gd name="connsiteX13" fmla="*/ 334067 w 464739"/>
                    <a:gd name="connsiteY13" fmla="*/ 130672 h 464739"/>
                    <a:gd name="connsiteX14" fmla="*/ 464739 w 464739"/>
                    <a:gd name="connsiteY14" fmla="*/ 446142 h 464739"/>
                    <a:gd name="connsiteX15" fmla="*/ 463903 w 464739"/>
                    <a:gd name="connsiteY15" fmla="*/ 463652 h 464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64739" h="464739">
                      <a:moveTo>
                        <a:pt x="464132" y="463881"/>
                      </a:moveTo>
                      <a:lnTo>
                        <a:pt x="463891" y="463892"/>
                      </a:lnTo>
                      <a:lnTo>
                        <a:pt x="463880" y="464132"/>
                      </a:lnTo>
                      <a:lnTo>
                        <a:pt x="463651" y="463904"/>
                      </a:lnTo>
                      <a:lnTo>
                        <a:pt x="446142" y="464739"/>
                      </a:lnTo>
                      <a:cubicBezTo>
                        <a:pt x="331965" y="464739"/>
                        <a:pt x="217787" y="421182"/>
                        <a:pt x="130673" y="334067"/>
                      </a:cubicBezTo>
                      <a:cubicBezTo>
                        <a:pt x="43558" y="246953"/>
                        <a:pt x="1" y="132775"/>
                        <a:pt x="0" y="18597"/>
                      </a:cubicBezTo>
                      <a:lnTo>
                        <a:pt x="836" y="1089"/>
                      </a:lnTo>
                      <a:lnTo>
                        <a:pt x="607" y="859"/>
                      </a:lnTo>
                      <a:lnTo>
                        <a:pt x="848" y="848"/>
                      </a:lnTo>
                      <a:lnTo>
                        <a:pt x="859" y="607"/>
                      </a:lnTo>
                      <a:lnTo>
                        <a:pt x="1089" y="836"/>
                      </a:lnTo>
                      <a:lnTo>
                        <a:pt x="18597" y="0"/>
                      </a:lnTo>
                      <a:cubicBezTo>
                        <a:pt x="132775" y="0"/>
                        <a:pt x="246952" y="43557"/>
                        <a:pt x="334067" y="130672"/>
                      </a:cubicBezTo>
                      <a:cubicBezTo>
                        <a:pt x="421182" y="217787"/>
                        <a:pt x="464739" y="331964"/>
                        <a:pt x="464739" y="446142"/>
                      </a:cubicBezTo>
                      <a:lnTo>
                        <a:pt x="463903" y="463652"/>
                      </a:lnTo>
                      <a:close/>
                    </a:path>
                  </a:pathLst>
                </a:cu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8" name="Freeform: Shape 17">
                  <a:extLst>
                    <a:ext uri="{FF2B5EF4-FFF2-40B4-BE49-F238E27FC236}">
                      <a16:creationId xmlns:a16="http://schemas.microsoft.com/office/drawing/2014/main" id="{0943F14E-6185-4A31-8318-2088A05F5C9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2607238" y="2688467"/>
                  <a:ext cx="464738" cy="464738"/>
                </a:xfrm>
                <a:custGeom>
                  <a:avLst/>
                  <a:gdLst>
                    <a:gd name="connsiteX0" fmla="*/ 446142 w 464738"/>
                    <a:gd name="connsiteY0" fmla="*/ 464738 h 464738"/>
                    <a:gd name="connsiteX1" fmla="*/ 130673 w 464738"/>
                    <a:gd name="connsiteY1" fmla="*/ 334066 h 464738"/>
                    <a:gd name="connsiteX2" fmla="*/ 0 w 464738"/>
                    <a:gd name="connsiteY2" fmla="*/ 18596 h 464738"/>
                    <a:gd name="connsiteX3" fmla="*/ 836 w 464738"/>
                    <a:gd name="connsiteY3" fmla="*/ 1089 h 464738"/>
                    <a:gd name="connsiteX4" fmla="*/ 606 w 464738"/>
                    <a:gd name="connsiteY4" fmla="*/ 859 h 464738"/>
                    <a:gd name="connsiteX5" fmla="*/ 848 w 464738"/>
                    <a:gd name="connsiteY5" fmla="*/ 848 h 464738"/>
                    <a:gd name="connsiteX6" fmla="*/ 859 w 464738"/>
                    <a:gd name="connsiteY6" fmla="*/ 606 h 464738"/>
                    <a:gd name="connsiteX7" fmla="*/ 1089 w 464738"/>
                    <a:gd name="connsiteY7" fmla="*/ 836 h 464738"/>
                    <a:gd name="connsiteX8" fmla="*/ 18596 w 464738"/>
                    <a:gd name="connsiteY8" fmla="*/ 0 h 464738"/>
                    <a:gd name="connsiteX9" fmla="*/ 334066 w 464738"/>
                    <a:gd name="connsiteY9" fmla="*/ 130672 h 464738"/>
                    <a:gd name="connsiteX10" fmla="*/ 464738 w 464738"/>
                    <a:gd name="connsiteY10" fmla="*/ 446142 h 464738"/>
                    <a:gd name="connsiteX11" fmla="*/ 463902 w 464738"/>
                    <a:gd name="connsiteY11" fmla="*/ 463650 h 464738"/>
                    <a:gd name="connsiteX12" fmla="*/ 464132 w 464738"/>
                    <a:gd name="connsiteY12" fmla="*/ 463880 h 464738"/>
                    <a:gd name="connsiteX13" fmla="*/ 463891 w 464738"/>
                    <a:gd name="connsiteY13" fmla="*/ 463892 h 464738"/>
                    <a:gd name="connsiteX14" fmla="*/ 463879 w 464738"/>
                    <a:gd name="connsiteY14" fmla="*/ 464132 h 464738"/>
                    <a:gd name="connsiteX15" fmla="*/ 463650 w 464738"/>
                    <a:gd name="connsiteY15" fmla="*/ 463903 h 4647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64738" h="464738">
                      <a:moveTo>
                        <a:pt x="446142" y="464738"/>
                      </a:moveTo>
                      <a:cubicBezTo>
                        <a:pt x="331965" y="464738"/>
                        <a:pt x="217787" y="421181"/>
                        <a:pt x="130673" y="334066"/>
                      </a:cubicBezTo>
                      <a:cubicBezTo>
                        <a:pt x="43558" y="246952"/>
                        <a:pt x="1" y="132774"/>
                        <a:pt x="0" y="18596"/>
                      </a:cubicBezTo>
                      <a:lnTo>
                        <a:pt x="836" y="1089"/>
                      </a:lnTo>
                      <a:lnTo>
                        <a:pt x="606" y="859"/>
                      </a:lnTo>
                      <a:lnTo>
                        <a:pt x="848" y="848"/>
                      </a:lnTo>
                      <a:lnTo>
                        <a:pt x="859" y="606"/>
                      </a:lnTo>
                      <a:lnTo>
                        <a:pt x="1089" y="836"/>
                      </a:lnTo>
                      <a:lnTo>
                        <a:pt x="18596" y="0"/>
                      </a:lnTo>
                      <a:cubicBezTo>
                        <a:pt x="132774" y="0"/>
                        <a:pt x="246951" y="43557"/>
                        <a:pt x="334066" y="130672"/>
                      </a:cubicBezTo>
                      <a:cubicBezTo>
                        <a:pt x="421181" y="217787"/>
                        <a:pt x="464738" y="331964"/>
                        <a:pt x="464738" y="446142"/>
                      </a:cubicBezTo>
                      <a:lnTo>
                        <a:pt x="463902" y="463650"/>
                      </a:lnTo>
                      <a:lnTo>
                        <a:pt x="464132" y="463880"/>
                      </a:lnTo>
                      <a:lnTo>
                        <a:pt x="463891" y="463892"/>
                      </a:lnTo>
                      <a:lnTo>
                        <a:pt x="463879" y="464132"/>
                      </a:lnTo>
                      <a:lnTo>
                        <a:pt x="463650" y="463903"/>
                      </a:lnTo>
                      <a:close/>
                    </a:path>
                  </a:pathLst>
                </a:cu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nvGrpSpPr>
                <p:cNvPr id="19" name="Group 18">
                  <a:extLst>
                    <a:ext uri="{FF2B5EF4-FFF2-40B4-BE49-F238E27FC236}">
                      <a16:creationId xmlns:a16="http://schemas.microsoft.com/office/drawing/2014/main" id="{F3B56658-371E-446B-B30D-D4EA2A88A973}"/>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2440769" y="2384401"/>
                  <a:ext cx="313009" cy="1032464"/>
                  <a:chOff x="2440769" y="2384401"/>
                  <a:chExt cx="313009" cy="1032464"/>
                </a:xfrm>
              </p:grpSpPr>
              <p:cxnSp>
                <p:nvCxnSpPr>
                  <p:cNvPr id="20" name="Straight Connector 19">
                    <a:extLst>
                      <a:ext uri="{FF2B5EF4-FFF2-40B4-BE49-F238E27FC236}">
                        <a16:creationId xmlns:a16="http://schemas.microsoft.com/office/drawing/2014/main" id="{068979FB-2943-4091-A490-D9F8695DF0D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rot="10800000" flipH="1">
                    <a:off x="2440769" y="2516865"/>
                    <a:ext cx="0" cy="900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B378C39C-3FC0-4521-8336-33A86391920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rot="8100000" flipH="1">
                    <a:off x="2753778" y="2384401"/>
                    <a:ext cx="0" cy="900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grpSp>
        <p:grpSp>
          <p:nvGrpSpPr>
            <p:cNvPr id="12" name="Group 11">
              <a:extLst>
                <a:ext uri="{FF2B5EF4-FFF2-40B4-BE49-F238E27FC236}">
                  <a16:creationId xmlns:a16="http://schemas.microsoft.com/office/drawing/2014/main" id="{72C6951D-2EAF-4333-B8A8-F473DC3BDF44}"/>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1437136" y="649304"/>
              <a:ext cx="388541" cy="388541"/>
              <a:chOff x="5752675" y="5440856"/>
              <a:chExt cx="388541" cy="388541"/>
            </a:xfrm>
          </p:grpSpPr>
          <p:sp>
            <p:nvSpPr>
              <p:cNvPr id="13" name="Oval 12">
                <a:extLst>
                  <a:ext uri="{FF2B5EF4-FFF2-40B4-BE49-F238E27FC236}">
                    <a16:creationId xmlns:a16="http://schemas.microsoft.com/office/drawing/2014/main" id="{63E77698-5758-433A-9DF3-3BE43B6FBDA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5800801" y="5488982"/>
                <a:ext cx="340415" cy="340415"/>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4" name="Oval 13">
                <a:extLst>
                  <a:ext uri="{FF2B5EF4-FFF2-40B4-BE49-F238E27FC236}">
                    <a16:creationId xmlns:a16="http://schemas.microsoft.com/office/drawing/2014/main" id="{FF47FF7F-75A9-438D-8BA7-428BF76974C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52675" y="5440856"/>
                <a:ext cx="340415" cy="340415"/>
              </a:xfrm>
              <a:prstGeom prst="ellipse">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grpSp>
      <p:sp>
        <p:nvSpPr>
          <p:cNvPr id="3" name="TextBox 2">
            <a:extLst>
              <a:ext uri="{FF2B5EF4-FFF2-40B4-BE49-F238E27FC236}">
                <a16:creationId xmlns:a16="http://schemas.microsoft.com/office/drawing/2014/main" id="{E1B3EC78-AF07-8A37-B218-94DF35BE2087}"/>
              </a:ext>
            </a:extLst>
          </p:cNvPr>
          <p:cNvSpPr txBox="1"/>
          <p:nvPr/>
        </p:nvSpPr>
        <p:spPr>
          <a:xfrm>
            <a:off x="9486900" y="5443538"/>
            <a:ext cx="184731" cy="369332"/>
          </a:xfrm>
          <a:prstGeom prst="rect">
            <a:avLst/>
          </a:prstGeom>
          <a:noFill/>
        </p:spPr>
        <p:txBody>
          <a:bodyPr wrap="none" rtlCol="0">
            <a:spAutoFit/>
          </a:bodyPr>
          <a:lstStyle/>
          <a:p>
            <a:endParaRPr lang="en-BD" dirty="0"/>
          </a:p>
        </p:txBody>
      </p:sp>
      <p:sp>
        <p:nvSpPr>
          <p:cNvPr id="25" name="TextBox 24">
            <a:extLst>
              <a:ext uri="{FF2B5EF4-FFF2-40B4-BE49-F238E27FC236}">
                <a16:creationId xmlns:a16="http://schemas.microsoft.com/office/drawing/2014/main" id="{D856AD59-8AD1-B85F-4827-7B31CC175126}"/>
              </a:ext>
            </a:extLst>
          </p:cNvPr>
          <p:cNvSpPr txBox="1"/>
          <p:nvPr/>
        </p:nvSpPr>
        <p:spPr>
          <a:xfrm>
            <a:off x="2187635" y="1319164"/>
            <a:ext cx="6096000" cy="523220"/>
          </a:xfrm>
          <a:prstGeom prst="rect">
            <a:avLst/>
          </a:prstGeom>
          <a:noFill/>
        </p:spPr>
        <p:txBody>
          <a:bodyPr wrap="square">
            <a:spAutoFit/>
          </a:bodyPr>
          <a:lstStyle/>
          <a:p>
            <a:r>
              <a:rPr lang="en-US" sz="2800" dirty="0">
                <a:solidFill>
                  <a:srgbClr val="FFFF00"/>
                </a:solidFill>
                <a:latin typeface="Arial Rounded MT Bold" panose="020F0704030504030204" pitchFamily="34" charset="0"/>
              </a:rPr>
              <a:t>Critical Path Analysis </a:t>
            </a:r>
          </a:p>
        </p:txBody>
      </p:sp>
      <p:sp>
        <p:nvSpPr>
          <p:cNvPr id="24" name="TextBox 23">
            <a:extLst>
              <a:ext uri="{FF2B5EF4-FFF2-40B4-BE49-F238E27FC236}">
                <a16:creationId xmlns:a16="http://schemas.microsoft.com/office/drawing/2014/main" id="{ED0EF6E8-BECD-2BFF-7110-98944BA81AA7}"/>
              </a:ext>
            </a:extLst>
          </p:cNvPr>
          <p:cNvSpPr txBox="1"/>
          <p:nvPr/>
        </p:nvSpPr>
        <p:spPr>
          <a:xfrm>
            <a:off x="952075" y="2239115"/>
            <a:ext cx="6096000" cy="523220"/>
          </a:xfrm>
          <a:prstGeom prst="rect">
            <a:avLst/>
          </a:prstGeom>
          <a:noFill/>
        </p:spPr>
        <p:txBody>
          <a:bodyPr wrap="square">
            <a:spAutoFit/>
          </a:bodyPr>
          <a:lstStyle/>
          <a:p>
            <a:r>
              <a:rPr lang="en-US" sz="2800" b="1" dirty="0">
                <a:solidFill>
                  <a:srgbClr val="99FFCC"/>
                </a:solidFill>
                <a:effectLst>
                  <a:outerShdw blurRad="38100" dist="38100" dir="2700000" algn="tl">
                    <a:srgbClr val="000000">
                      <a:alpha val="43137"/>
                    </a:srgbClr>
                  </a:outerShdw>
                </a:effectLst>
                <a:latin typeface="Arial Nova Light" panose="020B0304020202020204" pitchFamily="34" charset="0"/>
              </a:rPr>
              <a:t>The Network Diagram</a:t>
            </a:r>
          </a:p>
        </p:txBody>
      </p:sp>
      <p:pic>
        <p:nvPicPr>
          <p:cNvPr id="6" name="Picture 5" descr="Diagram&#10;&#10;Description automatically generated">
            <a:extLst>
              <a:ext uri="{FF2B5EF4-FFF2-40B4-BE49-F238E27FC236}">
                <a16:creationId xmlns:a16="http://schemas.microsoft.com/office/drawing/2014/main" id="{38785AD9-1D66-A608-1D35-9042EBFA2DC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05783" y="3190994"/>
            <a:ext cx="10580434" cy="2664138"/>
          </a:xfrm>
          <a:prstGeom prst="rect">
            <a:avLst/>
          </a:prstGeom>
        </p:spPr>
      </p:pic>
    </p:spTree>
    <p:extLst>
      <p:ext uri="{BB962C8B-B14F-4D97-AF65-F5344CB8AC3E}">
        <p14:creationId xmlns:p14="http://schemas.microsoft.com/office/powerpoint/2010/main" val="264778772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316A5661-2CFE-478C-BAC3-729F393F3C4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BC1DA2B-FE6F-1C6E-BFA0-9B15DC40309D}"/>
              </a:ext>
            </a:extLst>
          </p:cNvPr>
          <p:cNvSpPr>
            <a:spLocks noGrp="1"/>
          </p:cNvSpPr>
          <p:nvPr>
            <p:ph type="title"/>
          </p:nvPr>
        </p:nvSpPr>
        <p:spPr>
          <a:xfrm>
            <a:off x="2139081" y="92738"/>
            <a:ext cx="9514055" cy="1267138"/>
          </a:xfrm>
        </p:spPr>
        <p:txBody>
          <a:bodyPr anchor="ctr">
            <a:normAutofit/>
          </a:bodyPr>
          <a:lstStyle/>
          <a:p>
            <a:r>
              <a:rPr lang="en-US" sz="4000" dirty="0">
                <a:solidFill>
                  <a:schemeClr val="accent6">
                    <a:lumMod val="40000"/>
                    <a:lumOff val="60000"/>
                  </a:schemeClr>
                </a:solidFill>
                <a:latin typeface="Arial Rounded MT Bold" panose="020F0704030504030204" pitchFamily="34" charset="0"/>
              </a:rPr>
              <a:t>Project management tools</a:t>
            </a:r>
          </a:p>
        </p:txBody>
      </p:sp>
      <p:grpSp>
        <p:nvGrpSpPr>
          <p:cNvPr id="10" name="Group 9">
            <a:extLst>
              <a:ext uri="{FF2B5EF4-FFF2-40B4-BE49-F238E27FC236}">
                <a16:creationId xmlns:a16="http://schemas.microsoft.com/office/drawing/2014/main" id="{FB7BE8CD-E348-464A-82CC-7EF7AA82842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999771" y="649304"/>
            <a:ext cx="913428" cy="1315264"/>
            <a:chOff x="999771" y="649304"/>
            <a:chExt cx="913428" cy="1315264"/>
          </a:xfrm>
        </p:grpSpPr>
        <p:grpSp>
          <p:nvGrpSpPr>
            <p:cNvPr id="11" name="Group 10">
              <a:extLst>
                <a:ext uri="{FF2B5EF4-FFF2-40B4-BE49-F238E27FC236}">
                  <a16:creationId xmlns:a16="http://schemas.microsoft.com/office/drawing/2014/main" id="{B8CC82D2-4C4A-4C67-8483-5199F97B37A7}"/>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999771" y="932104"/>
              <a:ext cx="913428" cy="1032464"/>
              <a:chOff x="999771" y="932104"/>
              <a:chExt cx="913428" cy="1032464"/>
            </a:xfrm>
          </p:grpSpPr>
          <p:grpSp>
            <p:nvGrpSpPr>
              <p:cNvPr id="15" name="Group 14">
                <a:extLst>
                  <a:ext uri="{FF2B5EF4-FFF2-40B4-BE49-F238E27FC236}">
                    <a16:creationId xmlns:a16="http://schemas.microsoft.com/office/drawing/2014/main" id="{70D2391D-AA33-4F5E-BD96-B42D93DED226}"/>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rot="8100000" flipV="1">
                <a:off x="1047457" y="1290386"/>
                <a:ext cx="865742" cy="628383"/>
                <a:chOff x="558167" y="958515"/>
                <a:chExt cx="865742" cy="628383"/>
              </a:xfrm>
              <a:solidFill>
                <a:schemeClr val="accent3"/>
              </a:solidFill>
            </p:grpSpPr>
            <p:sp>
              <p:nvSpPr>
                <p:cNvPr id="22" name="Freeform: Shape 21">
                  <a:extLst>
                    <a:ext uri="{FF2B5EF4-FFF2-40B4-BE49-F238E27FC236}">
                      <a16:creationId xmlns:a16="http://schemas.microsoft.com/office/drawing/2014/main" id="{BE166DCE-539D-4C74-9C9D-AC000BA2F8A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8100000" flipH="1">
                  <a:off x="558167" y="1122160"/>
                  <a:ext cx="464738" cy="464738"/>
                </a:xfrm>
                <a:custGeom>
                  <a:avLst/>
                  <a:gdLst>
                    <a:gd name="connsiteX0" fmla="*/ 446142 w 464738"/>
                    <a:gd name="connsiteY0" fmla="*/ 464738 h 464738"/>
                    <a:gd name="connsiteX1" fmla="*/ 130673 w 464738"/>
                    <a:gd name="connsiteY1" fmla="*/ 334066 h 464738"/>
                    <a:gd name="connsiteX2" fmla="*/ 0 w 464738"/>
                    <a:gd name="connsiteY2" fmla="*/ 18596 h 464738"/>
                    <a:gd name="connsiteX3" fmla="*/ 836 w 464738"/>
                    <a:gd name="connsiteY3" fmla="*/ 1089 h 464738"/>
                    <a:gd name="connsiteX4" fmla="*/ 606 w 464738"/>
                    <a:gd name="connsiteY4" fmla="*/ 859 h 464738"/>
                    <a:gd name="connsiteX5" fmla="*/ 848 w 464738"/>
                    <a:gd name="connsiteY5" fmla="*/ 848 h 464738"/>
                    <a:gd name="connsiteX6" fmla="*/ 859 w 464738"/>
                    <a:gd name="connsiteY6" fmla="*/ 606 h 464738"/>
                    <a:gd name="connsiteX7" fmla="*/ 1089 w 464738"/>
                    <a:gd name="connsiteY7" fmla="*/ 836 h 464738"/>
                    <a:gd name="connsiteX8" fmla="*/ 18596 w 464738"/>
                    <a:gd name="connsiteY8" fmla="*/ 0 h 464738"/>
                    <a:gd name="connsiteX9" fmla="*/ 334066 w 464738"/>
                    <a:gd name="connsiteY9" fmla="*/ 130672 h 464738"/>
                    <a:gd name="connsiteX10" fmla="*/ 464738 w 464738"/>
                    <a:gd name="connsiteY10" fmla="*/ 446142 h 464738"/>
                    <a:gd name="connsiteX11" fmla="*/ 463902 w 464738"/>
                    <a:gd name="connsiteY11" fmla="*/ 463650 h 464738"/>
                    <a:gd name="connsiteX12" fmla="*/ 464132 w 464738"/>
                    <a:gd name="connsiteY12" fmla="*/ 463880 h 464738"/>
                    <a:gd name="connsiteX13" fmla="*/ 463891 w 464738"/>
                    <a:gd name="connsiteY13" fmla="*/ 463892 h 464738"/>
                    <a:gd name="connsiteX14" fmla="*/ 463879 w 464738"/>
                    <a:gd name="connsiteY14" fmla="*/ 464132 h 464738"/>
                    <a:gd name="connsiteX15" fmla="*/ 463650 w 464738"/>
                    <a:gd name="connsiteY15" fmla="*/ 463903 h 4647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64738" h="464738">
                      <a:moveTo>
                        <a:pt x="446142" y="464738"/>
                      </a:moveTo>
                      <a:cubicBezTo>
                        <a:pt x="331965" y="464738"/>
                        <a:pt x="217787" y="421181"/>
                        <a:pt x="130673" y="334066"/>
                      </a:cubicBezTo>
                      <a:cubicBezTo>
                        <a:pt x="43558" y="246952"/>
                        <a:pt x="1" y="132774"/>
                        <a:pt x="0" y="18596"/>
                      </a:cubicBezTo>
                      <a:lnTo>
                        <a:pt x="836" y="1089"/>
                      </a:lnTo>
                      <a:lnTo>
                        <a:pt x="606" y="859"/>
                      </a:lnTo>
                      <a:lnTo>
                        <a:pt x="848" y="848"/>
                      </a:lnTo>
                      <a:lnTo>
                        <a:pt x="859" y="606"/>
                      </a:lnTo>
                      <a:lnTo>
                        <a:pt x="1089" y="836"/>
                      </a:lnTo>
                      <a:lnTo>
                        <a:pt x="18596" y="0"/>
                      </a:lnTo>
                      <a:cubicBezTo>
                        <a:pt x="132774" y="0"/>
                        <a:pt x="246951" y="43557"/>
                        <a:pt x="334066" y="130672"/>
                      </a:cubicBezTo>
                      <a:cubicBezTo>
                        <a:pt x="421181" y="217787"/>
                        <a:pt x="464738" y="331964"/>
                        <a:pt x="464738" y="446142"/>
                      </a:cubicBezTo>
                      <a:lnTo>
                        <a:pt x="463902" y="463650"/>
                      </a:lnTo>
                      <a:lnTo>
                        <a:pt x="464132" y="463880"/>
                      </a:lnTo>
                      <a:lnTo>
                        <a:pt x="463891" y="463892"/>
                      </a:lnTo>
                      <a:lnTo>
                        <a:pt x="463879" y="464132"/>
                      </a:lnTo>
                      <a:lnTo>
                        <a:pt x="463650" y="463903"/>
                      </a:lnTo>
                      <a:close/>
                    </a:path>
                  </a:pathLst>
                </a:custGeom>
                <a:solidFill>
                  <a:schemeClr val="accent4">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3" name="Freeform: Shape 22">
                  <a:extLst>
                    <a:ext uri="{FF2B5EF4-FFF2-40B4-BE49-F238E27FC236}">
                      <a16:creationId xmlns:a16="http://schemas.microsoft.com/office/drawing/2014/main" id="{DCC6BEB5-DA1F-4F9E-BA5D-8F892A0FB8F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flipH="1">
                  <a:off x="959170" y="958515"/>
                  <a:ext cx="464739" cy="464739"/>
                </a:xfrm>
                <a:custGeom>
                  <a:avLst/>
                  <a:gdLst>
                    <a:gd name="connsiteX0" fmla="*/ 464132 w 464739"/>
                    <a:gd name="connsiteY0" fmla="*/ 463881 h 464739"/>
                    <a:gd name="connsiteX1" fmla="*/ 463891 w 464739"/>
                    <a:gd name="connsiteY1" fmla="*/ 463892 h 464739"/>
                    <a:gd name="connsiteX2" fmla="*/ 463880 w 464739"/>
                    <a:gd name="connsiteY2" fmla="*/ 464132 h 464739"/>
                    <a:gd name="connsiteX3" fmla="*/ 463651 w 464739"/>
                    <a:gd name="connsiteY3" fmla="*/ 463904 h 464739"/>
                    <a:gd name="connsiteX4" fmla="*/ 446142 w 464739"/>
                    <a:gd name="connsiteY4" fmla="*/ 464739 h 464739"/>
                    <a:gd name="connsiteX5" fmla="*/ 130673 w 464739"/>
                    <a:gd name="connsiteY5" fmla="*/ 334067 h 464739"/>
                    <a:gd name="connsiteX6" fmla="*/ 0 w 464739"/>
                    <a:gd name="connsiteY6" fmla="*/ 18597 h 464739"/>
                    <a:gd name="connsiteX7" fmla="*/ 836 w 464739"/>
                    <a:gd name="connsiteY7" fmla="*/ 1089 h 464739"/>
                    <a:gd name="connsiteX8" fmla="*/ 607 w 464739"/>
                    <a:gd name="connsiteY8" fmla="*/ 859 h 464739"/>
                    <a:gd name="connsiteX9" fmla="*/ 848 w 464739"/>
                    <a:gd name="connsiteY9" fmla="*/ 848 h 464739"/>
                    <a:gd name="connsiteX10" fmla="*/ 859 w 464739"/>
                    <a:gd name="connsiteY10" fmla="*/ 607 h 464739"/>
                    <a:gd name="connsiteX11" fmla="*/ 1089 w 464739"/>
                    <a:gd name="connsiteY11" fmla="*/ 836 h 464739"/>
                    <a:gd name="connsiteX12" fmla="*/ 18597 w 464739"/>
                    <a:gd name="connsiteY12" fmla="*/ 0 h 464739"/>
                    <a:gd name="connsiteX13" fmla="*/ 334067 w 464739"/>
                    <a:gd name="connsiteY13" fmla="*/ 130672 h 464739"/>
                    <a:gd name="connsiteX14" fmla="*/ 464739 w 464739"/>
                    <a:gd name="connsiteY14" fmla="*/ 446142 h 464739"/>
                    <a:gd name="connsiteX15" fmla="*/ 463903 w 464739"/>
                    <a:gd name="connsiteY15" fmla="*/ 463652 h 464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64739" h="464739">
                      <a:moveTo>
                        <a:pt x="464132" y="463881"/>
                      </a:moveTo>
                      <a:lnTo>
                        <a:pt x="463891" y="463892"/>
                      </a:lnTo>
                      <a:lnTo>
                        <a:pt x="463880" y="464132"/>
                      </a:lnTo>
                      <a:lnTo>
                        <a:pt x="463651" y="463904"/>
                      </a:lnTo>
                      <a:lnTo>
                        <a:pt x="446142" y="464739"/>
                      </a:lnTo>
                      <a:cubicBezTo>
                        <a:pt x="331965" y="464739"/>
                        <a:pt x="217787" y="421182"/>
                        <a:pt x="130673" y="334067"/>
                      </a:cubicBezTo>
                      <a:cubicBezTo>
                        <a:pt x="43558" y="246953"/>
                        <a:pt x="1" y="132775"/>
                        <a:pt x="0" y="18597"/>
                      </a:cubicBezTo>
                      <a:lnTo>
                        <a:pt x="836" y="1089"/>
                      </a:lnTo>
                      <a:lnTo>
                        <a:pt x="607" y="859"/>
                      </a:lnTo>
                      <a:lnTo>
                        <a:pt x="848" y="848"/>
                      </a:lnTo>
                      <a:lnTo>
                        <a:pt x="859" y="607"/>
                      </a:lnTo>
                      <a:lnTo>
                        <a:pt x="1089" y="836"/>
                      </a:lnTo>
                      <a:lnTo>
                        <a:pt x="18597" y="0"/>
                      </a:lnTo>
                      <a:cubicBezTo>
                        <a:pt x="132775" y="0"/>
                        <a:pt x="246952" y="43557"/>
                        <a:pt x="334067" y="130672"/>
                      </a:cubicBezTo>
                      <a:cubicBezTo>
                        <a:pt x="421182" y="217787"/>
                        <a:pt x="464739" y="331964"/>
                        <a:pt x="464739" y="446142"/>
                      </a:cubicBezTo>
                      <a:lnTo>
                        <a:pt x="463903" y="463652"/>
                      </a:lnTo>
                      <a:close/>
                    </a:path>
                  </a:pathLst>
                </a:custGeom>
                <a:solidFill>
                  <a:schemeClr val="accent4">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grpSp>
          <p:grpSp>
            <p:nvGrpSpPr>
              <p:cNvPr id="16" name="Group 15">
                <a:extLst>
                  <a:ext uri="{FF2B5EF4-FFF2-40B4-BE49-F238E27FC236}">
                    <a16:creationId xmlns:a16="http://schemas.microsoft.com/office/drawing/2014/main" id="{C0300EB9-093C-4C32-A212-821D7AC082B4}"/>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rot="10800000" flipH="1" flipV="1">
                <a:off x="999771" y="932104"/>
                <a:ext cx="864005" cy="1032464"/>
                <a:chOff x="2207971" y="2384401"/>
                <a:chExt cx="864005" cy="1032464"/>
              </a:xfrm>
            </p:grpSpPr>
            <p:sp>
              <p:nvSpPr>
                <p:cNvPr id="17" name="Freeform: Shape 16">
                  <a:extLst>
                    <a:ext uri="{FF2B5EF4-FFF2-40B4-BE49-F238E27FC236}">
                      <a16:creationId xmlns:a16="http://schemas.microsoft.com/office/drawing/2014/main" id="{AFC97B3C-CF0E-4C93-AA39-7A677A12C50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3500000">
                  <a:off x="2207971" y="2856305"/>
                  <a:ext cx="464739" cy="464739"/>
                </a:xfrm>
                <a:custGeom>
                  <a:avLst/>
                  <a:gdLst>
                    <a:gd name="connsiteX0" fmla="*/ 464132 w 464739"/>
                    <a:gd name="connsiteY0" fmla="*/ 463881 h 464739"/>
                    <a:gd name="connsiteX1" fmla="*/ 463891 w 464739"/>
                    <a:gd name="connsiteY1" fmla="*/ 463892 h 464739"/>
                    <a:gd name="connsiteX2" fmla="*/ 463880 w 464739"/>
                    <a:gd name="connsiteY2" fmla="*/ 464132 h 464739"/>
                    <a:gd name="connsiteX3" fmla="*/ 463651 w 464739"/>
                    <a:gd name="connsiteY3" fmla="*/ 463904 h 464739"/>
                    <a:gd name="connsiteX4" fmla="*/ 446142 w 464739"/>
                    <a:gd name="connsiteY4" fmla="*/ 464739 h 464739"/>
                    <a:gd name="connsiteX5" fmla="*/ 130673 w 464739"/>
                    <a:gd name="connsiteY5" fmla="*/ 334067 h 464739"/>
                    <a:gd name="connsiteX6" fmla="*/ 0 w 464739"/>
                    <a:gd name="connsiteY6" fmla="*/ 18597 h 464739"/>
                    <a:gd name="connsiteX7" fmla="*/ 836 w 464739"/>
                    <a:gd name="connsiteY7" fmla="*/ 1089 h 464739"/>
                    <a:gd name="connsiteX8" fmla="*/ 607 w 464739"/>
                    <a:gd name="connsiteY8" fmla="*/ 859 h 464739"/>
                    <a:gd name="connsiteX9" fmla="*/ 848 w 464739"/>
                    <a:gd name="connsiteY9" fmla="*/ 848 h 464739"/>
                    <a:gd name="connsiteX10" fmla="*/ 859 w 464739"/>
                    <a:gd name="connsiteY10" fmla="*/ 607 h 464739"/>
                    <a:gd name="connsiteX11" fmla="*/ 1089 w 464739"/>
                    <a:gd name="connsiteY11" fmla="*/ 836 h 464739"/>
                    <a:gd name="connsiteX12" fmla="*/ 18597 w 464739"/>
                    <a:gd name="connsiteY12" fmla="*/ 0 h 464739"/>
                    <a:gd name="connsiteX13" fmla="*/ 334067 w 464739"/>
                    <a:gd name="connsiteY13" fmla="*/ 130672 h 464739"/>
                    <a:gd name="connsiteX14" fmla="*/ 464739 w 464739"/>
                    <a:gd name="connsiteY14" fmla="*/ 446142 h 464739"/>
                    <a:gd name="connsiteX15" fmla="*/ 463903 w 464739"/>
                    <a:gd name="connsiteY15" fmla="*/ 463652 h 464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64739" h="464739">
                      <a:moveTo>
                        <a:pt x="464132" y="463881"/>
                      </a:moveTo>
                      <a:lnTo>
                        <a:pt x="463891" y="463892"/>
                      </a:lnTo>
                      <a:lnTo>
                        <a:pt x="463880" y="464132"/>
                      </a:lnTo>
                      <a:lnTo>
                        <a:pt x="463651" y="463904"/>
                      </a:lnTo>
                      <a:lnTo>
                        <a:pt x="446142" y="464739"/>
                      </a:lnTo>
                      <a:cubicBezTo>
                        <a:pt x="331965" y="464739"/>
                        <a:pt x="217787" y="421182"/>
                        <a:pt x="130673" y="334067"/>
                      </a:cubicBezTo>
                      <a:cubicBezTo>
                        <a:pt x="43558" y="246953"/>
                        <a:pt x="1" y="132775"/>
                        <a:pt x="0" y="18597"/>
                      </a:cubicBezTo>
                      <a:lnTo>
                        <a:pt x="836" y="1089"/>
                      </a:lnTo>
                      <a:lnTo>
                        <a:pt x="607" y="859"/>
                      </a:lnTo>
                      <a:lnTo>
                        <a:pt x="848" y="848"/>
                      </a:lnTo>
                      <a:lnTo>
                        <a:pt x="859" y="607"/>
                      </a:lnTo>
                      <a:lnTo>
                        <a:pt x="1089" y="836"/>
                      </a:lnTo>
                      <a:lnTo>
                        <a:pt x="18597" y="0"/>
                      </a:lnTo>
                      <a:cubicBezTo>
                        <a:pt x="132775" y="0"/>
                        <a:pt x="246952" y="43557"/>
                        <a:pt x="334067" y="130672"/>
                      </a:cubicBezTo>
                      <a:cubicBezTo>
                        <a:pt x="421182" y="217787"/>
                        <a:pt x="464739" y="331964"/>
                        <a:pt x="464739" y="446142"/>
                      </a:cubicBezTo>
                      <a:lnTo>
                        <a:pt x="463903" y="463652"/>
                      </a:lnTo>
                      <a:close/>
                    </a:path>
                  </a:pathLst>
                </a:cu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8" name="Freeform: Shape 17">
                  <a:extLst>
                    <a:ext uri="{FF2B5EF4-FFF2-40B4-BE49-F238E27FC236}">
                      <a16:creationId xmlns:a16="http://schemas.microsoft.com/office/drawing/2014/main" id="{0943F14E-6185-4A31-8318-2088A05F5C9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2607238" y="2688467"/>
                  <a:ext cx="464738" cy="464738"/>
                </a:xfrm>
                <a:custGeom>
                  <a:avLst/>
                  <a:gdLst>
                    <a:gd name="connsiteX0" fmla="*/ 446142 w 464738"/>
                    <a:gd name="connsiteY0" fmla="*/ 464738 h 464738"/>
                    <a:gd name="connsiteX1" fmla="*/ 130673 w 464738"/>
                    <a:gd name="connsiteY1" fmla="*/ 334066 h 464738"/>
                    <a:gd name="connsiteX2" fmla="*/ 0 w 464738"/>
                    <a:gd name="connsiteY2" fmla="*/ 18596 h 464738"/>
                    <a:gd name="connsiteX3" fmla="*/ 836 w 464738"/>
                    <a:gd name="connsiteY3" fmla="*/ 1089 h 464738"/>
                    <a:gd name="connsiteX4" fmla="*/ 606 w 464738"/>
                    <a:gd name="connsiteY4" fmla="*/ 859 h 464738"/>
                    <a:gd name="connsiteX5" fmla="*/ 848 w 464738"/>
                    <a:gd name="connsiteY5" fmla="*/ 848 h 464738"/>
                    <a:gd name="connsiteX6" fmla="*/ 859 w 464738"/>
                    <a:gd name="connsiteY6" fmla="*/ 606 h 464738"/>
                    <a:gd name="connsiteX7" fmla="*/ 1089 w 464738"/>
                    <a:gd name="connsiteY7" fmla="*/ 836 h 464738"/>
                    <a:gd name="connsiteX8" fmla="*/ 18596 w 464738"/>
                    <a:gd name="connsiteY8" fmla="*/ 0 h 464738"/>
                    <a:gd name="connsiteX9" fmla="*/ 334066 w 464738"/>
                    <a:gd name="connsiteY9" fmla="*/ 130672 h 464738"/>
                    <a:gd name="connsiteX10" fmla="*/ 464738 w 464738"/>
                    <a:gd name="connsiteY10" fmla="*/ 446142 h 464738"/>
                    <a:gd name="connsiteX11" fmla="*/ 463902 w 464738"/>
                    <a:gd name="connsiteY11" fmla="*/ 463650 h 464738"/>
                    <a:gd name="connsiteX12" fmla="*/ 464132 w 464738"/>
                    <a:gd name="connsiteY12" fmla="*/ 463880 h 464738"/>
                    <a:gd name="connsiteX13" fmla="*/ 463891 w 464738"/>
                    <a:gd name="connsiteY13" fmla="*/ 463892 h 464738"/>
                    <a:gd name="connsiteX14" fmla="*/ 463879 w 464738"/>
                    <a:gd name="connsiteY14" fmla="*/ 464132 h 464738"/>
                    <a:gd name="connsiteX15" fmla="*/ 463650 w 464738"/>
                    <a:gd name="connsiteY15" fmla="*/ 463903 h 4647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64738" h="464738">
                      <a:moveTo>
                        <a:pt x="446142" y="464738"/>
                      </a:moveTo>
                      <a:cubicBezTo>
                        <a:pt x="331965" y="464738"/>
                        <a:pt x="217787" y="421181"/>
                        <a:pt x="130673" y="334066"/>
                      </a:cubicBezTo>
                      <a:cubicBezTo>
                        <a:pt x="43558" y="246952"/>
                        <a:pt x="1" y="132774"/>
                        <a:pt x="0" y="18596"/>
                      </a:cubicBezTo>
                      <a:lnTo>
                        <a:pt x="836" y="1089"/>
                      </a:lnTo>
                      <a:lnTo>
                        <a:pt x="606" y="859"/>
                      </a:lnTo>
                      <a:lnTo>
                        <a:pt x="848" y="848"/>
                      </a:lnTo>
                      <a:lnTo>
                        <a:pt x="859" y="606"/>
                      </a:lnTo>
                      <a:lnTo>
                        <a:pt x="1089" y="836"/>
                      </a:lnTo>
                      <a:lnTo>
                        <a:pt x="18596" y="0"/>
                      </a:lnTo>
                      <a:cubicBezTo>
                        <a:pt x="132774" y="0"/>
                        <a:pt x="246951" y="43557"/>
                        <a:pt x="334066" y="130672"/>
                      </a:cubicBezTo>
                      <a:cubicBezTo>
                        <a:pt x="421181" y="217787"/>
                        <a:pt x="464738" y="331964"/>
                        <a:pt x="464738" y="446142"/>
                      </a:cubicBezTo>
                      <a:lnTo>
                        <a:pt x="463902" y="463650"/>
                      </a:lnTo>
                      <a:lnTo>
                        <a:pt x="464132" y="463880"/>
                      </a:lnTo>
                      <a:lnTo>
                        <a:pt x="463891" y="463892"/>
                      </a:lnTo>
                      <a:lnTo>
                        <a:pt x="463879" y="464132"/>
                      </a:lnTo>
                      <a:lnTo>
                        <a:pt x="463650" y="463903"/>
                      </a:lnTo>
                      <a:close/>
                    </a:path>
                  </a:pathLst>
                </a:cu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nvGrpSpPr>
                <p:cNvPr id="19" name="Group 18">
                  <a:extLst>
                    <a:ext uri="{FF2B5EF4-FFF2-40B4-BE49-F238E27FC236}">
                      <a16:creationId xmlns:a16="http://schemas.microsoft.com/office/drawing/2014/main" id="{F3B56658-371E-446B-B30D-D4EA2A88A973}"/>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2440769" y="2384401"/>
                  <a:ext cx="313009" cy="1032464"/>
                  <a:chOff x="2440769" y="2384401"/>
                  <a:chExt cx="313009" cy="1032464"/>
                </a:xfrm>
              </p:grpSpPr>
              <p:cxnSp>
                <p:nvCxnSpPr>
                  <p:cNvPr id="20" name="Straight Connector 19">
                    <a:extLst>
                      <a:ext uri="{FF2B5EF4-FFF2-40B4-BE49-F238E27FC236}">
                        <a16:creationId xmlns:a16="http://schemas.microsoft.com/office/drawing/2014/main" id="{068979FB-2943-4091-A490-D9F8695DF0D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rot="10800000" flipH="1">
                    <a:off x="2440769" y="2516865"/>
                    <a:ext cx="0" cy="900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B378C39C-3FC0-4521-8336-33A86391920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rot="8100000" flipH="1">
                    <a:off x="2753778" y="2384401"/>
                    <a:ext cx="0" cy="900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grpSp>
        <p:grpSp>
          <p:nvGrpSpPr>
            <p:cNvPr id="12" name="Group 11">
              <a:extLst>
                <a:ext uri="{FF2B5EF4-FFF2-40B4-BE49-F238E27FC236}">
                  <a16:creationId xmlns:a16="http://schemas.microsoft.com/office/drawing/2014/main" id="{72C6951D-2EAF-4333-B8A8-F473DC3BDF44}"/>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1437136" y="649304"/>
              <a:ext cx="388541" cy="388541"/>
              <a:chOff x="5752675" y="5440856"/>
              <a:chExt cx="388541" cy="388541"/>
            </a:xfrm>
          </p:grpSpPr>
          <p:sp>
            <p:nvSpPr>
              <p:cNvPr id="13" name="Oval 12">
                <a:extLst>
                  <a:ext uri="{FF2B5EF4-FFF2-40B4-BE49-F238E27FC236}">
                    <a16:creationId xmlns:a16="http://schemas.microsoft.com/office/drawing/2014/main" id="{63E77698-5758-433A-9DF3-3BE43B6FBDA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5800801" y="5488982"/>
                <a:ext cx="340415" cy="340415"/>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4" name="Oval 13">
                <a:extLst>
                  <a:ext uri="{FF2B5EF4-FFF2-40B4-BE49-F238E27FC236}">
                    <a16:creationId xmlns:a16="http://schemas.microsoft.com/office/drawing/2014/main" id="{FF47FF7F-75A9-438D-8BA7-428BF76974C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52675" y="5440856"/>
                <a:ext cx="340415" cy="340415"/>
              </a:xfrm>
              <a:prstGeom prst="ellipse">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grpSp>
      <p:sp>
        <p:nvSpPr>
          <p:cNvPr id="3" name="TextBox 2">
            <a:extLst>
              <a:ext uri="{FF2B5EF4-FFF2-40B4-BE49-F238E27FC236}">
                <a16:creationId xmlns:a16="http://schemas.microsoft.com/office/drawing/2014/main" id="{E1B3EC78-AF07-8A37-B218-94DF35BE2087}"/>
              </a:ext>
            </a:extLst>
          </p:cNvPr>
          <p:cNvSpPr txBox="1"/>
          <p:nvPr/>
        </p:nvSpPr>
        <p:spPr>
          <a:xfrm>
            <a:off x="9486900" y="5443538"/>
            <a:ext cx="184731" cy="369332"/>
          </a:xfrm>
          <a:prstGeom prst="rect">
            <a:avLst/>
          </a:prstGeom>
          <a:noFill/>
        </p:spPr>
        <p:txBody>
          <a:bodyPr wrap="none" rtlCol="0">
            <a:spAutoFit/>
          </a:bodyPr>
          <a:lstStyle/>
          <a:p>
            <a:endParaRPr lang="en-BD" dirty="0"/>
          </a:p>
        </p:txBody>
      </p:sp>
      <p:sp>
        <p:nvSpPr>
          <p:cNvPr id="25" name="TextBox 24">
            <a:extLst>
              <a:ext uri="{FF2B5EF4-FFF2-40B4-BE49-F238E27FC236}">
                <a16:creationId xmlns:a16="http://schemas.microsoft.com/office/drawing/2014/main" id="{D856AD59-8AD1-B85F-4827-7B31CC175126}"/>
              </a:ext>
            </a:extLst>
          </p:cNvPr>
          <p:cNvSpPr txBox="1"/>
          <p:nvPr/>
        </p:nvSpPr>
        <p:spPr>
          <a:xfrm>
            <a:off x="2187635" y="1319164"/>
            <a:ext cx="6096000" cy="523220"/>
          </a:xfrm>
          <a:prstGeom prst="rect">
            <a:avLst/>
          </a:prstGeom>
          <a:noFill/>
        </p:spPr>
        <p:txBody>
          <a:bodyPr wrap="square">
            <a:spAutoFit/>
          </a:bodyPr>
          <a:lstStyle/>
          <a:p>
            <a:r>
              <a:rPr lang="en-US" sz="2800" dirty="0">
                <a:solidFill>
                  <a:srgbClr val="FFFF00"/>
                </a:solidFill>
                <a:latin typeface="Arial Rounded MT Bold" panose="020F0704030504030204" pitchFamily="34" charset="0"/>
              </a:rPr>
              <a:t>Critical Path Analysis </a:t>
            </a:r>
          </a:p>
        </p:txBody>
      </p:sp>
      <p:sp>
        <p:nvSpPr>
          <p:cNvPr id="24" name="TextBox 23">
            <a:extLst>
              <a:ext uri="{FF2B5EF4-FFF2-40B4-BE49-F238E27FC236}">
                <a16:creationId xmlns:a16="http://schemas.microsoft.com/office/drawing/2014/main" id="{ED0EF6E8-BECD-2BFF-7110-98944BA81AA7}"/>
              </a:ext>
            </a:extLst>
          </p:cNvPr>
          <p:cNvSpPr txBox="1"/>
          <p:nvPr/>
        </p:nvSpPr>
        <p:spPr>
          <a:xfrm>
            <a:off x="952075" y="2239115"/>
            <a:ext cx="6096000" cy="523220"/>
          </a:xfrm>
          <a:prstGeom prst="rect">
            <a:avLst/>
          </a:prstGeom>
          <a:noFill/>
        </p:spPr>
        <p:txBody>
          <a:bodyPr wrap="square">
            <a:spAutoFit/>
          </a:bodyPr>
          <a:lstStyle/>
          <a:p>
            <a:pPr algn="just"/>
            <a:r>
              <a:rPr lang="en-US" sz="2800" b="1" dirty="0">
                <a:solidFill>
                  <a:srgbClr val="99FFCC"/>
                </a:solidFill>
                <a:effectLst>
                  <a:outerShdw blurRad="38100" dist="38100" dir="2700000" algn="tl">
                    <a:srgbClr val="000000">
                      <a:alpha val="43137"/>
                    </a:srgbClr>
                  </a:outerShdw>
                </a:effectLst>
                <a:latin typeface="Arial Nova Light" panose="020B0304020202020204" pitchFamily="34" charset="0"/>
              </a:rPr>
              <a:t>The Network Diagram</a:t>
            </a:r>
          </a:p>
        </p:txBody>
      </p:sp>
      <p:sp>
        <p:nvSpPr>
          <p:cNvPr id="26" name="TextBox 25">
            <a:extLst>
              <a:ext uri="{FF2B5EF4-FFF2-40B4-BE49-F238E27FC236}">
                <a16:creationId xmlns:a16="http://schemas.microsoft.com/office/drawing/2014/main" id="{62C1DC34-B7DC-F98A-7B2A-5A16F348045C}"/>
              </a:ext>
            </a:extLst>
          </p:cNvPr>
          <p:cNvSpPr txBox="1"/>
          <p:nvPr/>
        </p:nvSpPr>
        <p:spPr>
          <a:xfrm>
            <a:off x="952074" y="2785256"/>
            <a:ext cx="10701061" cy="2616101"/>
          </a:xfrm>
          <a:prstGeom prst="rect">
            <a:avLst/>
          </a:prstGeom>
          <a:noFill/>
        </p:spPr>
        <p:txBody>
          <a:bodyPr wrap="square">
            <a:spAutoFit/>
          </a:bodyPr>
          <a:lstStyle/>
          <a:p>
            <a:pPr algn="just"/>
            <a:r>
              <a:rPr lang="en-US" sz="2400" dirty="0">
                <a:latin typeface="Arial Nova Light" panose="020B0304020202020204" pitchFamily="34" charset="0"/>
              </a:rPr>
              <a:t>Paths that are shorter than the critical path can experience some delays and still not affect the overall project completion time as long as the ultimate path time does not exceed the length of the critical path.</a:t>
            </a:r>
          </a:p>
          <a:p>
            <a:pPr algn="just"/>
            <a:endParaRPr lang="en-US" sz="800" dirty="0">
              <a:latin typeface="Arial Nova Light" panose="020B0304020202020204" pitchFamily="34" charset="0"/>
            </a:endParaRPr>
          </a:p>
          <a:p>
            <a:pPr algn="just"/>
            <a:r>
              <a:rPr lang="en-US" sz="2400" dirty="0">
                <a:latin typeface="Arial Nova Light" panose="020B0304020202020204" pitchFamily="34" charset="0"/>
              </a:rPr>
              <a:t>The allowable slippage for any path is called </a:t>
            </a:r>
            <a:r>
              <a:rPr lang="en-US" sz="2800" b="1" dirty="0">
                <a:solidFill>
                  <a:srgbClr val="80EFFF"/>
                </a:solidFill>
                <a:latin typeface="Arial Nova Light" panose="020B0304020202020204" pitchFamily="34" charset="0"/>
              </a:rPr>
              <a:t>slack</a:t>
            </a:r>
            <a:r>
              <a:rPr lang="en-US" sz="2400" dirty="0">
                <a:latin typeface="Arial Nova Light" panose="020B0304020202020204" pitchFamily="34" charset="0"/>
              </a:rPr>
              <a:t>, and it reflects the difference between the length of a given path and the length of the critical path. </a:t>
            </a:r>
          </a:p>
          <a:p>
            <a:pPr algn="just"/>
            <a:endParaRPr lang="en-US" sz="800" dirty="0">
              <a:latin typeface="Arial Nova Light" panose="020B0304020202020204" pitchFamily="34" charset="0"/>
            </a:endParaRPr>
          </a:p>
          <a:p>
            <a:pPr algn="just"/>
            <a:r>
              <a:rPr lang="en-US" sz="2400" dirty="0">
                <a:latin typeface="Arial Nova Light" panose="020B0304020202020204" pitchFamily="34" charset="0"/>
              </a:rPr>
              <a:t>The critical path, then, has zero slack time.</a:t>
            </a:r>
          </a:p>
        </p:txBody>
      </p:sp>
    </p:spTree>
    <p:extLst>
      <p:ext uri="{BB962C8B-B14F-4D97-AF65-F5344CB8AC3E}">
        <p14:creationId xmlns:p14="http://schemas.microsoft.com/office/powerpoint/2010/main" val="180532293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316A5661-2CFE-478C-BAC3-729F393F3C4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BC1DA2B-FE6F-1C6E-BFA0-9B15DC40309D}"/>
              </a:ext>
            </a:extLst>
          </p:cNvPr>
          <p:cNvSpPr>
            <a:spLocks noGrp="1"/>
          </p:cNvSpPr>
          <p:nvPr>
            <p:ph type="title"/>
          </p:nvPr>
        </p:nvSpPr>
        <p:spPr>
          <a:xfrm>
            <a:off x="2139081" y="92738"/>
            <a:ext cx="9514055" cy="1267138"/>
          </a:xfrm>
        </p:spPr>
        <p:txBody>
          <a:bodyPr anchor="ctr">
            <a:normAutofit/>
          </a:bodyPr>
          <a:lstStyle/>
          <a:p>
            <a:r>
              <a:rPr lang="en-US" sz="4000" dirty="0">
                <a:solidFill>
                  <a:schemeClr val="accent6">
                    <a:lumMod val="40000"/>
                    <a:lumOff val="60000"/>
                  </a:schemeClr>
                </a:solidFill>
                <a:latin typeface="Arial Rounded MT Bold" panose="020F0704030504030204" pitchFamily="34" charset="0"/>
              </a:rPr>
              <a:t>Project management tools</a:t>
            </a:r>
          </a:p>
        </p:txBody>
      </p:sp>
      <p:grpSp>
        <p:nvGrpSpPr>
          <p:cNvPr id="10" name="Group 9">
            <a:extLst>
              <a:ext uri="{FF2B5EF4-FFF2-40B4-BE49-F238E27FC236}">
                <a16:creationId xmlns:a16="http://schemas.microsoft.com/office/drawing/2014/main" id="{FB7BE8CD-E348-464A-82CC-7EF7AA82842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999771" y="649304"/>
            <a:ext cx="913428" cy="1315264"/>
            <a:chOff x="999771" y="649304"/>
            <a:chExt cx="913428" cy="1315264"/>
          </a:xfrm>
        </p:grpSpPr>
        <p:grpSp>
          <p:nvGrpSpPr>
            <p:cNvPr id="11" name="Group 10">
              <a:extLst>
                <a:ext uri="{FF2B5EF4-FFF2-40B4-BE49-F238E27FC236}">
                  <a16:creationId xmlns:a16="http://schemas.microsoft.com/office/drawing/2014/main" id="{B8CC82D2-4C4A-4C67-8483-5199F97B37A7}"/>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999771" y="932104"/>
              <a:ext cx="913428" cy="1032464"/>
              <a:chOff x="999771" y="932104"/>
              <a:chExt cx="913428" cy="1032464"/>
            </a:xfrm>
          </p:grpSpPr>
          <p:grpSp>
            <p:nvGrpSpPr>
              <p:cNvPr id="15" name="Group 14">
                <a:extLst>
                  <a:ext uri="{FF2B5EF4-FFF2-40B4-BE49-F238E27FC236}">
                    <a16:creationId xmlns:a16="http://schemas.microsoft.com/office/drawing/2014/main" id="{70D2391D-AA33-4F5E-BD96-B42D93DED226}"/>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rot="8100000" flipV="1">
                <a:off x="1047457" y="1290386"/>
                <a:ext cx="865742" cy="628383"/>
                <a:chOff x="558167" y="958515"/>
                <a:chExt cx="865742" cy="628383"/>
              </a:xfrm>
              <a:solidFill>
                <a:schemeClr val="accent3"/>
              </a:solidFill>
            </p:grpSpPr>
            <p:sp>
              <p:nvSpPr>
                <p:cNvPr id="22" name="Freeform: Shape 21">
                  <a:extLst>
                    <a:ext uri="{FF2B5EF4-FFF2-40B4-BE49-F238E27FC236}">
                      <a16:creationId xmlns:a16="http://schemas.microsoft.com/office/drawing/2014/main" id="{BE166DCE-539D-4C74-9C9D-AC000BA2F8A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8100000" flipH="1">
                  <a:off x="558167" y="1122160"/>
                  <a:ext cx="464738" cy="464738"/>
                </a:xfrm>
                <a:custGeom>
                  <a:avLst/>
                  <a:gdLst>
                    <a:gd name="connsiteX0" fmla="*/ 446142 w 464738"/>
                    <a:gd name="connsiteY0" fmla="*/ 464738 h 464738"/>
                    <a:gd name="connsiteX1" fmla="*/ 130673 w 464738"/>
                    <a:gd name="connsiteY1" fmla="*/ 334066 h 464738"/>
                    <a:gd name="connsiteX2" fmla="*/ 0 w 464738"/>
                    <a:gd name="connsiteY2" fmla="*/ 18596 h 464738"/>
                    <a:gd name="connsiteX3" fmla="*/ 836 w 464738"/>
                    <a:gd name="connsiteY3" fmla="*/ 1089 h 464738"/>
                    <a:gd name="connsiteX4" fmla="*/ 606 w 464738"/>
                    <a:gd name="connsiteY4" fmla="*/ 859 h 464738"/>
                    <a:gd name="connsiteX5" fmla="*/ 848 w 464738"/>
                    <a:gd name="connsiteY5" fmla="*/ 848 h 464738"/>
                    <a:gd name="connsiteX6" fmla="*/ 859 w 464738"/>
                    <a:gd name="connsiteY6" fmla="*/ 606 h 464738"/>
                    <a:gd name="connsiteX7" fmla="*/ 1089 w 464738"/>
                    <a:gd name="connsiteY7" fmla="*/ 836 h 464738"/>
                    <a:gd name="connsiteX8" fmla="*/ 18596 w 464738"/>
                    <a:gd name="connsiteY8" fmla="*/ 0 h 464738"/>
                    <a:gd name="connsiteX9" fmla="*/ 334066 w 464738"/>
                    <a:gd name="connsiteY9" fmla="*/ 130672 h 464738"/>
                    <a:gd name="connsiteX10" fmla="*/ 464738 w 464738"/>
                    <a:gd name="connsiteY10" fmla="*/ 446142 h 464738"/>
                    <a:gd name="connsiteX11" fmla="*/ 463902 w 464738"/>
                    <a:gd name="connsiteY11" fmla="*/ 463650 h 464738"/>
                    <a:gd name="connsiteX12" fmla="*/ 464132 w 464738"/>
                    <a:gd name="connsiteY12" fmla="*/ 463880 h 464738"/>
                    <a:gd name="connsiteX13" fmla="*/ 463891 w 464738"/>
                    <a:gd name="connsiteY13" fmla="*/ 463892 h 464738"/>
                    <a:gd name="connsiteX14" fmla="*/ 463879 w 464738"/>
                    <a:gd name="connsiteY14" fmla="*/ 464132 h 464738"/>
                    <a:gd name="connsiteX15" fmla="*/ 463650 w 464738"/>
                    <a:gd name="connsiteY15" fmla="*/ 463903 h 4647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64738" h="464738">
                      <a:moveTo>
                        <a:pt x="446142" y="464738"/>
                      </a:moveTo>
                      <a:cubicBezTo>
                        <a:pt x="331965" y="464738"/>
                        <a:pt x="217787" y="421181"/>
                        <a:pt x="130673" y="334066"/>
                      </a:cubicBezTo>
                      <a:cubicBezTo>
                        <a:pt x="43558" y="246952"/>
                        <a:pt x="1" y="132774"/>
                        <a:pt x="0" y="18596"/>
                      </a:cubicBezTo>
                      <a:lnTo>
                        <a:pt x="836" y="1089"/>
                      </a:lnTo>
                      <a:lnTo>
                        <a:pt x="606" y="859"/>
                      </a:lnTo>
                      <a:lnTo>
                        <a:pt x="848" y="848"/>
                      </a:lnTo>
                      <a:lnTo>
                        <a:pt x="859" y="606"/>
                      </a:lnTo>
                      <a:lnTo>
                        <a:pt x="1089" y="836"/>
                      </a:lnTo>
                      <a:lnTo>
                        <a:pt x="18596" y="0"/>
                      </a:lnTo>
                      <a:cubicBezTo>
                        <a:pt x="132774" y="0"/>
                        <a:pt x="246951" y="43557"/>
                        <a:pt x="334066" y="130672"/>
                      </a:cubicBezTo>
                      <a:cubicBezTo>
                        <a:pt x="421181" y="217787"/>
                        <a:pt x="464738" y="331964"/>
                        <a:pt x="464738" y="446142"/>
                      </a:cubicBezTo>
                      <a:lnTo>
                        <a:pt x="463902" y="463650"/>
                      </a:lnTo>
                      <a:lnTo>
                        <a:pt x="464132" y="463880"/>
                      </a:lnTo>
                      <a:lnTo>
                        <a:pt x="463891" y="463892"/>
                      </a:lnTo>
                      <a:lnTo>
                        <a:pt x="463879" y="464132"/>
                      </a:lnTo>
                      <a:lnTo>
                        <a:pt x="463650" y="463903"/>
                      </a:lnTo>
                      <a:close/>
                    </a:path>
                  </a:pathLst>
                </a:custGeom>
                <a:solidFill>
                  <a:schemeClr val="accent4">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3" name="Freeform: Shape 22">
                  <a:extLst>
                    <a:ext uri="{FF2B5EF4-FFF2-40B4-BE49-F238E27FC236}">
                      <a16:creationId xmlns:a16="http://schemas.microsoft.com/office/drawing/2014/main" id="{DCC6BEB5-DA1F-4F9E-BA5D-8F892A0FB8F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flipH="1">
                  <a:off x="959170" y="958515"/>
                  <a:ext cx="464739" cy="464739"/>
                </a:xfrm>
                <a:custGeom>
                  <a:avLst/>
                  <a:gdLst>
                    <a:gd name="connsiteX0" fmla="*/ 464132 w 464739"/>
                    <a:gd name="connsiteY0" fmla="*/ 463881 h 464739"/>
                    <a:gd name="connsiteX1" fmla="*/ 463891 w 464739"/>
                    <a:gd name="connsiteY1" fmla="*/ 463892 h 464739"/>
                    <a:gd name="connsiteX2" fmla="*/ 463880 w 464739"/>
                    <a:gd name="connsiteY2" fmla="*/ 464132 h 464739"/>
                    <a:gd name="connsiteX3" fmla="*/ 463651 w 464739"/>
                    <a:gd name="connsiteY3" fmla="*/ 463904 h 464739"/>
                    <a:gd name="connsiteX4" fmla="*/ 446142 w 464739"/>
                    <a:gd name="connsiteY4" fmla="*/ 464739 h 464739"/>
                    <a:gd name="connsiteX5" fmla="*/ 130673 w 464739"/>
                    <a:gd name="connsiteY5" fmla="*/ 334067 h 464739"/>
                    <a:gd name="connsiteX6" fmla="*/ 0 w 464739"/>
                    <a:gd name="connsiteY6" fmla="*/ 18597 h 464739"/>
                    <a:gd name="connsiteX7" fmla="*/ 836 w 464739"/>
                    <a:gd name="connsiteY7" fmla="*/ 1089 h 464739"/>
                    <a:gd name="connsiteX8" fmla="*/ 607 w 464739"/>
                    <a:gd name="connsiteY8" fmla="*/ 859 h 464739"/>
                    <a:gd name="connsiteX9" fmla="*/ 848 w 464739"/>
                    <a:gd name="connsiteY9" fmla="*/ 848 h 464739"/>
                    <a:gd name="connsiteX10" fmla="*/ 859 w 464739"/>
                    <a:gd name="connsiteY10" fmla="*/ 607 h 464739"/>
                    <a:gd name="connsiteX11" fmla="*/ 1089 w 464739"/>
                    <a:gd name="connsiteY11" fmla="*/ 836 h 464739"/>
                    <a:gd name="connsiteX12" fmla="*/ 18597 w 464739"/>
                    <a:gd name="connsiteY12" fmla="*/ 0 h 464739"/>
                    <a:gd name="connsiteX13" fmla="*/ 334067 w 464739"/>
                    <a:gd name="connsiteY13" fmla="*/ 130672 h 464739"/>
                    <a:gd name="connsiteX14" fmla="*/ 464739 w 464739"/>
                    <a:gd name="connsiteY14" fmla="*/ 446142 h 464739"/>
                    <a:gd name="connsiteX15" fmla="*/ 463903 w 464739"/>
                    <a:gd name="connsiteY15" fmla="*/ 463652 h 464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64739" h="464739">
                      <a:moveTo>
                        <a:pt x="464132" y="463881"/>
                      </a:moveTo>
                      <a:lnTo>
                        <a:pt x="463891" y="463892"/>
                      </a:lnTo>
                      <a:lnTo>
                        <a:pt x="463880" y="464132"/>
                      </a:lnTo>
                      <a:lnTo>
                        <a:pt x="463651" y="463904"/>
                      </a:lnTo>
                      <a:lnTo>
                        <a:pt x="446142" y="464739"/>
                      </a:lnTo>
                      <a:cubicBezTo>
                        <a:pt x="331965" y="464739"/>
                        <a:pt x="217787" y="421182"/>
                        <a:pt x="130673" y="334067"/>
                      </a:cubicBezTo>
                      <a:cubicBezTo>
                        <a:pt x="43558" y="246953"/>
                        <a:pt x="1" y="132775"/>
                        <a:pt x="0" y="18597"/>
                      </a:cubicBezTo>
                      <a:lnTo>
                        <a:pt x="836" y="1089"/>
                      </a:lnTo>
                      <a:lnTo>
                        <a:pt x="607" y="859"/>
                      </a:lnTo>
                      <a:lnTo>
                        <a:pt x="848" y="848"/>
                      </a:lnTo>
                      <a:lnTo>
                        <a:pt x="859" y="607"/>
                      </a:lnTo>
                      <a:lnTo>
                        <a:pt x="1089" y="836"/>
                      </a:lnTo>
                      <a:lnTo>
                        <a:pt x="18597" y="0"/>
                      </a:lnTo>
                      <a:cubicBezTo>
                        <a:pt x="132775" y="0"/>
                        <a:pt x="246952" y="43557"/>
                        <a:pt x="334067" y="130672"/>
                      </a:cubicBezTo>
                      <a:cubicBezTo>
                        <a:pt x="421182" y="217787"/>
                        <a:pt x="464739" y="331964"/>
                        <a:pt x="464739" y="446142"/>
                      </a:cubicBezTo>
                      <a:lnTo>
                        <a:pt x="463903" y="463652"/>
                      </a:lnTo>
                      <a:close/>
                    </a:path>
                  </a:pathLst>
                </a:custGeom>
                <a:solidFill>
                  <a:schemeClr val="accent4">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grpSp>
          <p:grpSp>
            <p:nvGrpSpPr>
              <p:cNvPr id="16" name="Group 15">
                <a:extLst>
                  <a:ext uri="{FF2B5EF4-FFF2-40B4-BE49-F238E27FC236}">
                    <a16:creationId xmlns:a16="http://schemas.microsoft.com/office/drawing/2014/main" id="{C0300EB9-093C-4C32-A212-821D7AC082B4}"/>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rot="10800000" flipH="1" flipV="1">
                <a:off x="999771" y="932104"/>
                <a:ext cx="864005" cy="1032464"/>
                <a:chOff x="2207971" y="2384401"/>
                <a:chExt cx="864005" cy="1032464"/>
              </a:xfrm>
            </p:grpSpPr>
            <p:sp>
              <p:nvSpPr>
                <p:cNvPr id="17" name="Freeform: Shape 16">
                  <a:extLst>
                    <a:ext uri="{FF2B5EF4-FFF2-40B4-BE49-F238E27FC236}">
                      <a16:creationId xmlns:a16="http://schemas.microsoft.com/office/drawing/2014/main" id="{AFC97B3C-CF0E-4C93-AA39-7A677A12C50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3500000">
                  <a:off x="2207971" y="2856305"/>
                  <a:ext cx="464739" cy="464739"/>
                </a:xfrm>
                <a:custGeom>
                  <a:avLst/>
                  <a:gdLst>
                    <a:gd name="connsiteX0" fmla="*/ 464132 w 464739"/>
                    <a:gd name="connsiteY0" fmla="*/ 463881 h 464739"/>
                    <a:gd name="connsiteX1" fmla="*/ 463891 w 464739"/>
                    <a:gd name="connsiteY1" fmla="*/ 463892 h 464739"/>
                    <a:gd name="connsiteX2" fmla="*/ 463880 w 464739"/>
                    <a:gd name="connsiteY2" fmla="*/ 464132 h 464739"/>
                    <a:gd name="connsiteX3" fmla="*/ 463651 w 464739"/>
                    <a:gd name="connsiteY3" fmla="*/ 463904 h 464739"/>
                    <a:gd name="connsiteX4" fmla="*/ 446142 w 464739"/>
                    <a:gd name="connsiteY4" fmla="*/ 464739 h 464739"/>
                    <a:gd name="connsiteX5" fmla="*/ 130673 w 464739"/>
                    <a:gd name="connsiteY5" fmla="*/ 334067 h 464739"/>
                    <a:gd name="connsiteX6" fmla="*/ 0 w 464739"/>
                    <a:gd name="connsiteY6" fmla="*/ 18597 h 464739"/>
                    <a:gd name="connsiteX7" fmla="*/ 836 w 464739"/>
                    <a:gd name="connsiteY7" fmla="*/ 1089 h 464739"/>
                    <a:gd name="connsiteX8" fmla="*/ 607 w 464739"/>
                    <a:gd name="connsiteY8" fmla="*/ 859 h 464739"/>
                    <a:gd name="connsiteX9" fmla="*/ 848 w 464739"/>
                    <a:gd name="connsiteY9" fmla="*/ 848 h 464739"/>
                    <a:gd name="connsiteX10" fmla="*/ 859 w 464739"/>
                    <a:gd name="connsiteY10" fmla="*/ 607 h 464739"/>
                    <a:gd name="connsiteX11" fmla="*/ 1089 w 464739"/>
                    <a:gd name="connsiteY11" fmla="*/ 836 h 464739"/>
                    <a:gd name="connsiteX12" fmla="*/ 18597 w 464739"/>
                    <a:gd name="connsiteY12" fmla="*/ 0 h 464739"/>
                    <a:gd name="connsiteX13" fmla="*/ 334067 w 464739"/>
                    <a:gd name="connsiteY13" fmla="*/ 130672 h 464739"/>
                    <a:gd name="connsiteX14" fmla="*/ 464739 w 464739"/>
                    <a:gd name="connsiteY14" fmla="*/ 446142 h 464739"/>
                    <a:gd name="connsiteX15" fmla="*/ 463903 w 464739"/>
                    <a:gd name="connsiteY15" fmla="*/ 463652 h 464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64739" h="464739">
                      <a:moveTo>
                        <a:pt x="464132" y="463881"/>
                      </a:moveTo>
                      <a:lnTo>
                        <a:pt x="463891" y="463892"/>
                      </a:lnTo>
                      <a:lnTo>
                        <a:pt x="463880" y="464132"/>
                      </a:lnTo>
                      <a:lnTo>
                        <a:pt x="463651" y="463904"/>
                      </a:lnTo>
                      <a:lnTo>
                        <a:pt x="446142" y="464739"/>
                      </a:lnTo>
                      <a:cubicBezTo>
                        <a:pt x="331965" y="464739"/>
                        <a:pt x="217787" y="421182"/>
                        <a:pt x="130673" y="334067"/>
                      </a:cubicBezTo>
                      <a:cubicBezTo>
                        <a:pt x="43558" y="246953"/>
                        <a:pt x="1" y="132775"/>
                        <a:pt x="0" y="18597"/>
                      </a:cubicBezTo>
                      <a:lnTo>
                        <a:pt x="836" y="1089"/>
                      </a:lnTo>
                      <a:lnTo>
                        <a:pt x="607" y="859"/>
                      </a:lnTo>
                      <a:lnTo>
                        <a:pt x="848" y="848"/>
                      </a:lnTo>
                      <a:lnTo>
                        <a:pt x="859" y="607"/>
                      </a:lnTo>
                      <a:lnTo>
                        <a:pt x="1089" y="836"/>
                      </a:lnTo>
                      <a:lnTo>
                        <a:pt x="18597" y="0"/>
                      </a:lnTo>
                      <a:cubicBezTo>
                        <a:pt x="132775" y="0"/>
                        <a:pt x="246952" y="43557"/>
                        <a:pt x="334067" y="130672"/>
                      </a:cubicBezTo>
                      <a:cubicBezTo>
                        <a:pt x="421182" y="217787"/>
                        <a:pt x="464739" y="331964"/>
                        <a:pt x="464739" y="446142"/>
                      </a:cubicBezTo>
                      <a:lnTo>
                        <a:pt x="463903" y="463652"/>
                      </a:lnTo>
                      <a:close/>
                    </a:path>
                  </a:pathLst>
                </a:cu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8" name="Freeform: Shape 17">
                  <a:extLst>
                    <a:ext uri="{FF2B5EF4-FFF2-40B4-BE49-F238E27FC236}">
                      <a16:creationId xmlns:a16="http://schemas.microsoft.com/office/drawing/2014/main" id="{0943F14E-6185-4A31-8318-2088A05F5C9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2607238" y="2688467"/>
                  <a:ext cx="464738" cy="464738"/>
                </a:xfrm>
                <a:custGeom>
                  <a:avLst/>
                  <a:gdLst>
                    <a:gd name="connsiteX0" fmla="*/ 446142 w 464738"/>
                    <a:gd name="connsiteY0" fmla="*/ 464738 h 464738"/>
                    <a:gd name="connsiteX1" fmla="*/ 130673 w 464738"/>
                    <a:gd name="connsiteY1" fmla="*/ 334066 h 464738"/>
                    <a:gd name="connsiteX2" fmla="*/ 0 w 464738"/>
                    <a:gd name="connsiteY2" fmla="*/ 18596 h 464738"/>
                    <a:gd name="connsiteX3" fmla="*/ 836 w 464738"/>
                    <a:gd name="connsiteY3" fmla="*/ 1089 h 464738"/>
                    <a:gd name="connsiteX4" fmla="*/ 606 w 464738"/>
                    <a:gd name="connsiteY4" fmla="*/ 859 h 464738"/>
                    <a:gd name="connsiteX5" fmla="*/ 848 w 464738"/>
                    <a:gd name="connsiteY5" fmla="*/ 848 h 464738"/>
                    <a:gd name="connsiteX6" fmla="*/ 859 w 464738"/>
                    <a:gd name="connsiteY6" fmla="*/ 606 h 464738"/>
                    <a:gd name="connsiteX7" fmla="*/ 1089 w 464738"/>
                    <a:gd name="connsiteY7" fmla="*/ 836 h 464738"/>
                    <a:gd name="connsiteX8" fmla="*/ 18596 w 464738"/>
                    <a:gd name="connsiteY8" fmla="*/ 0 h 464738"/>
                    <a:gd name="connsiteX9" fmla="*/ 334066 w 464738"/>
                    <a:gd name="connsiteY9" fmla="*/ 130672 h 464738"/>
                    <a:gd name="connsiteX10" fmla="*/ 464738 w 464738"/>
                    <a:gd name="connsiteY10" fmla="*/ 446142 h 464738"/>
                    <a:gd name="connsiteX11" fmla="*/ 463902 w 464738"/>
                    <a:gd name="connsiteY11" fmla="*/ 463650 h 464738"/>
                    <a:gd name="connsiteX12" fmla="*/ 464132 w 464738"/>
                    <a:gd name="connsiteY12" fmla="*/ 463880 h 464738"/>
                    <a:gd name="connsiteX13" fmla="*/ 463891 w 464738"/>
                    <a:gd name="connsiteY13" fmla="*/ 463892 h 464738"/>
                    <a:gd name="connsiteX14" fmla="*/ 463879 w 464738"/>
                    <a:gd name="connsiteY14" fmla="*/ 464132 h 464738"/>
                    <a:gd name="connsiteX15" fmla="*/ 463650 w 464738"/>
                    <a:gd name="connsiteY15" fmla="*/ 463903 h 4647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64738" h="464738">
                      <a:moveTo>
                        <a:pt x="446142" y="464738"/>
                      </a:moveTo>
                      <a:cubicBezTo>
                        <a:pt x="331965" y="464738"/>
                        <a:pt x="217787" y="421181"/>
                        <a:pt x="130673" y="334066"/>
                      </a:cubicBezTo>
                      <a:cubicBezTo>
                        <a:pt x="43558" y="246952"/>
                        <a:pt x="1" y="132774"/>
                        <a:pt x="0" y="18596"/>
                      </a:cubicBezTo>
                      <a:lnTo>
                        <a:pt x="836" y="1089"/>
                      </a:lnTo>
                      <a:lnTo>
                        <a:pt x="606" y="859"/>
                      </a:lnTo>
                      <a:lnTo>
                        <a:pt x="848" y="848"/>
                      </a:lnTo>
                      <a:lnTo>
                        <a:pt x="859" y="606"/>
                      </a:lnTo>
                      <a:lnTo>
                        <a:pt x="1089" y="836"/>
                      </a:lnTo>
                      <a:lnTo>
                        <a:pt x="18596" y="0"/>
                      </a:lnTo>
                      <a:cubicBezTo>
                        <a:pt x="132774" y="0"/>
                        <a:pt x="246951" y="43557"/>
                        <a:pt x="334066" y="130672"/>
                      </a:cubicBezTo>
                      <a:cubicBezTo>
                        <a:pt x="421181" y="217787"/>
                        <a:pt x="464738" y="331964"/>
                        <a:pt x="464738" y="446142"/>
                      </a:cubicBezTo>
                      <a:lnTo>
                        <a:pt x="463902" y="463650"/>
                      </a:lnTo>
                      <a:lnTo>
                        <a:pt x="464132" y="463880"/>
                      </a:lnTo>
                      <a:lnTo>
                        <a:pt x="463891" y="463892"/>
                      </a:lnTo>
                      <a:lnTo>
                        <a:pt x="463879" y="464132"/>
                      </a:lnTo>
                      <a:lnTo>
                        <a:pt x="463650" y="463903"/>
                      </a:lnTo>
                      <a:close/>
                    </a:path>
                  </a:pathLst>
                </a:cu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nvGrpSpPr>
                <p:cNvPr id="19" name="Group 18">
                  <a:extLst>
                    <a:ext uri="{FF2B5EF4-FFF2-40B4-BE49-F238E27FC236}">
                      <a16:creationId xmlns:a16="http://schemas.microsoft.com/office/drawing/2014/main" id="{F3B56658-371E-446B-B30D-D4EA2A88A973}"/>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2440769" y="2384401"/>
                  <a:ext cx="313009" cy="1032464"/>
                  <a:chOff x="2440769" y="2384401"/>
                  <a:chExt cx="313009" cy="1032464"/>
                </a:xfrm>
              </p:grpSpPr>
              <p:cxnSp>
                <p:nvCxnSpPr>
                  <p:cNvPr id="20" name="Straight Connector 19">
                    <a:extLst>
                      <a:ext uri="{FF2B5EF4-FFF2-40B4-BE49-F238E27FC236}">
                        <a16:creationId xmlns:a16="http://schemas.microsoft.com/office/drawing/2014/main" id="{068979FB-2943-4091-A490-D9F8695DF0D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rot="10800000" flipH="1">
                    <a:off x="2440769" y="2516865"/>
                    <a:ext cx="0" cy="900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B378C39C-3FC0-4521-8336-33A86391920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rot="8100000" flipH="1">
                    <a:off x="2753778" y="2384401"/>
                    <a:ext cx="0" cy="900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grpSp>
        <p:grpSp>
          <p:nvGrpSpPr>
            <p:cNvPr id="12" name="Group 11">
              <a:extLst>
                <a:ext uri="{FF2B5EF4-FFF2-40B4-BE49-F238E27FC236}">
                  <a16:creationId xmlns:a16="http://schemas.microsoft.com/office/drawing/2014/main" id="{72C6951D-2EAF-4333-B8A8-F473DC3BDF44}"/>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1437136" y="649304"/>
              <a:ext cx="388541" cy="388541"/>
              <a:chOff x="5752675" y="5440856"/>
              <a:chExt cx="388541" cy="388541"/>
            </a:xfrm>
          </p:grpSpPr>
          <p:sp>
            <p:nvSpPr>
              <p:cNvPr id="13" name="Oval 12">
                <a:extLst>
                  <a:ext uri="{FF2B5EF4-FFF2-40B4-BE49-F238E27FC236}">
                    <a16:creationId xmlns:a16="http://schemas.microsoft.com/office/drawing/2014/main" id="{63E77698-5758-433A-9DF3-3BE43B6FBDA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5800801" y="5488982"/>
                <a:ext cx="340415" cy="340415"/>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4" name="Oval 13">
                <a:extLst>
                  <a:ext uri="{FF2B5EF4-FFF2-40B4-BE49-F238E27FC236}">
                    <a16:creationId xmlns:a16="http://schemas.microsoft.com/office/drawing/2014/main" id="{FF47FF7F-75A9-438D-8BA7-428BF76974C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52675" y="5440856"/>
                <a:ext cx="340415" cy="340415"/>
              </a:xfrm>
              <a:prstGeom prst="ellipse">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grpSp>
      <p:sp>
        <p:nvSpPr>
          <p:cNvPr id="3" name="TextBox 2">
            <a:extLst>
              <a:ext uri="{FF2B5EF4-FFF2-40B4-BE49-F238E27FC236}">
                <a16:creationId xmlns:a16="http://schemas.microsoft.com/office/drawing/2014/main" id="{E1B3EC78-AF07-8A37-B218-94DF35BE2087}"/>
              </a:ext>
            </a:extLst>
          </p:cNvPr>
          <p:cNvSpPr txBox="1"/>
          <p:nvPr/>
        </p:nvSpPr>
        <p:spPr>
          <a:xfrm>
            <a:off x="9486900" y="5443538"/>
            <a:ext cx="184731" cy="369332"/>
          </a:xfrm>
          <a:prstGeom prst="rect">
            <a:avLst/>
          </a:prstGeom>
          <a:noFill/>
        </p:spPr>
        <p:txBody>
          <a:bodyPr wrap="none" rtlCol="0">
            <a:spAutoFit/>
          </a:bodyPr>
          <a:lstStyle/>
          <a:p>
            <a:endParaRPr lang="en-BD" dirty="0"/>
          </a:p>
        </p:txBody>
      </p:sp>
      <p:sp>
        <p:nvSpPr>
          <p:cNvPr id="25" name="TextBox 24">
            <a:extLst>
              <a:ext uri="{FF2B5EF4-FFF2-40B4-BE49-F238E27FC236}">
                <a16:creationId xmlns:a16="http://schemas.microsoft.com/office/drawing/2014/main" id="{D856AD59-8AD1-B85F-4827-7B31CC175126}"/>
              </a:ext>
            </a:extLst>
          </p:cNvPr>
          <p:cNvSpPr txBox="1"/>
          <p:nvPr/>
        </p:nvSpPr>
        <p:spPr>
          <a:xfrm>
            <a:off x="2187635" y="1319164"/>
            <a:ext cx="6096000" cy="523220"/>
          </a:xfrm>
          <a:prstGeom prst="rect">
            <a:avLst/>
          </a:prstGeom>
          <a:noFill/>
        </p:spPr>
        <p:txBody>
          <a:bodyPr wrap="square">
            <a:spAutoFit/>
          </a:bodyPr>
          <a:lstStyle/>
          <a:p>
            <a:r>
              <a:rPr lang="en-US" sz="2800" dirty="0">
                <a:solidFill>
                  <a:srgbClr val="FFFF00"/>
                </a:solidFill>
                <a:latin typeface="Arial Rounded MT Bold" panose="020F0704030504030204" pitchFamily="34" charset="0"/>
              </a:rPr>
              <a:t>Critical Path Analysis </a:t>
            </a:r>
          </a:p>
        </p:txBody>
      </p:sp>
      <p:pic>
        <p:nvPicPr>
          <p:cNvPr id="24" name="Picture 4" descr="PMBOK-Figure 6-5">
            <a:extLst>
              <a:ext uri="{FF2B5EF4-FFF2-40B4-BE49-F238E27FC236}">
                <a16:creationId xmlns:a16="http://schemas.microsoft.com/office/drawing/2014/main" id="{7D19B7F2-62C4-C8C0-057E-856ED2A4F31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39081" y="2017117"/>
            <a:ext cx="7342088" cy="45449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89772355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316A5661-2CFE-478C-BAC3-729F393F3C4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BC1DA2B-FE6F-1C6E-BFA0-9B15DC40309D}"/>
              </a:ext>
            </a:extLst>
          </p:cNvPr>
          <p:cNvSpPr>
            <a:spLocks noGrp="1"/>
          </p:cNvSpPr>
          <p:nvPr>
            <p:ph type="title"/>
          </p:nvPr>
        </p:nvSpPr>
        <p:spPr>
          <a:xfrm>
            <a:off x="2030243" y="697430"/>
            <a:ext cx="9514055" cy="1267138"/>
          </a:xfrm>
        </p:spPr>
        <p:txBody>
          <a:bodyPr anchor="ctr">
            <a:normAutofit/>
          </a:bodyPr>
          <a:lstStyle/>
          <a:p>
            <a:r>
              <a:rPr lang="en-US" sz="4000" dirty="0">
                <a:solidFill>
                  <a:schemeClr val="accent6">
                    <a:lumMod val="40000"/>
                    <a:lumOff val="60000"/>
                  </a:schemeClr>
                </a:solidFill>
                <a:latin typeface="Arial Rounded MT Bold" panose="020F0704030504030204" pitchFamily="34" charset="0"/>
              </a:rPr>
              <a:t>Project management tools</a:t>
            </a:r>
          </a:p>
        </p:txBody>
      </p:sp>
      <p:grpSp>
        <p:nvGrpSpPr>
          <p:cNvPr id="10" name="Group 9">
            <a:extLst>
              <a:ext uri="{FF2B5EF4-FFF2-40B4-BE49-F238E27FC236}">
                <a16:creationId xmlns:a16="http://schemas.microsoft.com/office/drawing/2014/main" id="{FB7BE8CD-E348-464A-82CC-7EF7AA82842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999771" y="649304"/>
            <a:ext cx="913428" cy="1315264"/>
            <a:chOff x="999771" y="649304"/>
            <a:chExt cx="913428" cy="1315264"/>
          </a:xfrm>
        </p:grpSpPr>
        <p:grpSp>
          <p:nvGrpSpPr>
            <p:cNvPr id="11" name="Group 10">
              <a:extLst>
                <a:ext uri="{FF2B5EF4-FFF2-40B4-BE49-F238E27FC236}">
                  <a16:creationId xmlns:a16="http://schemas.microsoft.com/office/drawing/2014/main" id="{B8CC82D2-4C4A-4C67-8483-5199F97B37A7}"/>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999771" y="932104"/>
              <a:ext cx="913428" cy="1032464"/>
              <a:chOff x="999771" y="932104"/>
              <a:chExt cx="913428" cy="1032464"/>
            </a:xfrm>
          </p:grpSpPr>
          <p:grpSp>
            <p:nvGrpSpPr>
              <p:cNvPr id="15" name="Group 14">
                <a:extLst>
                  <a:ext uri="{FF2B5EF4-FFF2-40B4-BE49-F238E27FC236}">
                    <a16:creationId xmlns:a16="http://schemas.microsoft.com/office/drawing/2014/main" id="{70D2391D-AA33-4F5E-BD96-B42D93DED226}"/>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rot="8100000" flipV="1">
                <a:off x="1047457" y="1290386"/>
                <a:ext cx="865742" cy="628383"/>
                <a:chOff x="558167" y="958515"/>
                <a:chExt cx="865742" cy="628383"/>
              </a:xfrm>
              <a:solidFill>
                <a:schemeClr val="accent3"/>
              </a:solidFill>
            </p:grpSpPr>
            <p:sp>
              <p:nvSpPr>
                <p:cNvPr id="22" name="Freeform: Shape 21">
                  <a:extLst>
                    <a:ext uri="{FF2B5EF4-FFF2-40B4-BE49-F238E27FC236}">
                      <a16:creationId xmlns:a16="http://schemas.microsoft.com/office/drawing/2014/main" id="{BE166DCE-539D-4C74-9C9D-AC000BA2F8A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8100000" flipH="1">
                  <a:off x="558167" y="1122160"/>
                  <a:ext cx="464738" cy="464738"/>
                </a:xfrm>
                <a:custGeom>
                  <a:avLst/>
                  <a:gdLst>
                    <a:gd name="connsiteX0" fmla="*/ 446142 w 464738"/>
                    <a:gd name="connsiteY0" fmla="*/ 464738 h 464738"/>
                    <a:gd name="connsiteX1" fmla="*/ 130673 w 464738"/>
                    <a:gd name="connsiteY1" fmla="*/ 334066 h 464738"/>
                    <a:gd name="connsiteX2" fmla="*/ 0 w 464738"/>
                    <a:gd name="connsiteY2" fmla="*/ 18596 h 464738"/>
                    <a:gd name="connsiteX3" fmla="*/ 836 w 464738"/>
                    <a:gd name="connsiteY3" fmla="*/ 1089 h 464738"/>
                    <a:gd name="connsiteX4" fmla="*/ 606 w 464738"/>
                    <a:gd name="connsiteY4" fmla="*/ 859 h 464738"/>
                    <a:gd name="connsiteX5" fmla="*/ 848 w 464738"/>
                    <a:gd name="connsiteY5" fmla="*/ 848 h 464738"/>
                    <a:gd name="connsiteX6" fmla="*/ 859 w 464738"/>
                    <a:gd name="connsiteY6" fmla="*/ 606 h 464738"/>
                    <a:gd name="connsiteX7" fmla="*/ 1089 w 464738"/>
                    <a:gd name="connsiteY7" fmla="*/ 836 h 464738"/>
                    <a:gd name="connsiteX8" fmla="*/ 18596 w 464738"/>
                    <a:gd name="connsiteY8" fmla="*/ 0 h 464738"/>
                    <a:gd name="connsiteX9" fmla="*/ 334066 w 464738"/>
                    <a:gd name="connsiteY9" fmla="*/ 130672 h 464738"/>
                    <a:gd name="connsiteX10" fmla="*/ 464738 w 464738"/>
                    <a:gd name="connsiteY10" fmla="*/ 446142 h 464738"/>
                    <a:gd name="connsiteX11" fmla="*/ 463902 w 464738"/>
                    <a:gd name="connsiteY11" fmla="*/ 463650 h 464738"/>
                    <a:gd name="connsiteX12" fmla="*/ 464132 w 464738"/>
                    <a:gd name="connsiteY12" fmla="*/ 463880 h 464738"/>
                    <a:gd name="connsiteX13" fmla="*/ 463891 w 464738"/>
                    <a:gd name="connsiteY13" fmla="*/ 463892 h 464738"/>
                    <a:gd name="connsiteX14" fmla="*/ 463879 w 464738"/>
                    <a:gd name="connsiteY14" fmla="*/ 464132 h 464738"/>
                    <a:gd name="connsiteX15" fmla="*/ 463650 w 464738"/>
                    <a:gd name="connsiteY15" fmla="*/ 463903 h 4647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64738" h="464738">
                      <a:moveTo>
                        <a:pt x="446142" y="464738"/>
                      </a:moveTo>
                      <a:cubicBezTo>
                        <a:pt x="331965" y="464738"/>
                        <a:pt x="217787" y="421181"/>
                        <a:pt x="130673" y="334066"/>
                      </a:cubicBezTo>
                      <a:cubicBezTo>
                        <a:pt x="43558" y="246952"/>
                        <a:pt x="1" y="132774"/>
                        <a:pt x="0" y="18596"/>
                      </a:cubicBezTo>
                      <a:lnTo>
                        <a:pt x="836" y="1089"/>
                      </a:lnTo>
                      <a:lnTo>
                        <a:pt x="606" y="859"/>
                      </a:lnTo>
                      <a:lnTo>
                        <a:pt x="848" y="848"/>
                      </a:lnTo>
                      <a:lnTo>
                        <a:pt x="859" y="606"/>
                      </a:lnTo>
                      <a:lnTo>
                        <a:pt x="1089" y="836"/>
                      </a:lnTo>
                      <a:lnTo>
                        <a:pt x="18596" y="0"/>
                      </a:lnTo>
                      <a:cubicBezTo>
                        <a:pt x="132774" y="0"/>
                        <a:pt x="246951" y="43557"/>
                        <a:pt x="334066" y="130672"/>
                      </a:cubicBezTo>
                      <a:cubicBezTo>
                        <a:pt x="421181" y="217787"/>
                        <a:pt x="464738" y="331964"/>
                        <a:pt x="464738" y="446142"/>
                      </a:cubicBezTo>
                      <a:lnTo>
                        <a:pt x="463902" y="463650"/>
                      </a:lnTo>
                      <a:lnTo>
                        <a:pt x="464132" y="463880"/>
                      </a:lnTo>
                      <a:lnTo>
                        <a:pt x="463891" y="463892"/>
                      </a:lnTo>
                      <a:lnTo>
                        <a:pt x="463879" y="464132"/>
                      </a:lnTo>
                      <a:lnTo>
                        <a:pt x="463650" y="463903"/>
                      </a:lnTo>
                      <a:close/>
                    </a:path>
                  </a:pathLst>
                </a:custGeom>
                <a:solidFill>
                  <a:schemeClr val="accent4">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3" name="Freeform: Shape 22">
                  <a:extLst>
                    <a:ext uri="{FF2B5EF4-FFF2-40B4-BE49-F238E27FC236}">
                      <a16:creationId xmlns:a16="http://schemas.microsoft.com/office/drawing/2014/main" id="{DCC6BEB5-DA1F-4F9E-BA5D-8F892A0FB8F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flipH="1">
                  <a:off x="959170" y="958515"/>
                  <a:ext cx="464739" cy="464739"/>
                </a:xfrm>
                <a:custGeom>
                  <a:avLst/>
                  <a:gdLst>
                    <a:gd name="connsiteX0" fmla="*/ 464132 w 464739"/>
                    <a:gd name="connsiteY0" fmla="*/ 463881 h 464739"/>
                    <a:gd name="connsiteX1" fmla="*/ 463891 w 464739"/>
                    <a:gd name="connsiteY1" fmla="*/ 463892 h 464739"/>
                    <a:gd name="connsiteX2" fmla="*/ 463880 w 464739"/>
                    <a:gd name="connsiteY2" fmla="*/ 464132 h 464739"/>
                    <a:gd name="connsiteX3" fmla="*/ 463651 w 464739"/>
                    <a:gd name="connsiteY3" fmla="*/ 463904 h 464739"/>
                    <a:gd name="connsiteX4" fmla="*/ 446142 w 464739"/>
                    <a:gd name="connsiteY4" fmla="*/ 464739 h 464739"/>
                    <a:gd name="connsiteX5" fmla="*/ 130673 w 464739"/>
                    <a:gd name="connsiteY5" fmla="*/ 334067 h 464739"/>
                    <a:gd name="connsiteX6" fmla="*/ 0 w 464739"/>
                    <a:gd name="connsiteY6" fmla="*/ 18597 h 464739"/>
                    <a:gd name="connsiteX7" fmla="*/ 836 w 464739"/>
                    <a:gd name="connsiteY7" fmla="*/ 1089 h 464739"/>
                    <a:gd name="connsiteX8" fmla="*/ 607 w 464739"/>
                    <a:gd name="connsiteY8" fmla="*/ 859 h 464739"/>
                    <a:gd name="connsiteX9" fmla="*/ 848 w 464739"/>
                    <a:gd name="connsiteY9" fmla="*/ 848 h 464739"/>
                    <a:gd name="connsiteX10" fmla="*/ 859 w 464739"/>
                    <a:gd name="connsiteY10" fmla="*/ 607 h 464739"/>
                    <a:gd name="connsiteX11" fmla="*/ 1089 w 464739"/>
                    <a:gd name="connsiteY11" fmla="*/ 836 h 464739"/>
                    <a:gd name="connsiteX12" fmla="*/ 18597 w 464739"/>
                    <a:gd name="connsiteY12" fmla="*/ 0 h 464739"/>
                    <a:gd name="connsiteX13" fmla="*/ 334067 w 464739"/>
                    <a:gd name="connsiteY13" fmla="*/ 130672 h 464739"/>
                    <a:gd name="connsiteX14" fmla="*/ 464739 w 464739"/>
                    <a:gd name="connsiteY14" fmla="*/ 446142 h 464739"/>
                    <a:gd name="connsiteX15" fmla="*/ 463903 w 464739"/>
                    <a:gd name="connsiteY15" fmla="*/ 463652 h 464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64739" h="464739">
                      <a:moveTo>
                        <a:pt x="464132" y="463881"/>
                      </a:moveTo>
                      <a:lnTo>
                        <a:pt x="463891" y="463892"/>
                      </a:lnTo>
                      <a:lnTo>
                        <a:pt x="463880" y="464132"/>
                      </a:lnTo>
                      <a:lnTo>
                        <a:pt x="463651" y="463904"/>
                      </a:lnTo>
                      <a:lnTo>
                        <a:pt x="446142" y="464739"/>
                      </a:lnTo>
                      <a:cubicBezTo>
                        <a:pt x="331965" y="464739"/>
                        <a:pt x="217787" y="421182"/>
                        <a:pt x="130673" y="334067"/>
                      </a:cubicBezTo>
                      <a:cubicBezTo>
                        <a:pt x="43558" y="246953"/>
                        <a:pt x="1" y="132775"/>
                        <a:pt x="0" y="18597"/>
                      </a:cubicBezTo>
                      <a:lnTo>
                        <a:pt x="836" y="1089"/>
                      </a:lnTo>
                      <a:lnTo>
                        <a:pt x="607" y="859"/>
                      </a:lnTo>
                      <a:lnTo>
                        <a:pt x="848" y="848"/>
                      </a:lnTo>
                      <a:lnTo>
                        <a:pt x="859" y="607"/>
                      </a:lnTo>
                      <a:lnTo>
                        <a:pt x="1089" y="836"/>
                      </a:lnTo>
                      <a:lnTo>
                        <a:pt x="18597" y="0"/>
                      </a:lnTo>
                      <a:cubicBezTo>
                        <a:pt x="132775" y="0"/>
                        <a:pt x="246952" y="43557"/>
                        <a:pt x="334067" y="130672"/>
                      </a:cubicBezTo>
                      <a:cubicBezTo>
                        <a:pt x="421182" y="217787"/>
                        <a:pt x="464739" y="331964"/>
                        <a:pt x="464739" y="446142"/>
                      </a:cubicBezTo>
                      <a:lnTo>
                        <a:pt x="463903" y="463652"/>
                      </a:lnTo>
                      <a:close/>
                    </a:path>
                  </a:pathLst>
                </a:custGeom>
                <a:solidFill>
                  <a:schemeClr val="accent4">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grpSp>
          <p:grpSp>
            <p:nvGrpSpPr>
              <p:cNvPr id="16" name="Group 15">
                <a:extLst>
                  <a:ext uri="{FF2B5EF4-FFF2-40B4-BE49-F238E27FC236}">
                    <a16:creationId xmlns:a16="http://schemas.microsoft.com/office/drawing/2014/main" id="{C0300EB9-093C-4C32-A212-821D7AC082B4}"/>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rot="10800000" flipH="1" flipV="1">
                <a:off x="999771" y="932104"/>
                <a:ext cx="864005" cy="1032464"/>
                <a:chOff x="2207971" y="2384401"/>
                <a:chExt cx="864005" cy="1032464"/>
              </a:xfrm>
            </p:grpSpPr>
            <p:sp>
              <p:nvSpPr>
                <p:cNvPr id="17" name="Freeform: Shape 16">
                  <a:extLst>
                    <a:ext uri="{FF2B5EF4-FFF2-40B4-BE49-F238E27FC236}">
                      <a16:creationId xmlns:a16="http://schemas.microsoft.com/office/drawing/2014/main" id="{AFC97B3C-CF0E-4C93-AA39-7A677A12C50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3500000">
                  <a:off x="2207971" y="2856305"/>
                  <a:ext cx="464739" cy="464739"/>
                </a:xfrm>
                <a:custGeom>
                  <a:avLst/>
                  <a:gdLst>
                    <a:gd name="connsiteX0" fmla="*/ 464132 w 464739"/>
                    <a:gd name="connsiteY0" fmla="*/ 463881 h 464739"/>
                    <a:gd name="connsiteX1" fmla="*/ 463891 w 464739"/>
                    <a:gd name="connsiteY1" fmla="*/ 463892 h 464739"/>
                    <a:gd name="connsiteX2" fmla="*/ 463880 w 464739"/>
                    <a:gd name="connsiteY2" fmla="*/ 464132 h 464739"/>
                    <a:gd name="connsiteX3" fmla="*/ 463651 w 464739"/>
                    <a:gd name="connsiteY3" fmla="*/ 463904 h 464739"/>
                    <a:gd name="connsiteX4" fmla="*/ 446142 w 464739"/>
                    <a:gd name="connsiteY4" fmla="*/ 464739 h 464739"/>
                    <a:gd name="connsiteX5" fmla="*/ 130673 w 464739"/>
                    <a:gd name="connsiteY5" fmla="*/ 334067 h 464739"/>
                    <a:gd name="connsiteX6" fmla="*/ 0 w 464739"/>
                    <a:gd name="connsiteY6" fmla="*/ 18597 h 464739"/>
                    <a:gd name="connsiteX7" fmla="*/ 836 w 464739"/>
                    <a:gd name="connsiteY7" fmla="*/ 1089 h 464739"/>
                    <a:gd name="connsiteX8" fmla="*/ 607 w 464739"/>
                    <a:gd name="connsiteY8" fmla="*/ 859 h 464739"/>
                    <a:gd name="connsiteX9" fmla="*/ 848 w 464739"/>
                    <a:gd name="connsiteY9" fmla="*/ 848 h 464739"/>
                    <a:gd name="connsiteX10" fmla="*/ 859 w 464739"/>
                    <a:gd name="connsiteY10" fmla="*/ 607 h 464739"/>
                    <a:gd name="connsiteX11" fmla="*/ 1089 w 464739"/>
                    <a:gd name="connsiteY11" fmla="*/ 836 h 464739"/>
                    <a:gd name="connsiteX12" fmla="*/ 18597 w 464739"/>
                    <a:gd name="connsiteY12" fmla="*/ 0 h 464739"/>
                    <a:gd name="connsiteX13" fmla="*/ 334067 w 464739"/>
                    <a:gd name="connsiteY13" fmla="*/ 130672 h 464739"/>
                    <a:gd name="connsiteX14" fmla="*/ 464739 w 464739"/>
                    <a:gd name="connsiteY14" fmla="*/ 446142 h 464739"/>
                    <a:gd name="connsiteX15" fmla="*/ 463903 w 464739"/>
                    <a:gd name="connsiteY15" fmla="*/ 463652 h 464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64739" h="464739">
                      <a:moveTo>
                        <a:pt x="464132" y="463881"/>
                      </a:moveTo>
                      <a:lnTo>
                        <a:pt x="463891" y="463892"/>
                      </a:lnTo>
                      <a:lnTo>
                        <a:pt x="463880" y="464132"/>
                      </a:lnTo>
                      <a:lnTo>
                        <a:pt x="463651" y="463904"/>
                      </a:lnTo>
                      <a:lnTo>
                        <a:pt x="446142" y="464739"/>
                      </a:lnTo>
                      <a:cubicBezTo>
                        <a:pt x="331965" y="464739"/>
                        <a:pt x="217787" y="421182"/>
                        <a:pt x="130673" y="334067"/>
                      </a:cubicBezTo>
                      <a:cubicBezTo>
                        <a:pt x="43558" y="246953"/>
                        <a:pt x="1" y="132775"/>
                        <a:pt x="0" y="18597"/>
                      </a:cubicBezTo>
                      <a:lnTo>
                        <a:pt x="836" y="1089"/>
                      </a:lnTo>
                      <a:lnTo>
                        <a:pt x="607" y="859"/>
                      </a:lnTo>
                      <a:lnTo>
                        <a:pt x="848" y="848"/>
                      </a:lnTo>
                      <a:lnTo>
                        <a:pt x="859" y="607"/>
                      </a:lnTo>
                      <a:lnTo>
                        <a:pt x="1089" y="836"/>
                      </a:lnTo>
                      <a:lnTo>
                        <a:pt x="18597" y="0"/>
                      </a:lnTo>
                      <a:cubicBezTo>
                        <a:pt x="132775" y="0"/>
                        <a:pt x="246952" y="43557"/>
                        <a:pt x="334067" y="130672"/>
                      </a:cubicBezTo>
                      <a:cubicBezTo>
                        <a:pt x="421182" y="217787"/>
                        <a:pt x="464739" y="331964"/>
                        <a:pt x="464739" y="446142"/>
                      </a:cubicBezTo>
                      <a:lnTo>
                        <a:pt x="463903" y="463652"/>
                      </a:lnTo>
                      <a:close/>
                    </a:path>
                  </a:pathLst>
                </a:cu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8" name="Freeform: Shape 17">
                  <a:extLst>
                    <a:ext uri="{FF2B5EF4-FFF2-40B4-BE49-F238E27FC236}">
                      <a16:creationId xmlns:a16="http://schemas.microsoft.com/office/drawing/2014/main" id="{0943F14E-6185-4A31-8318-2088A05F5C9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2607238" y="2688467"/>
                  <a:ext cx="464738" cy="464738"/>
                </a:xfrm>
                <a:custGeom>
                  <a:avLst/>
                  <a:gdLst>
                    <a:gd name="connsiteX0" fmla="*/ 446142 w 464738"/>
                    <a:gd name="connsiteY0" fmla="*/ 464738 h 464738"/>
                    <a:gd name="connsiteX1" fmla="*/ 130673 w 464738"/>
                    <a:gd name="connsiteY1" fmla="*/ 334066 h 464738"/>
                    <a:gd name="connsiteX2" fmla="*/ 0 w 464738"/>
                    <a:gd name="connsiteY2" fmla="*/ 18596 h 464738"/>
                    <a:gd name="connsiteX3" fmla="*/ 836 w 464738"/>
                    <a:gd name="connsiteY3" fmla="*/ 1089 h 464738"/>
                    <a:gd name="connsiteX4" fmla="*/ 606 w 464738"/>
                    <a:gd name="connsiteY4" fmla="*/ 859 h 464738"/>
                    <a:gd name="connsiteX5" fmla="*/ 848 w 464738"/>
                    <a:gd name="connsiteY5" fmla="*/ 848 h 464738"/>
                    <a:gd name="connsiteX6" fmla="*/ 859 w 464738"/>
                    <a:gd name="connsiteY6" fmla="*/ 606 h 464738"/>
                    <a:gd name="connsiteX7" fmla="*/ 1089 w 464738"/>
                    <a:gd name="connsiteY7" fmla="*/ 836 h 464738"/>
                    <a:gd name="connsiteX8" fmla="*/ 18596 w 464738"/>
                    <a:gd name="connsiteY8" fmla="*/ 0 h 464738"/>
                    <a:gd name="connsiteX9" fmla="*/ 334066 w 464738"/>
                    <a:gd name="connsiteY9" fmla="*/ 130672 h 464738"/>
                    <a:gd name="connsiteX10" fmla="*/ 464738 w 464738"/>
                    <a:gd name="connsiteY10" fmla="*/ 446142 h 464738"/>
                    <a:gd name="connsiteX11" fmla="*/ 463902 w 464738"/>
                    <a:gd name="connsiteY11" fmla="*/ 463650 h 464738"/>
                    <a:gd name="connsiteX12" fmla="*/ 464132 w 464738"/>
                    <a:gd name="connsiteY12" fmla="*/ 463880 h 464738"/>
                    <a:gd name="connsiteX13" fmla="*/ 463891 w 464738"/>
                    <a:gd name="connsiteY13" fmla="*/ 463892 h 464738"/>
                    <a:gd name="connsiteX14" fmla="*/ 463879 w 464738"/>
                    <a:gd name="connsiteY14" fmla="*/ 464132 h 464738"/>
                    <a:gd name="connsiteX15" fmla="*/ 463650 w 464738"/>
                    <a:gd name="connsiteY15" fmla="*/ 463903 h 4647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64738" h="464738">
                      <a:moveTo>
                        <a:pt x="446142" y="464738"/>
                      </a:moveTo>
                      <a:cubicBezTo>
                        <a:pt x="331965" y="464738"/>
                        <a:pt x="217787" y="421181"/>
                        <a:pt x="130673" y="334066"/>
                      </a:cubicBezTo>
                      <a:cubicBezTo>
                        <a:pt x="43558" y="246952"/>
                        <a:pt x="1" y="132774"/>
                        <a:pt x="0" y="18596"/>
                      </a:cubicBezTo>
                      <a:lnTo>
                        <a:pt x="836" y="1089"/>
                      </a:lnTo>
                      <a:lnTo>
                        <a:pt x="606" y="859"/>
                      </a:lnTo>
                      <a:lnTo>
                        <a:pt x="848" y="848"/>
                      </a:lnTo>
                      <a:lnTo>
                        <a:pt x="859" y="606"/>
                      </a:lnTo>
                      <a:lnTo>
                        <a:pt x="1089" y="836"/>
                      </a:lnTo>
                      <a:lnTo>
                        <a:pt x="18596" y="0"/>
                      </a:lnTo>
                      <a:cubicBezTo>
                        <a:pt x="132774" y="0"/>
                        <a:pt x="246951" y="43557"/>
                        <a:pt x="334066" y="130672"/>
                      </a:cubicBezTo>
                      <a:cubicBezTo>
                        <a:pt x="421181" y="217787"/>
                        <a:pt x="464738" y="331964"/>
                        <a:pt x="464738" y="446142"/>
                      </a:cubicBezTo>
                      <a:lnTo>
                        <a:pt x="463902" y="463650"/>
                      </a:lnTo>
                      <a:lnTo>
                        <a:pt x="464132" y="463880"/>
                      </a:lnTo>
                      <a:lnTo>
                        <a:pt x="463891" y="463892"/>
                      </a:lnTo>
                      <a:lnTo>
                        <a:pt x="463879" y="464132"/>
                      </a:lnTo>
                      <a:lnTo>
                        <a:pt x="463650" y="463903"/>
                      </a:lnTo>
                      <a:close/>
                    </a:path>
                  </a:pathLst>
                </a:cu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nvGrpSpPr>
                <p:cNvPr id="19" name="Group 18">
                  <a:extLst>
                    <a:ext uri="{FF2B5EF4-FFF2-40B4-BE49-F238E27FC236}">
                      <a16:creationId xmlns:a16="http://schemas.microsoft.com/office/drawing/2014/main" id="{F3B56658-371E-446B-B30D-D4EA2A88A973}"/>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2440769" y="2384401"/>
                  <a:ext cx="313009" cy="1032464"/>
                  <a:chOff x="2440769" y="2384401"/>
                  <a:chExt cx="313009" cy="1032464"/>
                </a:xfrm>
              </p:grpSpPr>
              <p:cxnSp>
                <p:nvCxnSpPr>
                  <p:cNvPr id="20" name="Straight Connector 19">
                    <a:extLst>
                      <a:ext uri="{FF2B5EF4-FFF2-40B4-BE49-F238E27FC236}">
                        <a16:creationId xmlns:a16="http://schemas.microsoft.com/office/drawing/2014/main" id="{068979FB-2943-4091-A490-D9F8695DF0D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rot="10800000" flipH="1">
                    <a:off x="2440769" y="2516865"/>
                    <a:ext cx="0" cy="900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B378C39C-3FC0-4521-8336-33A86391920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rot="8100000" flipH="1">
                    <a:off x="2753778" y="2384401"/>
                    <a:ext cx="0" cy="900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grpSp>
        <p:grpSp>
          <p:nvGrpSpPr>
            <p:cNvPr id="12" name="Group 11">
              <a:extLst>
                <a:ext uri="{FF2B5EF4-FFF2-40B4-BE49-F238E27FC236}">
                  <a16:creationId xmlns:a16="http://schemas.microsoft.com/office/drawing/2014/main" id="{72C6951D-2EAF-4333-B8A8-F473DC3BDF44}"/>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1437136" y="649304"/>
              <a:ext cx="388541" cy="388541"/>
              <a:chOff x="5752675" y="5440856"/>
              <a:chExt cx="388541" cy="388541"/>
            </a:xfrm>
          </p:grpSpPr>
          <p:sp>
            <p:nvSpPr>
              <p:cNvPr id="13" name="Oval 12">
                <a:extLst>
                  <a:ext uri="{FF2B5EF4-FFF2-40B4-BE49-F238E27FC236}">
                    <a16:creationId xmlns:a16="http://schemas.microsoft.com/office/drawing/2014/main" id="{63E77698-5758-433A-9DF3-3BE43B6FBDA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5800801" y="5488982"/>
                <a:ext cx="340415" cy="340415"/>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4" name="Oval 13">
                <a:extLst>
                  <a:ext uri="{FF2B5EF4-FFF2-40B4-BE49-F238E27FC236}">
                    <a16:creationId xmlns:a16="http://schemas.microsoft.com/office/drawing/2014/main" id="{FF47FF7F-75A9-438D-8BA7-428BF76974C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52675" y="5440856"/>
                <a:ext cx="340415" cy="340415"/>
              </a:xfrm>
              <a:prstGeom prst="ellipse">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grpSp>
      <p:sp>
        <p:nvSpPr>
          <p:cNvPr id="61" name="TextBox 60">
            <a:extLst>
              <a:ext uri="{FF2B5EF4-FFF2-40B4-BE49-F238E27FC236}">
                <a16:creationId xmlns:a16="http://schemas.microsoft.com/office/drawing/2014/main" id="{DF27DA85-F987-F1D8-D192-5F2FDFB3E97F}"/>
              </a:ext>
            </a:extLst>
          </p:cNvPr>
          <p:cNvSpPr txBox="1"/>
          <p:nvPr/>
        </p:nvSpPr>
        <p:spPr>
          <a:xfrm>
            <a:off x="349836" y="2130129"/>
            <a:ext cx="11443360" cy="954107"/>
          </a:xfrm>
          <a:prstGeom prst="rect">
            <a:avLst/>
          </a:prstGeom>
          <a:noFill/>
        </p:spPr>
        <p:txBody>
          <a:bodyPr wrap="square">
            <a:spAutoFit/>
          </a:bodyPr>
          <a:lstStyle/>
          <a:p>
            <a:pPr algn="just"/>
            <a:r>
              <a:rPr lang="en-US" sz="2800" b="1" dirty="0">
                <a:solidFill>
                  <a:srgbClr val="FF99CC"/>
                </a:solidFill>
                <a:latin typeface="Arial Nova Light" panose="020B0304020202020204" pitchFamily="34" charset="0"/>
                <a:sym typeface="Wingdings" panose="05000000000000000000" pitchFamily="2" charset="2"/>
              </a:rPr>
              <a:t> </a:t>
            </a:r>
            <a:r>
              <a:rPr lang="en-US" sz="2800" b="1" dirty="0">
                <a:latin typeface="Arial Nova Light" panose="020B0304020202020204" pitchFamily="34" charset="0"/>
              </a:rPr>
              <a:t>Draw Precedence diagram and find critical path and expected project duration</a:t>
            </a:r>
          </a:p>
        </p:txBody>
      </p:sp>
      <p:sp>
        <p:nvSpPr>
          <p:cNvPr id="3" name="TextBox 2">
            <a:extLst>
              <a:ext uri="{FF2B5EF4-FFF2-40B4-BE49-F238E27FC236}">
                <a16:creationId xmlns:a16="http://schemas.microsoft.com/office/drawing/2014/main" id="{E1B3EC78-AF07-8A37-B218-94DF35BE2087}"/>
              </a:ext>
            </a:extLst>
          </p:cNvPr>
          <p:cNvSpPr txBox="1"/>
          <p:nvPr/>
        </p:nvSpPr>
        <p:spPr>
          <a:xfrm>
            <a:off x="9486900" y="5443538"/>
            <a:ext cx="184731" cy="369332"/>
          </a:xfrm>
          <a:prstGeom prst="rect">
            <a:avLst/>
          </a:prstGeom>
          <a:noFill/>
        </p:spPr>
        <p:txBody>
          <a:bodyPr wrap="none" rtlCol="0">
            <a:spAutoFit/>
          </a:bodyPr>
          <a:lstStyle/>
          <a:p>
            <a:endParaRPr lang="en-BD" dirty="0"/>
          </a:p>
        </p:txBody>
      </p:sp>
    </p:spTree>
    <p:extLst>
      <p:ext uri="{BB962C8B-B14F-4D97-AF65-F5344CB8AC3E}">
        <p14:creationId xmlns:p14="http://schemas.microsoft.com/office/powerpoint/2010/main" val="72739502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316A5661-2CFE-478C-BAC3-729F393F3C4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BC1DA2B-FE6F-1C6E-BFA0-9B15DC40309D}"/>
              </a:ext>
            </a:extLst>
          </p:cNvPr>
          <p:cNvSpPr>
            <a:spLocks noGrp="1"/>
          </p:cNvSpPr>
          <p:nvPr>
            <p:ph type="title"/>
          </p:nvPr>
        </p:nvSpPr>
        <p:spPr>
          <a:xfrm>
            <a:off x="2139081" y="92738"/>
            <a:ext cx="9514055" cy="1267138"/>
          </a:xfrm>
        </p:spPr>
        <p:txBody>
          <a:bodyPr anchor="ctr">
            <a:normAutofit/>
          </a:bodyPr>
          <a:lstStyle/>
          <a:p>
            <a:r>
              <a:rPr lang="en-US" sz="4000" dirty="0">
                <a:solidFill>
                  <a:schemeClr val="accent6">
                    <a:lumMod val="40000"/>
                    <a:lumOff val="60000"/>
                  </a:schemeClr>
                </a:solidFill>
                <a:latin typeface="Arial Rounded MT Bold" panose="020F0704030504030204" pitchFamily="34" charset="0"/>
              </a:rPr>
              <a:t>Project management tools</a:t>
            </a:r>
          </a:p>
        </p:txBody>
      </p:sp>
      <p:grpSp>
        <p:nvGrpSpPr>
          <p:cNvPr id="10" name="Group 9">
            <a:extLst>
              <a:ext uri="{FF2B5EF4-FFF2-40B4-BE49-F238E27FC236}">
                <a16:creationId xmlns:a16="http://schemas.microsoft.com/office/drawing/2014/main" id="{FB7BE8CD-E348-464A-82CC-7EF7AA82842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999771" y="649304"/>
            <a:ext cx="913428" cy="1315264"/>
            <a:chOff x="999771" y="649304"/>
            <a:chExt cx="913428" cy="1315264"/>
          </a:xfrm>
        </p:grpSpPr>
        <p:grpSp>
          <p:nvGrpSpPr>
            <p:cNvPr id="11" name="Group 10">
              <a:extLst>
                <a:ext uri="{FF2B5EF4-FFF2-40B4-BE49-F238E27FC236}">
                  <a16:creationId xmlns:a16="http://schemas.microsoft.com/office/drawing/2014/main" id="{B8CC82D2-4C4A-4C67-8483-5199F97B37A7}"/>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999771" y="932104"/>
              <a:ext cx="913428" cy="1032464"/>
              <a:chOff x="999771" y="932104"/>
              <a:chExt cx="913428" cy="1032464"/>
            </a:xfrm>
          </p:grpSpPr>
          <p:grpSp>
            <p:nvGrpSpPr>
              <p:cNvPr id="15" name="Group 14">
                <a:extLst>
                  <a:ext uri="{FF2B5EF4-FFF2-40B4-BE49-F238E27FC236}">
                    <a16:creationId xmlns:a16="http://schemas.microsoft.com/office/drawing/2014/main" id="{70D2391D-AA33-4F5E-BD96-B42D93DED226}"/>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rot="8100000" flipV="1">
                <a:off x="1047457" y="1290386"/>
                <a:ext cx="865742" cy="628383"/>
                <a:chOff x="558167" y="958515"/>
                <a:chExt cx="865742" cy="628383"/>
              </a:xfrm>
              <a:solidFill>
                <a:schemeClr val="accent3"/>
              </a:solidFill>
            </p:grpSpPr>
            <p:sp>
              <p:nvSpPr>
                <p:cNvPr id="22" name="Freeform: Shape 21">
                  <a:extLst>
                    <a:ext uri="{FF2B5EF4-FFF2-40B4-BE49-F238E27FC236}">
                      <a16:creationId xmlns:a16="http://schemas.microsoft.com/office/drawing/2014/main" id="{BE166DCE-539D-4C74-9C9D-AC000BA2F8A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8100000" flipH="1">
                  <a:off x="558167" y="1122160"/>
                  <a:ext cx="464738" cy="464738"/>
                </a:xfrm>
                <a:custGeom>
                  <a:avLst/>
                  <a:gdLst>
                    <a:gd name="connsiteX0" fmla="*/ 446142 w 464738"/>
                    <a:gd name="connsiteY0" fmla="*/ 464738 h 464738"/>
                    <a:gd name="connsiteX1" fmla="*/ 130673 w 464738"/>
                    <a:gd name="connsiteY1" fmla="*/ 334066 h 464738"/>
                    <a:gd name="connsiteX2" fmla="*/ 0 w 464738"/>
                    <a:gd name="connsiteY2" fmla="*/ 18596 h 464738"/>
                    <a:gd name="connsiteX3" fmla="*/ 836 w 464738"/>
                    <a:gd name="connsiteY3" fmla="*/ 1089 h 464738"/>
                    <a:gd name="connsiteX4" fmla="*/ 606 w 464738"/>
                    <a:gd name="connsiteY4" fmla="*/ 859 h 464738"/>
                    <a:gd name="connsiteX5" fmla="*/ 848 w 464738"/>
                    <a:gd name="connsiteY5" fmla="*/ 848 h 464738"/>
                    <a:gd name="connsiteX6" fmla="*/ 859 w 464738"/>
                    <a:gd name="connsiteY6" fmla="*/ 606 h 464738"/>
                    <a:gd name="connsiteX7" fmla="*/ 1089 w 464738"/>
                    <a:gd name="connsiteY7" fmla="*/ 836 h 464738"/>
                    <a:gd name="connsiteX8" fmla="*/ 18596 w 464738"/>
                    <a:gd name="connsiteY8" fmla="*/ 0 h 464738"/>
                    <a:gd name="connsiteX9" fmla="*/ 334066 w 464738"/>
                    <a:gd name="connsiteY9" fmla="*/ 130672 h 464738"/>
                    <a:gd name="connsiteX10" fmla="*/ 464738 w 464738"/>
                    <a:gd name="connsiteY10" fmla="*/ 446142 h 464738"/>
                    <a:gd name="connsiteX11" fmla="*/ 463902 w 464738"/>
                    <a:gd name="connsiteY11" fmla="*/ 463650 h 464738"/>
                    <a:gd name="connsiteX12" fmla="*/ 464132 w 464738"/>
                    <a:gd name="connsiteY12" fmla="*/ 463880 h 464738"/>
                    <a:gd name="connsiteX13" fmla="*/ 463891 w 464738"/>
                    <a:gd name="connsiteY13" fmla="*/ 463892 h 464738"/>
                    <a:gd name="connsiteX14" fmla="*/ 463879 w 464738"/>
                    <a:gd name="connsiteY14" fmla="*/ 464132 h 464738"/>
                    <a:gd name="connsiteX15" fmla="*/ 463650 w 464738"/>
                    <a:gd name="connsiteY15" fmla="*/ 463903 h 4647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64738" h="464738">
                      <a:moveTo>
                        <a:pt x="446142" y="464738"/>
                      </a:moveTo>
                      <a:cubicBezTo>
                        <a:pt x="331965" y="464738"/>
                        <a:pt x="217787" y="421181"/>
                        <a:pt x="130673" y="334066"/>
                      </a:cubicBezTo>
                      <a:cubicBezTo>
                        <a:pt x="43558" y="246952"/>
                        <a:pt x="1" y="132774"/>
                        <a:pt x="0" y="18596"/>
                      </a:cubicBezTo>
                      <a:lnTo>
                        <a:pt x="836" y="1089"/>
                      </a:lnTo>
                      <a:lnTo>
                        <a:pt x="606" y="859"/>
                      </a:lnTo>
                      <a:lnTo>
                        <a:pt x="848" y="848"/>
                      </a:lnTo>
                      <a:lnTo>
                        <a:pt x="859" y="606"/>
                      </a:lnTo>
                      <a:lnTo>
                        <a:pt x="1089" y="836"/>
                      </a:lnTo>
                      <a:lnTo>
                        <a:pt x="18596" y="0"/>
                      </a:lnTo>
                      <a:cubicBezTo>
                        <a:pt x="132774" y="0"/>
                        <a:pt x="246951" y="43557"/>
                        <a:pt x="334066" y="130672"/>
                      </a:cubicBezTo>
                      <a:cubicBezTo>
                        <a:pt x="421181" y="217787"/>
                        <a:pt x="464738" y="331964"/>
                        <a:pt x="464738" y="446142"/>
                      </a:cubicBezTo>
                      <a:lnTo>
                        <a:pt x="463902" y="463650"/>
                      </a:lnTo>
                      <a:lnTo>
                        <a:pt x="464132" y="463880"/>
                      </a:lnTo>
                      <a:lnTo>
                        <a:pt x="463891" y="463892"/>
                      </a:lnTo>
                      <a:lnTo>
                        <a:pt x="463879" y="464132"/>
                      </a:lnTo>
                      <a:lnTo>
                        <a:pt x="463650" y="463903"/>
                      </a:lnTo>
                      <a:close/>
                    </a:path>
                  </a:pathLst>
                </a:custGeom>
                <a:solidFill>
                  <a:schemeClr val="accent4">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3" name="Freeform: Shape 22">
                  <a:extLst>
                    <a:ext uri="{FF2B5EF4-FFF2-40B4-BE49-F238E27FC236}">
                      <a16:creationId xmlns:a16="http://schemas.microsoft.com/office/drawing/2014/main" id="{DCC6BEB5-DA1F-4F9E-BA5D-8F892A0FB8F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flipH="1">
                  <a:off x="959170" y="958515"/>
                  <a:ext cx="464739" cy="464739"/>
                </a:xfrm>
                <a:custGeom>
                  <a:avLst/>
                  <a:gdLst>
                    <a:gd name="connsiteX0" fmla="*/ 464132 w 464739"/>
                    <a:gd name="connsiteY0" fmla="*/ 463881 h 464739"/>
                    <a:gd name="connsiteX1" fmla="*/ 463891 w 464739"/>
                    <a:gd name="connsiteY1" fmla="*/ 463892 h 464739"/>
                    <a:gd name="connsiteX2" fmla="*/ 463880 w 464739"/>
                    <a:gd name="connsiteY2" fmla="*/ 464132 h 464739"/>
                    <a:gd name="connsiteX3" fmla="*/ 463651 w 464739"/>
                    <a:gd name="connsiteY3" fmla="*/ 463904 h 464739"/>
                    <a:gd name="connsiteX4" fmla="*/ 446142 w 464739"/>
                    <a:gd name="connsiteY4" fmla="*/ 464739 h 464739"/>
                    <a:gd name="connsiteX5" fmla="*/ 130673 w 464739"/>
                    <a:gd name="connsiteY5" fmla="*/ 334067 h 464739"/>
                    <a:gd name="connsiteX6" fmla="*/ 0 w 464739"/>
                    <a:gd name="connsiteY6" fmla="*/ 18597 h 464739"/>
                    <a:gd name="connsiteX7" fmla="*/ 836 w 464739"/>
                    <a:gd name="connsiteY7" fmla="*/ 1089 h 464739"/>
                    <a:gd name="connsiteX8" fmla="*/ 607 w 464739"/>
                    <a:gd name="connsiteY8" fmla="*/ 859 h 464739"/>
                    <a:gd name="connsiteX9" fmla="*/ 848 w 464739"/>
                    <a:gd name="connsiteY9" fmla="*/ 848 h 464739"/>
                    <a:gd name="connsiteX10" fmla="*/ 859 w 464739"/>
                    <a:gd name="connsiteY10" fmla="*/ 607 h 464739"/>
                    <a:gd name="connsiteX11" fmla="*/ 1089 w 464739"/>
                    <a:gd name="connsiteY11" fmla="*/ 836 h 464739"/>
                    <a:gd name="connsiteX12" fmla="*/ 18597 w 464739"/>
                    <a:gd name="connsiteY12" fmla="*/ 0 h 464739"/>
                    <a:gd name="connsiteX13" fmla="*/ 334067 w 464739"/>
                    <a:gd name="connsiteY13" fmla="*/ 130672 h 464739"/>
                    <a:gd name="connsiteX14" fmla="*/ 464739 w 464739"/>
                    <a:gd name="connsiteY14" fmla="*/ 446142 h 464739"/>
                    <a:gd name="connsiteX15" fmla="*/ 463903 w 464739"/>
                    <a:gd name="connsiteY15" fmla="*/ 463652 h 464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64739" h="464739">
                      <a:moveTo>
                        <a:pt x="464132" y="463881"/>
                      </a:moveTo>
                      <a:lnTo>
                        <a:pt x="463891" y="463892"/>
                      </a:lnTo>
                      <a:lnTo>
                        <a:pt x="463880" y="464132"/>
                      </a:lnTo>
                      <a:lnTo>
                        <a:pt x="463651" y="463904"/>
                      </a:lnTo>
                      <a:lnTo>
                        <a:pt x="446142" y="464739"/>
                      </a:lnTo>
                      <a:cubicBezTo>
                        <a:pt x="331965" y="464739"/>
                        <a:pt x="217787" y="421182"/>
                        <a:pt x="130673" y="334067"/>
                      </a:cubicBezTo>
                      <a:cubicBezTo>
                        <a:pt x="43558" y="246953"/>
                        <a:pt x="1" y="132775"/>
                        <a:pt x="0" y="18597"/>
                      </a:cubicBezTo>
                      <a:lnTo>
                        <a:pt x="836" y="1089"/>
                      </a:lnTo>
                      <a:lnTo>
                        <a:pt x="607" y="859"/>
                      </a:lnTo>
                      <a:lnTo>
                        <a:pt x="848" y="848"/>
                      </a:lnTo>
                      <a:lnTo>
                        <a:pt x="859" y="607"/>
                      </a:lnTo>
                      <a:lnTo>
                        <a:pt x="1089" y="836"/>
                      </a:lnTo>
                      <a:lnTo>
                        <a:pt x="18597" y="0"/>
                      </a:lnTo>
                      <a:cubicBezTo>
                        <a:pt x="132775" y="0"/>
                        <a:pt x="246952" y="43557"/>
                        <a:pt x="334067" y="130672"/>
                      </a:cubicBezTo>
                      <a:cubicBezTo>
                        <a:pt x="421182" y="217787"/>
                        <a:pt x="464739" y="331964"/>
                        <a:pt x="464739" y="446142"/>
                      </a:cubicBezTo>
                      <a:lnTo>
                        <a:pt x="463903" y="463652"/>
                      </a:lnTo>
                      <a:close/>
                    </a:path>
                  </a:pathLst>
                </a:custGeom>
                <a:solidFill>
                  <a:schemeClr val="accent4">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grpSp>
          <p:grpSp>
            <p:nvGrpSpPr>
              <p:cNvPr id="16" name="Group 15">
                <a:extLst>
                  <a:ext uri="{FF2B5EF4-FFF2-40B4-BE49-F238E27FC236}">
                    <a16:creationId xmlns:a16="http://schemas.microsoft.com/office/drawing/2014/main" id="{C0300EB9-093C-4C32-A212-821D7AC082B4}"/>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rot="10800000" flipH="1" flipV="1">
                <a:off x="999771" y="932104"/>
                <a:ext cx="864005" cy="1032464"/>
                <a:chOff x="2207971" y="2384401"/>
                <a:chExt cx="864005" cy="1032464"/>
              </a:xfrm>
            </p:grpSpPr>
            <p:sp>
              <p:nvSpPr>
                <p:cNvPr id="17" name="Freeform: Shape 16">
                  <a:extLst>
                    <a:ext uri="{FF2B5EF4-FFF2-40B4-BE49-F238E27FC236}">
                      <a16:creationId xmlns:a16="http://schemas.microsoft.com/office/drawing/2014/main" id="{AFC97B3C-CF0E-4C93-AA39-7A677A12C50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3500000">
                  <a:off x="2207971" y="2856305"/>
                  <a:ext cx="464739" cy="464739"/>
                </a:xfrm>
                <a:custGeom>
                  <a:avLst/>
                  <a:gdLst>
                    <a:gd name="connsiteX0" fmla="*/ 464132 w 464739"/>
                    <a:gd name="connsiteY0" fmla="*/ 463881 h 464739"/>
                    <a:gd name="connsiteX1" fmla="*/ 463891 w 464739"/>
                    <a:gd name="connsiteY1" fmla="*/ 463892 h 464739"/>
                    <a:gd name="connsiteX2" fmla="*/ 463880 w 464739"/>
                    <a:gd name="connsiteY2" fmla="*/ 464132 h 464739"/>
                    <a:gd name="connsiteX3" fmla="*/ 463651 w 464739"/>
                    <a:gd name="connsiteY3" fmla="*/ 463904 h 464739"/>
                    <a:gd name="connsiteX4" fmla="*/ 446142 w 464739"/>
                    <a:gd name="connsiteY4" fmla="*/ 464739 h 464739"/>
                    <a:gd name="connsiteX5" fmla="*/ 130673 w 464739"/>
                    <a:gd name="connsiteY5" fmla="*/ 334067 h 464739"/>
                    <a:gd name="connsiteX6" fmla="*/ 0 w 464739"/>
                    <a:gd name="connsiteY6" fmla="*/ 18597 h 464739"/>
                    <a:gd name="connsiteX7" fmla="*/ 836 w 464739"/>
                    <a:gd name="connsiteY7" fmla="*/ 1089 h 464739"/>
                    <a:gd name="connsiteX8" fmla="*/ 607 w 464739"/>
                    <a:gd name="connsiteY8" fmla="*/ 859 h 464739"/>
                    <a:gd name="connsiteX9" fmla="*/ 848 w 464739"/>
                    <a:gd name="connsiteY9" fmla="*/ 848 h 464739"/>
                    <a:gd name="connsiteX10" fmla="*/ 859 w 464739"/>
                    <a:gd name="connsiteY10" fmla="*/ 607 h 464739"/>
                    <a:gd name="connsiteX11" fmla="*/ 1089 w 464739"/>
                    <a:gd name="connsiteY11" fmla="*/ 836 h 464739"/>
                    <a:gd name="connsiteX12" fmla="*/ 18597 w 464739"/>
                    <a:gd name="connsiteY12" fmla="*/ 0 h 464739"/>
                    <a:gd name="connsiteX13" fmla="*/ 334067 w 464739"/>
                    <a:gd name="connsiteY13" fmla="*/ 130672 h 464739"/>
                    <a:gd name="connsiteX14" fmla="*/ 464739 w 464739"/>
                    <a:gd name="connsiteY14" fmla="*/ 446142 h 464739"/>
                    <a:gd name="connsiteX15" fmla="*/ 463903 w 464739"/>
                    <a:gd name="connsiteY15" fmla="*/ 463652 h 464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64739" h="464739">
                      <a:moveTo>
                        <a:pt x="464132" y="463881"/>
                      </a:moveTo>
                      <a:lnTo>
                        <a:pt x="463891" y="463892"/>
                      </a:lnTo>
                      <a:lnTo>
                        <a:pt x="463880" y="464132"/>
                      </a:lnTo>
                      <a:lnTo>
                        <a:pt x="463651" y="463904"/>
                      </a:lnTo>
                      <a:lnTo>
                        <a:pt x="446142" y="464739"/>
                      </a:lnTo>
                      <a:cubicBezTo>
                        <a:pt x="331965" y="464739"/>
                        <a:pt x="217787" y="421182"/>
                        <a:pt x="130673" y="334067"/>
                      </a:cubicBezTo>
                      <a:cubicBezTo>
                        <a:pt x="43558" y="246953"/>
                        <a:pt x="1" y="132775"/>
                        <a:pt x="0" y="18597"/>
                      </a:cubicBezTo>
                      <a:lnTo>
                        <a:pt x="836" y="1089"/>
                      </a:lnTo>
                      <a:lnTo>
                        <a:pt x="607" y="859"/>
                      </a:lnTo>
                      <a:lnTo>
                        <a:pt x="848" y="848"/>
                      </a:lnTo>
                      <a:lnTo>
                        <a:pt x="859" y="607"/>
                      </a:lnTo>
                      <a:lnTo>
                        <a:pt x="1089" y="836"/>
                      </a:lnTo>
                      <a:lnTo>
                        <a:pt x="18597" y="0"/>
                      </a:lnTo>
                      <a:cubicBezTo>
                        <a:pt x="132775" y="0"/>
                        <a:pt x="246952" y="43557"/>
                        <a:pt x="334067" y="130672"/>
                      </a:cubicBezTo>
                      <a:cubicBezTo>
                        <a:pt x="421182" y="217787"/>
                        <a:pt x="464739" y="331964"/>
                        <a:pt x="464739" y="446142"/>
                      </a:cubicBezTo>
                      <a:lnTo>
                        <a:pt x="463903" y="463652"/>
                      </a:lnTo>
                      <a:close/>
                    </a:path>
                  </a:pathLst>
                </a:cu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8" name="Freeform: Shape 17">
                  <a:extLst>
                    <a:ext uri="{FF2B5EF4-FFF2-40B4-BE49-F238E27FC236}">
                      <a16:creationId xmlns:a16="http://schemas.microsoft.com/office/drawing/2014/main" id="{0943F14E-6185-4A31-8318-2088A05F5C9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2607238" y="2688467"/>
                  <a:ext cx="464738" cy="464738"/>
                </a:xfrm>
                <a:custGeom>
                  <a:avLst/>
                  <a:gdLst>
                    <a:gd name="connsiteX0" fmla="*/ 446142 w 464738"/>
                    <a:gd name="connsiteY0" fmla="*/ 464738 h 464738"/>
                    <a:gd name="connsiteX1" fmla="*/ 130673 w 464738"/>
                    <a:gd name="connsiteY1" fmla="*/ 334066 h 464738"/>
                    <a:gd name="connsiteX2" fmla="*/ 0 w 464738"/>
                    <a:gd name="connsiteY2" fmla="*/ 18596 h 464738"/>
                    <a:gd name="connsiteX3" fmla="*/ 836 w 464738"/>
                    <a:gd name="connsiteY3" fmla="*/ 1089 h 464738"/>
                    <a:gd name="connsiteX4" fmla="*/ 606 w 464738"/>
                    <a:gd name="connsiteY4" fmla="*/ 859 h 464738"/>
                    <a:gd name="connsiteX5" fmla="*/ 848 w 464738"/>
                    <a:gd name="connsiteY5" fmla="*/ 848 h 464738"/>
                    <a:gd name="connsiteX6" fmla="*/ 859 w 464738"/>
                    <a:gd name="connsiteY6" fmla="*/ 606 h 464738"/>
                    <a:gd name="connsiteX7" fmla="*/ 1089 w 464738"/>
                    <a:gd name="connsiteY7" fmla="*/ 836 h 464738"/>
                    <a:gd name="connsiteX8" fmla="*/ 18596 w 464738"/>
                    <a:gd name="connsiteY8" fmla="*/ 0 h 464738"/>
                    <a:gd name="connsiteX9" fmla="*/ 334066 w 464738"/>
                    <a:gd name="connsiteY9" fmla="*/ 130672 h 464738"/>
                    <a:gd name="connsiteX10" fmla="*/ 464738 w 464738"/>
                    <a:gd name="connsiteY10" fmla="*/ 446142 h 464738"/>
                    <a:gd name="connsiteX11" fmla="*/ 463902 w 464738"/>
                    <a:gd name="connsiteY11" fmla="*/ 463650 h 464738"/>
                    <a:gd name="connsiteX12" fmla="*/ 464132 w 464738"/>
                    <a:gd name="connsiteY12" fmla="*/ 463880 h 464738"/>
                    <a:gd name="connsiteX13" fmla="*/ 463891 w 464738"/>
                    <a:gd name="connsiteY13" fmla="*/ 463892 h 464738"/>
                    <a:gd name="connsiteX14" fmla="*/ 463879 w 464738"/>
                    <a:gd name="connsiteY14" fmla="*/ 464132 h 464738"/>
                    <a:gd name="connsiteX15" fmla="*/ 463650 w 464738"/>
                    <a:gd name="connsiteY15" fmla="*/ 463903 h 4647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64738" h="464738">
                      <a:moveTo>
                        <a:pt x="446142" y="464738"/>
                      </a:moveTo>
                      <a:cubicBezTo>
                        <a:pt x="331965" y="464738"/>
                        <a:pt x="217787" y="421181"/>
                        <a:pt x="130673" y="334066"/>
                      </a:cubicBezTo>
                      <a:cubicBezTo>
                        <a:pt x="43558" y="246952"/>
                        <a:pt x="1" y="132774"/>
                        <a:pt x="0" y="18596"/>
                      </a:cubicBezTo>
                      <a:lnTo>
                        <a:pt x="836" y="1089"/>
                      </a:lnTo>
                      <a:lnTo>
                        <a:pt x="606" y="859"/>
                      </a:lnTo>
                      <a:lnTo>
                        <a:pt x="848" y="848"/>
                      </a:lnTo>
                      <a:lnTo>
                        <a:pt x="859" y="606"/>
                      </a:lnTo>
                      <a:lnTo>
                        <a:pt x="1089" y="836"/>
                      </a:lnTo>
                      <a:lnTo>
                        <a:pt x="18596" y="0"/>
                      </a:lnTo>
                      <a:cubicBezTo>
                        <a:pt x="132774" y="0"/>
                        <a:pt x="246951" y="43557"/>
                        <a:pt x="334066" y="130672"/>
                      </a:cubicBezTo>
                      <a:cubicBezTo>
                        <a:pt x="421181" y="217787"/>
                        <a:pt x="464738" y="331964"/>
                        <a:pt x="464738" y="446142"/>
                      </a:cubicBezTo>
                      <a:lnTo>
                        <a:pt x="463902" y="463650"/>
                      </a:lnTo>
                      <a:lnTo>
                        <a:pt x="464132" y="463880"/>
                      </a:lnTo>
                      <a:lnTo>
                        <a:pt x="463891" y="463892"/>
                      </a:lnTo>
                      <a:lnTo>
                        <a:pt x="463879" y="464132"/>
                      </a:lnTo>
                      <a:lnTo>
                        <a:pt x="463650" y="463903"/>
                      </a:lnTo>
                      <a:close/>
                    </a:path>
                  </a:pathLst>
                </a:cu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nvGrpSpPr>
                <p:cNvPr id="19" name="Group 18">
                  <a:extLst>
                    <a:ext uri="{FF2B5EF4-FFF2-40B4-BE49-F238E27FC236}">
                      <a16:creationId xmlns:a16="http://schemas.microsoft.com/office/drawing/2014/main" id="{F3B56658-371E-446B-B30D-D4EA2A88A973}"/>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2440769" y="2384401"/>
                  <a:ext cx="313009" cy="1032464"/>
                  <a:chOff x="2440769" y="2384401"/>
                  <a:chExt cx="313009" cy="1032464"/>
                </a:xfrm>
              </p:grpSpPr>
              <p:cxnSp>
                <p:nvCxnSpPr>
                  <p:cNvPr id="20" name="Straight Connector 19">
                    <a:extLst>
                      <a:ext uri="{FF2B5EF4-FFF2-40B4-BE49-F238E27FC236}">
                        <a16:creationId xmlns:a16="http://schemas.microsoft.com/office/drawing/2014/main" id="{068979FB-2943-4091-A490-D9F8695DF0D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rot="10800000" flipH="1">
                    <a:off x="2440769" y="2516865"/>
                    <a:ext cx="0" cy="900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B378C39C-3FC0-4521-8336-33A86391920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rot="8100000" flipH="1">
                    <a:off x="2753778" y="2384401"/>
                    <a:ext cx="0" cy="900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grpSp>
        <p:grpSp>
          <p:nvGrpSpPr>
            <p:cNvPr id="12" name="Group 11">
              <a:extLst>
                <a:ext uri="{FF2B5EF4-FFF2-40B4-BE49-F238E27FC236}">
                  <a16:creationId xmlns:a16="http://schemas.microsoft.com/office/drawing/2014/main" id="{72C6951D-2EAF-4333-B8A8-F473DC3BDF44}"/>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1437136" y="649304"/>
              <a:ext cx="388541" cy="388541"/>
              <a:chOff x="5752675" y="5440856"/>
              <a:chExt cx="388541" cy="388541"/>
            </a:xfrm>
          </p:grpSpPr>
          <p:sp>
            <p:nvSpPr>
              <p:cNvPr id="13" name="Oval 12">
                <a:extLst>
                  <a:ext uri="{FF2B5EF4-FFF2-40B4-BE49-F238E27FC236}">
                    <a16:creationId xmlns:a16="http://schemas.microsoft.com/office/drawing/2014/main" id="{63E77698-5758-433A-9DF3-3BE43B6FBDA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5800801" y="5488982"/>
                <a:ext cx="340415" cy="340415"/>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4" name="Oval 13">
                <a:extLst>
                  <a:ext uri="{FF2B5EF4-FFF2-40B4-BE49-F238E27FC236}">
                    <a16:creationId xmlns:a16="http://schemas.microsoft.com/office/drawing/2014/main" id="{FF47FF7F-75A9-438D-8BA7-428BF76974C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52675" y="5440856"/>
                <a:ext cx="340415" cy="340415"/>
              </a:xfrm>
              <a:prstGeom prst="ellipse">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grpSp>
      <p:sp>
        <p:nvSpPr>
          <p:cNvPr id="3" name="TextBox 2">
            <a:extLst>
              <a:ext uri="{FF2B5EF4-FFF2-40B4-BE49-F238E27FC236}">
                <a16:creationId xmlns:a16="http://schemas.microsoft.com/office/drawing/2014/main" id="{E1B3EC78-AF07-8A37-B218-94DF35BE2087}"/>
              </a:ext>
            </a:extLst>
          </p:cNvPr>
          <p:cNvSpPr txBox="1"/>
          <p:nvPr/>
        </p:nvSpPr>
        <p:spPr>
          <a:xfrm>
            <a:off x="9486900" y="5443538"/>
            <a:ext cx="184731" cy="369332"/>
          </a:xfrm>
          <a:prstGeom prst="rect">
            <a:avLst/>
          </a:prstGeom>
          <a:noFill/>
        </p:spPr>
        <p:txBody>
          <a:bodyPr wrap="none" rtlCol="0">
            <a:spAutoFit/>
          </a:bodyPr>
          <a:lstStyle/>
          <a:p>
            <a:endParaRPr lang="en-BD" dirty="0"/>
          </a:p>
        </p:txBody>
      </p:sp>
      <p:graphicFrame>
        <p:nvGraphicFramePr>
          <p:cNvPr id="24" name="Table 23">
            <a:extLst>
              <a:ext uri="{FF2B5EF4-FFF2-40B4-BE49-F238E27FC236}">
                <a16:creationId xmlns:a16="http://schemas.microsoft.com/office/drawing/2014/main" id="{AFC01039-BF68-0FA7-314A-80381AA715CD}"/>
              </a:ext>
            </a:extLst>
          </p:cNvPr>
          <p:cNvGraphicFramePr>
            <a:graphicFrameLocks noGrp="1"/>
          </p:cNvGraphicFramePr>
          <p:nvPr>
            <p:extLst>
              <p:ext uri="{D42A27DB-BD31-4B8C-83A1-F6EECF244321}">
                <p14:modId xmlns:p14="http://schemas.microsoft.com/office/powerpoint/2010/main" val="3464949077"/>
              </p:ext>
            </p:extLst>
          </p:nvPr>
        </p:nvGraphicFramePr>
        <p:xfrm>
          <a:off x="2512836" y="1700303"/>
          <a:ext cx="7578725" cy="4129092"/>
        </p:xfrm>
        <a:graphic>
          <a:graphicData uri="http://schemas.openxmlformats.org/drawingml/2006/table">
            <a:tbl>
              <a:tblPr/>
              <a:tblGrid>
                <a:gridCol w="1699901">
                  <a:extLst>
                    <a:ext uri="{9D8B030D-6E8A-4147-A177-3AD203B41FA5}">
                      <a16:colId xmlns:a16="http://schemas.microsoft.com/office/drawing/2014/main" val="20000"/>
                    </a:ext>
                  </a:extLst>
                </a:gridCol>
                <a:gridCol w="1699901">
                  <a:extLst>
                    <a:ext uri="{9D8B030D-6E8A-4147-A177-3AD203B41FA5}">
                      <a16:colId xmlns:a16="http://schemas.microsoft.com/office/drawing/2014/main" val="20001"/>
                    </a:ext>
                  </a:extLst>
                </a:gridCol>
                <a:gridCol w="4178923">
                  <a:extLst>
                    <a:ext uri="{9D8B030D-6E8A-4147-A177-3AD203B41FA5}">
                      <a16:colId xmlns:a16="http://schemas.microsoft.com/office/drawing/2014/main" val="20002"/>
                    </a:ext>
                  </a:extLst>
                </a:gridCol>
              </a:tblGrid>
              <a:tr h="375372">
                <a:tc>
                  <a:txBody>
                    <a:bodyPr/>
                    <a:lstStyle/>
                    <a:p>
                      <a:pPr algn="ctr" fontAlgn="b">
                        <a:buClr>
                          <a:srgbClr val="000000"/>
                        </a:buClr>
                        <a:buSzPts val="1100"/>
                        <a:buFont typeface="Calibri"/>
                        <a:buNone/>
                      </a:pPr>
                      <a:r>
                        <a:rPr lang="en-US" sz="2400" b="0" i="0" u="none" strike="noStrike" dirty="0">
                          <a:solidFill>
                            <a:schemeClr val="bg1"/>
                          </a:solidFill>
                          <a:latin typeface="Arial Rounded MT Bold" panose="020F0704030504030204" pitchFamily="34" charset="0"/>
                        </a:rPr>
                        <a:t>ACITIVITY </a:t>
                      </a:r>
                    </a:p>
                  </a:txBody>
                  <a:tcPr marL="9525" marR="9525" marT="952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tx1"/>
                    </a:solidFill>
                  </a:tcPr>
                </a:tc>
                <a:tc>
                  <a:txBody>
                    <a:bodyPr/>
                    <a:lstStyle/>
                    <a:p>
                      <a:pPr algn="ctr" fontAlgn="b"/>
                      <a:r>
                        <a:rPr lang="en-US" sz="2400" b="0" i="0" u="none" strike="noStrike" dirty="0">
                          <a:solidFill>
                            <a:schemeClr val="bg1"/>
                          </a:solidFill>
                          <a:latin typeface="Arial Rounded MT Bold" panose="020F0704030504030204" pitchFamily="34" charset="0"/>
                        </a:rPr>
                        <a:t>Duration</a:t>
                      </a:r>
                    </a:p>
                  </a:txBody>
                  <a:tcPr marL="9525" marR="9525" marT="952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tx1"/>
                    </a:solidFill>
                  </a:tcPr>
                </a:tc>
                <a:tc>
                  <a:txBody>
                    <a:bodyPr/>
                    <a:lstStyle/>
                    <a:p>
                      <a:pPr algn="ctr" fontAlgn="b"/>
                      <a:r>
                        <a:rPr lang="en-US" sz="2400" b="0" i="0" u="none" strike="noStrike">
                          <a:solidFill>
                            <a:schemeClr val="bg1"/>
                          </a:solidFill>
                          <a:latin typeface="Arial Rounded MT Bold" panose="020F0704030504030204" pitchFamily="34" charset="0"/>
                        </a:rPr>
                        <a:t>Immediate Predecessor</a:t>
                      </a:r>
                    </a:p>
                  </a:txBody>
                  <a:tcPr marL="9525" marR="9525" marT="952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tx1"/>
                    </a:solidFill>
                  </a:tcPr>
                </a:tc>
                <a:extLst>
                  <a:ext uri="{0D108BD9-81ED-4DB2-BD59-A6C34878D82A}">
                    <a16:rowId xmlns:a16="http://schemas.microsoft.com/office/drawing/2014/main" val="10000"/>
                  </a:ext>
                </a:extLst>
              </a:tr>
              <a:tr h="375372">
                <a:tc>
                  <a:txBody>
                    <a:bodyPr/>
                    <a:lstStyle/>
                    <a:p>
                      <a:pPr algn="ctr" fontAlgn="b">
                        <a:buClr>
                          <a:srgbClr val="000000"/>
                        </a:buClr>
                        <a:buSzPts val="1100"/>
                        <a:buFont typeface="Calibri"/>
                        <a:buNone/>
                      </a:pPr>
                      <a:r>
                        <a:rPr lang="en-US" sz="2400" b="0" i="0" u="none" strike="noStrike" dirty="0">
                          <a:solidFill>
                            <a:schemeClr val="bg1"/>
                          </a:solidFill>
                          <a:latin typeface="Arial Rounded MT Bold" panose="020F0704030504030204" pitchFamily="34" charset="0"/>
                        </a:rPr>
                        <a:t>A</a:t>
                      </a:r>
                    </a:p>
                  </a:txBody>
                  <a:tcPr marL="9525" marR="9525" marT="952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tx1"/>
                    </a:solidFill>
                  </a:tcPr>
                </a:tc>
                <a:tc>
                  <a:txBody>
                    <a:bodyPr/>
                    <a:lstStyle/>
                    <a:p>
                      <a:pPr algn="ctr" fontAlgn="b"/>
                      <a:r>
                        <a:rPr lang="en-US" sz="2400" b="0" i="0" u="none" strike="noStrike" dirty="0">
                          <a:solidFill>
                            <a:schemeClr val="bg1"/>
                          </a:solidFill>
                          <a:latin typeface="Arial Rounded MT Bold" panose="020F0704030504030204" pitchFamily="34" charset="0"/>
                        </a:rPr>
                        <a:t>1 Day</a:t>
                      </a:r>
                    </a:p>
                  </a:txBody>
                  <a:tcPr marL="9525" marR="9525" marT="952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tx1"/>
                    </a:solidFill>
                  </a:tcPr>
                </a:tc>
                <a:tc>
                  <a:txBody>
                    <a:bodyPr/>
                    <a:lstStyle/>
                    <a:p>
                      <a:pPr algn="ctr" fontAlgn="b"/>
                      <a:r>
                        <a:rPr lang="en-US" sz="2400" b="0" i="0" u="none" strike="noStrike" dirty="0">
                          <a:solidFill>
                            <a:schemeClr val="bg1"/>
                          </a:solidFill>
                          <a:latin typeface="Arial Rounded MT Bold" panose="020F0704030504030204" pitchFamily="34" charset="0"/>
                        </a:rPr>
                        <a:t>n/a</a:t>
                      </a:r>
                    </a:p>
                  </a:txBody>
                  <a:tcPr marL="9525" marR="9525" marT="952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tx1"/>
                    </a:solidFill>
                  </a:tcPr>
                </a:tc>
                <a:extLst>
                  <a:ext uri="{0D108BD9-81ED-4DB2-BD59-A6C34878D82A}">
                    <a16:rowId xmlns:a16="http://schemas.microsoft.com/office/drawing/2014/main" val="10001"/>
                  </a:ext>
                </a:extLst>
              </a:tr>
              <a:tr h="375372">
                <a:tc>
                  <a:txBody>
                    <a:bodyPr/>
                    <a:lstStyle/>
                    <a:p>
                      <a:pPr algn="ctr" fontAlgn="b">
                        <a:buClr>
                          <a:srgbClr val="000000"/>
                        </a:buClr>
                        <a:buSzPts val="1100"/>
                        <a:buFont typeface="Calibri"/>
                        <a:buNone/>
                      </a:pPr>
                      <a:r>
                        <a:rPr lang="en-US" sz="2400" b="0" i="0" u="none" strike="noStrike" dirty="0">
                          <a:solidFill>
                            <a:schemeClr val="bg1"/>
                          </a:solidFill>
                          <a:latin typeface="Arial Rounded MT Bold" panose="020F0704030504030204" pitchFamily="34" charset="0"/>
                        </a:rPr>
                        <a:t>B </a:t>
                      </a:r>
                    </a:p>
                  </a:txBody>
                  <a:tcPr marL="9525" marR="9525" marT="952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tx1"/>
                    </a:solidFill>
                  </a:tcPr>
                </a:tc>
                <a:tc>
                  <a:txBody>
                    <a:bodyPr/>
                    <a:lstStyle/>
                    <a:p>
                      <a:pPr algn="ctr" fontAlgn="b"/>
                      <a:r>
                        <a:rPr lang="en-US" sz="2400" b="0" i="0" u="none" strike="noStrike" dirty="0">
                          <a:solidFill>
                            <a:schemeClr val="bg1"/>
                          </a:solidFill>
                          <a:latin typeface="Arial Rounded MT Bold" panose="020F0704030504030204" pitchFamily="34" charset="0"/>
                        </a:rPr>
                        <a:t>2 Days</a:t>
                      </a:r>
                    </a:p>
                  </a:txBody>
                  <a:tcPr marL="9525" marR="9525" marT="952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tx1"/>
                    </a:solidFill>
                  </a:tcPr>
                </a:tc>
                <a:tc>
                  <a:txBody>
                    <a:bodyPr/>
                    <a:lstStyle/>
                    <a:p>
                      <a:pPr algn="ctr" fontAlgn="b"/>
                      <a:r>
                        <a:rPr lang="en-US" sz="2400" b="0" i="0" u="none" strike="noStrike" dirty="0">
                          <a:solidFill>
                            <a:schemeClr val="bg1"/>
                          </a:solidFill>
                          <a:latin typeface="Arial Rounded MT Bold" panose="020F0704030504030204" pitchFamily="34" charset="0"/>
                        </a:rPr>
                        <a:t>n/a</a:t>
                      </a:r>
                    </a:p>
                  </a:txBody>
                  <a:tcPr marL="9525" marR="9525" marT="952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tx1"/>
                    </a:solidFill>
                  </a:tcPr>
                </a:tc>
                <a:extLst>
                  <a:ext uri="{0D108BD9-81ED-4DB2-BD59-A6C34878D82A}">
                    <a16:rowId xmlns:a16="http://schemas.microsoft.com/office/drawing/2014/main" val="10002"/>
                  </a:ext>
                </a:extLst>
              </a:tr>
              <a:tr h="375372">
                <a:tc>
                  <a:txBody>
                    <a:bodyPr/>
                    <a:lstStyle/>
                    <a:p>
                      <a:pPr algn="ctr" fontAlgn="b">
                        <a:buClr>
                          <a:srgbClr val="000000"/>
                        </a:buClr>
                        <a:buSzPts val="1100"/>
                        <a:buFont typeface="Calibri"/>
                        <a:buNone/>
                      </a:pPr>
                      <a:r>
                        <a:rPr lang="en-US" sz="2400" b="0" i="0" u="none" strike="noStrike" dirty="0">
                          <a:solidFill>
                            <a:schemeClr val="bg1"/>
                          </a:solidFill>
                          <a:latin typeface="Arial Rounded MT Bold" panose="020F0704030504030204" pitchFamily="34" charset="0"/>
                        </a:rPr>
                        <a:t>C </a:t>
                      </a:r>
                    </a:p>
                  </a:txBody>
                  <a:tcPr marL="9525" marR="9525" marT="952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tx1"/>
                    </a:solidFill>
                  </a:tcPr>
                </a:tc>
                <a:tc>
                  <a:txBody>
                    <a:bodyPr/>
                    <a:lstStyle/>
                    <a:p>
                      <a:pPr algn="ctr" fontAlgn="b"/>
                      <a:r>
                        <a:rPr lang="en-US" sz="2400" b="0" i="0" u="none" strike="noStrike" dirty="0">
                          <a:solidFill>
                            <a:schemeClr val="bg1"/>
                          </a:solidFill>
                          <a:latin typeface="Arial Rounded MT Bold" panose="020F0704030504030204" pitchFamily="34" charset="0"/>
                        </a:rPr>
                        <a:t>3 Days</a:t>
                      </a:r>
                    </a:p>
                  </a:txBody>
                  <a:tcPr marL="9525" marR="9525" marT="952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tx1"/>
                    </a:solidFill>
                  </a:tcPr>
                </a:tc>
                <a:tc>
                  <a:txBody>
                    <a:bodyPr/>
                    <a:lstStyle/>
                    <a:p>
                      <a:pPr algn="ctr" fontAlgn="b"/>
                      <a:r>
                        <a:rPr lang="en-US" sz="2400" b="0" i="0" u="none" strike="noStrike" dirty="0">
                          <a:solidFill>
                            <a:schemeClr val="bg1"/>
                          </a:solidFill>
                          <a:latin typeface="Arial Rounded MT Bold" panose="020F0704030504030204" pitchFamily="34" charset="0"/>
                        </a:rPr>
                        <a:t>n/a</a:t>
                      </a:r>
                    </a:p>
                  </a:txBody>
                  <a:tcPr marL="9525" marR="9525" marT="952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tx1"/>
                    </a:solidFill>
                  </a:tcPr>
                </a:tc>
                <a:extLst>
                  <a:ext uri="{0D108BD9-81ED-4DB2-BD59-A6C34878D82A}">
                    <a16:rowId xmlns:a16="http://schemas.microsoft.com/office/drawing/2014/main" val="10003"/>
                  </a:ext>
                </a:extLst>
              </a:tr>
              <a:tr h="375372">
                <a:tc>
                  <a:txBody>
                    <a:bodyPr/>
                    <a:lstStyle/>
                    <a:p>
                      <a:pPr algn="ctr" fontAlgn="b">
                        <a:buClr>
                          <a:srgbClr val="000000"/>
                        </a:buClr>
                        <a:buSzPts val="1100"/>
                        <a:buFont typeface="Calibri"/>
                        <a:buNone/>
                      </a:pPr>
                      <a:r>
                        <a:rPr lang="en-US" sz="2400" b="0" i="0" u="none" strike="noStrike" dirty="0">
                          <a:solidFill>
                            <a:schemeClr val="bg1"/>
                          </a:solidFill>
                          <a:latin typeface="Arial Rounded MT Bold" panose="020F0704030504030204" pitchFamily="34" charset="0"/>
                        </a:rPr>
                        <a:t>D </a:t>
                      </a:r>
                    </a:p>
                  </a:txBody>
                  <a:tcPr marL="9525" marR="9525" marT="952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tx1"/>
                    </a:solidFill>
                  </a:tcPr>
                </a:tc>
                <a:tc>
                  <a:txBody>
                    <a:bodyPr/>
                    <a:lstStyle/>
                    <a:p>
                      <a:pPr algn="ctr" fontAlgn="b"/>
                      <a:r>
                        <a:rPr lang="en-US" sz="2400" b="0" i="0" u="none" strike="noStrike" dirty="0">
                          <a:solidFill>
                            <a:schemeClr val="bg1"/>
                          </a:solidFill>
                          <a:latin typeface="Arial Rounded MT Bold" panose="020F0704030504030204" pitchFamily="34" charset="0"/>
                        </a:rPr>
                        <a:t>4 Days</a:t>
                      </a:r>
                    </a:p>
                  </a:txBody>
                  <a:tcPr marL="9525" marR="9525" marT="952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tx1"/>
                    </a:solidFill>
                  </a:tcPr>
                </a:tc>
                <a:tc>
                  <a:txBody>
                    <a:bodyPr/>
                    <a:lstStyle/>
                    <a:p>
                      <a:pPr algn="ctr" fontAlgn="b"/>
                      <a:r>
                        <a:rPr lang="en-US" sz="2400" b="0" i="0" u="none" strike="noStrike" dirty="0">
                          <a:solidFill>
                            <a:schemeClr val="bg1"/>
                          </a:solidFill>
                          <a:latin typeface="Arial Rounded MT Bold" panose="020F0704030504030204" pitchFamily="34" charset="0"/>
                        </a:rPr>
                        <a:t>A</a:t>
                      </a:r>
                    </a:p>
                  </a:txBody>
                  <a:tcPr marL="9525" marR="9525" marT="952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tx1"/>
                    </a:solidFill>
                  </a:tcPr>
                </a:tc>
                <a:extLst>
                  <a:ext uri="{0D108BD9-81ED-4DB2-BD59-A6C34878D82A}">
                    <a16:rowId xmlns:a16="http://schemas.microsoft.com/office/drawing/2014/main" val="10004"/>
                  </a:ext>
                </a:extLst>
              </a:tr>
              <a:tr h="375372">
                <a:tc>
                  <a:txBody>
                    <a:bodyPr/>
                    <a:lstStyle/>
                    <a:p>
                      <a:pPr algn="ctr" fontAlgn="b">
                        <a:buClr>
                          <a:srgbClr val="000000"/>
                        </a:buClr>
                        <a:buSzPts val="1100"/>
                        <a:buFont typeface="Calibri"/>
                        <a:buNone/>
                      </a:pPr>
                      <a:r>
                        <a:rPr lang="en-US" sz="2400" b="0" i="0" u="none" strike="noStrike" dirty="0">
                          <a:solidFill>
                            <a:schemeClr val="bg1"/>
                          </a:solidFill>
                          <a:latin typeface="Arial Rounded MT Bold" panose="020F0704030504030204" pitchFamily="34" charset="0"/>
                        </a:rPr>
                        <a:t>E</a:t>
                      </a:r>
                    </a:p>
                  </a:txBody>
                  <a:tcPr marL="9525" marR="9525" marT="952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tx1"/>
                    </a:solidFill>
                  </a:tcPr>
                </a:tc>
                <a:tc>
                  <a:txBody>
                    <a:bodyPr/>
                    <a:lstStyle/>
                    <a:p>
                      <a:pPr algn="ctr" fontAlgn="b"/>
                      <a:r>
                        <a:rPr lang="en-US" sz="2400" b="0" i="0" u="none" strike="noStrike" dirty="0">
                          <a:solidFill>
                            <a:schemeClr val="bg1"/>
                          </a:solidFill>
                          <a:latin typeface="Arial Rounded MT Bold" panose="020F0704030504030204" pitchFamily="34" charset="0"/>
                        </a:rPr>
                        <a:t>5 Days</a:t>
                      </a:r>
                    </a:p>
                  </a:txBody>
                  <a:tcPr marL="9525" marR="9525" marT="952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tx1"/>
                    </a:solidFill>
                  </a:tcPr>
                </a:tc>
                <a:tc>
                  <a:txBody>
                    <a:bodyPr/>
                    <a:lstStyle/>
                    <a:p>
                      <a:pPr algn="ctr" fontAlgn="b"/>
                      <a:r>
                        <a:rPr lang="en-US" sz="2400" b="0" i="0" u="none" strike="noStrike" dirty="0">
                          <a:solidFill>
                            <a:schemeClr val="bg1"/>
                          </a:solidFill>
                          <a:latin typeface="Arial Rounded MT Bold" panose="020F0704030504030204" pitchFamily="34" charset="0"/>
                        </a:rPr>
                        <a:t>B</a:t>
                      </a:r>
                    </a:p>
                  </a:txBody>
                  <a:tcPr marL="9525" marR="9525" marT="952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tx1"/>
                    </a:solidFill>
                  </a:tcPr>
                </a:tc>
                <a:extLst>
                  <a:ext uri="{0D108BD9-81ED-4DB2-BD59-A6C34878D82A}">
                    <a16:rowId xmlns:a16="http://schemas.microsoft.com/office/drawing/2014/main" val="10005"/>
                  </a:ext>
                </a:extLst>
              </a:tr>
              <a:tr h="375372">
                <a:tc>
                  <a:txBody>
                    <a:bodyPr/>
                    <a:lstStyle/>
                    <a:p>
                      <a:pPr algn="ctr" fontAlgn="b">
                        <a:buClr>
                          <a:srgbClr val="000000"/>
                        </a:buClr>
                        <a:buSzPts val="1100"/>
                        <a:buFont typeface="Calibri"/>
                        <a:buNone/>
                      </a:pPr>
                      <a:r>
                        <a:rPr lang="en-US" sz="2400" b="0" i="0" u="none" strike="noStrike" dirty="0">
                          <a:solidFill>
                            <a:schemeClr val="bg1"/>
                          </a:solidFill>
                          <a:latin typeface="Arial Rounded MT Bold" panose="020F0704030504030204" pitchFamily="34" charset="0"/>
                        </a:rPr>
                        <a:t>F </a:t>
                      </a:r>
                    </a:p>
                  </a:txBody>
                  <a:tcPr marL="9525" marR="9525" marT="952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tx1"/>
                    </a:solidFill>
                  </a:tcPr>
                </a:tc>
                <a:tc>
                  <a:txBody>
                    <a:bodyPr/>
                    <a:lstStyle/>
                    <a:p>
                      <a:pPr algn="ctr" fontAlgn="b"/>
                      <a:r>
                        <a:rPr lang="en-US" sz="2400" b="0" i="0" u="none" strike="noStrike" dirty="0">
                          <a:solidFill>
                            <a:schemeClr val="bg1"/>
                          </a:solidFill>
                          <a:latin typeface="Arial Rounded MT Bold" panose="020F0704030504030204" pitchFamily="34" charset="0"/>
                        </a:rPr>
                        <a:t>4 Days</a:t>
                      </a:r>
                    </a:p>
                  </a:txBody>
                  <a:tcPr marL="9525" marR="9525" marT="952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tx1"/>
                    </a:solidFill>
                  </a:tcPr>
                </a:tc>
                <a:tc>
                  <a:txBody>
                    <a:bodyPr/>
                    <a:lstStyle/>
                    <a:p>
                      <a:pPr algn="ctr" fontAlgn="b"/>
                      <a:r>
                        <a:rPr lang="en-US" sz="2400" b="0" i="0" u="none" strike="noStrike" dirty="0">
                          <a:solidFill>
                            <a:schemeClr val="bg1"/>
                          </a:solidFill>
                          <a:latin typeface="Arial Rounded MT Bold" panose="020F0704030504030204" pitchFamily="34" charset="0"/>
                        </a:rPr>
                        <a:t>B</a:t>
                      </a:r>
                    </a:p>
                  </a:txBody>
                  <a:tcPr marL="9525" marR="9525" marT="952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tx1"/>
                    </a:solidFill>
                  </a:tcPr>
                </a:tc>
                <a:extLst>
                  <a:ext uri="{0D108BD9-81ED-4DB2-BD59-A6C34878D82A}">
                    <a16:rowId xmlns:a16="http://schemas.microsoft.com/office/drawing/2014/main" val="10006"/>
                  </a:ext>
                </a:extLst>
              </a:tr>
              <a:tr h="375372">
                <a:tc>
                  <a:txBody>
                    <a:bodyPr/>
                    <a:lstStyle/>
                    <a:p>
                      <a:pPr algn="ctr" fontAlgn="b">
                        <a:buClr>
                          <a:srgbClr val="000000"/>
                        </a:buClr>
                        <a:buSzPts val="1100"/>
                        <a:buFont typeface="Calibri"/>
                        <a:buNone/>
                      </a:pPr>
                      <a:r>
                        <a:rPr lang="en-US" sz="2400" b="0" i="0" u="none" strike="noStrike" dirty="0">
                          <a:solidFill>
                            <a:schemeClr val="bg1"/>
                          </a:solidFill>
                          <a:latin typeface="Arial Rounded MT Bold" panose="020F0704030504030204" pitchFamily="34" charset="0"/>
                        </a:rPr>
                        <a:t>G </a:t>
                      </a:r>
                    </a:p>
                  </a:txBody>
                  <a:tcPr marL="9525" marR="9525" marT="952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tx1"/>
                    </a:solidFill>
                  </a:tcPr>
                </a:tc>
                <a:tc>
                  <a:txBody>
                    <a:bodyPr/>
                    <a:lstStyle/>
                    <a:p>
                      <a:pPr algn="ctr" fontAlgn="b"/>
                      <a:r>
                        <a:rPr lang="en-US" sz="2400" b="0" i="0" u="none" strike="noStrike" dirty="0">
                          <a:solidFill>
                            <a:schemeClr val="bg1"/>
                          </a:solidFill>
                          <a:latin typeface="Arial Rounded MT Bold" panose="020F0704030504030204" pitchFamily="34" charset="0"/>
                        </a:rPr>
                        <a:t>6 Days</a:t>
                      </a:r>
                    </a:p>
                  </a:txBody>
                  <a:tcPr marL="9525" marR="9525" marT="952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tx1"/>
                    </a:solidFill>
                  </a:tcPr>
                </a:tc>
                <a:tc>
                  <a:txBody>
                    <a:bodyPr/>
                    <a:lstStyle/>
                    <a:p>
                      <a:pPr algn="ctr" fontAlgn="b"/>
                      <a:r>
                        <a:rPr lang="en-US" sz="2400" b="0" i="0" u="none" strike="noStrike" dirty="0">
                          <a:solidFill>
                            <a:schemeClr val="bg1"/>
                          </a:solidFill>
                          <a:latin typeface="Arial Rounded MT Bold" panose="020F0704030504030204" pitchFamily="34" charset="0"/>
                        </a:rPr>
                        <a:t>C</a:t>
                      </a:r>
                    </a:p>
                  </a:txBody>
                  <a:tcPr marL="9525" marR="9525" marT="952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tx1"/>
                    </a:solidFill>
                  </a:tcPr>
                </a:tc>
                <a:extLst>
                  <a:ext uri="{0D108BD9-81ED-4DB2-BD59-A6C34878D82A}">
                    <a16:rowId xmlns:a16="http://schemas.microsoft.com/office/drawing/2014/main" val="10007"/>
                  </a:ext>
                </a:extLst>
              </a:tr>
              <a:tr h="375372">
                <a:tc>
                  <a:txBody>
                    <a:bodyPr/>
                    <a:lstStyle/>
                    <a:p>
                      <a:pPr algn="ctr" fontAlgn="b">
                        <a:buClr>
                          <a:srgbClr val="000000"/>
                        </a:buClr>
                        <a:buSzPts val="1100"/>
                        <a:buFont typeface="Calibri"/>
                        <a:buNone/>
                      </a:pPr>
                      <a:r>
                        <a:rPr lang="en-US" sz="2400" b="0" i="0" u="none" strike="noStrike" dirty="0">
                          <a:solidFill>
                            <a:schemeClr val="bg1"/>
                          </a:solidFill>
                          <a:latin typeface="Arial Rounded MT Bold" panose="020F0704030504030204" pitchFamily="34" charset="0"/>
                        </a:rPr>
                        <a:t>H</a:t>
                      </a:r>
                    </a:p>
                  </a:txBody>
                  <a:tcPr marL="9525" marR="9525" marT="952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tx1"/>
                    </a:solidFill>
                  </a:tcPr>
                </a:tc>
                <a:tc>
                  <a:txBody>
                    <a:bodyPr/>
                    <a:lstStyle/>
                    <a:p>
                      <a:pPr algn="ctr" fontAlgn="b"/>
                      <a:r>
                        <a:rPr lang="en-US" sz="2400" b="0" i="0" u="none" strike="noStrike" dirty="0">
                          <a:solidFill>
                            <a:schemeClr val="bg1"/>
                          </a:solidFill>
                          <a:latin typeface="Arial Rounded MT Bold" panose="020F0704030504030204" pitchFamily="34" charset="0"/>
                        </a:rPr>
                        <a:t>6 Days</a:t>
                      </a:r>
                    </a:p>
                  </a:txBody>
                  <a:tcPr marL="9525" marR="9525" marT="952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tx1"/>
                    </a:solidFill>
                  </a:tcPr>
                </a:tc>
                <a:tc>
                  <a:txBody>
                    <a:bodyPr/>
                    <a:lstStyle/>
                    <a:p>
                      <a:pPr algn="ctr" fontAlgn="b"/>
                      <a:r>
                        <a:rPr lang="en-US" sz="2400" b="0" i="0" u="none" strike="noStrike" dirty="0">
                          <a:solidFill>
                            <a:schemeClr val="bg1"/>
                          </a:solidFill>
                          <a:latin typeface="Arial Rounded MT Bold" panose="020F0704030504030204" pitchFamily="34" charset="0"/>
                        </a:rPr>
                        <a:t>D, E</a:t>
                      </a:r>
                    </a:p>
                  </a:txBody>
                  <a:tcPr marL="9525" marR="9525" marT="952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tx1"/>
                    </a:solidFill>
                  </a:tcPr>
                </a:tc>
                <a:extLst>
                  <a:ext uri="{0D108BD9-81ED-4DB2-BD59-A6C34878D82A}">
                    <a16:rowId xmlns:a16="http://schemas.microsoft.com/office/drawing/2014/main" val="10008"/>
                  </a:ext>
                </a:extLst>
              </a:tr>
              <a:tr h="375372">
                <a:tc>
                  <a:txBody>
                    <a:bodyPr/>
                    <a:lstStyle/>
                    <a:p>
                      <a:pPr algn="ctr" fontAlgn="b">
                        <a:buClr>
                          <a:srgbClr val="000000"/>
                        </a:buClr>
                        <a:buSzPts val="1100"/>
                        <a:buFont typeface="Calibri"/>
                        <a:buNone/>
                      </a:pPr>
                      <a:r>
                        <a:rPr lang="en-US" sz="2400" b="0" i="0" u="none" strike="noStrike" dirty="0">
                          <a:solidFill>
                            <a:schemeClr val="bg1"/>
                          </a:solidFill>
                          <a:latin typeface="Arial Rounded MT Bold" panose="020F0704030504030204" pitchFamily="34" charset="0"/>
                        </a:rPr>
                        <a:t>I </a:t>
                      </a:r>
                    </a:p>
                  </a:txBody>
                  <a:tcPr marL="9525" marR="9525" marT="952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tx1"/>
                    </a:solidFill>
                  </a:tcPr>
                </a:tc>
                <a:tc>
                  <a:txBody>
                    <a:bodyPr/>
                    <a:lstStyle/>
                    <a:p>
                      <a:pPr algn="ctr" fontAlgn="b"/>
                      <a:r>
                        <a:rPr lang="en-US" sz="2400" b="0" i="0" u="none" strike="noStrike" dirty="0">
                          <a:solidFill>
                            <a:schemeClr val="bg1"/>
                          </a:solidFill>
                          <a:latin typeface="Arial Rounded MT Bold" panose="020F0704030504030204" pitchFamily="34" charset="0"/>
                        </a:rPr>
                        <a:t>2 Days</a:t>
                      </a:r>
                    </a:p>
                  </a:txBody>
                  <a:tcPr marL="9525" marR="9525" marT="952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tx1"/>
                    </a:solidFill>
                  </a:tcPr>
                </a:tc>
                <a:tc>
                  <a:txBody>
                    <a:bodyPr/>
                    <a:lstStyle/>
                    <a:p>
                      <a:pPr algn="ctr" fontAlgn="b"/>
                      <a:r>
                        <a:rPr lang="en-US" sz="2400" b="0" i="0" u="none" strike="noStrike" dirty="0">
                          <a:solidFill>
                            <a:schemeClr val="bg1"/>
                          </a:solidFill>
                          <a:latin typeface="Arial Rounded MT Bold" panose="020F0704030504030204" pitchFamily="34" charset="0"/>
                        </a:rPr>
                        <a:t>G</a:t>
                      </a:r>
                    </a:p>
                  </a:txBody>
                  <a:tcPr marL="9525" marR="9525" marT="952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tx1"/>
                    </a:solidFill>
                  </a:tcPr>
                </a:tc>
                <a:extLst>
                  <a:ext uri="{0D108BD9-81ED-4DB2-BD59-A6C34878D82A}">
                    <a16:rowId xmlns:a16="http://schemas.microsoft.com/office/drawing/2014/main" val="10009"/>
                  </a:ext>
                </a:extLst>
              </a:tr>
              <a:tr h="375372">
                <a:tc>
                  <a:txBody>
                    <a:bodyPr/>
                    <a:lstStyle/>
                    <a:p>
                      <a:pPr algn="ctr" fontAlgn="b"/>
                      <a:r>
                        <a:rPr lang="en-US" sz="2400" b="0" i="0" u="none" strike="noStrike" dirty="0">
                          <a:solidFill>
                            <a:schemeClr val="bg1"/>
                          </a:solidFill>
                          <a:latin typeface="Arial Rounded MT Bold" panose="020F0704030504030204" pitchFamily="34" charset="0"/>
                        </a:rPr>
                        <a:t>J </a:t>
                      </a:r>
                    </a:p>
                  </a:txBody>
                  <a:tcPr marL="9525" marR="9525" marT="952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tx1"/>
                    </a:solidFill>
                  </a:tcPr>
                </a:tc>
                <a:tc>
                  <a:txBody>
                    <a:bodyPr/>
                    <a:lstStyle/>
                    <a:p>
                      <a:pPr algn="ctr" fontAlgn="b"/>
                      <a:r>
                        <a:rPr lang="en-US" sz="2400" b="0" i="0" u="none" strike="noStrike" dirty="0">
                          <a:solidFill>
                            <a:schemeClr val="bg1"/>
                          </a:solidFill>
                          <a:latin typeface="Arial Rounded MT Bold" panose="020F0704030504030204" pitchFamily="34" charset="0"/>
                        </a:rPr>
                        <a:t>3 Days</a:t>
                      </a:r>
                    </a:p>
                  </a:txBody>
                  <a:tcPr marL="9525" marR="9525" marT="952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tx1"/>
                    </a:solidFill>
                  </a:tcPr>
                </a:tc>
                <a:tc>
                  <a:txBody>
                    <a:bodyPr/>
                    <a:lstStyle/>
                    <a:p>
                      <a:pPr algn="ctr" fontAlgn="b"/>
                      <a:r>
                        <a:rPr lang="en-US" sz="2400" b="0" i="0" u="none" strike="noStrike" dirty="0">
                          <a:solidFill>
                            <a:schemeClr val="bg1"/>
                          </a:solidFill>
                          <a:latin typeface="Arial Rounded MT Bold" panose="020F0704030504030204" pitchFamily="34" charset="0"/>
                        </a:rPr>
                        <a:t>H, F, I</a:t>
                      </a:r>
                    </a:p>
                  </a:txBody>
                  <a:tcPr marL="9525" marR="9525" marT="952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tx1"/>
                    </a:solidFill>
                  </a:tcPr>
                </a:tc>
                <a:extLst>
                  <a:ext uri="{0D108BD9-81ED-4DB2-BD59-A6C34878D82A}">
                    <a16:rowId xmlns:a16="http://schemas.microsoft.com/office/drawing/2014/main" val="10010"/>
                  </a:ext>
                </a:extLst>
              </a:tr>
            </a:tbl>
          </a:graphicData>
        </a:graphic>
      </p:graphicFrame>
    </p:spTree>
    <p:extLst>
      <p:ext uri="{BB962C8B-B14F-4D97-AF65-F5344CB8AC3E}">
        <p14:creationId xmlns:p14="http://schemas.microsoft.com/office/powerpoint/2010/main" val="259132462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316A5661-2CFE-478C-BAC3-729F393F3C4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BC1DA2B-FE6F-1C6E-BFA0-9B15DC40309D}"/>
              </a:ext>
            </a:extLst>
          </p:cNvPr>
          <p:cNvSpPr>
            <a:spLocks noGrp="1"/>
          </p:cNvSpPr>
          <p:nvPr>
            <p:ph type="title"/>
          </p:nvPr>
        </p:nvSpPr>
        <p:spPr>
          <a:xfrm>
            <a:off x="2139081" y="92738"/>
            <a:ext cx="9514055" cy="604692"/>
          </a:xfrm>
        </p:spPr>
        <p:txBody>
          <a:bodyPr anchor="ctr">
            <a:normAutofit fontScale="90000"/>
          </a:bodyPr>
          <a:lstStyle/>
          <a:p>
            <a:r>
              <a:rPr lang="en-US" sz="4000" dirty="0">
                <a:solidFill>
                  <a:schemeClr val="accent6">
                    <a:lumMod val="40000"/>
                    <a:lumOff val="60000"/>
                  </a:schemeClr>
                </a:solidFill>
                <a:latin typeface="Arial Rounded MT Bold" panose="020F0704030504030204" pitchFamily="34" charset="0"/>
              </a:rPr>
              <a:t>Project management tools</a:t>
            </a:r>
          </a:p>
        </p:txBody>
      </p:sp>
      <p:grpSp>
        <p:nvGrpSpPr>
          <p:cNvPr id="10" name="Group 9">
            <a:extLst>
              <a:ext uri="{FF2B5EF4-FFF2-40B4-BE49-F238E27FC236}">
                <a16:creationId xmlns:a16="http://schemas.microsoft.com/office/drawing/2014/main" id="{FB7BE8CD-E348-464A-82CC-7EF7AA82842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999771" y="649304"/>
            <a:ext cx="913428" cy="1315264"/>
            <a:chOff x="999771" y="649304"/>
            <a:chExt cx="913428" cy="1315264"/>
          </a:xfrm>
        </p:grpSpPr>
        <p:grpSp>
          <p:nvGrpSpPr>
            <p:cNvPr id="11" name="Group 10">
              <a:extLst>
                <a:ext uri="{FF2B5EF4-FFF2-40B4-BE49-F238E27FC236}">
                  <a16:creationId xmlns:a16="http://schemas.microsoft.com/office/drawing/2014/main" id="{B8CC82D2-4C4A-4C67-8483-5199F97B37A7}"/>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999771" y="932104"/>
              <a:ext cx="913428" cy="1032464"/>
              <a:chOff x="999771" y="932104"/>
              <a:chExt cx="913428" cy="1032464"/>
            </a:xfrm>
          </p:grpSpPr>
          <p:grpSp>
            <p:nvGrpSpPr>
              <p:cNvPr id="15" name="Group 14">
                <a:extLst>
                  <a:ext uri="{FF2B5EF4-FFF2-40B4-BE49-F238E27FC236}">
                    <a16:creationId xmlns:a16="http://schemas.microsoft.com/office/drawing/2014/main" id="{70D2391D-AA33-4F5E-BD96-B42D93DED226}"/>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rot="8100000" flipV="1">
                <a:off x="1047457" y="1290386"/>
                <a:ext cx="865742" cy="628383"/>
                <a:chOff x="558167" y="958515"/>
                <a:chExt cx="865742" cy="628383"/>
              </a:xfrm>
              <a:solidFill>
                <a:schemeClr val="accent3"/>
              </a:solidFill>
            </p:grpSpPr>
            <p:sp>
              <p:nvSpPr>
                <p:cNvPr id="22" name="Freeform: Shape 21">
                  <a:extLst>
                    <a:ext uri="{FF2B5EF4-FFF2-40B4-BE49-F238E27FC236}">
                      <a16:creationId xmlns:a16="http://schemas.microsoft.com/office/drawing/2014/main" id="{BE166DCE-539D-4C74-9C9D-AC000BA2F8A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8100000" flipH="1">
                  <a:off x="558167" y="1122160"/>
                  <a:ext cx="464738" cy="464738"/>
                </a:xfrm>
                <a:custGeom>
                  <a:avLst/>
                  <a:gdLst>
                    <a:gd name="connsiteX0" fmla="*/ 446142 w 464738"/>
                    <a:gd name="connsiteY0" fmla="*/ 464738 h 464738"/>
                    <a:gd name="connsiteX1" fmla="*/ 130673 w 464738"/>
                    <a:gd name="connsiteY1" fmla="*/ 334066 h 464738"/>
                    <a:gd name="connsiteX2" fmla="*/ 0 w 464738"/>
                    <a:gd name="connsiteY2" fmla="*/ 18596 h 464738"/>
                    <a:gd name="connsiteX3" fmla="*/ 836 w 464738"/>
                    <a:gd name="connsiteY3" fmla="*/ 1089 h 464738"/>
                    <a:gd name="connsiteX4" fmla="*/ 606 w 464738"/>
                    <a:gd name="connsiteY4" fmla="*/ 859 h 464738"/>
                    <a:gd name="connsiteX5" fmla="*/ 848 w 464738"/>
                    <a:gd name="connsiteY5" fmla="*/ 848 h 464738"/>
                    <a:gd name="connsiteX6" fmla="*/ 859 w 464738"/>
                    <a:gd name="connsiteY6" fmla="*/ 606 h 464738"/>
                    <a:gd name="connsiteX7" fmla="*/ 1089 w 464738"/>
                    <a:gd name="connsiteY7" fmla="*/ 836 h 464738"/>
                    <a:gd name="connsiteX8" fmla="*/ 18596 w 464738"/>
                    <a:gd name="connsiteY8" fmla="*/ 0 h 464738"/>
                    <a:gd name="connsiteX9" fmla="*/ 334066 w 464738"/>
                    <a:gd name="connsiteY9" fmla="*/ 130672 h 464738"/>
                    <a:gd name="connsiteX10" fmla="*/ 464738 w 464738"/>
                    <a:gd name="connsiteY10" fmla="*/ 446142 h 464738"/>
                    <a:gd name="connsiteX11" fmla="*/ 463902 w 464738"/>
                    <a:gd name="connsiteY11" fmla="*/ 463650 h 464738"/>
                    <a:gd name="connsiteX12" fmla="*/ 464132 w 464738"/>
                    <a:gd name="connsiteY12" fmla="*/ 463880 h 464738"/>
                    <a:gd name="connsiteX13" fmla="*/ 463891 w 464738"/>
                    <a:gd name="connsiteY13" fmla="*/ 463892 h 464738"/>
                    <a:gd name="connsiteX14" fmla="*/ 463879 w 464738"/>
                    <a:gd name="connsiteY14" fmla="*/ 464132 h 464738"/>
                    <a:gd name="connsiteX15" fmla="*/ 463650 w 464738"/>
                    <a:gd name="connsiteY15" fmla="*/ 463903 h 4647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64738" h="464738">
                      <a:moveTo>
                        <a:pt x="446142" y="464738"/>
                      </a:moveTo>
                      <a:cubicBezTo>
                        <a:pt x="331965" y="464738"/>
                        <a:pt x="217787" y="421181"/>
                        <a:pt x="130673" y="334066"/>
                      </a:cubicBezTo>
                      <a:cubicBezTo>
                        <a:pt x="43558" y="246952"/>
                        <a:pt x="1" y="132774"/>
                        <a:pt x="0" y="18596"/>
                      </a:cubicBezTo>
                      <a:lnTo>
                        <a:pt x="836" y="1089"/>
                      </a:lnTo>
                      <a:lnTo>
                        <a:pt x="606" y="859"/>
                      </a:lnTo>
                      <a:lnTo>
                        <a:pt x="848" y="848"/>
                      </a:lnTo>
                      <a:lnTo>
                        <a:pt x="859" y="606"/>
                      </a:lnTo>
                      <a:lnTo>
                        <a:pt x="1089" y="836"/>
                      </a:lnTo>
                      <a:lnTo>
                        <a:pt x="18596" y="0"/>
                      </a:lnTo>
                      <a:cubicBezTo>
                        <a:pt x="132774" y="0"/>
                        <a:pt x="246951" y="43557"/>
                        <a:pt x="334066" y="130672"/>
                      </a:cubicBezTo>
                      <a:cubicBezTo>
                        <a:pt x="421181" y="217787"/>
                        <a:pt x="464738" y="331964"/>
                        <a:pt x="464738" y="446142"/>
                      </a:cubicBezTo>
                      <a:lnTo>
                        <a:pt x="463902" y="463650"/>
                      </a:lnTo>
                      <a:lnTo>
                        <a:pt x="464132" y="463880"/>
                      </a:lnTo>
                      <a:lnTo>
                        <a:pt x="463891" y="463892"/>
                      </a:lnTo>
                      <a:lnTo>
                        <a:pt x="463879" y="464132"/>
                      </a:lnTo>
                      <a:lnTo>
                        <a:pt x="463650" y="463903"/>
                      </a:lnTo>
                      <a:close/>
                    </a:path>
                  </a:pathLst>
                </a:custGeom>
                <a:solidFill>
                  <a:schemeClr val="accent4">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3" name="Freeform: Shape 22">
                  <a:extLst>
                    <a:ext uri="{FF2B5EF4-FFF2-40B4-BE49-F238E27FC236}">
                      <a16:creationId xmlns:a16="http://schemas.microsoft.com/office/drawing/2014/main" id="{DCC6BEB5-DA1F-4F9E-BA5D-8F892A0FB8F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flipH="1">
                  <a:off x="959170" y="958515"/>
                  <a:ext cx="464739" cy="464739"/>
                </a:xfrm>
                <a:custGeom>
                  <a:avLst/>
                  <a:gdLst>
                    <a:gd name="connsiteX0" fmla="*/ 464132 w 464739"/>
                    <a:gd name="connsiteY0" fmla="*/ 463881 h 464739"/>
                    <a:gd name="connsiteX1" fmla="*/ 463891 w 464739"/>
                    <a:gd name="connsiteY1" fmla="*/ 463892 h 464739"/>
                    <a:gd name="connsiteX2" fmla="*/ 463880 w 464739"/>
                    <a:gd name="connsiteY2" fmla="*/ 464132 h 464739"/>
                    <a:gd name="connsiteX3" fmla="*/ 463651 w 464739"/>
                    <a:gd name="connsiteY3" fmla="*/ 463904 h 464739"/>
                    <a:gd name="connsiteX4" fmla="*/ 446142 w 464739"/>
                    <a:gd name="connsiteY4" fmla="*/ 464739 h 464739"/>
                    <a:gd name="connsiteX5" fmla="*/ 130673 w 464739"/>
                    <a:gd name="connsiteY5" fmla="*/ 334067 h 464739"/>
                    <a:gd name="connsiteX6" fmla="*/ 0 w 464739"/>
                    <a:gd name="connsiteY6" fmla="*/ 18597 h 464739"/>
                    <a:gd name="connsiteX7" fmla="*/ 836 w 464739"/>
                    <a:gd name="connsiteY7" fmla="*/ 1089 h 464739"/>
                    <a:gd name="connsiteX8" fmla="*/ 607 w 464739"/>
                    <a:gd name="connsiteY8" fmla="*/ 859 h 464739"/>
                    <a:gd name="connsiteX9" fmla="*/ 848 w 464739"/>
                    <a:gd name="connsiteY9" fmla="*/ 848 h 464739"/>
                    <a:gd name="connsiteX10" fmla="*/ 859 w 464739"/>
                    <a:gd name="connsiteY10" fmla="*/ 607 h 464739"/>
                    <a:gd name="connsiteX11" fmla="*/ 1089 w 464739"/>
                    <a:gd name="connsiteY11" fmla="*/ 836 h 464739"/>
                    <a:gd name="connsiteX12" fmla="*/ 18597 w 464739"/>
                    <a:gd name="connsiteY12" fmla="*/ 0 h 464739"/>
                    <a:gd name="connsiteX13" fmla="*/ 334067 w 464739"/>
                    <a:gd name="connsiteY13" fmla="*/ 130672 h 464739"/>
                    <a:gd name="connsiteX14" fmla="*/ 464739 w 464739"/>
                    <a:gd name="connsiteY14" fmla="*/ 446142 h 464739"/>
                    <a:gd name="connsiteX15" fmla="*/ 463903 w 464739"/>
                    <a:gd name="connsiteY15" fmla="*/ 463652 h 464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64739" h="464739">
                      <a:moveTo>
                        <a:pt x="464132" y="463881"/>
                      </a:moveTo>
                      <a:lnTo>
                        <a:pt x="463891" y="463892"/>
                      </a:lnTo>
                      <a:lnTo>
                        <a:pt x="463880" y="464132"/>
                      </a:lnTo>
                      <a:lnTo>
                        <a:pt x="463651" y="463904"/>
                      </a:lnTo>
                      <a:lnTo>
                        <a:pt x="446142" y="464739"/>
                      </a:lnTo>
                      <a:cubicBezTo>
                        <a:pt x="331965" y="464739"/>
                        <a:pt x="217787" y="421182"/>
                        <a:pt x="130673" y="334067"/>
                      </a:cubicBezTo>
                      <a:cubicBezTo>
                        <a:pt x="43558" y="246953"/>
                        <a:pt x="1" y="132775"/>
                        <a:pt x="0" y="18597"/>
                      </a:cubicBezTo>
                      <a:lnTo>
                        <a:pt x="836" y="1089"/>
                      </a:lnTo>
                      <a:lnTo>
                        <a:pt x="607" y="859"/>
                      </a:lnTo>
                      <a:lnTo>
                        <a:pt x="848" y="848"/>
                      </a:lnTo>
                      <a:lnTo>
                        <a:pt x="859" y="607"/>
                      </a:lnTo>
                      <a:lnTo>
                        <a:pt x="1089" y="836"/>
                      </a:lnTo>
                      <a:lnTo>
                        <a:pt x="18597" y="0"/>
                      </a:lnTo>
                      <a:cubicBezTo>
                        <a:pt x="132775" y="0"/>
                        <a:pt x="246952" y="43557"/>
                        <a:pt x="334067" y="130672"/>
                      </a:cubicBezTo>
                      <a:cubicBezTo>
                        <a:pt x="421182" y="217787"/>
                        <a:pt x="464739" y="331964"/>
                        <a:pt x="464739" y="446142"/>
                      </a:cubicBezTo>
                      <a:lnTo>
                        <a:pt x="463903" y="463652"/>
                      </a:lnTo>
                      <a:close/>
                    </a:path>
                  </a:pathLst>
                </a:custGeom>
                <a:solidFill>
                  <a:schemeClr val="accent4">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grpSp>
          <p:grpSp>
            <p:nvGrpSpPr>
              <p:cNvPr id="16" name="Group 15">
                <a:extLst>
                  <a:ext uri="{FF2B5EF4-FFF2-40B4-BE49-F238E27FC236}">
                    <a16:creationId xmlns:a16="http://schemas.microsoft.com/office/drawing/2014/main" id="{C0300EB9-093C-4C32-A212-821D7AC082B4}"/>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rot="10800000" flipH="1" flipV="1">
                <a:off x="999771" y="932104"/>
                <a:ext cx="864005" cy="1032464"/>
                <a:chOff x="2207971" y="2384401"/>
                <a:chExt cx="864005" cy="1032464"/>
              </a:xfrm>
            </p:grpSpPr>
            <p:sp>
              <p:nvSpPr>
                <p:cNvPr id="17" name="Freeform: Shape 16">
                  <a:extLst>
                    <a:ext uri="{FF2B5EF4-FFF2-40B4-BE49-F238E27FC236}">
                      <a16:creationId xmlns:a16="http://schemas.microsoft.com/office/drawing/2014/main" id="{AFC97B3C-CF0E-4C93-AA39-7A677A12C50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3500000">
                  <a:off x="2207971" y="2856305"/>
                  <a:ext cx="464739" cy="464739"/>
                </a:xfrm>
                <a:custGeom>
                  <a:avLst/>
                  <a:gdLst>
                    <a:gd name="connsiteX0" fmla="*/ 464132 w 464739"/>
                    <a:gd name="connsiteY0" fmla="*/ 463881 h 464739"/>
                    <a:gd name="connsiteX1" fmla="*/ 463891 w 464739"/>
                    <a:gd name="connsiteY1" fmla="*/ 463892 h 464739"/>
                    <a:gd name="connsiteX2" fmla="*/ 463880 w 464739"/>
                    <a:gd name="connsiteY2" fmla="*/ 464132 h 464739"/>
                    <a:gd name="connsiteX3" fmla="*/ 463651 w 464739"/>
                    <a:gd name="connsiteY3" fmla="*/ 463904 h 464739"/>
                    <a:gd name="connsiteX4" fmla="*/ 446142 w 464739"/>
                    <a:gd name="connsiteY4" fmla="*/ 464739 h 464739"/>
                    <a:gd name="connsiteX5" fmla="*/ 130673 w 464739"/>
                    <a:gd name="connsiteY5" fmla="*/ 334067 h 464739"/>
                    <a:gd name="connsiteX6" fmla="*/ 0 w 464739"/>
                    <a:gd name="connsiteY6" fmla="*/ 18597 h 464739"/>
                    <a:gd name="connsiteX7" fmla="*/ 836 w 464739"/>
                    <a:gd name="connsiteY7" fmla="*/ 1089 h 464739"/>
                    <a:gd name="connsiteX8" fmla="*/ 607 w 464739"/>
                    <a:gd name="connsiteY8" fmla="*/ 859 h 464739"/>
                    <a:gd name="connsiteX9" fmla="*/ 848 w 464739"/>
                    <a:gd name="connsiteY9" fmla="*/ 848 h 464739"/>
                    <a:gd name="connsiteX10" fmla="*/ 859 w 464739"/>
                    <a:gd name="connsiteY10" fmla="*/ 607 h 464739"/>
                    <a:gd name="connsiteX11" fmla="*/ 1089 w 464739"/>
                    <a:gd name="connsiteY11" fmla="*/ 836 h 464739"/>
                    <a:gd name="connsiteX12" fmla="*/ 18597 w 464739"/>
                    <a:gd name="connsiteY12" fmla="*/ 0 h 464739"/>
                    <a:gd name="connsiteX13" fmla="*/ 334067 w 464739"/>
                    <a:gd name="connsiteY13" fmla="*/ 130672 h 464739"/>
                    <a:gd name="connsiteX14" fmla="*/ 464739 w 464739"/>
                    <a:gd name="connsiteY14" fmla="*/ 446142 h 464739"/>
                    <a:gd name="connsiteX15" fmla="*/ 463903 w 464739"/>
                    <a:gd name="connsiteY15" fmla="*/ 463652 h 464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64739" h="464739">
                      <a:moveTo>
                        <a:pt x="464132" y="463881"/>
                      </a:moveTo>
                      <a:lnTo>
                        <a:pt x="463891" y="463892"/>
                      </a:lnTo>
                      <a:lnTo>
                        <a:pt x="463880" y="464132"/>
                      </a:lnTo>
                      <a:lnTo>
                        <a:pt x="463651" y="463904"/>
                      </a:lnTo>
                      <a:lnTo>
                        <a:pt x="446142" y="464739"/>
                      </a:lnTo>
                      <a:cubicBezTo>
                        <a:pt x="331965" y="464739"/>
                        <a:pt x="217787" y="421182"/>
                        <a:pt x="130673" y="334067"/>
                      </a:cubicBezTo>
                      <a:cubicBezTo>
                        <a:pt x="43558" y="246953"/>
                        <a:pt x="1" y="132775"/>
                        <a:pt x="0" y="18597"/>
                      </a:cubicBezTo>
                      <a:lnTo>
                        <a:pt x="836" y="1089"/>
                      </a:lnTo>
                      <a:lnTo>
                        <a:pt x="607" y="859"/>
                      </a:lnTo>
                      <a:lnTo>
                        <a:pt x="848" y="848"/>
                      </a:lnTo>
                      <a:lnTo>
                        <a:pt x="859" y="607"/>
                      </a:lnTo>
                      <a:lnTo>
                        <a:pt x="1089" y="836"/>
                      </a:lnTo>
                      <a:lnTo>
                        <a:pt x="18597" y="0"/>
                      </a:lnTo>
                      <a:cubicBezTo>
                        <a:pt x="132775" y="0"/>
                        <a:pt x="246952" y="43557"/>
                        <a:pt x="334067" y="130672"/>
                      </a:cubicBezTo>
                      <a:cubicBezTo>
                        <a:pt x="421182" y="217787"/>
                        <a:pt x="464739" y="331964"/>
                        <a:pt x="464739" y="446142"/>
                      </a:cubicBezTo>
                      <a:lnTo>
                        <a:pt x="463903" y="463652"/>
                      </a:lnTo>
                      <a:close/>
                    </a:path>
                  </a:pathLst>
                </a:cu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8" name="Freeform: Shape 17">
                  <a:extLst>
                    <a:ext uri="{FF2B5EF4-FFF2-40B4-BE49-F238E27FC236}">
                      <a16:creationId xmlns:a16="http://schemas.microsoft.com/office/drawing/2014/main" id="{0943F14E-6185-4A31-8318-2088A05F5C9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2607238" y="2688467"/>
                  <a:ext cx="464738" cy="464738"/>
                </a:xfrm>
                <a:custGeom>
                  <a:avLst/>
                  <a:gdLst>
                    <a:gd name="connsiteX0" fmla="*/ 446142 w 464738"/>
                    <a:gd name="connsiteY0" fmla="*/ 464738 h 464738"/>
                    <a:gd name="connsiteX1" fmla="*/ 130673 w 464738"/>
                    <a:gd name="connsiteY1" fmla="*/ 334066 h 464738"/>
                    <a:gd name="connsiteX2" fmla="*/ 0 w 464738"/>
                    <a:gd name="connsiteY2" fmla="*/ 18596 h 464738"/>
                    <a:gd name="connsiteX3" fmla="*/ 836 w 464738"/>
                    <a:gd name="connsiteY3" fmla="*/ 1089 h 464738"/>
                    <a:gd name="connsiteX4" fmla="*/ 606 w 464738"/>
                    <a:gd name="connsiteY4" fmla="*/ 859 h 464738"/>
                    <a:gd name="connsiteX5" fmla="*/ 848 w 464738"/>
                    <a:gd name="connsiteY5" fmla="*/ 848 h 464738"/>
                    <a:gd name="connsiteX6" fmla="*/ 859 w 464738"/>
                    <a:gd name="connsiteY6" fmla="*/ 606 h 464738"/>
                    <a:gd name="connsiteX7" fmla="*/ 1089 w 464738"/>
                    <a:gd name="connsiteY7" fmla="*/ 836 h 464738"/>
                    <a:gd name="connsiteX8" fmla="*/ 18596 w 464738"/>
                    <a:gd name="connsiteY8" fmla="*/ 0 h 464738"/>
                    <a:gd name="connsiteX9" fmla="*/ 334066 w 464738"/>
                    <a:gd name="connsiteY9" fmla="*/ 130672 h 464738"/>
                    <a:gd name="connsiteX10" fmla="*/ 464738 w 464738"/>
                    <a:gd name="connsiteY10" fmla="*/ 446142 h 464738"/>
                    <a:gd name="connsiteX11" fmla="*/ 463902 w 464738"/>
                    <a:gd name="connsiteY11" fmla="*/ 463650 h 464738"/>
                    <a:gd name="connsiteX12" fmla="*/ 464132 w 464738"/>
                    <a:gd name="connsiteY12" fmla="*/ 463880 h 464738"/>
                    <a:gd name="connsiteX13" fmla="*/ 463891 w 464738"/>
                    <a:gd name="connsiteY13" fmla="*/ 463892 h 464738"/>
                    <a:gd name="connsiteX14" fmla="*/ 463879 w 464738"/>
                    <a:gd name="connsiteY14" fmla="*/ 464132 h 464738"/>
                    <a:gd name="connsiteX15" fmla="*/ 463650 w 464738"/>
                    <a:gd name="connsiteY15" fmla="*/ 463903 h 4647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64738" h="464738">
                      <a:moveTo>
                        <a:pt x="446142" y="464738"/>
                      </a:moveTo>
                      <a:cubicBezTo>
                        <a:pt x="331965" y="464738"/>
                        <a:pt x="217787" y="421181"/>
                        <a:pt x="130673" y="334066"/>
                      </a:cubicBezTo>
                      <a:cubicBezTo>
                        <a:pt x="43558" y="246952"/>
                        <a:pt x="1" y="132774"/>
                        <a:pt x="0" y="18596"/>
                      </a:cubicBezTo>
                      <a:lnTo>
                        <a:pt x="836" y="1089"/>
                      </a:lnTo>
                      <a:lnTo>
                        <a:pt x="606" y="859"/>
                      </a:lnTo>
                      <a:lnTo>
                        <a:pt x="848" y="848"/>
                      </a:lnTo>
                      <a:lnTo>
                        <a:pt x="859" y="606"/>
                      </a:lnTo>
                      <a:lnTo>
                        <a:pt x="1089" y="836"/>
                      </a:lnTo>
                      <a:lnTo>
                        <a:pt x="18596" y="0"/>
                      </a:lnTo>
                      <a:cubicBezTo>
                        <a:pt x="132774" y="0"/>
                        <a:pt x="246951" y="43557"/>
                        <a:pt x="334066" y="130672"/>
                      </a:cubicBezTo>
                      <a:cubicBezTo>
                        <a:pt x="421181" y="217787"/>
                        <a:pt x="464738" y="331964"/>
                        <a:pt x="464738" y="446142"/>
                      </a:cubicBezTo>
                      <a:lnTo>
                        <a:pt x="463902" y="463650"/>
                      </a:lnTo>
                      <a:lnTo>
                        <a:pt x="464132" y="463880"/>
                      </a:lnTo>
                      <a:lnTo>
                        <a:pt x="463891" y="463892"/>
                      </a:lnTo>
                      <a:lnTo>
                        <a:pt x="463879" y="464132"/>
                      </a:lnTo>
                      <a:lnTo>
                        <a:pt x="463650" y="463903"/>
                      </a:lnTo>
                      <a:close/>
                    </a:path>
                  </a:pathLst>
                </a:cu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nvGrpSpPr>
                <p:cNvPr id="19" name="Group 18">
                  <a:extLst>
                    <a:ext uri="{FF2B5EF4-FFF2-40B4-BE49-F238E27FC236}">
                      <a16:creationId xmlns:a16="http://schemas.microsoft.com/office/drawing/2014/main" id="{F3B56658-371E-446B-B30D-D4EA2A88A973}"/>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2440769" y="2384401"/>
                  <a:ext cx="313009" cy="1032464"/>
                  <a:chOff x="2440769" y="2384401"/>
                  <a:chExt cx="313009" cy="1032464"/>
                </a:xfrm>
              </p:grpSpPr>
              <p:cxnSp>
                <p:nvCxnSpPr>
                  <p:cNvPr id="20" name="Straight Connector 19">
                    <a:extLst>
                      <a:ext uri="{FF2B5EF4-FFF2-40B4-BE49-F238E27FC236}">
                        <a16:creationId xmlns:a16="http://schemas.microsoft.com/office/drawing/2014/main" id="{068979FB-2943-4091-A490-D9F8695DF0D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rot="10800000" flipH="1">
                    <a:off x="2440769" y="2516865"/>
                    <a:ext cx="0" cy="900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B378C39C-3FC0-4521-8336-33A86391920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rot="8100000" flipH="1">
                    <a:off x="2753778" y="2384401"/>
                    <a:ext cx="0" cy="900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grpSp>
        <p:grpSp>
          <p:nvGrpSpPr>
            <p:cNvPr id="12" name="Group 11">
              <a:extLst>
                <a:ext uri="{FF2B5EF4-FFF2-40B4-BE49-F238E27FC236}">
                  <a16:creationId xmlns:a16="http://schemas.microsoft.com/office/drawing/2014/main" id="{72C6951D-2EAF-4333-B8A8-F473DC3BDF44}"/>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1437136" y="649304"/>
              <a:ext cx="388541" cy="388541"/>
              <a:chOff x="5752675" y="5440856"/>
              <a:chExt cx="388541" cy="388541"/>
            </a:xfrm>
          </p:grpSpPr>
          <p:sp>
            <p:nvSpPr>
              <p:cNvPr id="13" name="Oval 12">
                <a:extLst>
                  <a:ext uri="{FF2B5EF4-FFF2-40B4-BE49-F238E27FC236}">
                    <a16:creationId xmlns:a16="http://schemas.microsoft.com/office/drawing/2014/main" id="{63E77698-5758-433A-9DF3-3BE43B6FBDA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5800801" y="5488982"/>
                <a:ext cx="340415" cy="340415"/>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4" name="Oval 13">
                <a:extLst>
                  <a:ext uri="{FF2B5EF4-FFF2-40B4-BE49-F238E27FC236}">
                    <a16:creationId xmlns:a16="http://schemas.microsoft.com/office/drawing/2014/main" id="{FF47FF7F-75A9-438D-8BA7-428BF76974C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52675" y="5440856"/>
                <a:ext cx="340415" cy="340415"/>
              </a:xfrm>
              <a:prstGeom prst="ellipse">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grpSp>
      <p:sp>
        <p:nvSpPr>
          <p:cNvPr id="3" name="TextBox 2">
            <a:extLst>
              <a:ext uri="{FF2B5EF4-FFF2-40B4-BE49-F238E27FC236}">
                <a16:creationId xmlns:a16="http://schemas.microsoft.com/office/drawing/2014/main" id="{E1B3EC78-AF07-8A37-B218-94DF35BE2087}"/>
              </a:ext>
            </a:extLst>
          </p:cNvPr>
          <p:cNvSpPr txBox="1"/>
          <p:nvPr/>
        </p:nvSpPr>
        <p:spPr>
          <a:xfrm>
            <a:off x="9486900" y="5443538"/>
            <a:ext cx="184731" cy="369332"/>
          </a:xfrm>
          <a:prstGeom prst="rect">
            <a:avLst/>
          </a:prstGeom>
          <a:noFill/>
        </p:spPr>
        <p:txBody>
          <a:bodyPr wrap="none" rtlCol="0">
            <a:spAutoFit/>
          </a:bodyPr>
          <a:lstStyle/>
          <a:p>
            <a:endParaRPr lang="en-BD" dirty="0"/>
          </a:p>
        </p:txBody>
      </p:sp>
      <p:sp>
        <p:nvSpPr>
          <p:cNvPr id="25" name="TextBox 24">
            <a:extLst>
              <a:ext uri="{FF2B5EF4-FFF2-40B4-BE49-F238E27FC236}">
                <a16:creationId xmlns:a16="http://schemas.microsoft.com/office/drawing/2014/main" id="{D856AD59-8AD1-B85F-4827-7B31CC175126}"/>
              </a:ext>
            </a:extLst>
          </p:cNvPr>
          <p:cNvSpPr txBox="1"/>
          <p:nvPr/>
        </p:nvSpPr>
        <p:spPr>
          <a:xfrm>
            <a:off x="2062901" y="742334"/>
            <a:ext cx="6096000" cy="523220"/>
          </a:xfrm>
          <a:prstGeom prst="rect">
            <a:avLst/>
          </a:prstGeom>
          <a:noFill/>
        </p:spPr>
        <p:txBody>
          <a:bodyPr wrap="square">
            <a:spAutoFit/>
          </a:bodyPr>
          <a:lstStyle/>
          <a:p>
            <a:r>
              <a:rPr lang="en-US" sz="2800" dirty="0">
                <a:solidFill>
                  <a:srgbClr val="FFFF00"/>
                </a:solidFill>
                <a:latin typeface="Arial Rounded MT Bold" panose="020F0704030504030204" pitchFamily="34" charset="0"/>
              </a:rPr>
              <a:t>Critical Path Analysis </a:t>
            </a:r>
          </a:p>
        </p:txBody>
      </p:sp>
      <p:sp>
        <p:nvSpPr>
          <p:cNvPr id="9" name="TextBox 8">
            <a:extLst>
              <a:ext uri="{FF2B5EF4-FFF2-40B4-BE49-F238E27FC236}">
                <a16:creationId xmlns:a16="http://schemas.microsoft.com/office/drawing/2014/main" id="{CD2351F7-883F-EB81-2086-F55DE349B272}"/>
              </a:ext>
            </a:extLst>
          </p:cNvPr>
          <p:cNvSpPr txBox="1"/>
          <p:nvPr/>
        </p:nvSpPr>
        <p:spPr>
          <a:xfrm>
            <a:off x="1233276" y="4843222"/>
            <a:ext cx="3744680" cy="461665"/>
          </a:xfrm>
          <a:prstGeom prst="rect">
            <a:avLst/>
          </a:prstGeom>
          <a:noFill/>
        </p:spPr>
        <p:txBody>
          <a:bodyPr wrap="square" rtlCol="0">
            <a:spAutoFit/>
          </a:bodyPr>
          <a:lstStyle/>
          <a:p>
            <a:r>
              <a:rPr lang="en-US" sz="2400" b="1" dirty="0">
                <a:latin typeface="Arial Nova Light" panose="020B0304020202020204" pitchFamily="34" charset="0"/>
              </a:rPr>
              <a:t>Path 1 : A – D – H - J</a:t>
            </a:r>
          </a:p>
        </p:txBody>
      </p:sp>
      <p:sp>
        <p:nvSpPr>
          <p:cNvPr id="28" name="TextBox 27">
            <a:extLst>
              <a:ext uri="{FF2B5EF4-FFF2-40B4-BE49-F238E27FC236}">
                <a16:creationId xmlns:a16="http://schemas.microsoft.com/office/drawing/2014/main" id="{029D1BED-0B32-4561-EDC8-55BD0672B853}"/>
              </a:ext>
            </a:extLst>
          </p:cNvPr>
          <p:cNvSpPr txBox="1"/>
          <p:nvPr/>
        </p:nvSpPr>
        <p:spPr>
          <a:xfrm>
            <a:off x="1233276" y="5367941"/>
            <a:ext cx="3744680" cy="461665"/>
          </a:xfrm>
          <a:prstGeom prst="rect">
            <a:avLst/>
          </a:prstGeom>
          <a:noFill/>
        </p:spPr>
        <p:txBody>
          <a:bodyPr wrap="square" rtlCol="0">
            <a:spAutoFit/>
          </a:bodyPr>
          <a:lstStyle/>
          <a:p>
            <a:r>
              <a:rPr lang="en-US" sz="2400" b="1" dirty="0">
                <a:latin typeface="Arial Nova Light" panose="020B0304020202020204" pitchFamily="34" charset="0"/>
              </a:rPr>
              <a:t>Path 2 : B – E – H - J</a:t>
            </a:r>
          </a:p>
        </p:txBody>
      </p:sp>
      <p:sp>
        <p:nvSpPr>
          <p:cNvPr id="29" name="TextBox 28">
            <a:extLst>
              <a:ext uri="{FF2B5EF4-FFF2-40B4-BE49-F238E27FC236}">
                <a16:creationId xmlns:a16="http://schemas.microsoft.com/office/drawing/2014/main" id="{41EFE2E3-5F54-0D43-6D74-BEB17A489E5C}"/>
              </a:ext>
            </a:extLst>
          </p:cNvPr>
          <p:cNvSpPr txBox="1"/>
          <p:nvPr/>
        </p:nvSpPr>
        <p:spPr>
          <a:xfrm>
            <a:off x="1227379" y="5841932"/>
            <a:ext cx="3744680" cy="461665"/>
          </a:xfrm>
          <a:prstGeom prst="rect">
            <a:avLst/>
          </a:prstGeom>
          <a:noFill/>
        </p:spPr>
        <p:txBody>
          <a:bodyPr wrap="square" rtlCol="0">
            <a:spAutoFit/>
          </a:bodyPr>
          <a:lstStyle/>
          <a:p>
            <a:r>
              <a:rPr lang="en-US" sz="2400" b="1" dirty="0">
                <a:latin typeface="Arial Nova Light" panose="020B0304020202020204" pitchFamily="34" charset="0"/>
              </a:rPr>
              <a:t>Path 3 : B – F – J</a:t>
            </a:r>
          </a:p>
        </p:txBody>
      </p:sp>
      <p:sp>
        <p:nvSpPr>
          <p:cNvPr id="30" name="TextBox 29">
            <a:extLst>
              <a:ext uri="{FF2B5EF4-FFF2-40B4-BE49-F238E27FC236}">
                <a16:creationId xmlns:a16="http://schemas.microsoft.com/office/drawing/2014/main" id="{CDB6E879-26AC-2CF4-C7E1-9C29E46EA846}"/>
              </a:ext>
            </a:extLst>
          </p:cNvPr>
          <p:cNvSpPr txBox="1"/>
          <p:nvPr/>
        </p:nvSpPr>
        <p:spPr>
          <a:xfrm>
            <a:off x="1227379" y="6303597"/>
            <a:ext cx="3744680" cy="461665"/>
          </a:xfrm>
          <a:prstGeom prst="rect">
            <a:avLst/>
          </a:prstGeom>
          <a:noFill/>
        </p:spPr>
        <p:txBody>
          <a:bodyPr wrap="square" rtlCol="0">
            <a:spAutoFit/>
          </a:bodyPr>
          <a:lstStyle/>
          <a:p>
            <a:r>
              <a:rPr lang="en-US" sz="2400" b="1" dirty="0">
                <a:latin typeface="Arial Nova Light" panose="020B0304020202020204" pitchFamily="34" charset="0"/>
              </a:rPr>
              <a:t>Path 4 : C – G – I - J</a:t>
            </a:r>
          </a:p>
        </p:txBody>
      </p:sp>
      <p:sp>
        <p:nvSpPr>
          <p:cNvPr id="4" name="Rectangle 3">
            <a:extLst>
              <a:ext uri="{FF2B5EF4-FFF2-40B4-BE49-F238E27FC236}">
                <a16:creationId xmlns:a16="http://schemas.microsoft.com/office/drawing/2014/main" id="{8A3427EB-66A5-D6FA-ACE5-BECC8291230F}"/>
              </a:ext>
            </a:extLst>
          </p:cNvPr>
          <p:cNvSpPr/>
          <p:nvPr/>
        </p:nvSpPr>
        <p:spPr>
          <a:xfrm>
            <a:off x="1335173" y="2645311"/>
            <a:ext cx="1147104" cy="66874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BD" b="1" dirty="0">
                <a:solidFill>
                  <a:schemeClr val="bg1"/>
                </a:solidFill>
                <a:latin typeface="Arial Nova" panose="020B0504020202020204" pitchFamily="34" charset="0"/>
              </a:rPr>
              <a:t>Start</a:t>
            </a:r>
          </a:p>
        </p:txBody>
      </p:sp>
      <p:sp>
        <p:nvSpPr>
          <p:cNvPr id="5" name="Rectangle 4">
            <a:extLst>
              <a:ext uri="{FF2B5EF4-FFF2-40B4-BE49-F238E27FC236}">
                <a16:creationId xmlns:a16="http://schemas.microsoft.com/office/drawing/2014/main" id="{EC4E589F-D67F-F3A8-9AE0-596876007A8E}"/>
              </a:ext>
            </a:extLst>
          </p:cNvPr>
          <p:cNvSpPr/>
          <p:nvPr/>
        </p:nvSpPr>
        <p:spPr>
          <a:xfrm>
            <a:off x="2978316" y="1531273"/>
            <a:ext cx="1147104" cy="66874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A</a:t>
            </a:r>
            <a:r>
              <a:rPr lang="en-BD" sz="2400" b="1" dirty="0"/>
              <a:t>,</a:t>
            </a:r>
            <a:r>
              <a:rPr lang="en-US" sz="2400" b="1" dirty="0"/>
              <a:t>1</a:t>
            </a:r>
            <a:endParaRPr lang="en-BD" sz="2400" b="1" dirty="0"/>
          </a:p>
        </p:txBody>
      </p:sp>
      <p:cxnSp>
        <p:nvCxnSpPr>
          <p:cNvPr id="6" name="Straight Arrow Connector 5">
            <a:extLst>
              <a:ext uri="{FF2B5EF4-FFF2-40B4-BE49-F238E27FC236}">
                <a16:creationId xmlns:a16="http://schemas.microsoft.com/office/drawing/2014/main" id="{C0457876-B384-672D-9493-7E5C05A13CDB}"/>
              </a:ext>
            </a:extLst>
          </p:cNvPr>
          <p:cNvCxnSpPr>
            <a:cxnSpLocks/>
            <a:stCxn id="4" idx="3"/>
            <a:endCxn id="26" idx="1"/>
          </p:cNvCxnSpPr>
          <p:nvPr/>
        </p:nvCxnSpPr>
        <p:spPr>
          <a:xfrm>
            <a:off x="2482277" y="2979681"/>
            <a:ext cx="507004" cy="1403632"/>
          </a:xfrm>
          <a:prstGeom prst="straightConnector1">
            <a:avLst/>
          </a:prstGeom>
          <a:ln w="34925">
            <a:tailEnd type="triangle"/>
          </a:ln>
        </p:spPr>
        <p:style>
          <a:lnRef idx="1">
            <a:schemeClr val="accent1"/>
          </a:lnRef>
          <a:fillRef idx="0">
            <a:schemeClr val="accent1"/>
          </a:fillRef>
          <a:effectRef idx="0">
            <a:schemeClr val="accent1"/>
          </a:effectRef>
          <a:fontRef idx="minor">
            <a:schemeClr val="tx1"/>
          </a:fontRef>
        </p:style>
      </p:cxnSp>
      <p:sp>
        <p:nvSpPr>
          <p:cNvPr id="7" name="Rectangle 6">
            <a:extLst>
              <a:ext uri="{FF2B5EF4-FFF2-40B4-BE49-F238E27FC236}">
                <a16:creationId xmlns:a16="http://schemas.microsoft.com/office/drawing/2014/main" id="{7071450D-79F5-719A-03F2-480BE8C4ADE5}"/>
              </a:ext>
            </a:extLst>
          </p:cNvPr>
          <p:cNvSpPr/>
          <p:nvPr/>
        </p:nvSpPr>
        <p:spPr>
          <a:xfrm>
            <a:off x="2960184" y="2645310"/>
            <a:ext cx="1147104" cy="66874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B</a:t>
            </a:r>
            <a:r>
              <a:rPr lang="en-BD" sz="2400" b="1" dirty="0"/>
              <a:t>,</a:t>
            </a:r>
            <a:r>
              <a:rPr lang="en-US" sz="2400" b="1" dirty="0"/>
              <a:t>2</a:t>
            </a:r>
            <a:endParaRPr lang="en-BD" sz="2400" b="1" dirty="0"/>
          </a:p>
        </p:txBody>
      </p:sp>
      <p:cxnSp>
        <p:nvCxnSpPr>
          <p:cNvPr id="24" name="Straight Arrow Connector 23">
            <a:extLst>
              <a:ext uri="{FF2B5EF4-FFF2-40B4-BE49-F238E27FC236}">
                <a16:creationId xmlns:a16="http://schemas.microsoft.com/office/drawing/2014/main" id="{A51C1C7C-76BA-E4CA-C943-08948CA92D55}"/>
              </a:ext>
            </a:extLst>
          </p:cNvPr>
          <p:cNvCxnSpPr>
            <a:cxnSpLocks/>
            <a:endCxn id="7" idx="1"/>
          </p:cNvCxnSpPr>
          <p:nvPr/>
        </p:nvCxnSpPr>
        <p:spPr>
          <a:xfrm flipV="1">
            <a:off x="2475988" y="2979681"/>
            <a:ext cx="484196" cy="757"/>
          </a:xfrm>
          <a:prstGeom prst="straightConnector1">
            <a:avLst/>
          </a:prstGeom>
          <a:ln w="34925">
            <a:tailEnd type="triangle"/>
          </a:ln>
        </p:spPr>
        <p:style>
          <a:lnRef idx="1">
            <a:schemeClr val="accent1"/>
          </a:lnRef>
          <a:fillRef idx="0">
            <a:schemeClr val="accent1"/>
          </a:fillRef>
          <a:effectRef idx="0">
            <a:schemeClr val="accent1"/>
          </a:effectRef>
          <a:fontRef idx="minor">
            <a:schemeClr val="tx1"/>
          </a:fontRef>
        </p:style>
      </p:cxnSp>
      <p:sp>
        <p:nvSpPr>
          <p:cNvPr id="26" name="Rectangle 25">
            <a:extLst>
              <a:ext uri="{FF2B5EF4-FFF2-40B4-BE49-F238E27FC236}">
                <a16:creationId xmlns:a16="http://schemas.microsoft.com/office/drawing/2014/main" id="{9EDAB53C-C4FE-BE59-64B2-43144AA69BBE}"/>
              </a:ext>
            </a:extLst>
          </p:cNvPr>
          <p:cNvSpPr/>
          <p:nvPr/>
        </p:nvSpPr>
        <p:spPr>
          <a:xfrm>
            <a:off x="2989281" y="4048942"/>
            <a:ext cx="1147104" cy="66874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C</a:t>
            </a:r>
            <a:r>
              <a:rPr lang="en-BD" sz="2400" b="1" dirty="0"/>
              <a:t>,</a:t>
            </a:r>
            <a:r>
              <a:rPr lang="en-US" sz="2400" b="1" dirty="0"/>
              <a:t>3</a:t>
            </a:r>
            <a:endParaRPr lang="en-BD" sz="2400" b="1" dirty="0"/>
          </a:p>
        </p:txBody>
      </p:sp>
      <p:cxnSp>
        <p:nvCxnSpPr>
          <p:cNvPr id="32" name="Straight Arrow Connector 31">
            <a:extLst>
              <a:ext uri="{FF2B5EF4-FFF2-40B4-BE49-F238E27FC236}">
                <a16:creationId xmlns:a16="http://schemas.microsoft.com/office/drawing/2014/main" id="{7E10A7D4-9AEF-417B-6F53-F8A1AEE46774}"/>
              </a:ext>
            </a:extLst>
          </p:cNvPr>
          <p:cNvCxnSpPr>
            <a:cxnSpLocks/>
            <a:stCxn id="4" idx="3"/>
            <a:endCxn id="5" idx="1"/>
          </p:cNvCxnSpPr>
          <p:nvPr/>
        </p:nvCxnSpPr>
        <p:spPr>
          <a:xfrm flipV="1">
            <a:off x="2482277" y="1865644"/>
            <a:ext cx="496039" cy="1114037"/>
          </a:xfrm>
          <a:prstGeom prst="straightConnector1">
            <a:avLst/>
          </a:prstGeom>
          <a:ln w="34925">
            <a:tailEnd type="triangle"/>
          </a:ln>
        </p:spPr>
        <p:style>
          <a:lnRef idx="1">
            <a:schemeClr val="accent1"/>
          </a:lnRef>
          <a:fillRef idx="0">
            <a:schemeClr val="accent1"/>
          </a:fillRef>
          <a:effectRef idx="0">
            <a:schemeClr val="accent1"/>
          </a:effectRef>
          <a:fontRef idx="minor">
            <a:schemeClr val="tx1"/>
          </a:fontRef>
        </p:style>
      </p:cxnSp>
      <p:sp>
        <p:nvSpPr>
          <p:cNvPr id="39" name="Rectangle 38">
            <a:extLst>
              <a:ext uri="{FF2B5EF4-FFF2-40B4-BE49-F238E27FC236}">
                <a16:creationId xmlns:a16="http://schemas.microsoft.com/office/drawing/2014/main" id="{C56437C5-ED35-D710-FE0A-B3E7E0929D79}"/>
              </a:ext>
            </a:extLst>
          </p:cNvPr>
          <p:cNvSpPr/>
          <p:nvPr/>
        </p:nvSpPr>
        <p:spPr>
          <a:xfrm>
            <a:off x="4609616" y="1531273"/>
            <a:ext cx="1147104" cy="66874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D</a:t>
            </a:r>
            <a:r>
              <a:rPr lang="en-BD" sz="2400" b="1" dirty="0"/>
              <a:t>,</a:t>
            </a:r>
            <a:r>
              <a:rPr lang="en-US" sz="2400" b="1" dirty="0"/>
              <a:t>4</a:t>
            </a:r>
            <a:endParaRPr lang="en-BD" sz="2400" b="1" dirty="0"/>
          </a:p>
        </p:txBody>
      </p:sp>
      <p:cxnSp>
        <p:nvCxnSpPr>
          <p:cNvPr id="40" name="Straight Arrow Connector 39">
            <a:extLst>
              <a:ext uri="{FF2B5EF4-FFF2-40B4-BE49-F238E27FC236}">
                <a16:creationId xmlns:a16="http://schemas.microsoft.com/office/drawing/2014/main" id="{86AD551F-83DB-EA52-216E-0C4DA7B3E32F}"/>
              </a:ext>
            </a:extLst>
          </p:cNvPr>
          <p:cNvCxnSpPr>
            <a:cxnSpLocks/>
            <a:endCxn id="39" idx="1"/>
          </p:cNvCxnSpPr>
          <p:nvPr/>
        </p:nvCxnSpPr>
        <p:spPr>
          <a:xfrm flipV="1">
            <a:off x="4125420" y="1865644"/>
            <a:ext cx="484196" cy="757"/>
          </a:xfrm>
          <a:prstGeom prst="straightConnector1">
            <a:avLst/>
          </a:prstGeom>
          <a:ln w="34925">
            <a:tailEnd type="triangle"/>
          </a:ln>
        </p:spPr>
        <p:style>
          <a:lnRef idx="1">
            <a:schemeClr val="accent1"/>
          </a:lnRef>
          <a:fillRef idx="0">
            <a:schemeClr val="accent1"/>
          </a:fillRef>
          <a:effectRef idx="0">
            <a:schemeClr val="accent1"/>
          </a:effectRef>
          <a:fontRef idx="minor">
            <a:schemeClr val="tx1"/>
          </a:fontRef>
        </p:style>
      </p:cxnSp>
      <p:sp>
        <p:nvSpPr>
          <p:cNvPr id="41" name="Rectangle 40">
            <a:extLst>
              <a:ext uri="{FF2B5EF4-FFF2-40B4-BE49-F238E27FC236}">
                <a16:creationId xmlns:a16="http://schemas.microsoft.com/office/drawing/2014/main" id="{70D4E92A-46FD-1AAE-E412-0DFCC28AB807}"/>
              </a:ext>
            </a:extLst>
          </p:cNvPr>
          <p:cNvSpPr/>
          <p:nvPr/>
        </p:nvSpPr>
        <p:spPr>
          <a:xfrm>
            <a:off x="4609616" y="2373430"/>
            <a:ext cx="1147104" cy="66874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E</a:t>
            </a:r>
            <a:r>
              <a:rPr lang="en-BD" sz="2400" b="1" dirty="0"/>
              <a:t>,</a:t>
            </a:r>
            <a:r>
              <a:rPr lang="en-US" sz="2400" b="1" dirty="0"/>
              <a:t>5</a:t>
            </a:r>
            <a:endParaRPr lang="en-BD" sz="2400" b="1" dirty="0"/>
          </a:p>
        </p:txBody>
      </p:sp>
      <p:sp>
        <p:nvSpPr>
          <p:cNvPr id="42" name="Rectangle 41">
            <a:extLst>
              <a:ext uri="{FF2B5EF4-FFF2-40B4-BE49-F238E27FC236}">
                <a16:creationId xmlns:a16="http://schemas.microsoft.com/office/drawing/2014/main" id="{A6004B6F-B049-2275-39B6-FD99860C7C12}"/>
              </a:ext>
            </a:extLst>
          </p:cNvPr>
          <p:cNvSpPr/>
          <p:nvPr/>
        </p:nvSpPr>
        <p:spPr>
          <a:xfrm>
            <a:off x="4609616" y="3169465"/>
            <a:ext cx="1147104" cy="66874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F</a:t>
            </a:r>
            <a:r>
              <a:rPr lang="en-BD" sz="2400" b="1" dirty="0"/>
              <a:t>,</a:t>
            </a:r>
            <a:r>
              <a:rPr lang="en-US" sz="2400" b="1" dirty="0"/>
              <a:t>4</a:t>
            </a:r>
            <a:endParaRPr lang="en-BD" sz="2400" b="1" dirty="0"/>
          </a:p>
        </p:txBody>
      </p:sp>
      <p:sp>
        <p:nvSpPr>
          <p:cNvPr id="44" name="Rectangle 43">
            <a:extLst>
              <a:ext uri="{FF2B5EF4-FFF2-40B4-BE49-F238E27FC236}">
                <a16:creationId xmlns:a16="http://schemas.microsoft.com/office/drawing/2014/main" id="{0AC5825A-99B5-8573-3E95-AE4A98F70F00}"/>
              </a:ext>
            </a:extLst>
          </p:cNvPr>
          <p:cNvSpPr/>
          <p:nvPr/>
        </p:nvSpPr>
        <p:spPr>
          <a:xfrm>
            <a:off x="4609616" y="4043071"/>
            <a:ext cx="1147104" cy="66874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G</a:t>
            </a:r>
            <a:r>
              <a:rPr lang="en-BD" sz="2400" b="1" dirty="0"/>
              <a:t>,</a:t>
            </a:r>
            <a:r>
              <a:rPr lang="en-US" sz="2400" b="1" dirty="0"/>
              <a:t>6</a:t>
            </a:r>
            <a:endParaRPr lang="en-BD" sz="2400" b="1" dirty="0"/>
          </a:p>
        </p:txBody>
      </p:sp>
      <p:cxnSp>
        <p:nvCxnSpPr>
          <p:cNvPr id="45" name="Straight Arrow Connector 44">
            <a:extLst>
              <a:ext uri="{FF2B5EF4-FFF2-40B4-BE49-F238E27FC236}">
                <a16:creationId xmlns:a16="http://schemas.microsoft.com/office/drawing/2014/main" id="{DF1D8CEB-37E2-FC10-1EB2-4BD615035654}"/>
              </a:ext>
            </a:extLst>
          </p:cNvPr>
          <p:cNvCxnSpPr>
            <a:cxnSpLocks/>
          </p:cNvCxnSpPr>
          <p:nvPr/>
        </p:nvCxnSpPr>
        <p:spPr>
          <a:xfrm flipV="1">
            <a:off x="4136699" y="4399713"/>
            <a:ext cx="484196" cy="757"/>
          </a:xfrm>
          <a:prstGeom prst="straightConnector1">
            <a:avLst/>
          </a:prstGeom>
          <a:ln w="34925">
            <a:tailEnd type="triangle"/>
          </a:ln>
        </p:spPr>
        <p:style>
          <a:lnRef idx="1">
            <a:schemeClr val="accent1"/>
          </a:lnRef>
          <a:fillRef idx="0">
            <a:schemeClr val="accent1"/>
          </a:fillRef>
          <a:effectRef idx="0">
            <a:schemeClr val="accent1"/>
          </a:effectRef>
          <a:fontRef idx="minor">
            <a:schemeClr val="tx1"/>
          </a:fontRef>
        </p:style>
      </p:cxnSp>
      <p:cxnSp>
        <p:nvCxnSpPr>
          <p:cNvPr id="46" name="Straight Arrow Connector 45">
            <a:extLst>
              <a:ext uri="{FF2B5EF4-FFF2-40B4-BE49-F238E27FC236}">
                <a16:creationId xmlns:a16="http://schemas.microsoft.com/office/drawing/2014/main" id="{D594C234-4594-54A8-763B-C299F3763BAC}"/>
              </a:ext>
            </a:extLst>
          </p:cNvPr>
          <p:cNvCxnSpPr>
            <a:cxnSpLocks/>
            <a:endCxn id="41" idx="1"/>
          </p:cNvCxnSpPr>
          <p:nvPr/>
        </p:nvCxnSpPr>
        <p:spPr>
          <a:xfrm flipV="1">
            <a:off x="4107288" y="2707801"/>
            <a:ext cx="502328" cy="299204"/>
          </a:xfrm>
          <a:prstGeom prst="straightConnector1">
            <a:avLst/>
          </a:prstGeom>
          <a:ln w="34925">
            <a:tailEnd type="triangle"/>
          </a:ln>
        </p:spPr>
        <p:style>
          <a:lnRef idx="1">
            <a:schemeClr val="accent1"/>
          </a:lnRef>
          <a:fillRef idx="0">
            <a:schemeClr val="accent1"/>
          </a:fillRef>
          <a:effectRef idx="0">
            <a:schemeClr val="accent1"/>
          </a:effectRef>
          <a:fontRef idx="minor">
            <a:schemeClr val="tx1"/>
          </a:fontRef>
        </p:style>
      </p:cxnSp>
      <p:cxnSp>
        <p:nvCxnSpPr>
          <p:cNvPr id="48" name="Straight Arrow Connector 47">
            <a:extLst>
              <a:ext uri="{FF2B5EF4-FFF2-40B4-BE49-F238E27FC236}">
                <a16:creationId xmlns:a16="http://schemas.microsoft.com/office/drawing/2014/main" id="{14394715-5DEC-F1E0-D80F-404277B476F9}"/>
              </a:ext>
            </a:extLst>
          </p:cNvPr>
          <p:cNvCxnSpPr>
            <a:cxnSpLocks/>
            <a:endCxn id="42" idx="1"/>
          </p:cNvCxnSpPr>
          <p:nvPr/>
        </p:nvCxnSpPr>
        <p:spPr>
          <a:xfrm>
            <a:off x="4085481" y="3018001"/>
            <a:ext cx="524135" cy="485835"/>
          </a:xfrm>
          <a:prstGeom prst="straightConnector1">
            <a:avLst/>
          </a:prstGeom>
          <a:ln w="34925">
            <a:tailEnd type="triangle"/>
          </a:ln>
        </p:spPr>
        <p:style>
          <a:lnRef idx="1">
            <a:schemeClr val="accent1"/>
          </a:lnRef>
          <a:fillRef idx="0">
            <a:schemeClr val="accent1"/>
          </a:fillRef>
          <a:effectRef idx="0">
            <a:schemeClr val="accent1"/>
          </a:effectRef>
          <a:fontRef idx="minor">
            <a:schemeClr val="tx1"/>
          </a:fontRef>
        </p:style>
      </p:cxnSp>
      <p:sp>
        <p:nvSpPr>
          <p:cNvPr id="51" name="Rectangle 50">
            <a:extLst>
              <a:ext uri="{FF2B5EF4-FFF2-40B4-BE49-F238E27FC236}">
                <a16:creationId xmlns:a16="http://schemas.microsoft.com/office/drawing/2014/main" id="{EB874C4F-2BAA-F717-FAF2-946CABE51844}"/>
              </a:ext>
            </a:extLst>
          </p:cNvPr>
          <p:cNvSpPr/>
          <p:nvPr/>
        </p:nvSpPr>
        <p:spPr>
          <a:xfrm>
            <a:off x="6240916" y="1531273"/>
            <a:ext cx="1147104" cy="66874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H</a:t>
            </a:r>
            <a:r>
              <a:rPr lang="en-BD" sz="2400" b="1" dirty="0"/>
              <a:t>,</a:t>
            </a:r>
            <a:r>
              <a:rPr lang="en-US" sz="2400" b="1" dirty="0"/>
              <a:t>6</a:t>
            </a:r>
            <a:endParaRPr lang="en-BD" sz="2400" b="1" dirty="0"/>
          </a:p>
        </p:txBody>
      </p:sp>
      <p:cxnSp>
        <p:nvCxnSpPr>
          <p:cNvPr id="52" name="Straight Arrow Connector 51">
            <a:extLst>
              <a:ext uri="{FF2B5EF4-FFF2-40B4-BE49-F238E27FC236}">
                <a16:creationId xmlns:a16="http://schemas.microsoft.com/office/drawing/2014/main" id="{21DFD134-651D-E823-2C6A-BC8936F3A599}"/>
              </a:ext>
            </a:extLst>
          </p:cNvPr>
          <p:cNvCxnSpPr>
            <a:cxnSpLocks/>
          </p:cNvCxnSpPr>
          <p:nvPr/>
        </p:nvCxnSpPr>
        <p:spPr>
          <a:xfrm flipV="1">
            <a:off x="5834428" y="1864885"/>
            <a:ext cx="484196" cy="757"/>
          </a:xfrm>
          <a:prstGeom prst="straightConnector1">
            <a:avLst/>
          </a:prstGeom>
          <a:ln w="34925">
            <a:tailEnd type="triangle"/>
          </a:ln>
        </p:spPr>
        <p:style>
          <a:lnRef idx="1">
            <a:schemeClr val="accent1"/>
          </a:lnRef>
          <a:fillRef idx="0">
            <a:schemeClr val="accent1"/>
          </a:fillRef>
          <a:effectRef idx="0">
            <a:schemeClr val="accent1"/>
          </a:effectRef>
          <a:fontRef idx="minor">
            <a:schemeClr val="tx1"/>
          </a:fontRef>
        </p:style>
      </p:cxnSp>
      <p:sp>
        <p:nvSpPr>
          <p:cNvPr id="54" name="Rectangle 53">
            <a:extLst>
              <a:ext uri="{FF2B5EF4-FFF2-40B4-BE49-F238E27FC236}">
                <a16:creationId xmlns:a16="http://schemas.microsoft.com/office/drawing/2014/main" id="{391CDD36-77C9-A367-1B37-5B068972DF5E}"/>
              </a:ext>
            </a:extLst>
          </p:cNvPr>
          <p:cNvSpPr/>
          <p:nvPr/>
        </p:nvSpPr>
        <p:spPr>
          <a:xfrm>
            <a:off x="6252509" y="4043071"/>
            <a:ext cx="1147104" cy="66874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I</a:t>
            </a:r>
            <a:r>
              <a:rPr lang="en-BD" sz="2400" b="1" dirty="0"/>
              <a:t>,</a:t>
            </a:r>
            <a:r>
              <a:rPr lang="en-US" sz="2400" b="1" dirty="0"/>
              <a:t>2</a:t>
            </a:r>
            <a:endParaRPr lang="en-BD" sz="2400" b="1" dirty="0"/>
          </a:p>
        </p:txBody>
      </p:sp>
      <p:cxnSp>
        <p:nvCxnSpPr>
          <p:cNvPr id="55" name="Straight Arrow Connector 54">
            <a:extLst>
              <a:ext uri="{FF2B5EF4-FFF2-40B4-BE49-F238E27FC236}">
                <a16:creationId xmlns:a16="http://schemas.microsoft.com/office/drawing/2014/main" id="{D934EDCA-432C-6396-F9FD-55A36CF98840}"/>
              </a:ext>
            </a:extLst>
          </p:cNvPr>
          <p:cNvCxnSpPr>
            <a:cxnSpLocks/>
          </p:cNvCxnSpPr>
          <p:nvPr/>
        </p:nvCxnSpPr>
        <p:spPr>
          <a:xfrm flipV="1">
            <a:off x="5756720" y="4376684"/>
            <a:ext cx="484196" cy="757"/>
          </a:xfrm>
          <a:prstGeom prst="straightConnector1">
            <a:avLst/>
          </a:prstGeom>
          <a:ln w="34925">
            <a:tailEnd type="triangle"/>
          </a:ln>
        </p:spPr>
        <p:style>
          <a:lnRef idx="1">
            <a:schemeClr val="accent1"/>
          </a:lnRef>
          <a:fillRef idx="0">
            <a:schemeClr val="accent1"/>
          </a:fillRef>
          <a:effectRef idx="0">
            <a:schemeClr val="accent1"/>
          </a:effectRef>
          <a:fontRef idx="minor">
            <a:schemeClr val="tx1"/>
          </a:fontRef>
        </p:style>
      </p:cxnSp>
      <p:sp>
        <p:nvSpPr>
          <p:cNvPr id="56" name="Rectangle 55">
            <a:extLst>
              <a:ext uri="{FF2B5EF4-FFF2-40B4-BE49-F238E27FC236}">
                <a16:creationId xmlns:a16="http://schemas.microsoft.com/office/drawing/2014/main" id="{4E9AC05E-8B25-12E3-4F1A-53F7EB603807}"/>
              </a:ext>
            </a:extLst>
          </p:cNvPr>
          <p:cNvSpPr/>
          <p:nvPr/>
        </p:nvSpPr>
        <p:spPr>
          <a:xfrm>
            <a:off x="8411694" y="2645309"/>
            <a:ext cx="1147104" cy="66874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J</a:t>
            </a:r>
            <a:r>
              <a:rPr lang="en-BD" sz="2400" b="1" dirty="0"/>
              <a:t>,</a:t>
            </a:r>
            <a:r>
              <a:rPr lang="en-US" sz="2400" b="1" dirty="0"/>
              <a:t>3</a:t>
            </a:r>
            <a:endParaRPr lang="en-BD" sz="2400" b="1" dirty="0"/>
          </a:p>
        </p:txBody>
      </p:sp>
      <p:sp>
        <p:nvSpPr>
          <p:cNvPr id="57" name="Rectangle 56">
            <a:extLst>
              <a:ext uri="{FF2B5EF4-FFF2-40B4-BE49-F238E27FC236}">
                <a16:creationId xmlns:a16="http://schemas.microsoft.com/office/drawing/2014/main" id="{395AA5AA-5AE7-9064-8360-8B6EE88592EE}"/>
              </a:ext>
            </a:extLst>
          </p:cNvPr>
          <p:cNvSpPr/>
          <p:nvPr/>
        </p:nvSpPr>
        <p:spPr>
          <a:xfrm>
            <a:off x="10049145" y="2645308"/>
            <a:ext cx="1147104" cy="66874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bg1"/>
                </a:solidFill>
                <a:latin typeface="Arial Nova" panose="020B0504020202020204" pitchFamily="34" charset="0"/>
              </a:rPr>
              <a:t>End</a:t>
            </a:r>
            <a:endParaRPr lang="en-BD" sz="2000" b="1" dirty="0">
              <a:solidFill>
                <a:schemeClr val="bg1"/>
              </a:solidFill>
              <a:latin typeface="Arial Nova" panose="020B0504020202020204" pitchFamily="34" charset="0"/>
            </a:endParaRPr>
          </a:p>
        </p:txBody>
      </p:sp>
      <p:cxnSp>
        <p:nvCxnSpPr>
          <p:cNvPr id="58" name="Straight Arrow Connector 57">
            <a:extLst>
              <a:ext uri="{FF2B5EF4-FFF2-40B4-BE49-F238E27FC236}">
                <a16:creationId xmlns:a16="http://schemas.microsoft.com/office/drawing/2014/main" id="{50A76A36-E628-2415-4267-AE79D447E979}"/>
              </a:ext>
            </a:extLst>
          </p:cNvPr>
          <p:cNvCxnSpPr>
            <a:cxnSpLocks/>
          </p:cNvCxnSpPr>
          <p:nvPr/>
        </p:nvCxnSpPr>
        <p:spPr>
          <a:xfrm flipV="1">
            <a:off x="9564949" y="3006248"/>
            <a:ext cx="484196" cy="757"/>
          </a:xfrm>
          <a:prstGeom prst="straightConnector1">
            <a:avLst/>
          </a:prstGeom>
          <a:ln w="34925">
            <a:tailEnd type="triangle"/>
          </a:ln>
        </p:spPr>
        <p:style>
          <a:lnRef idx="1">
            <a:schemeClr val="accent1"/>
          </a:lnRef>
          <a:fillRef idx="0">
            <a:schemeClr val="accent1"/>
          </a:fillRef>
          <a:effectRef idx="0">
            <a:schemeClr val="accent1"/>
          </a:effectRef>
          <a:fontRef idx="minor">
            <a:schemeClr val="tx1"/>
          </a:fontRef>
        </p:style>
      </p:cxnSp>
      <p:cxnSp>
        <p:nvCxnSpPr>
          <p:cNvPr id="59" name="Straight Arrow Connector 58">
            <a:extLst>
              <a:ext uri="{FF2B5EF4-FFF2-40B4-BE49-F238E27FC236}">
                <a16:creationId xmlns:a16="http://schemas.microsoft.com/office/drawing/2014/main" id="{D9AC6C63-E436-0DB1-B32B-25D6913D082A}"/>
              </a:ext>
            </a:extLst>
          </p:cNvPr>
          <p:cNvCxnSpPr>
            <a:cxnSpLocks/>
          </p:cNvCxnSpPr>
          <p:nvPr/>
        </p:nvCxnSpPr>
        <p:spPr>
          <a:xfrm flipV="1">
            <a:off x="5772560" y="2990736"/>
            <a:ext cx="2553684" cy="553687"/>
          </a:xfrm>
          <a:prstGeom prst="straightConnector1">
            <a:avLst/>
          </a:prstGeom>
          <a:ln w="34925">
            <a:tailEnd type="triangle"/>
          </a:ln>
        </p:spPr>
        <p:style>
          <a:lnRef idx="1">
            <a:schemeClr val="accent1"/>
          </a:lnRef>
          <a:fillRef idx="0">
            <a:schemeClr val="accent1"/>
          </a:fillRef>
          <a:effectRef idx="0">
            <a:schemeClr val="accent1"/>
          </a:effectRef>
          <a:fontRef idx="minor">
            <a:schemeClr val="tx1"/>
          </a:fontRef>
        </p:style>
      </p:cxnSp>
      <p:cxnSp>
        <p:nvCxnSpPr>
          <p:cNvPr id="61" name="Straight Arrow Connector 60">
            <a:extLst>
              <a:ext uri="{FF2B5EF4-FFF2-40B4-BE49-F238E27FC236}">
                <a16:creationId xmlns:a16="http://schemas.microsoft.com/office/drawing/2014/main" id="{10E2DA58-B3A1-92DB-6176-396C9C013F2D}"/>
              </a:ext>
            </a:extLst>
          </p:cNvPr>
          <p:cNvCxnSpPr>
            <a:cxnSpLocks/>
            <a:stCxn id="41" idx="3"/>
          </p:cNvCxnSpPr>
          <p:nvPr/>
        </p:nvCxnSpPr>
        <p:spPr>
          <a:xfrm flipV="1">
            <a:off x="5756720" y="1880079"/>
            <a:ext cx="507904" cy="827722"/>
          </a:xfrm>
          <a:prstGeom prst="straightConnector1">
            <a:avLst/>
          </a:prstGeom>
          <a:ln w="34925">
            <a:tailEnd type="triangle"/>
          </a:ln>
        </p:spPr>
        <p:style>
          <a:lnRef idx="1">
            <a:schemeClr val="accent1"/>
          </a:lnRef>
          <a:fillRef idx="0">
            <a:schemeClr val="accent1"/>
          </a:fillRef>
          <a:effectRef idx="0">
            <a:schemeClr val="accent1"/>
          </a:effectRef>
          <a:fontRef idx="minor">
            <a:schemeClr val="tx1"/>
          </a:fontRef>
        </p:style>
      </p:cxnSp>
      <p:cxnSp>
        <p:nvCxnSpPr>
          <p:cNvPr id="65" name="Straight Arrow Connector 64">
            <a:extLst>
              <a:ext uri="{FF2B5EF4-FFF2-40B4-BE49-F238E27FC236}">
                <a16:creationId xmlns:a16="http://schemas.microsoft.com/office/drawing/2014/main" id="{D39E0CE4-17E4-F397-7B97-B95BE9B2C3B8}"/>
              </a:ext>
            </a:extLst>
          </p:cNvPr>
          <p:cNvCxnSpPr>
            <a:cxnSpLocks/>
            <a:stCxn id="51" idx="3"/>
            <a:endCxn id="56" idx="1"/>
          </p:cNvCxnSpPr>
          <p:nvPr/>
        </p:nvCxnSpPr>
        <p:spPr>
          <a:xfrm>
            <a:off x="7388020" y="1865644"/>
            <a:ext cx="1023674" cy="1114036"/>
          </a:xfrm>
          <a:prstGeom prst="straightConnector1">
            <a:avLst/>
          </a:prstGeom>
          <a:ln w="34925">
            <a:tailEnd type="triangle"/>
          </a:ln>
        </p:spPr>
        <p:style>
          <a:lnRef idx="1">
            <a:schemeClr val="accent1"/>
          </a:lnRef>
          <a:fillRef idx="0">
            <a:schemeClr val="accent1"/>
          </a:fillRef>
          <a:effectRef idx="0">
            <a:schemeClr val="accent1"/>
          </a:effectRef>
          <a:fontRef idx="minor">
            <a:schemeClr val="tx1"/>
          </a:fontRef>
        </p:style>
      </p:cxnSp>
      <p:cxnSp>
        <p:nvCxnSpPr>
          <p:cNvPr id="68" name="Straight Arrow Connector 67">
            <a:extLst>
              <a:ext uri="{FF2B5EF4-FFF2-40B4-BE49-F238E27FC236}">
                <a16:creationId xmlns:a16="http://schemas.microsoft.com/office/drawing/2014/main" id="{FC806E47-4C03-072A-9F83-425B731FE086}"/>
              </a:ext>
            </a:extLst>
          </p:cNvPr>
          <p:cNvCxnSpPr>
            <a:cxnSpLocks/>
            <a:endCxn id="56" idx="1"/>
          </p:cNvCxnSpPr>
          <p:nvPr/>
        </p:nvCxnSpPr>
        <p:spPr>
          <a:xfrm flipV="1">
            <a:off x="7388020" y="2979680"/>
            <a:ext cx="1023674" cy="1438884"/>
          </a:xfrm>
          <a:prstGeom prst="straightConnector1">
            <a:avLst/>
          </a:prstGeom>
          <a:ln w="34925">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2482583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316A5661-2CFE-478C-BAC3-729F393F3C4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BC1DA2B-FE6F-1C6E-BFA0-9B15DC40309D}"/>
              </a:ext>
            </a:extLst>
          </p:cNvPr>
          <p:cNvSpPr>
            <a:spLocks noGrp="1"/>
          </p:cNvSpPr>
          <p:nvPr>
            <p:ph type="title"/>
          </p:nvPr>
        </p:nvSpPr>
        <p:spPr>
          <a:xfrm>
            <a:off x="2139081" y="92738"/>
            <a:ext cx="9514055" cy="604692"/>
          </a:xfrm>
        </p:spPr>
        <p:txBody>
          <a:bodyPr anchor="ctr">
            <a:normAutofit fontScale="90000"/>
          </a:bodyPr>
          <a:lstStyle/>
          <a:p>
            <a:r>
              <a:rPr lang="en-US" sz="4000" dirty="0">
                <a:solidFill>
                  <a:schemeClr val="accent6">
                    <a:lumMod val="40000"/>
                    <a:lumOff val="60000"/>
                  </a:schemeClr>
                </a:solidFill>
                <a:latin typeface="Arial Rounded MT Bold" panose="020F0704030504030204" pitchFamily="34" charset="0"/>
              </a:rPr>
              <a:t>Project management tools</a:t>
            </a:r>
          </a:p>
        </p:txBody>
      </p:sp>
      <p:grpSp>
        <p:nvGrpSpPr>
          <p:cNvPr id="10" name="Group 9">
            <a:extLst>
              <a:ext uri="{FF2B5EF4-FFF2-40B4-BE49-F238E27FC236}">
                <a16:creationId xmlns:a16="http://schemas.microsoft.com/office/drawing/2014/main" id="{FB7BE8CD-E348-464A-82CC-7EF7AA82842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999771" y="649304"/>
            <a:ext cx="913428" cy="1315264"/>
            <a:chOff x="999771" y="649304"/>
            <a:chExt cx="913428" cy="1315264"/>
          </a:xfrm>
        </p:grpSpPr>
        <p:grpSp>
          <p:nvGrpSpPr>
            <p:cNvPr id="11" name="Group 10">
              <a:extLst>
                <a:ext uri="{FF2B5EF4-FFF2-40B4-BE49-F238E27FC236}">
                  <a16:creationId xmlns:a16="http://schemas.microsoft.com/office/drawing/2014/main" id="{B8CC82D2-4C4A-4C67-8483-5199F97B37A7}"/>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999771" y="932104"/>
              <a:ext cx="913428" cy="1032464"/>
              <a:chOff x="999771" y="932104"/>
              <a:chExt cx="913428" cy="1032464"/>
            </a:xfrm>
          </p:grpSpPr>
          <p:grpSp>
            <p:nvGrpSpPr>
              <p:cNvPr id="15" name="Group 14">
                <a:extLst>
                  <a:ext uri="{FF2B5EF4-FFF2-40B4-BE49-F238E27FC236}">
                    <a16:creationId xmlns:a16="http://schemas.microsoft.com/office/drawing/2014/main" id="{70D2391D-AA33-4F5E-BD96-B42D93DED226}"/>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rot="8100000" flipV="1">
                <a:off x="1047457" y="1290386"/>
                <a:ext cx="865742" cy="628383"/>
                <a:chOff x="558167" y="958515"/>
                <a:chExt cx="865742" cy="628383"/>
              </a:xfrm>
              <a:solidFill>
                <a:schemeClr val="accent3"/>
              </a:solidFill>
            </p:grpSpPr>
            <p:sp>
              <p:nvSpPr>
                <p:cNvPr id="22" name="Freeform: Shape 21">
                  <a:extLst>
                    <a:ext uri="{FF2B5EF4-FFF2-40B4-BE49-F238E27FC236}">
                      <a16:creationId xmlns:a16="http://schemas.microsoft.com/office/drawing/2014/main" id="{BE166DCE-539D-4C74-9C9D-AC000BA2F8A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8100000" flipH="1">
                  <a:off x="558167" y="1122160"/>
                  <a:ext cx="464738" cy="464738"/>
                </a:xfrm>
                <a:custGeom>
                  <a:avLst/>
                  <a:gdLst>
                    <a:gd name="connsiteX0" fmla="*/ 446142 w 464738"/>
                    <a:gd name="connsiteY0" fmla="*/ 464738 h 464738"/>
                    <a:gd name="connsiteX1" fmla="*/ 130673 w 464738"/>
                    <a:gd name="connsiteY1" fmla="*/ 334066 h 464738"/>
                    <a:gd name="connsiteX2" fmla="*/ 0 w 464738"/>
                    <a:gd name="connsiteY2" fmla="*/ 18596 h 464738"/>
                    <a:gd name="connsiteX3" fmla="*/ 836 w 464738"/>
                    <a:gd name="connsiteY3" fmla="*/ 1089 h 464738"/>
                    <a:gd name="connsiteX4" fmla="*/ 606 w 464738"/>
                    <a:gd name="connsiteY4" fmla="*/ 859 h 464738"/>
                    <a:gd name="connsiteX5" fmla="*/ 848 w 464738"/>
                    <a:gd name="connsiteY5" fmla="*/ 848 h 464738"/>
                    <a:gd name="connsiteX6" fmla="*/ 859 w 464738"/>
                    <a:gd name="connsiteY6" fmla="*/ 606 h 464738"/>
                    <a:gd name="connsiteX7" fmla="*/ 1089 w 464738"/>
                    <a:gd name="connsiteY7" fmla="*/ 836 h 464738"/>
                    <a:gd name="connsiteX8" fmla="*/ 18596 w 464738"/>
                    <a:gd name="connsiteY8" fmla="*/ 0 h 464738"/>
                    <a:gd name="connsiteX9" fmla="*/ 334066 w 464738"/>
                    <a:gd name="connsiteY9" fmla="*/ 130672 h 464738"/>
                    <a:gd name="connsiteX10" fmla="*/ 464738 w 464738"/>
                    <a:gd name="connsiteY10" fmla="*/ 446142 h 464738"/>
                    <a:gd name="connsiteX11" fmla="*/ 463902 w 464738"/>
                    <a:gd name="connsiteY11" fmla="*/ 463650 h 464738"/>
                    <a:gd name="connsiteX12" fmla="*/ 464132 w 464738"/>
                    <a:gd name="connsiteY12" fmla="*/ 463880 h 464738"/>
                    <a:gd name="connsiteX13" fmla="*/ 463891 w 464738"/>
                    <a:gd name="connsiteY13" fmla="*/ 463892 h 464738"/>
                    <a:gd name="connsiteX14" fmla="*/ 463879 w 464738"/>
                    <a:gd name="connsiteY14" fmla="*/ 464132 h 464738"/>
                    <a:gd name="connsiteX15" fmla="*/ 463650 w 464738"/>
                    <a:gd name="connsiteY15" fmla="*/ 463903 h 4647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64738" h="464738">
                      <a:moveTo>
                        <a:pt x="446142" y="464738"/>
                      </a:moveTo>
                      <a:cubicBezTo>
                        <a:pt x="331965" y="464738"/>
                        <a:pt x="217787" y="421181"/>
                        <a:pt x="130673" y="334066"/>
                      </a:cubicBezTo>
                      <a:cubicBezTo>
                        <a:pt x="43558" y="246952"/>
                        <a:pt x="1" y="132774"/>
                        <a:pt x="0" y="18596"/>
                      </a:cubicBezTo>
                      <a:lnTo>
                        <a:pt x="836" y="1089"/>
                      </a:lnTo>
                      <a:lnTo>
                        <a:pt x="606" y="859"/>
                      </a:lnTo>
                      <a:lnTo>
                        <a:pt x="848" y="848"/>
                      </a:lnTo>
                      <a:lnTo>
                        <a:pt x="859" y="606"/>
                      </a:lnTo>
                      <a:lnTo>
                        <a:pt x="1089" y="836"/>
                      </a:lnTo>
                      <a:lnTo>
                        <a:pt x="18596" y="0"/>
                      </a:lnTo>
                      <a:cubicBezTo>
                        <a:pt x="132774" y="0"/>
                        <a:pt x="246951" y="43557"/>
                        <a:pt x="334066" y="130672"/>
                      </a:cubicBezTo>
                      <a:cubicBezTo>
                        <a:pt x="421181" y="217787"/>
                        <a:pt x="464738" y="331964"/>
                        <a:pt x="464738" y="446142"/>
                      </a:cubicBezTo>
                      <a:lnTo>
                        <a:pt x="463902" y="463650"/>
                      </a:lnTo>
                      <a:lnTo>
                        <a:pt x="464132" y="463880"/>
                      </a:lnTo>
                      <a:lnTo>
                        <a:pt x="463891" y="463892"/>
                      </a:lnTo>
                      <a:lnTo>
                        <a:pt x="463879" y="464132"/>
                      </a:lnTo>
                      <a:lnTo>
                        <a:pt x="463650" y="463903"/>
                      </a:lnTo>
                      <a:close/>
                    </a:path>
                  </a:pathLst>
                </a:custGeom>
                <a:solidFill>
                  <a:schemeClr val="accent4">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3" name="Freeform: Shape 22">
                  <a:extLst>
                    <a:ext uri="{FF2B5EF4-FFF2-40B4-BE49-F238E27FC236}">
                      <a16:creationId xmlns:a16="http://schemas.microsoft.com/office/drawing/2014/main" id="{DCC6BEB5-DA1F-4F9E-BA5D-8F892A0FB8F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flipH="1">
                  <a:off x="959170" y="958515"/>
                  <a:ext cx="464739" cy="464739"/>
                </a:xfrm>
                <a:custGeom>
                  <a:avLst/>
                  <a:gdLst>
                    <a:gd name="connsiteX0" fmla="*/ 464132 w 464739"/>
                    <a:gd name="connsiteY0" fmla="*/ 463881 h 464739"/>
                    <a:gd name="connsiteX1" fmla="*/ 463891 w 464739"/>
                    <a:gd name="connsiteY1" fmla="*/ 463892 h 464739"/>
                    <a:gd name="connsiteX2" fmla="*/ 463880 w 464739"/>
                    <a:gd name="connsiteY2" fmla="*/ 464132 h 464739"/>
                    <a:gd name="connsiteX3" fmla="*/ 463651 w 464739"/>
                    <a:gd name="connsiteY3" fmla="*/ 463904 h 464739"/>
                    <a:gd name="connsiteX4" fmla="*/ 446142 w 464739"/>
                    <a:gd name="connsiteY4" fmla="*/ 464739 h 464739"/>
                    <a:gd name="connsiteX5" fmla="*/ 130673 w 464739"/>
                    <a:gd name="connsiteY5" fmla="*/ 334067 h 464739"/>
                    <a:gd name="connsiteX6" fmla="*/ 0 w 464739"/>
                    <a:gd name="connsiteY6" fmla="*/ 18597 h 464739"/>
                    <a:gd name="connsiteX7" fmla="*/ 836 w 464739"/>
                    <a:gd name="connsiteY7" fmla="*/ 1089 h 464739"/>
                    <a:gd name="connsiteX8" fmla="*/ 607 w 464739"/>
                    <a:gd name="connsiteY8" fmla="*/ 859 h 464739"/>
                    <a:gd name="connsiteX9" fmla="*/ 848 w 464739"/>
                    <a:gd name="connsiteY9" fmla="*/ 848 h 464739"/>
                    <a:gd name="connsiteX10" fmla="*/ 859 w 464739"/>
                    <a:gd name="connsiteY10" fmla="*/ 607 h 464739"/>
                    <a:gd name="connsiteX11" fmla="*/ 1089 w 464739"/>
                    <a:gd name="connsiteY11" fmla="*/ 836 h 464739"/>
                    <a:gd name="connsiteX12" fmla="*/ 18597 w 464739"/>
                    <a:gd name="connsiteY12" fmla="*/ 0 h 464739"/>
                    <a:gd name="connsiteX13" fmla="*/ 334067 w 464739"/>
                    <a:gd name="connsiteY13" fmla="*/ 130672 h 464739"/>
                    <a:gd name="connsiteX14" fmla="*/ 464739 w 464739"/>
                    <a:gd name="connsiteY14" fmla="*/ 446142 h 464739"/>
                    <a:gd name="connsiteX15" fmla="*/ 463903 w 464739"/>
                    <a:gd name="connsiteY15" fmla="*/ 463652 h 464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64739" h="464739">
                      <a:moveTo>
                        <a:pt x="464132" y="463881"/>
                      </a:moveTo>
                      <a:lnTo>
                        <a:pt x="463891" y="463892"/>
                      </a:lnTo>
                      <a:lnTo>
                        <a:pt x="463880" y="464132"/>
                      </a:lnTo>
                      <a:lnTo>
                        <a:pt x="463651" y="463904"/>
                      </a:lnTo>
                      <a:lnTo>
                        <a:pt x="446142" y="464739"/>
                      </a:lnTo>
                      <a:cubicBezTo>
                        <a:pt x="331965" y="464739"/>
                        <a:pt x="217787" y="421182"/>
                        <a:pt x="130673" y="334067"/>
                      </a:cubicBezTo>
                      <a:cubicBezTo>
                        <a:pt x="43558" y="246953"/>
                        <a:pt x="1" y="132775"/>
                        <a:pt x="0" y="18597"/>
                      </a:cubicBezTo>
                      <a:lnTo>
                        <a:pt x="836" y="1089"/>
                      </a:lnTo>
                      <a:lnTo>
                        <a:pt x="607" y="859"/>
                      </a:lnTo>
                      <a:lnTo>
                        <a:pt x="848" y="848"/>
                      </a:lnTo>
                      <a:lnTo>
                        <a:pt x="859" y="607"/>
                      </a:lnTo>
                      <a:lnTo>
                        <a:pt x="1089" y="836"/>
                      </a:lnTo>
                      <a:lnTo>
                        <a:pt x="18597" y="0"/>
                      </a:lnTo>
                      <a:cubicBezTo>
                        <a:pt x="132775" y="0"/>
                        <a:pt x="246952" y="43557"/>
                        <a:pt x="334067" y="130672"/>
                      </a:cubicBezTo>
                      <a:cubicBezTo>
                        <a:pt x="421182" y="217787"/>
                        <a:pt x="464739" y="331964"/>
                        <a:pt x="464739" y="446142"/>
                      </a:cubicBezTo>
                      <a:lnTo>
                        <a:pt x="463903" y="463652"/>
                      </a:lnTo>
                      <a:close/>
                    </a:path>
                  </a:pathLst>
                </a:custGeom>
                <a:solidFill>
                  <a:schemeClr val="accent4">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grpSp>
          <p:grpSp>
            <p:nvGrpSpPr>
              <p:cNvPr id="16" name="Group 15">
                <a:extLst>
                  <a:ext uri="{FF2B5EF4-FFF2-40B4-BE49-F238E27FC236}">
                    <a16:creationId xmlns:a16="http://schemas.microsoft.com/office/drawing/2014/main" id="{C0300EB9-093C-4C32-A212-821D7AC082B4}"/>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rot="10800000" flipH="1" flipV="1">
                <a:off x="999771" y="932104"/>
                <a:ext cx="864005" cy="1032464"/>
                <a:chOff x="2207971" y="2384401"/>
                <a:chExt cx="864005" cy="1032464"/>
              </a:xfrm>
            </p:grpSpPr>
            <p:sp>
              <p:nvSpPr>
                <p:cNvPr id="17" name="Freeform: Shape 16">
                  <a:extLst>
                    <a:ext uri="{FF2B5EF4-FFF2-40B4-BE49-F238E27FC236}">
                      <a16:creationId xmlns:a16="http://schemas.microsoft.com/office/drawing/2014/main" id="{AFC97B3C-CF0E-4C93-AA39-7A677A12C50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3500000">
                  <a:off x="2207971" y="2856305"/>
                  <a:ext cx="464739" cy="464739"/>
                </a:xfrm>
                <a:custGeom>
                  <a:avLst/>
                  <a:gdLst>
                    <a:gd name="connsiteX0" fmla="*/ 464132 w 464739"/>
                    <a:gd name="connsiteY0" fmla="*/ 463881 h 464739"/>
                    <a:gd name="connsiteX1" fmla="*/ 463891 w 464739"/>
                    <a:gd name="connsiteY1" fmla="*/ 463892 h 464739"/>
                    <a:gd name="connsiteX2" fmla="*/ 463880 w 464739"/>
                    <a:gd name="connsiteY2" fmla="*/ 464132 h 464739"/>
                    <a:gd name="connsiteX3" fmla="*/ 463651 w 464739"/>
                    <a:gd name="connsiteY3" fmla="*/ 463904 h 464739"/>
                    <a:gd name="connsiteX4" fmla="*/ 446142 w 464739"/>
                    <a:gd name="connsiteY4" fmla="*/ 464739 h 464739"/>
                    <a:gd name="connsiteX5" fmla="*/ 130673 w 464739"/>
                    <a:gd name="connsiteY5" fmla="*/ 334067 h 464739"/>
                    <a:gd name="connsiteX6" fmla="*/ 0 w 464739"/>
                    <a:gd name="connsiteY6" fmla="*/ 18597 h 464739"/>
                    <a:gd name="connsiteX7" fmla="*/ 836 w 464739"/>
                    <a:gd name="connsiteY7" fmla="*/ 1089 h 464739"/>
                    <a:gd name="connsiteX8" fmla="*/ 607 w 464739"/>
                    <a:gd name="connsiteY8" fmla="*/ 859 h 464739"/>
                    <a:gd name="connsiteX9" fmla="*/ 848 w 464739"/>
                    <a:gd name="connsiteY9" fmla="*/ 848 h 464739"/>
                    <a:gd name="connsiteX10" fmla="*/ 859 w 464739"/>
                    <a:gd name="connsiteY10" fmla="*/ 607 h 464739"/>
                    <a:gd name="connsiteX11" fmla="*/ 1089 w 464739"/>
                    <a:gd name="connsiteY11" fmla="*/ 836 h 464739"/>
                    <a:gd name="connsiteX12" fmla="*/ 18597 w 464739"/>
                    <a:gd name="connsiteY12" fmla="*/ 0 h 464739"/>
                    <a:gd name="connsiteX13" fmla="*/ 334067 w 464739"/>
                    <a:gd name="connsiteY13" fmla="*/ 130672 h 464739"/>
                    <a:gd name="connsiteX14" fmla="*/ 464739 w 464739"/>
                    <a:gd name="connsiteY14" fmla="*/ 446142 h 464739"/>
                    <a:gd name="connsiteX15" fmla="*/ 463903 w 464739"/>
                    <a:gd name="connsiteY15" fmla="*/ 463652 h 464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64739" h="464739">
                      <a:moveTo>
                        <a:pt x="464132" y="463881"/>
                      </a:moveTo>
                      <a:lnTo>
                        <a:pt x="463891" y="463892"/>
                      </a:lnTo>
                      <a:lnTo>
                        <a:pt x="463880" y="464132"/>
                      </a:lnTo>
                      <a:lnTo>
                        <a:pt x="463651" y="463904"/>
                      </a:lnTo>
                      <a:lnTo>
                        <a:pt x="446142" y="464739"/>
                      </a:lnTo>
                      <a:cubicBezTo>
                        <a:pt x="331965" y="464739"/>
                        <a:pt x="217787" y="421182"/>
                        <a:pt x="130673" y="334067"/>
                      </a:cubicBezTo>
                      <a:cubicBezTo>
                        <a:pt x="43558" y="246953"/>
                        <a:pt x="1" y="132775"/>
                        <a:pt x="0" y="18597"/>
                      </a:cubicBezTo>
                      <a:lnTo>
                        <a:pt x="836" y="1089"/>
                      </a:lnTo>
                      <a:lnTo>
                        <a:pt x="607" y="859"/>
                      </a:lnTo>
                      <a:lnTo>
                        <a:pt x="848" y="848"/>
                      </a:lnTo>
                      <a:lnTo>
                        <a:pt x="859" y="607"/>
                      </a:lnTo>
                      <a:lnTo>
                        <a:pt x="1089" y="836"/>
                      </a:lnTo>
                      <a:lnTo>
                        <a:pt x="18597" y="0"/>
                      </a:lnTo>
                      <a:cubicBezTo>
                        <a:pt x="132775" y="0"/>
                        <a:pt x="246952" y="43557"/>
                        <a:pt x="334067" y="130672"/>
                      </a:cubicBezTo>
                      <a:cubicBezTo>
                        <a:pt x="421182" y="217787"/>
                        <a:pt x="464739" y="331964"/>
                        <a:pt x="464739" y="446142"/>
                      </a:cubicBezTo>
                      <a:lnTo>
                        <a:pt x="463903" y="463652"/>
                      </a:lnTo>
                      <a:close/>
                    </a:path>
                  </a:pathLst>
                </a:cu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8" name="Freeform: Shape 17">
                  <a:extLst>
                    <a:ext uri="{FF2B5EF4-FFF2-40B4-BE49-F238E27FC236}">
                      <a16:creationId xmlns:a16="http://schemas.microsoft.com/office/drawing/2014/main" id="{0943F14E-6185-4A31-8318-2088A05F5C9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2607238" y="2688467"/>
                  <a:ext cx="464738" cy="464738"/>
                </a:xfrm>
                <a:custGeom>
                  <a:avLst/>
                  <a:gdLst>
                    <a:gd name="connsiteX0" fmla="*/ 446142 w 464738"/>
                    <a:gd name="connsiteY0" fmla="*/ 464738 h 464738"/>
                    <a:gd name="connsiteX1" fmla="*/ 130673 w 464738"/>
                    <a:gd name="connsiteY1" fmla="*/ 334066 h 464738"/>
                    <a:gd name="connsiteX2" fmla="*/ 0 w 464738"/>
                    <a:gd name="connsiteY2" fmla="*/ 18596 h 464738"/>
                    <a:gd name="connsiteX3" fmla="*/ 836 w 464738"/>
                    <a:gd name="connsiteY3" fmla="*/ 1089 h 464738"/>
                    <a:gd name="connsiteX4" fmla="*/ 606 w 464738"/>
                    <a:gd name="connsiteY4" fmla="*/ 859 h 464738"/>
                    <a:gd name="connsiteX5" fmla="*/ 848 w 464738"/>
                    <a:gd name="connsiteY5" fmla="*/ 848 h 464738"/>
                    <a:gd name="connsiteX6" fmla="*/ 859 w 464738"/>
                    <a:gd name="connsiteY6" fmla="*/ 606 h 464738"/>
                    <a:gd name="connsiteX7" fmla="*/ 1089 w 464738"/>
                    <a:gd name="connsiteY7" fmla="*/ 836 h 464738"/>
                    <a:gd name="connsiteX8" fmla="*/ 18596 w 464738"/>
                    <a:gd name="connsiteY8" fmla="*/ 0 h 464738"/>
                    <a:gd name="connsiteX9" fmla="*/ 334066 w 464738"/>
                    <a:gd name="connsiteY9" fmla="*/ 130672 h 464738"/>
                    <a:gd name="connsiteX10" fmla="*/ 464738 w 464738"/>
                    <a:gd name="connsiteY10" fmla="*/ 446142 h 464738"/>
                    <a:gd name="connsiteX11" fmla="*/ 463902 w 464738"/>
                    <a:gd name="connsiteY11" fmla="*/ 463650 h 464738"/>
                    <a:gd name="connsiteX12" fmla="*/ 464132 w 464738"/>
                    <a:gd name="connsiteY12" fmla="*/ 463880 h 464738"/>
                    <a:gd name="connsiteX13" fmla="*/ 463891 w 464738"/>
                    <a:gd name="connsiteY13" fmla="*/ 463892 h 464738"/>
                    <a:gd name="connsiteX14" fmla="*/ 463879 w 464738"/>
                    <a:gd name="connsiteY14" fmla="*/ 464132 h 464738"/>
                    <a:gd name="connsiteX15" fmla="*/ 463650 w 464738"/>
                    <a:gd name="connsiteY15" fmla="*/ 463903 h 4647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64738" h="464738">
                      <a:moveTo>
                        <a:pt x="446142" y="464738"/>
                      </a:moveTo>
                      <a:cubicBezTo>
                        <a:pt x="331965" y="464738"/>
                        <a:pt x="217787" y="421181"/>
                        <a:pt x="130673" y="334066"/>
                      </a:cubicBezTo>
                      <a:cubicBezTo>
                        <a:pt x="43558" y="246952"/>
                        <a:pt x="1" y="132774"/>
                        <a:pt x="0" y="18596"/>
                      </a:cubicBezTo>
                      <a:lnTo>
                        <a:pt x="836" y="1089"/>
                      </a:lnTo>
                      <a:lnTo>
                        <a:pt x="606" y="859"/>
                      </a:lnTo>
                      <a:lnTo>
                        <a:pt x="848" y="848"/>
                      </a:lnTo>
                      <a:lnTo>
                        <a:pt x="859" y="606"/>
                      </a:lnTo>
                      <a:lnTo>
                        <a:pt x="1089" y="836"/>
                      </a:lnTo>
                      <a:lnTo>
                        <a:pt x="18596" y="0"/>
                      </a:lnTo>
                      <a:cubicBezTo>
                        <a:pt x="132774" y="0"/>
                        <a:pt x="246951" y="43557"/>
                        <a:pt x="334066" y="130672"/>
                      </a:cubicBezTo>
                      <a:cubicBezTo>
                        <a:pt x="421181" y="217787"/>
                        <a:pt x="464738" y="331964"/>
                        <a:pt x="464738" y="446142"/>
                      </a:cubicBezTo>
                      <a:lnTo>
                        <a:pt x="463902" y="463650"/>
                      </a:lnTo>
                      <a:lnTo>
                        <a:pt x="464132" y="463880"/>
                      </a:lnTo>
                      <a:lnTo>
                        <a:pt x="463891" y="463892"/>
                      </a:lnTo>
                      <a:lnTo>
                        <a:pt x="463879" y="464132"/>
                      </a:lnTo>
                      <a:lnTo>
                        <a:pt x="463650" y="463903"/>
                      </a:lnTo>
                      <a:close/>
                    </a:path>
                  </a:pathLst>
                </a:cu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nvGrpSpPr>
                <p:cNvPr id="19" name="Group 18">
                  <a:extLst>
                    <a:ext uri="{FF2B5EF4-FFF2-40B4-BE49-F238E27FC236}">
                      <a16:creationId xmlns:a16="http://schemas.microsoft.com/office/drawing/2014/main" id="{F3B56658-371E-446B-B30D-D4EA2A88A973}"/>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2440769" y="2384401"/>
                  <a:ext cx="313009" cy="1032464"/>
                  <a:chOff x="2440769" y="2384401"/>
                  <a:chExt cx="313009" cy="1032464"/>
                </a:xfrm>
              </p:grpSpPr>
              <p:cxnSp>
                <p:nvCxnSpPr>
                  <p:cNvPr id="20" name="Straight Connector 19">
                    <a:extLst>
                      <a:ext uri="{FF2B5EF4-FFF2-40B4-BE49-F238E27FC236}">
                        <a16:creationId xmlns:a16="http://schemas.microsoft.com/office/drawing/2014/main" id="{068979FB-2943-4091-A490-D9F8695DF0D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rot="10800000" flipH="1">
                    <a:off x="2440769" y="2516865"/>
                    <a:ext cx="0" cy="900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B378C39C-3FC0-4521-8336-33A86391920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rot="8100000" flipH="1">
                    <a:off x="2753778" y="2384401"/>
                    <a:ext cx="0" cy="900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grpSp>
        <p:grpSp>
          <p:nvGrpSpPr>
            <p:cNvPr id="12" name="Group 11">
              <a:extLst>
                <a:ext uri="{FF2B5EF4-FFF2-40B4-BE49-F238E27FC236}">
                  <a16:creationId xmlns:a16="http://schemas.microsoft.com/office/drawing/2014/main" id="{72C6951D-2EAF-4333-B8A8-F473DC3BDF44}"/>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1437136" y="649304"/>
              <a:ext cx="388541" cy="388541"/>
              <a:chOff x="5752675" y="5440856"/>
              <a:chExt cx="388541" cy="388541"/>
            </a:xfrm>
          </p:grpSpPr>
          <p:sp>
            <p:nvSpPr>
              <p:cNvPr id="13" name="Oval 12">
                <a:extLst>
                  <a:ext uri="{FF2B5EF4-FFF2-40B4-BE49-F238E27FC236}">
                    <a16:creationId xmlns:a16="http://schemas.microsoft.com/office/drawing/2014/main" id="{63E77698-5758-433A-9DF3-3BE43B6FBDA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5800801" y="5488982"/>
                <a:ext cx="340415" cy="340415"/>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4" name="Oval 13">
                <a:extLst>
                  <a:ext uri="{FF2B5EF4-FFF2-40B4-BE49-F238E27FC236}">
                    <a16:creationId xmlns:a16="http://schemas.microsoft.com/office/drawing/2014/main" id="{FF47FF7F-75A9-438D-8BA7-428BF76974C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52675" y="5440856"/>
                <a:ext cx="340415" cy="340415"/>
              </a:xfrm>
              <a:prstGeom prst="ellipse">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grpSp>
      <p:sp>
        <p:nvSpPr>
          <p:cNvPr id="3" name="TextBox 2">
            <a:extLst>
              <a:ext uri="{FF2B5EF4-FFF2-40B4-BE49-F238E27FC236}">
                <a16:creationId xmlns:a16="http://schemas.microsoft.com/office/drawing/2014/main" id="{E1B3EC78-AF07-8A37-B218-94DF35BE2087}"/>
              </a:ext>
            </a:extLst>
          </p:cNvPr>
          <p:cNvSpPr txBox="1"/>
          <p:nvPr/>
        </p:nvSpPr>
        <p:spPr>
          <a:xfrm>
            <a:off x="9486900" y="5443538"/>
            <a:ext cx="184731" cy="369332"/>
          </a:xfrm>
          <a:prstGeom prst="rect">
            <a:avLst/>
          </a:prstGeom>
          <a:noFill/>
        </p:spPr>
        <p:txBody>
          <a:bodyPr wrap="none" rtlCol="0">
            <a:spAutoFit/>
          </a:bodyPr>
          <a:lstStyle/>
          <a:p>
            <a:endParaRPr lang="en-BD" dirty="0"/>
          </a:p>
        </p:txBody>
      </p:sp>
      <p:sp>
        <p:nvSpPr>
          <p:cNvPr id="25" name="TextBox 24">
            <a:extLst>
              <a:ext uri="{FF2B5EF4-FFF2-40B4-BE49-F238E27FC236}">
                <a16:creationId xmlns:a16="http://schemas.microsoft.com/office/drawing/2014/main" id="{D856AD59-8AD1-B85F-4827-7B31CC175126}"/>
              </a:ext>
            </a:extLst>
          </p:cNvPr>
          <p:cNvSpPr txBox="1"/>
          <p:nvPr/>
        </p:nvSpPr>
        <p:spPr>
          <a:xfrm>
            <a:off x="2062901" y="742334"/>
            <a:ext cx="6096000" cy="523220"/>
          </a:xfrm>
          <a:prstGeom prst="rect">
            <a:avLst/>
          </a:prstGeom>
          <a:noFill/>
        </p:spPr>
        <p:txBody>
          <a:bodyPr wrap="square">
            <a:spAutoFit/>
          </a:bodyPr>
          <a:lstStyle/>
          <a:p>
            <a:r>
              <a:rPr lang="en-US" sz="2800" dirty="0">
                <a:solidFill>
                  <a:srgbClr val="FFFF00"/>
                </a:solidFill>
                <a:latin typeface="Arial Rounded MT Bold" panose="020F0704030504030204" pitchFamily="34" charset="0"/>
              </a:rPr>
              <a:t>Critical Path Analysis </a:t>
            </a:r>
          </a:p>
        </p:txBody>
      </p:sp>
      <p:sp>
        <p:nvSpPr>
          <p:cNvPr id="9" name="TextBox 8">
            <a:extLst>
              <a:ext uri="{FF2B5EF4-FFF2-40B4-BE49-F238E27FC236}">
                <a16:creationId xmlns:a16="http://schemas.microsoft.com/office/drawing/2014/main" id="{CD2351F7-883F-EB81-2086-F55DE349B272}"/>
              </a:ext>
            </a:extLst>
          </p:cNvPr>
          <p:cNvSpPr txBox="1"/>
          <p:nvPr/>
        </p:nvSpPr>
        <p:spPr>
          <a:xfrm>
            <a:off x="1233276" y="4843222"/>
            <a:ext cx="3744680" cy="461665"/>
          </a:xfrm>
          <a:prstGeom prst="rect">
            <a:avLst/>
          </a:prstGeom>
          <a:noFill/>
        </p:spPr>
        <p:txBody>
          <a:bodyPr wrap="square" rtlCol="0">
            <a:spAutoFit/>
          </a:bodyPr>
          <a:lstStyle/>
          <a:p>
            <a:r>
              <a:rPr lang="en-US" sz="2400" b="1" dirty="0">
                <a:latin typeface="Arial Nova Light" panose="020B0304020202020204" pitchFamily="34" charset="0"/>
              </a:rPr>
              <a:t>Path 1 : A – D – H - J</a:t>
            </a:r>
          </a:p>
        </p:txBody>
      </p:sp>
      <p:sp>
        <p:nvSpPr>
          <p:cNvPr id="28" name="TextBox 27">
            <a:extLst>
              <a:ext uri="{FF2B5EF4-FFF2-40B4-BE49-F238E27FC236}">
                <a16:creationId xmlns:a16="http://schemas.microsoft.com/office/drawing/2014/main" id="{029D1BED-0B32-4561-EDC8-55BD0672B853}"/>
              </a:ext>
            </a:extLst>
          </p:cNvPr>
          <p:cNvSpPr txBox="1"/>
          <p:nvPr/>
        </p:nvSpPr>
        <p:spPr>
          <a:xfrm>
            <a:off x="1233276" y="5367941"/>
            <a:ext cx="3744680" cy="461665"/>
          </a:xfrm>
          <a:prstGeom prst="rect">
            <a:avLst/>
          </a:prstGeom>
          <a:noFill/>
        </p:spPr>
        <p:txBody>
          <a:bodyPr wrap="square" rtlCol="0">
            <a:spAutoFit/>
          </a:bodyPr>
          <a:lstStyle/>
          <a:p>
            <a:r>
              <a:rPr lang="en-US" sz="2400" b="1" dirty="0">
                <a:latin typeface="Arial Nova Light" panose="020B0304020202020204" pitchFamily="34" charset="0"/>
              </a:rPr>
              <a:t>Path 2 : B – E – H - J</a:t>
            </a:r>
          </a:p>
        </p:txBody>
      </p:sp>
      <p:sp>
        <p:nvSpPr>
          <p:cNvPr id="29" name="TextBox 28">
            <a:extLst>
              <a:ext uri="{FF2B5EF4-FFF2-40B4-BE49-F238E27FC236}">
                <a16:creationId xmlns:a16="http://schemas.microsoft.com/office/drawing/2014/main" id="{41EFE2E3-5F54-0D43-6D74-BEB17A489E5C}"/>
              </a:ext>
            </a:extLst>
          </p:cNvPr>
          <p:cNvSpPr txBox="1"/>
          <p:nvPr/>
        </p:nvSpPr>
        <p:spPr>
          <a:xfrm>
            <a:off x="1227379" y="5841932"/>
            <a:ext cx="3744680" cy="461665"/>
          </a:xfrm>
          <a:prstGeom prst="rect">
            <a:avLst/>
          </a:prstGeom>
          <a:noFill/>
        </p:spPr>
        <p:txBody>
          <a:bodyPr wrap="square" rtlCol="0">
            <a:spAutoFit/>
          </a:bodyPr>
          <a:lstStyle/>
          <a:p>
            <a:r>
              <a:rPr lang="en-US" sz="2400" b="1" dirty="0">
                <a:latin typeface="Arial Nova Light" panose="020B0304020202020204" pitchFamily="34" charset="0"/>
              </a:rPr>
              <a:t>Path 3 : B – F – J</a:t>
            </a:r>
          </a:p>
        </p:txBody>
      </p:sp>
      <p:sp>
        <p:nvSpPr>
          <p:cNvPr id="30" name="TextBox 29">
            <a:extLst>
              <a:ext uri="{FF2B5EF4-FFF2-40B4-BE49-F238E27FC236}">
                <a16:creationId xmlns:a16="http://schemas.microsoft.com/office/drawing/2014/main" id="{CDB6E879-26AC-2CF4-C7E1-9C29E46EA846}"/>
              </a:ext>
            </a:extLst>
          </p:cNvPr>
          <p:cNvSpPr txBox="1"/>
          <p:nvPr/>
        </p:nvSpPr>
        <p:spPr>
          <a:xfrm>
            <a:off x="1227379" y="6303597"/>
            <a:ext cx="3744680" cy="461665"/>
          </a:xfrm>
          <a:prstGeom prst="rect">
            <a:avLst/>
          </a:prstGeom>
          <a:noFill/>
        </p:spPr>
        <p:txBody>
          <a:bodyPr wrap="square" rtlCol="0">
            <a:spAutoFit/>
          </a:bodyPr>
          <a:lstStyle/>
          <a:p>
            <a:r>
              <a:rPr lang="en-US" sz="2400" b="1" dirty="0">
                <a:latin typeface="Arial Nova Light" panose="020B0304020202020204" pitchFamily="34" charset="0"/>
              </a:rPr>
              <a:t>Path 4 : C – G – I - J</a:t>
            </a:r>
          </a:p>
        </p:txBody>
      </p:sp>
      <p:sp>
        <p:nvSpPr>
          <p:cNvPr id="4" name="Rectangle 3">
            <a:extLst>
              <a:ext uri="{FF2B5EF4-FFF2-40B4-BE49-F238E27FC236}">
                <a16:creationId xmlns:a16="http://schemas.microsoft.com/office/drawing/2014/main" id="{8A3427EB-66A5-D6FA-ACE5-BECC8291230F}"/>
              </a:ext>
            </a:extLst>
          </p:cNvPr>
          <p:cNvSpPr/>
          <p:nvPr/>
        </p:nvSpPr>
        <p:spPr>
          <a:xfrm>
            <a:off x="1567306" y="2723535"/>
            <a:ext cx="1147104" cy="66874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BD" b="1" dirty="0">
                <a:solidFill>
                  <a:schemeClr val="bg1"/>
                </a:solidFill>
                <a:latin typeface="Arial Nova" panose="020B0504020202020204" pitchFamily="34" charset="0"/>
              </a:rPr>
              <a:t>Start</a:t>
            </a:r>
          </a:p>
        </p:txBody>
      </p:sp>
      <p:sp>
        <p:nvSpPr>
          <p:cNvPr id="5" name="Rectangle 4">
            <a:extLst>
              <a:ext uri="{FF2B5EF4-FFF2-40B4-BE49-F238E27FC236}">
                <a16:creationId xmlns:a16="http://schemas.microsoft.com/office/drawing/2014/main" id="{EC4E589F-D67F-F3A8-9AE0-596876007A8E}"/>
              </a:ext>
            </a:extLst>
          </p:cNvPr>
          <p:cNvSpPr/>
          <p:nvPr/>
        </p:nvSpPr>
        <p:spPr>
          <a:xfrm>
            <a:off x="3210449" y="1609497"/>
            <a:ext cx="1147104" cy="66874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A</a:t>
            </a:r>
            <a:r>
              <a:rPr lang="en-BD" sz="2400" b="1" dirty="0"/>
              <a:t>,</a:t>
            </a:r>
            <a:r>
              <a:rPr lang="en-US" sz="2400" b="1" dirty="0"/>
              <a:t>1</a:t>
            </a:r>
            <a:endParaRPr lang="en-BD" sz="2400" b="1" dirty="0"/>
          </a:p>
        </p:txBody>
      </p:sp>
      <p:cxnSp>
        <p:nvCxnSpPr>
          <p:cNvPr id="6" name="Straight Arrow Connector 5">
            <a:extLst>
              <a:ext uri="{FF2B5EF4-FFF2-40B4-BE49-F238E27FC236}">
                <a16:creationId xmlns:a16="http://schemas.microsoft.com/office/drawing/2014/main" id="{C0457876-B384-672D-9493-7E5C05A13CDB}"/>
              </a:ext>
            </a:extLst>
          </p:cNvPr>
          <p:cNvCxnSpPr>
            <a:cxnSpLocks/>
            <a:stCxn id="4" idx="3"/>
            <a:endCxn id="26" idx="1"/>
          </p:cNvCxnSpPr>
          <p:nvPr/>
        </p:nvCxnSpPr>
        <p:spPr>
          <a:xfrm>
            <a:off x="2714410" y="3057905"/>
            <a:ext cx="507004" cy="1403632"/>
          </a:xfrm>
          <a:prstGeom prst="straightConnector1">
            <a:avLst/>
          </a:prstGeom>
          <a:ln w="34925">
            <a:tailEnd type="triangle"/>
          </a:ln>
        </p:spPr>
        <p:style>
          <a:lnRef idx="1">
            <a:schemeClr val="accent1"/>
          </a:lnRef>
          <a:fillRef idx="0">
            <a:schemeClr val="accent1"/>
          </a:fillRef>
          <a:effectRef idx="0">
            <a:schemeClr val="accent1"/>
          </a:effectRef>
          <a:fontRef idx="minor">
            <a:schemeClr val="tx1"/>
          </a:fontRef>
        </p:style>
      </p:cxnSp>
      <p:sp>
        <p:nvSpPr>
          <p:cNvPr id="7" name="Rectangle 6">
            <a:extLst>
              <a:ext uri="{FF2B5EF4-FFF2-40B4-BE49-F238E27FC236}">
                <a16:creationId xmlns:a16="http://schemas.microsoft.com/office/drawing/2014/main" id="{7071450D-79F5-719A-03F2-480BE8C4ADE5}"/>
              </a:ext>
            </a:extLst>
          </p:cNvPr>
          <p:cNvSpPr/>
          <p:nvPr/>
        </p:nvSpPr>
        <p:spPr>
          <a:xfrm>
            <a:off x="3192317" y="2723534"/>
            <a:ext cx="1147104" cy="66874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B</a:t>
            </a:r>
            <a:r>
              <a:rPr lang="en-BD" sz="2400" b="1" dirty="0"/>
              <a:t>,</a:t>
            </a:r>
            <a:r>
              <a:rPr lang="en-US" sz="2400" b="1" dirty="0"/>
              <a:t>2</a:t>
            </a:r>
            <a:endParaRPr lang="en-BD" sz="2400" b="1" dirty="0"/>
          </a:p>
        </p:txBody>
      </p:sp>
      <p:cxnSp>
        <p:nvCxnSpPr>
          <p:cNvPr id="24" name="Straight Arrow Connector 23">
            <a:extLst>
              <a:ext uri="{FF2B5EF4-FFF2-40B4-BE49-F238E27FC236}">
                <a16:creationId xmlns:a16="http://schemas.microsoft.com/office/drawing/2014/main" id="{A51C1C7C-76BA-E4CA-C943-08948CA92D55}"/>
              </a:ext>
            </a:extLst>
          </p:cNvPr>
          <p:cNvCxnSpPr>
            <a:cxnSpLocks/>
            <a:endCxn id="7" idx="1"/>
          </p:cNvCxnSpPr>
          <p:nvPr/>
        </p:nvCxnSpPr>
        <p:spPr>
          <a:xfrm flipV="1">
            <a:off x="2708121" y="3057905"/>
            <a:ext cx="484196" cy="757"/>
          </a:xfrm>
          <a:prstGeom prst="straightConnector1">
            <a:avLst/>
          </a:prstGeom>
          <a:ln w="34925">
            <a:tailEnd type="triangle"/>
          </a:ln>
        </p:spPr>
        <p:style>
          <a:lnRef idx="1">
            <a:schemeClr val="accent1"/>
          </a:lnRef>
          <a:fillRef idx="0">
            <a:schemeClr val="accent1"/>
          </a:fillRef>
          <a:effectRef idx="0">
            <a:schemeClr val="accent1"/>
          </a:effectRef>
          <a:fontRef idx="minor">
            <a:schemeClr val="tx1"/>
          </a:fontRef>
        </p:style>
      </p:cxnSp>
      <p:sp>
        <p:nvSpPr>
          <p:cNvPr id="26" name="Rectangle 25">
            <a:extLst>
              <a:ext uri="{FF2B5EF4-FFF2-40B4-BE49-F238E27FC236}">
                <a16:creationId xmlns:a16="http://schemas.microsoft.com/office/drawing/2014/main" id="{9EDAB53C-C4FE-BE59-64B2-43144AA69BBE}"/>
              </a:ext>
            </a:extLst>
          </p:cNvPr>
          <p:cNvSpPr/>
          <p:nvPr/>
        </p:nvSpPr>
        <p:spPr>
          <a:xfrm>
            <a:off x="3221414" y="4127166"/>
            <a:ext cx="1147104" cy="66874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C</a:t>
            </a:r>
            <a:r>
              <a:rPr lang="en-BD" sz="2400" b="1" dirty="0"/>
              <a:t>,</a:t>
            </a:r>
            <a:r>
              <a:rPr lang="en-US" sz="2400" b="1" dirty="0"/>
              <a:t>3</a:t>
            </a:r>
            <a:endParaRPr lang="en-BD" sz="2400" b="1" dirty="0"/>
          </a:p>
        </p:txBody>
      </p:sp>
      <p:cxnSp>
        <p:nvCxnSpPr>
          <p:cNvPr id="32" name="Straight Arrow Connector 31">
            <a:extLst>
              <a:ext uri="{FF2B5EF4-FFF2-40B4-BE49-F238E27FC236}">
                <a16:creationId xmlns:a16="http://schemas.microsoft.com/office/drawing/2014/main" id="{7E10A7D4-9AEF-417B-6F53-F8A1AEE46774}"/>
              </a:ext>
            </a:extLst>
          </p:cNvPr>
          <p:cNvCxnSpPr>
            <a:cxnSpLocks/>
            <a:stCxn id="4" idx="3"/>
            <a:endCxn id="5" idx="1"/>
          </p:cNvCxnSpPr>
          <p:nvPr/>
        </p:nvCxnSpPr>
        <p:spPr>
          <a:xfrm flipV="1">
            <a:off x="2714410" y="1943868"/>
            <a:ext cx="496039" cy="1114037"/>
          </a:xfrm>
          <a:prstGeom prst="straightConnector1">
            <a:avLst/>
          </a:prstGeom>
          <a:ln w="34925">
            <a:tailEnd type="triangle"/>
          </a:ln>
        </p:spPr>
        <p:style>
          <a:lnRef idx="1">
            <a:schemeClr val="accent1"/>
          </a:lnRef>
          <a:fillRef idx="0">
            <a:schemeClr val="accent1"/>
          </a:fillRef>
          <a:effectRef idx="0">
            <a:schemeClr val="accent1"/>
          </a:effectRef>
          <a:fontRef idx="minor">
            <a:schemeClr val="tx1"/>
          </a:fontRef>
        </p:style>
      </p:cxnSp>
      <p:sp>
        <p:nvSpPr>
          <p:cNvPr id="39" name="Rectangle 38">
            <a:extLst>
              <a:ext uri="{FF2B5EF4-FFF2-40B4-BE49-F238E27FC236}">
                <a16:creationId xmlns:a16="http://schemas.microsoft.com/office/drawing/2014/main" id="{C56437C5-ED35-D710-FE0A-B3E7E0929D79}"/>
              </a:ext>
            </a:extLst>
          </p:cNvPr>
          <p:cNvSpPr/>
          <p:nvPr/>
        </p:nvSpPr>
        <p:spPr>
          <a:xfrm>
            <a:off x="4841749" y="1609497"/>
            <a:ext cx="1147104" cy="66874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D</a:t>
            </a:r>
            <a:r>
              <a:rPr lang="en-BD" sz="2400" b="1" dirty="0"/>
              <a:t>,</a:t>
            </a:r>
            <a:r>
              <a:rPr lang="en-US" sz="2400" b="1" dirty="0"/>
              <a:t>4</a:t>
            </a:r>
            <a:endParaRPr lang="en-BD" sz="2400" b="1" dirty="0"/>
          </a:p>
        </p:txBody>
      </p:sp>
      <p:cxnSp>
        <p:nvCxnSpPr>
          <p:cNvPr id="40" name="Straight Arrow Connector 39">
            <a:extLst>
              <a:ext uri="{FF2B5EF4-FFF2-40B4-BE49-F238E27FC236}">
                <a16:creationId xmlns:a16="http://schemas.microsoft.com/office/drawing/2014/main" id="{86AD551F-83DB-EA52-216E-0C4DA7B3E32F}"/>
              </a:ext>
            </a:extLst>
          </p:cNvPr>
          <p:cNvCxnSpPr>
            <a:cxnSpLocks/>
            <a:endCxn id="39" idx="1"/>
          </p:cNvCxnSpPr>
          <p:nvPr/>
        </p:nvCxnSpPr>
        <p:spPr>
          <a:xfrm flipV="1">
            <a:off x="4357553" y="1943868"/>
            <a:ext cx="484196" cy="757"/>
          </a:xfrm>
          <a:prstGeom prst="straightConnector1">
            <a:avLst/>
          </a:prstGeom>
          <a:ln w="34925">
            <a:tailEnd type="triangle"/>
          </a:ln>
        </p:spPr>
        <p:style>
          <a:lnRef idx="1">
            <a:schemeClr val="accent1"/>
          </a:lnRef>
          <a:fillRef idx="0">
            <a:schemeClr val="accent1"/>
          </a:fillRef>
          <a:effectRef idx="0">
            <a:schemeClr val="accent1"/>
          </a:effectRef>
          <a:fontRef idx="minor">
            <a:schemeClr val="tx1"/>
          </a:fontRef>
        </p:style>
      </p:cxnSp>
      <p:sp>
        <p:nvSpPr>
          <p:cNvPr id="41" name="Rectangle 40">
            <a:extLst>
              <a:ext uri="{FF2B5EF4-FFF2-40B4-BE49-F238E27FC236}">
                <a16:creationId xmlns:a16="http://schemas.microsoft.com/office/drawing/2014/main" id="{70D4E92A-46FD-1AAE-E412-0DFCC28AB807}"/>
              </a:ext>
            </a:extLst>
          </p:cNvPr>
          <p:cNvSpPr/>
          <p:nvPr/>
        </p:nvSpPr>
        <p:spPr>
          <a:xfrm>
            <a:off x="4841749" y="2451654"/>
            <a:ext cx="1147104" cy="66874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E</a:t>
            </a:r>
            <a:r>
              <a:rPr lang="en-BD" sz="2400" b="1" dirty="0"/>
              <a:t>,</a:t>
            </a:r>
            <a:r>
              <a:rPr lang="en-US" sz="2400" b="1" dirty="0"/>
              <a:t>5</a:t>
            </a:r>
            <a:endParaRPr lang="en-BD" sz="2400" b="1" dirty="0"/>
          </a:p>
        </p:txBody>
      </p:sp>
      <p:sp>
        <p:nvSpPr>
          <p:cNvPr id="42" name="Rectangle 41">
            <a:extLst>
              <a:ext uri="{FF2B5EF4-FFF2-40B4-BE49-F238E27FC236}">
                <a16:creationId xmlns:a16="http://schemas.microsoft.com/office/drawing/2014/main" id="{A6004B6F-B049-2275-39B6-FD99860C7C12}"/>
              </a:ext>
            </a:extLst>
          </p:cNvPr>
          <p:cNvSpPr/>
          <p:nvPr/>
        </p:nvSpPr>
        <p:spPr>
          <a:xfrm>
            <a:off x="4841749" y="3247689"/>
            <a:ext cx="1147104" cy="66874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F</a:t>
            </a:r>
            <a:r>
              <a:rPr lang="en-BD" sz="2400" b="1" dirty="0"/>
              <a:t>,</a:t>
            </a:r>
            <a:r>
              <a:rPr lang="en-US" sz="2400" b="1" dirty="0"/>
              <a:t>4</a:t>
            </a:r>
            <a:endParaRPr lang="en-BD" sz="2400" b="1" dirty="0"/>
          </a:p>
        </p:txBody>
      </p:sp>
      <p:sp>
        <p:nvSpPr>
          <p:cNvPr id="44" name="Rectangle 43">
            <a:extLst>
              <a:ext uri="{FF2B5EF4-FFF2-40B4-BE49-F238E27FC236}">
                <a16:creationId xmlns:a16="http://schemas.microsoft.com/office/drawing/2014/main" id="{0AC5825A-99B5-8573-3E95-AE4A98F70F00}"/>
              </a:ext>
            </a:extLst>
          </p:cNvPr>
          <p:cNvSpPr/>
          <p:nvPr/>
        </p:nvSpPr>
        <p:spPr>
          <a:xfrm>
            <a:off x="4841749" y="4121295"/>
            <a:ext cx="1147104" cy="66874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G</a:t>
            </a:r>
            <a:r>
              <a:rPr lang="en-BD" sz="2400" b="1" dirty="0"/>
              <a:t>,</a:t>
            </a:r>
            <a:r>
              <a:rPr lang="en-US" sz="2400" b="1" dirty="0"/>
              <a:t>6</a:t>
            </a:r>
            <a:endParaRPr lang="en-BD" sz="2400" b="1" dirty="0"/>
          </a:p>
        </p:txBody>
      </p:sp>
      <p:cxnSp>
        <p:nvCxnSpPr>
          <p:cNvPr id="45" name="Straight Arrow Connector 44">
            <a:extLst>
              <a:ext uri="{FF2B5EF4-FFF2-40B4-BE49-F238E27FC236}">
                <a16:creationId xmlns:a16="http://schemas.microsoft.com/office/drawing/2014/main" id="{DF1D8CEB-37E2-FC10-1EB2-4BD615035654}"/>
              </a:ext>
            </a:extLst>
          </p:cNvPr>
          <p:cNvCxnSpPr>
            <a:cxnSpLocks/>
          </p:cNvCxnSpPr>
          <p:nvPr/>
        </p:nvCxnSpPr>
        <p:spPr>
          <a:xfrm flipV="1">
            <a:off x="4380111" y="4460779"/>
            <a:ext cx="484196" cy="757"/>
          </a:xfrm>
          <a:prstGeom prst="straightConnector1">
            <a:avLst/>
          </a:prstGeom>
          <a:ln w="34925">
            <a:tailEnd type="triangle"/>
          </a:ln>
        </p:spPr>
        <p:style>
          <a:lnRef idx="1">
            <a:schemeClr val="accent1"/>
          </a:lnRef>
          <a:fillRef idx="0">
            <a:schemeClr val="accent1"/>
          </a:fillRef>
          <a:effectRef idx="0">
            <a:schemeClr val="accent1"/>
          </a:effectRef>
          <a:fontRef idx="minor">
            <a:schemeClr val="tx1"/>
          </a:fontRef>
        </p:style>
      </p:cxnSp>
      <p:cxnSp>
        <p:nvCxnSpPr>
          <p:cNvPr id="46" name="Straight Arrow Connector 45">
            <a:extLst>
              <a:ext uri="{FF2B5EF4-FFF2-40B4-BE49-F238E27FC236}">
                <a16:creationId xmlns:a16="http://schemas.microsoft.com/office/drawing/2014/main" id="{D594C234-4594-54A8-763B-C299F3763BAC}"/>
              </a:ext>
            </a:extLst>
          </p:cNvPr>
          <p:cNvCxnSpPr>
            <a:cxnSpLocks/>
            <a:endCxn id="41" idx="1"/>
          </p:cNvCxnSpPr>
          <p:nvPr/>
        </p:nvCxnSpPr>
        <p:spPr>
          <a:xfrm flipV="1">
            <a:off x="4339421" y="2786025"/>
            <a:ext cx="502328" cy="299204"/>
          </a:xfrm>
          <a:prstGeom prst="straightConnector1">
            <a:avLst/>
          </a:prstGeom>
          <a:ln w="34925">
            <a:tailEnd type="triangle"/>
          </a:ln>
        </p:spPr>
        <p:style>
          <a:lnRef idx="1">
            <a:schemeClr val="accent1"/>
          </a:lnRef>
          <a:fillRef idx="0">
            <a:schemeClr val="accent1"/>
          </a:fillRef>
          <a:effectRef idx="0">
            <a:schemeClr val="accent1"/>
          </a:effectRef>
          <a:fontRef idx="minor">
            <a:schemeClr val="tx1"/>
          </a:fontRef>
        </p:style>
      </p:cxnSp>
      <p:cxnSp>
        <p:nvCxnSpPr>
          <p:cNvPr id="48" name="Straight Arrow Connector 47">
            <a:extLst>
              <a:ext uri="{FF2B5EF4-FFF2-40B4-BE49-F238E27FC236}">
                <a16:creationId xmlns:a16="http://schemas.microsoft.com/office/drawing/2014/main" id="{14394715-5DEC-F1E0-D80F-404277B476F9}"/>
              </a:ext>
            </a:extLst>
          </p:cNvPr>
          <p:cNvCxnSpPr>
            <a:cxnSpLocks/>
            <a:endCxn id="42" idx="1"/>
          </p:cNvCxnSpPr>
          <p:nvPr/>
        </p:nvCxnSpPr>
        <p:spPr>
          <a:xfrm>
            <a:off x="4317614" y="3096225"/>
            <a:ext cx="524135" cy="485835"/>
          </a:xfrm>
          <a:prstGeom prst="straightConnector1">
            <a:avLst/>
          </a:prstGeom>
          <a:ln w="34925">
            <a:tailEnd type="triangle"/>
          </a:ln>
        </p:spPr>
        <p:style>
          <a:lnRef idx="1">
            <a:schemeClr val="accent1"/>
          </a:lnRef>
          <a:fillRef idx="0">
            <a:schemeClr val="accent1"/>
          </a:fillRef>
          <a:effectRef idx="0">
            <a:schemeClr val="accent1"/>
          </a:effectRef>
          <a:fontRef idx="minor">
            <a:schemeClr val="tx1"/>
          </a:fontRef>
        </p:style>
      </p:cxnSp>
      <p:sp>
        <p:nvSpPr>
          <p:cNvPr id="51" name="Rectangle 50">
            <a:extLst>
              <a:ext uri="{FF2B5EF4-FFF2-40B4-BE49-F238E27FC236}">
                <a16:creationId xmlns:a16="http://schemas.microsoft.com/office/drawing/2014/main" id="{EB874C4F-2BAA-F717-FAF2-946CABE51844}"/>
              </a:ext>
            </a:extLst>
          </p:cNvPr>
          <p:cNvSpPr/>
          <p:nvPr/>
        </p:nvSpPr>
        <p:spPr>
          <a:xfrm>
            <a:off x="6473049" y="1609497"/>
            <a:ext cx="1147104" cy="66874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H</a:t>
            </a:r>
            <a:r>
              <a:rPr lang="en-BD" sz="2400" b="1" dirty="0"/>
              <a:t>,</a:t>
            </a:r>
            <a:r>
              <a:rPr lang="en-US" sz="2400" b="1" dirty="0"/>
              <a:t>6</a:t>
            </a:r>
            <a:endParaRPr lang="en-BD" sz="2400" b="1" dirty="0"/>
          </a:p>
        </p:txBody>
      </p:sp>
      <p:cxnSp>
        <p:nvCxnSpPr>
          <p:cNvPr id="52" name="Straight Arrow Connector 51">
            <a:extLst>
              <a:ext uri="{FF2B5EF4-FFF2-40B4-BE49-F238E27FC236}">
                <a16:creationId xmlns:a16="http://schemas.microsoft.com/office/drawing/2014/main" id="{21DFD134-651D-E823-2C6A-BC8936F3A599}"/>
              </a:ext>
            </a:extLst>
          </p:cNvPr>
          <p:cNvCxnSpPr>
            <a:cxnSpLocks/>
          </p:cNvCxnSpPr>
          <p:nvPr/>
        </p:nvCxnSpPr>
        <p:spPr>
          <a:xfrm flipV="1">
            <a:off x="6004693" y="1943109"/>
            <a:ext cx="484196" cy="757"/>
          </a:xfrm>
          <a:prstGeom prst="straightConnector1">
            <a:avLst/>
          </a:prstGeom>
          <a:ln w="34925">
            <a:tailEnd type="triangle"/>
          </a:ln>
        </p:spPr>
        <p:style>
          <a:lnRef idx="1">
            <a:schemeClr val="accent1"/>
          </a:lnRef>
          <a:fillRef idx="0">
            <a:schemeClr val="accent1"/>
          </a:fillRef>
          <a:effectRef idx="0">
            <a:schemeClr val="accent1"/>
          </a:effectRef>
          <a:fontRef idx="minor">
            <a:schemeClr val="tx1"/>
          </a:fontRef>
        </p:style>
      </p:cxnSp>
      <p:sp>
        <p:nvSpPr>
          <p:cNvPr id="54" name="Rectangle 53">
            <a:extLst>
              <a:ext uri="{FF2B5EF4-FFF2-40B4-BE49-F238E27FC236}">
                <a16:creationId xmlns:a16="http://schemas.microsoft.com/office/drawing/2014/main" id="{391CDD36-77C9-A367-1B37-5B068972DF5E}"/>
              </a:ext>
            </a:extLst>
          </p:cNvPr>
          <p:cNvSpPr/>
          <p:nvPr/>
        </p:nvSpPr>
        <p:spPr>
          <a:xfrm>
            <a:off x="6484642" y="4121295"/>
            <a:ext cx="1147104" cy="66874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I</a:t>
            </a:r>
            <a:r>
              <a:rPr lang="en-BD" sz="2400" b="1" dirty="0"/>
              <a:t>,</a:t>
            </a:r>
            <a:r>
              <a:rPr lang="en-US" sz="2400" b="1" dirty="0"/>
              <a:t>2</a:t>
            </a:r>
            <a:endParaRPr lang="en-BD" sz="2400" b="1" dirty="0"/>
          </a:p>
        </p:txBody>
      </p:sp>
      <p:cxnSp>
        <p:nvCxnSpPr>
          <p:cNvPr id="55" name="Straight Arrow Connector 54">
            <a:extLst>
              <a:ext uri="{FF2B5EF4-FFF2-40B4-BE49-F238E27FC236}">
                <a16:creationId xmlns:a16="http://schemas.microsoft.com/office/drawing/2014/main" id="{D934EDCA-432C-6396-F9FD-55A36CF98840}"/>
              </a:ext>
            </a:extLst>
          </p:cNvPr>
          <p:cNvCxnSpPr>
            <a:cxnSpLocks/>
          </p:cNvCxnSpPr>
          <p:nvPr/>
        </p:nvCxnSpPr>
        <p:spPr>
          <a:xfrm flipV="1">
            <a:off x="6016286" y="4454907"/>
            <a:ext cx="484196" cy="757"/>
          </a:xfrm>
          <a:prstGeom prst="straightConnector1">
            <a:avLst/>
          </a:prstGeom>
          <a:ln w="34925">
            <a:tailEnd type="triangle"/>
          </a:ln>
        </p:spPr>
        <p:style>
          <a:lnRef idx="1">
            <a:schemeClr val="accent1"/>
          </a:lnRef>
          <a:fillRef idx="0">
            <a:schemeClr val="accent1"/>
          </a:fillRef>
          <a:effectRef idx="0">
            <a:schemeClr val="accent1"/>
          </a:effectRef>
          <a:fontRef idx="minor">
            <a:schemeClr val="tx1"/>
          </a:fontRef>
        </p:style>
      </p:cxnSp>
      <p:sp>
        <p:nvSpPr>
          <p:cNvPr id="56" name="Rectangle 55">
            <a:extLst>
              <a:ext uri="{FF2B5EF4-FFF2-40B4-BE49-F238E27FC236}">
                <a16:creationId xmlns:a16="http://schemas.microsoft.com/office/drawing/2014/main" id="{4E9AC05E-8B25-12E3-4F1A-53F7EB603807}"/>
              </a:ext>
            </a:extLst>
          </p:cNvPr>
          <p:cNvSpPr/>
          <p:nvPr/>
        </p:nvSpPr>
        <p:spPr>
          <a:xfrm>
            <a:off x="8581959" y="2723533"/>
            <a:ext cx="1147104" cy="66874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J</a:t>
            </a:r>
            <a:r>
              <a:rPr lang="en-BD" sz="2400" b="1" dirty="0"/>
              <a:t>,</a:t>
            </a:r>
            <a:r>
              <a:rPr lang="en-US" sz="2400" b="1" dirty="0"/>
              <a:t>3</a:t>
            </a:r>
            <a:endParaRPr lang="en-BD" sz="2400" b="1" dirty="0"/>
          </a:p>
        </p:txBody>
      </p:sp>
      <p:sp>
        <p:nvSpPr>
          <p:cNvPr id="57" name="Rectangle 56">
            <a:extLst>
              <a:ext uri="{FF2B5EF4-FFF2-40B4-BE49-F238E27FC236}">
                <a16:creationId xmlns:a16="http://schemas.microsoft.com/office/drawing/2014/main" id="{395AA5AA-5AE7-9064-8360-8B6EE88592EE}"/>
              </a:ext>
            </a:extLst>
          </p:cNvPr>
          <p:cNvSpPr/>
          <p:nvPr/>
        </p:nvSpPr>
        <p:spPr>
          <a:xfrm>
            <a:off x="10219410" y="2723532"/>
            <a:ext cx="1147104" cy="66874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bg1"/>
                </a:solidFill>
                <a:latin typeface="Arial Nova" panose="020B0504020202020204" pitchFamily="34" charset="0"/>
              </a:rPr>
              <a:t>End</a:t>
            </a:r>
            <a:endParaRPr lang="en-BD" sz="2000" b="1" dirty="0">
              <a:solidFill>
                <a:schemeClr val="bg1"/>
              </a:solidFill>
              <a:latin typeface="Arial Nova" panose="020B0504020202020204" pitchFamily="34" charset="0"/>
            </a:endParaRPr>
          </a:p>
        </p:txBody>
      </p:sp>
      <p:cxnSp>
        <p:nvCxnSpPr>
          <p:cNvPr id="58" name="Straight Arrow Connector 57">
            <a:extLst>
              <a:ext uri="{FF2B5EF4-FFF2-40B4-BE49-F238E27FC236}">
                <a16:creationId xmlns:a16="http://schemas.microsoft.com/office/drawing/2014/main" id="{50A76A36-E628-2415-4267-AE79D447E979}"/>
              </a:ext>
            </a:extLst>
          </p:cNvPr>
          <p:cNvCxnSpPr>
            <a:cxnSpLocks/>
          </p:cNvCxnSpPr>
          <p:nvPr/>
        </p:nvCxnSpPr>
        <p:spPr>
          <a:xfrm flipV="1">
            <a:off x="9735214" y="3084472"/>
            <a:ext cx="484196" cy="757"/>
          </a:xfrm>
          <a:prstGeom prst="straightConnector1">
            <a:avLst/>
          </a:prstGeom>
          <a:ln w="34925">
            <a:tailEnd type="triangle"/>
          </a:ln>
        </p:spPr>
        <p:style>
          <a:lnRef idx="1">
            <a:schemeClr val="accent1"/>
          </a:lnRef>
          <a:fillRef idx="0">
            <a:schemeClr val="accent1"/>
          </a:fillRef>
          <a:effectRef idx="0">
            <a:schemeClr val="accent1"/>
          </a:effectRef>
          <a:fontRef idx="minor">
            <a:schemeClr val="tx1"/>
          </a:fontRef>
        </p:style>
      </p:cxnSp>
      <p:cxnSp>
        <p:nvCxnSpPr>
          <p:cNvPr id="59" name="Straight Arrow Connector 58">
            <a:extLst>
              <a:ext uri="{FF2B5EF4-FFF2-40B4-BE49-F238E27FC236}">
                <a16:creationId xmlns:a16="http://schemas.microsoft.com/office/drawing/2014/main" id="{D9AC6C63-E436-0DB1-B32B-25D6913D082A}"/>
              </a:ext>
            </a:extLst>
          </p:cNvPr>
          <p:cNvCxnSpPr>
            <a:cxnSpLocks/>
            <a:endCxn id="56" idx="1"/>
          </p:cNvCxnSpPr>
          <p:nvPr/>
        </p:nvCxnSpPr>
        <p:spPr>
          <a:xfrm flipV="1">
            <a:off x="6004693" y="3057904"/>
            <a:ext cx="2577266" cy="564743"/>
          </a:xfrm>
          <a:prstGeom prst="straightConnector1">
            <a:avLst/>
          </a:prstGeom>
          <a:ln w="34925">
            <a:tailEnd type="triangle"/>
          </a:ln>
        </p:spPr>
        <p:style>
          <a:lnRef idx="1">
            <a:schemeClr val="accent1"/>
          </a:lnRef>
          <a:fillRef idx="0">
            <a:schemeClr val="accent1"/>
          </a:fillRef>
          <a:effectRef idx="0">
            <a:schemeClr val="accent1"/>
          </a:effectRef>
          <a:fontRef idx="minor">
            <a:schemeClr val="tx1"/>
          </a:fontRef>
        </p:style>
      </p:cxnSp>
      <p:cxnSp>
        <p:nvCxnSpPr>
          <p:cNvPr id="61" name="Straight Arrow Connector 60">
            <a:extLst>
              <a:ext uri="{FF2B5EF4-FFF2-40B4-BE49-F238E27FC236}">
                <a16:creationId xmlns:a16="http://schemas.microsoft.com/office/drawing/2014/main" id="{10E2DA58-B3A1-92DB-6176-396C9C013F2D}"/>
              </a:ext>
            </a:extLst>
          </p:cNvPr>
          <p:cNvCxnSpPr>
            <a:cxnSpLocks/>
            <a:stCxn id="41" idx="3"/>
          </p:cNvCxnSpPr>
          <p:nvPr/>
        </p:nvCxnSpPr>
        <p:spPr>
          <a:xfrm flipV="1">
            <a:off x="5988853" y="1958303"/>
            <a:ext cx="507904" cy="827722"/>
          </a:xfrm>
          <a:prstGeom prst="straightConnector1">
            <a:avLst/>
          </a:prstGeom>
          <a:ln w="34925">
            <a:tailEnd type="triangle"/>
          </a:ln>
        </p:spPr>
        <p:style>
          <a:lnRef idx="1">
            <a:schemeClr val="accent1"/>
          </a:lnRef>
          <a:fillRef idx="0">
            <a:schemeClr val="accent1"/>
          </a:fillRef>
          <a:effectRef idx="0">
            <a:schemeClr val="accent1"/>
          </a:effectRef>
          <a:fontRef idx="minor">
            <a:schemeClr val="tx1"/>
          </a:fontRef>
        </p:style>
      </p:cxnSp>
      <p:cxnSp>
        <p:nvCxnSpPr>
          <p:cNvPr id="65" name="Straight Arrow Connector 64">
            <a:extLst>
              <a:ext uri="{FF2B5EF4-FFF2-40B4-BE49-F238E27FC236}">
                <a16:creationId xmlns:a16="http://schemas.microsoft.com/office/drawing/2014/main" id="{D39E0CE4-17E4-F397-7B97-B95BE9B2C3B8}"/>
              </a:ext>
            </a:extLst>
          </p:cNvPr>
          <p:cNvCxnSpPr>
            <a:cxnSpLocks/>
            <a:endCxn id="56" idx="1"/>
          </p:cNvCxnSpPr>
          <p:nvPr/>
        </p:nvCxnSpPr>
        <p:spPr>
          <a:xfrm>
            <a:off x="7631746" y="1909879"/>
            <a:ext cx="950213" cy="1148025"/>
          </a:xfrm>
          <a:prstGeom prst="straightConnector1">
            <a:avLst/>
          </a:prstGeom>
          <a:ln w="34925">
            <a:tailEnd type="triangle"/>
          </a:ln>
        </p:spPr>
        <p:style>
          <a:lnRef idx="1">
            <a:schemeClr val="accent1"/>
          </a:lnRef>
          <a:fillRef idx="0">
            <a:schemeClr val="accent1"/>
          </a:fillRef>
          <a:effectRef idx="0">
            <a:schemeClr val="accent1"/>
          </a:effectRef>
          <a:fontRef idx="minor">
            <a:schemeClr val="tx1"/>
          </a:fontRef>
        </p:style>
      </p:cxnSp>
      <p:cxnSp>
        <p:nvCxnSpPr>
          <p:cNvPr id="68" name="Straight Arrow Connector 67">
            <a:extLst>
              <a:ext uri="{FF2B5EF4-FFF2-40B4-BE49-F238E27FC236}">
                <a16:creationId xmlns:a16="http://schemas.microsoft.com/office/drawing/2014/main" id="{FC806E47-4C03-072A-9F83-425B731FE086}"/>
              </a:ext>
            </a:extLst>
          </p:cNvPr>
          <p:cNvCxnSpPr>
            <a:cxnSpLocks/>
            <a:endCxn id="56" idx="1"/>
          </p:cNvCxnSpPr>
          <p:nvPr/>
        </p:nvCxnSpPr>
        <p:spPr>
          <a:xfrm flipV="1">
            <a:off x="7558285" y="3057904"/>
            <a:ext cx="1023674" cy="1438884"/>
          </a:xfrm>
          <a:prstGeom prst="straightConnector1">
            <a:avLst/>
          </a:prstGeom>
          <a:ln w="34925">
            <a:tailEnd type="triangle"/>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DDDC9DA1-6019-A067-CDD5-7759C44256BD}"/>
              </a:ext>
            </a:extLst>
          </p:cNvPr>
          <p:cNvSpPr txBox="1"/>
          <p:nvPr/>
        </p:nvSpPr>
        <p:spPr>
          <a:xfrm>
            <a:off x="7236779" y="4828049"/>
            <a:ext cx="4797410" cy="461665"/>
          </a:xfrm>
          <a:prstGeom prst="rect">
            <a:avLst/>
          </a:prstGeom>
          <a:noFill/>
        </p:spPr>
        <p:txBody>
          <a:bodyPr wrap="square" rtlCol="0">
            <a:spAutoFit/>
          </a:bodyPr>
          <a:lstStyle/>
          <a:p>
            <a:r>
              <a:rPr lang="en-US" sz="2400" b="1" dirty="0">
                <a:latin typeface="Arial Nova Light" panose="020B0304020202020204" pitchFamily="34" charset="0"/>
              </a:rPr>
              <a:t>Length 1 : 1+4+6+3 = 14 days</a:t>
            </a:r>
          </a:p>
        </p:txBody>
      </p:sp>
      <p:sp>
        <p:nvSpPr>
          <p:cNvPr id="31" name="TextBox 30">
            <a:extLst>
              <a:ext uri="{FF2B5EF4-FFF2-40B4-BE49-F238E27FC236}">
                <a16:creationId xmlns:a16="http://schemas.microsoft.com/office/drawing/2014/main" id="{220DB257-FEFF-370E-D44B-70B8E366E023}"/>
              </a:ext>
            </a:extLst>
          </p:cNvPr>
          <p:cNvSpPr txBox="1"/>
          <p:nvPr/>
        </p:nvSpPr>
        <p:spPr>
          <a:xfrm>
            <a:off x="7229415" y="5294646"/>
            <a:ext cx="4797410" cy="523220"/>
          </a:xfrm>
          <a:prstGeom prst="rect">
            <a:avLst/>
          </a:prstGeom>
          <a:noFill/>
        </p:spPr>
        <p:txBody>
          <a:bodyPr wrap="square" rtlCol="0">
            <a:spAutoFit/>
          </a:bodyPr>
          <a:lstStyle/>
          <a:p>
            <a:r>
              <a:rPr lang="en-US" sz="2400" b="1" dirty="0">
                <a:latin typeface="Arial Nova Light" panose="020B0304020202020204" pitchFamily="34" charset="0"/>
              </a:rPr>
              <a:t>Length 2 : 2+5+6+3 = </a:t>
            </a:r>
            <a:r>
              <a:rPr lang="en-US" sz="2800" b="1" dirty="0">
                <a:solidFill>
                  <a:srgbClr val="FF9966"/>
                </a:solidFill>
                <a:latin typeface="Arial Nova Light" panose="020B0304020202020204" pitchFamily="34" charset="0"/>
              </a:rPr>
              <a:t>16 days</a:t>
            </a:r>
            <a:endParaRPr lang="en-US" sz="2400" b="1" dirty="0">
              <a:solidFill>
                <a:srgbClr val="FF9966"/>
              </a:solidFill>
              <a:latin typeface="Arial Nova Light" panose="020B0304020202020204" pitchFamily="34" charset="0"/>
            </a:endParaRPr>
          </a:p>
        </p:txBody>
      </p:sp>
      <p:sp>
        <p:nvSpPr>
          <p:cNvPr id="33" name="TextBox 32">
            <a:extLst>
              <a:ext uri="{FF2B5EF4-FFF2-40B4-BE49-F238E27FC236}">
                <a16:creationId xmlns:a16="http://schemas.microsoft.com/office/drawing/2014/main" id="{5E0D7858-809B-2594-AF15-DB57A77472C1}"/>
              </a:ext>
            </a:extLst>
          </p:cNvPr>
          <p:cNvSpPr txBox="1"/>
          <p:nvPr/>
        </p:nvSpPr>
        <p:spPr>
          <a:xfrm>
            <a:off x="7229415" y="5814433"/>
            <a:ext cx="4797410" cy="461665"/>
          </a:xfrm>
          <a:prstGeom prst="rect">
            <a:avLst/>
          </a:prstGeom>
          <a:noFill/>
        </p:spPr>
        <p:txBody>
          <a:bodyPr wrap="square" rtlCol="0">
            <a:spAutoFit/>
          </a:bodyPr>
          <a:lstStyle/>
          <a:p>
            <a:r>
              <a:rPr lang="en-US" sz="2400" b="1" dirty="0">
                <a:latin typeface="Arial Nova Light" panose="020B0304020202020204" pitchFamily="34" charset="0"/>
              </a:rPr>
              <a:t>Length 3 : 2+4+3 = 9 days</a:t>
            </a:r>
          </a:p>
        </p:txBody>
      </p:sp>
      <p:sp>
        <p:nvSpPr>
          <p:cNvPr id="34" name="TextBox 33">
            <a:extLst>
              <a:ext uri="{FF2B5EF4-FFF2-40B4-BE49-F238E27FC236}">
                <a16:creationId xmlns:a16="http://schemas.microsoft.com/office/drawing/2014/main" id="{07A06776-18B1-ADBC-301E-90E34CC7FF1F}"/>
              </a:ext>
            </a:extLst>
          </p:cNvPr>
          <p:cNvSpPr txBox="1"/>
          <p:nvPr/>
        </p:nvSpPr>
        <p:spPr>
          <a:xfrm>
            <a:off x="7209623" y="6276098"/>
            <a:ext cx="4797410" cy="461665"/>
          </a:xfrm>
          <a:prstGeom prst="rect">
            <a:avLst/>
          </a:prstGeom>
          <a:noFill/>
        </p:spPr>
        <p:txBody>
          <a:bodyPr wrap="square" rtlCol="0">
            <a:spAutoFit/>
          </a:bodyPr>
          <a:lstStyle/>
          <a:p>
            <a:r>
              <a:rPr lang="en-US" sz="2400" b="1" dirty="0">
                <a:latin typeface="Arial Nova Light" panose="020B0304020202020204" pitchFamily="34" charset="0"/>
              </a:rPr>
              <a:t>Length 4 : 3+6+2+3 = 14 days</a:t>
            </a:r>
          </a:p>
        </p:txBody>
      </p:sp>
      <mc:AlternateContent xmlns:mc="http://schemas.openxmlformats.org/markup-compatibility/2006" xmlns:p14="http://schemas.microsoft.com/office/powerpoint/2010/main">
        <mc:Choice Requires="p14">
          <p:contentPart p14:bwMode="auto" r:id="rId2">
            <p14:nvContentPartPr>
              <p14:cNvPr id="35" name="Ink 34">
                <a:extLst>
                  <a:ext uri="{FF2B5EF4-FFF2-40B4-BE49-F238E27FC236}">
                    <a16:creationId xmlns:a16="http://schemas.microsoft.com/office/drawing/2014/main" id="{65F3B9B9-9EAD-056D-8C2C-592658301B96}"/>
                  </a:ext>
                </a:extLst>
              </p14:cNvPr>
              <p14:cNvContentPartPr/>
              <p14:nvPr/>
            </p14:nvContentPartPr>
            <p14:xfrm>
              <a:off x="3156514" y="1316846"/>
              <a:ext cx="360" cy="205920"/>
            </p14:xfrm>
          </p:contentPart>
        </mc:Choice>
        <mc:Fallback xmlns="">
          <p:pic>
            <p:nvPicPr>
              <p:cNvPr id="35" name="Ink 34">
                <a:extLst>
                  <a:ext uri="{FF2B5EF4-FFF2-40B4-BE49-F238E27FC236}">
                    <a16:creationId xmlns:a16="http://schemas.microsoft.com/office/drawing/2014/main" id="{65F3B9B9-9EAD-056D-8C2C-592658301B96}"/>
                  </a:ext>
                </a:extLst>
              </p:cNvPr>
              <p:cNvPicPr/>
              <p:nvPr/>
            </p:nvPicPr>
            <p:blipFill>
              <a:blip r:embed="rId3"/>
              <a:stretch>
                <a:fillRect/>
              </a:stretch>
            </p:blipFill>
            <p:spPr>
              <a:xfrm>
                <a:off x="3152194" y="1312526"/>
                <a:ext cx="9000" cy="214560"/>
              </a:xfrm>
              <a:prstGeom prst="rect">
                <a:avLst/>
              </a:prstGeom>
            </p:spPr>
          </p:pic>
        </mc:Fallback>
      </mc:AlternateContent>
      <p:grpSp>
        <p:nvGrpSpPr>
          <p:cNvPr id="38" name="Group 37">
            <a:extLst>
              <a:ext uri="{FF2B5EF4-FFF2-40B4-BE49-F238E27FC236}">
                <a16:creationId xmlns:a16="http://schemas.microsoft.com/office/drawing/2014/main" id="{F476F1EF-E63C-B7E1-EBAE-379FBC3451E9}"/>
              </a:ext>
            </a:extLst>
          </p:cNvPr>
          <p:cNvGrpSpPr/>
          <p:nvPr/>
        </p:nvGrpSpPr>
        <p:grpSpPr>
          <a:xfrm>
            <a:off x="4241914" y="1305926"/>
            <a:ext cx="25200" cy="308160"/>
            <a:chOff x="4241914" y="1305926"/>
            <a:chExt cx="25200" cy="308160"/>
          </a:xfrm>
        </p:grpSpPr>
        <mc:AlternateContent xmlns:mc="http://schemas.openxmlformats.org/markup-compatibility/2006" xmlns:p14="http://schemas.microsoft.com/office/powerpoint/2010/main">
          <mc:Choice Requires="p14">
            <p:contentPart p14:bwMode="auto" r:id="rId4">
              <p14:nvContentPartPr>
                <p14:cNvPr id="36" name="Ink 35">
                  <a:extLst>
                    <a:ext uri="{FF2B5EF4-FFF2-40B4-BE49-F238E27FC236}">
                      <a16:creationId xmlns:a16="http://schemas.microsoft.com/office/drawing/2014/main" id="{799364F4-BB6A-3711-92DB-DC2F6D01AF89}"/>
                    </a:ext>
                  </a:extLst>
                </p14:cNvPr>
                <p14:cNvContentPartPr/>
                <p14:nvPr/>
              </p14:nvContentPartPr>
              <p14:xfrm>
                <a:off x="4260274" y="1305926"/>
                <a:ext cx="6840" cy="308160"/>
              </p14:xfrm>
            </p:contentPart>
          </mc:Choice>
          <mc:Fallback xmlns="">
            <p:pic>
              <p:nvPicPr>
                <p:cNvPr id="36" name="Ink 35">
                  <a:extLst>
                    <a:ext uri="{FF2B5EF4-FFF2-40B4-BE49-F238E27FC236}">
                      <a16:creationId xmlns:a16="http://schemas.microsoft.com/office/drawing/2014/main" id="{799364F4-BB6A-3711-92DB-DC2F6D01AF89}"/>
                    </a:ext>
                  </a:extLst>
                </p:cNvPr>
                <p:cNvPicPr/>
                <p:nvPr/>
              </p:nvPicPr>
              <p:blipFill>
                <a:blip r:embed="rId5"/>
                <a:stretch>
                  <a:fillRect/>
                </a:stretch>
              </p:blipFill>
              <p:spPr>
                <a:xfrm>
                  <a:off x="4255954" y="1301606"/>
                  <a:ext cx="15480" cy="31680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37" name="Ink 36">
                  <a:extLst>
                    <a:ext uri="{FF2B5EF4-FFF2-40B4-BE49-F238E27FC236}">
                      <a16:creationId xmlns:a16="http://schemas.microsoft.com/office/drawing/2014/main" id="{1C653803-8784-DBFE-E6B6-5A9797F65996}"/>
                    </a:ext>
                  </a:extLst>
                </p14:cNvPr>
                <p14:cNvContentPartPr/>
                <p14:nvPr/>
              </p14:nvContentPartPr>
              <p14:xfrm>
                <a:off x="4241914" y="1305926"/>
                <a:ext cx="25200" cy="45360"/>
              </p14:xfrm>
            </p:contentPart>
          </mc:Choice>
          <mc:Fallback xmlns="">
            <p:pic>
              <p:nvPicPr>
                <p:cNvPr id="37" name="Ink 36">
                  <a:extLst>
                    <a:ext uri="{FF2B5EF4-FFF2-40B4-BE49-F238E27FC236}">
                      <a16:creationId xmlns:a16="http://schemas.microsoft.com/office/drawing/2014/main" id="{1C653803-8784-DBFE-E6B6-5A9797F65996}"/>
                    </a:ext>
                  </a:extLst>
                </p:cNvPr>
                <p:cNvPicPr/>
                <p:nvPr/>
              </p:nvPicPr>
              <p:blipFill>
                <a:blip r:embed="rId7"/>
                <a:stretch>
                  <a:fillRect/>
                </a:stretch>
              </p:blipFill>
              <p:spPr>
                <a:xfrm>
                  <a:off x="4237594" y="1301606"/>
                  <a:ext cx="33840" cy="540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8">
            <p14:nvContentPartPr>
              <p14:cNvPr id="43" name="Ink 42">
                <a:extLst>
                  <a:ext uri="{FF2B5EF4-FFF2-40B4-BE49-F238E27FC236}">
                    <a16:creationId xmlns:a16="http://schemas.microsoft.com/office/drawing/2014/main" id="{928C66FB-22A8-0CFD-564A-4828E0DBB648}"/>
                  </a:ext>
                </a:extLst>
              </p14:cNvPr>
              <p14:cNvContentPartPr/>
              <p14:nvPr/>
            </p14:nvContentPartPr>
            <p14:xfrm>
              <a:off x="3178114" y="2481326"/>
              <a:ext cx="22320" cy="196200"/>
            </p14:xfrm>
          </p:contentPart>
        </mc:Choice>
        <mc:Fallback xmlns="">
          <p:pic>
            <p:nvPicPr>
              <p:cNvPr id="43" name="Ink 42">
                <a:extLst>
                  <a:ext uri="{FF2B5EF4-FFF2-40B4-BE49-F238E27FC236}">
                    <a16:creationId xmlns:a16="http://schemas.microsoft.com/office/drawing/2014/main" id="{928C66FB-22A8-0CFD-564A-4828E0DBB648}"/>
                  </a:ext>
                </a:extLst>
              </p:cNvPr>
              <p:cNvPicPr/>
              <p:nvPr/>
            </p:nvPicPr>
            <p:blipFill>
              <a:blip r:embed="rId9"/>
              <a:stretch>
                <a:fillRect/>
              </a:stretch>
            </p:blipFill>
            <p:spPr>
              <a:xfrm>
                <a:off x="3173794" y="2477006"/>
                <a:ext cx="30960" cy="20484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47" name="Ink 46">
                <a:extLst>
                  <a:ext uri="{FF2B5EF4-FFF2-40B4-BE49-F238E27FC236}">
                    <a16:creationId xmlns:a16="http://schemas.microsoft.com/office/drawing/2014/main" id="{A4973047-8EFD-06F0-47B1-7D88B327328F}"/>
                  </a:ext>
                </a:extLst>
              </p14:cNvPr>
              <p14:cNvContentPartPr/>
              <p14:nvPr/>
            </p14:nvContentPartPr>
            <p14:xfrm>
              <a:off x="4070554" y="2492126"/>
              <a:ext cx="195480" cy="220320"/>
            </p14:xfrm>
          </p:contentPart>
        </mc:Choice>
        <mc:Fallback xmlns="">
          <p:pic>
            <p:nvPicPr>
              <p:cNvPr id="47" name="Ink 46">
                <a:extLst>
                  <a:ext uri="{FF2B5EF4-FFF2-40B4-BE49-F238E27FC236}">
                    <a16:creationId xmlns:a16="http://schemas.microsoft.com/office/drawing/2014/main" id="{A4973047-8EFD-06F0-47B1-7D88B327328F}"/>
                  </a:ext>
                </a:extLst>
              </p:cNvPr>
              <p:cNvPicPr/>
              <p:nvPr/>
            </p:nvPicPr>
            <p:blipFill>
              <a:blip r:embed="rId11"/>
              <a:stretch>
                <a:fillRect/>
              </a:stretch>
            </p:blipFill>
            <p:spPr>
              <a:xfrm>
                <a:off x="4066234" y="2487806"/>
                <a:ext cx="204120" cy="22896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49" name="Ink 48">
                <a:extLst>
                  <a:ext uri="{FF2B5EF4-FFF2-40B4-BE49-F238E27FC236}">
                    <a16:creationId xmlns:a16="http://schemas.microsoft.com/office/drawing/2014/main" id="{42EE9C06-F581-97B2-2DF9-1A41E26D939A}"/>
                  </a:ext>
                </a:extLst>
              </p14:cNvPr>
              <p14:cNvContentPartPr/>
              <p14:nvPr/>
            </p14:nvContentPartPr>
            <p14:xfrm>
              <a:off x="3220954" y="3766166"/>
              <a:ext cx="12240" cy="273240"/>
            </p14:xfrm>
          </p:contentPart>
        </mc:Choice>
        <mc:Fallback xmlns="">
          <p:pic>
            <p:nvPicPr>
              <p:cNvPr id="49" name="Ink 48">
                <a:extLst>
                  <a:ext uri="{FF2B5EF4-FFF2-40B4-BE49-F238E27FC236}">
                    <a16:creationId xmlns:a16="http://schemas.microsoft.com/office/drawing/2014/main" id="{42EE9C06-F581-97B2-2DF9-1A41E26D939A}"/>
                  </a:ext>
                </a:extLst>
              </p:cNvPr>
              <p:cNvPicPr/>
              <p:nvPr/>
            </p:nvPicPr>
            <p:blipFill>
              <a:blip r:embed="rId13"/>
              <a:stretch>
                <a:fillRect/>
              </a:stretch>
            </p:blipFill>
            <p:spPr>
              <a:xfrm>
                <a:off x="3216634" y="3761846"/>
                <a:ext cx="20880" cy="28188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50" name="Ink 49">
                <a:extLst>
                  <a:ext uri="{FF2B5EF4-FFF2-40B4-BE49-F238E27FC236}">
                    <a16:creationId xmlns:a16="http://schemas.microsoft.com/office/drawing/2014/main" id="{622326D8-17AC-541E-D896-01FBDCC5D8E6}"/>
                  </a:ext>
                </a:extLst>
              </p14:cNvPr>
              <p14:cNvContentPartPr/>
              <p14:nvPr/>
            </p14:nvContentPartPr>
            <p14:xfrm>
              <a:off x="4176034" y="3789926"/>
              <a:ext cx="153360" cy="294840"/>
            </p14:xfrm>
          </p:contentPart>
        </mc:Choice>
        <mc:Fallback xmlns="">
          <p:pic>
            <p:nvPicPr>
              <p:cNvPr id="50" name="Ink 49">
                <a:extLst>
                  <a:ext uri="{FF2B5EF4-FFF2-40B4-BE49-F238E27FC236}">
                    <a16:creationId xmlns:a16="http://schemas.microsoft.com/office/drawing/2014/main" id="{622326D8-17AC-541E-D896-01FBDCC5D8E6}"/>
                  </a:ext>
                </a:extLst>
              </p:cNvPr>
              <p:cNvPicPr/>
              <p:nvPr/>
            </p:nvPicPr>
            <p:blipFill>
              <a:blip r:embed="rId15"/>
              <a:stretch>
                <a:fillRect/>
              </a:stretch>
            </p:blipFill>
            <p:spPr>
              <a:xfrm>
                <a:off x="4171714" y="3785606"/>
                <a:ext cx="162000" cy="30348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53" name="Ink 52">
                <a:extLst>
                  <a:ext uri="{FF2B5EF4-FFF2-40B4-BE49-F238E27FC236}">
                    <a16:creationId xmlns:a16="http://schemas.microsoft.com/office/drawing/2014/main" id="{A5073F60-8942-D533-C22E-509AAC5E351D}"/>
                  </a:ext>
                </a:extLst>
              </p14:cNvPr>
              <p14:cNvContentPartPr/>
              <p14:nvPr/>
            </p14:nvContentPartPr>
            <p14:xfrm>
              <a:off x="4767514" y="1290086"/>
              <a:ext cx="231480" cy="230760"/>
            </p14:xfrm>
          </p:contentPart>
        </mc:Choice>
        <mc:Fallback xmlns="">
          <p:pic>
            <p:nvPicPr>
              <p:cNvPr id="53" name="Ink 52">
                <a:extLst>
                  <a:ext uri="{FF2B5EF4-FFF2-40B4-BE49-F238E27FC236}">
                    <a16:creationId xmlns:a16="http://schemas.microsoft.com/office/drawing/2014/main" id="{A5073F60-8942-D533-C22E-509AAC5E351D}"/>
                  </a:ext>
                </a:extLst>
              </p:cNvPr>
              <p:cNvPicPr/>
              <p:nvPr/>
            </p:nvPicPr>
            <p:blipFill>
              <a:blip r:embed="rId17"/>
              <a:stretch>
                <a:fillRect/>
              </a:stretch>
            </p:blipFill>
            <p:spPr>
              <a:xfrm>
                <a:off x="4763194" y="1285766"/>
                <a:ext cx="240120" cy="23940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60" name="Ink 59">
                <a:extLst>
                  <a:ext uri="{FF2B5EF4-FFF2-40B4-BE49-F238E27FC236}">
                    <a16:creationId xmlns:a16="http://schemas.microsoft.com/office/drawing/2014/main" id="{5E16494A-E94E-DD80-4912-E2A42D2323D4}"/>
                  </a:ext>
                </a:extLst>
              </p14:cNvPr>
              <p14:cNvContentPartPr/>
              <p14:nvPr/>
            </p14:nvContentPartPr>
            <p14:xfrm>
              <a:off x="5788834" y="1218806"/>
              <a:ext cx="187200" cy="302040"/>
            </p14:xfrm>
          </p:contentPart>
        </mc:Choice>
        <mc:Fallback xmlns="">
          <p:pic>
            <p:nvPicPr>
              <p:cNvPr id="60" name="Ink 59">
                <a:extLst>
                  <a:ext uri="{FF2B5EF4-FFF2-40B4-BE49-F238E27FC236}">
                    <a16:creationId xmlns:a16="http://schemas.microsoft.com/office/drawing/2014/main" id="{5E16494A-E94E-DD80-4912-E2A42D2323D4}"/>
                  </a:ext>
                </a:extLst>
              </p:cNvPr>
              <p:cNvPicPr/>
              <p:nvPr/>
            </p:nvPicPr>
            <p:blipFill>
              <a:blip r:embed="rId19"/>
              <a:stretch>
                <a:fillRect/>
              </a:stretch>
            </p:blipFill>
            <p:spPr>
              <a:xfrm>
                <a:off x="5784514" y="1214486"/>
                <a:ext cx="195840" cy="31068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62" name="Ink 61">
                <a:extLst>
                  <a:ext uri="{FF2B5EF4-FFF2-40B4-BE49-F238E27FC236}">
                    <a16:creationId xmlns:a16="http://schemas.microsoft.com/office/drawing/2014/main" id="{669AE741-27BE-4B9C-494D-96E523D4D700}"/>
                  </a:ext>
                </a:extLst>
              </p14:cNvPr>
              <p14:cNvContentPartPr/>
              <p14:nvPr/>
            </p14:nvContentPartPr>
            <p14:xfrm>
              <a:off x="4658794" y="2330846"/>
              <a:ext cx="140400" cy="266760"/>
            </p14:xfrm>
          </p:contentPart>
        </mc:Choice>
        <mc:Fallback xmlns="">
          <p:pic>
            <p:nvPicPr>
              <p:cNvPr id="62" name="Ink 61">
                <a:extLst>
                  <a:ext uri="{FF2B5EF4-FFF2-40B4-BE49-F238E27FC236}">
                    <a16:creationId xmlns:a16="http://schemas.microsoft.com/office/drawing/2014/main" id="{669AE741-27BE-4B9C-494D-96E523D4D700}"/>
                  </a:ext>
                </a:extLst>
              </p:cNvPr>
              <p:cNvPicPr/>
              <p:nvPr/>
            </p:nvPicPr>
            <p:blipFill>
              <a:blip r:embed="rId21"/>
              <a:stretch>
                <a:fillRect/>
              </a:stretch>
            </p:blipFill>
            <p:spPr>
              <a:xfrm>
                <a:off x="4654474" y="2326526"/>
                <a:ext cx="149040" cy="27540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63" name="Ink 62">
                <a:extLst>
                  <a:ext uri="{FF2B5EF4-FFF2-40B4-BE49-F238E27FC236}">
                    <a16:creationId xmlns:a16="http://schemas.microsoft.com/office/drawing/2014/main" id="{0059DBE7-B838-45C1-012F-FE49800AA1C4}"/>
                  </a:ext>
                </a:extLst>
              </p14:cNvPr>
              <p14:cNvContentPartPr/>
              <p14:nvPr/>
            </p14:nvContentPartPr>
            <p14:xfrm>
              <a:off x="4680754" y="3157766"/>
              <a:ext cx="144000" cy="208800"/>
            </p14:xfrm>
          </p:contentPart>
        </mc:Choice>
        <mc:Fallback xmlns="">
          <p:pic>
            <p:nvPicPr>
              <p:cNvPr id="63" name="Ink 62">
                <a:extLst>
                  <a:ext uri="{FF2B5EF4-FFF2-40B4-BE49-F238E27FC236}">
                    <a16:creationId xmlns:a16="http://schemas.microsoft.com/office/drawing/2014/main" id="{0059DBE7-B838-45C1-012F-FE49800AA1C4}"/>
                  </a:ext>
                </a:extLst>
              </p:cNvPr>
              <p:cNvPicPr/>
              <p:nvPr/>
            </p:nvPicPr>
            <p:blipFill>
              <a:blip r:embed="rId23"/>
              <a:stretch>
                <a:fillRect/>
              </a:stretch>
            </p:blipFill>
            <p:spPr>
              <a:xfrm>
                <a:off x="4676434" y="3153446"/>
                <a:ext cx="152640" cy="217440"/>
              </a:xfrm>
              <a:prstGeom prst="rect">
                <a:avLst/>
              </a:prstGeom>
            </p:spPr>
          </p:pic>
        </mc:Fallback>
      </mc:AlternateContent>
      <p:grpSp>
        <p:nvGrpSpPr>
          <p:cNvPr id="67" name="Group 66">
            <a:extLst>
              <a:ext uri="{FF2B5EF4-FFF2-40B4-BE49-F238E27FC236}">
                <a16:creationId xmlns:a16="http://schemas.microsoft.com/office/drawing/2014/main" id="{D865FDD6-E859-CFA8-3A10-22F25AD83D66}"/>
              </a:ext>
            </a:extLst>
          </p:cNvPr>
          <p:cNvGrpSpPr/>
          <p:nvPr/>
        </p:nvGrpSpPr>
        <p:grpSpPr>
          <a:xfrm>
            <a:off x="6028594" y="2295566"/>
            <a:ext cx="186480" cy="495720"/>
            <a:chOff x="6028594" y="2295566"/>
            <a:chExt cx="186480" cy="495720"/>
          </a:xfrm>
        </p:grpSpPr>
        <mc:AlternateContent xmlns:mc="http://schemas.openxmlformats.org/markup-compatibility/2006" xmlns:p14="http://schemas.microsoft.com/office/powerpoint/2010/main">
          <mc:Choice Requires="p14">
            <p:contentPart p14:bwMode="auto" r:id="rId24">
              <p14:nvContentPartPr>
                <p14:cNvPr id="64" name="Ink 63">
                  <a:extLst>
                    <a:ext uri="{FF2B5EF4-FFF2-40B4-BE49-F238E27FC236}">
                      <a16:creationId xmlns:a16="http://schemas.microsoft.com/office/drawing/2014/main" id="{3FC08BE6-41A4-F5D5-B365-CE92B4FDB476}"/>
                    </a:ext>
                  </a:extLst>
                </p14:cNvPr>
                <p14:cNvContentPartPr/>
                <p14:nvPr/>
              </p14:nvContentPartPr>
              <p14:xfrm>
                <a:off x="6028594" y="2295566"/>
                <a:ext cx="186480" cy="495720"/>
              </p14:xfrm>
            </p:contentPart>
          </mc:Choice>
          <mc:Fallback xmlns="">
            <p:pic>
              <p:nvPicPr>
                <p:cNvPr id="64" name="Ink 63">
                  <a:extLst>
                    <a:ext uri="{FF2B5EF4-FFF2-40B4-BE49-F238E27FC236}">
                      <a16:creationId xmlns:a16="http://schemas.microsoft.com/office/drawing/2014/main" id="{3FC08BE6-41A4-F5D5-B365-CE92B4FDB476}"/>
                    </a:ext>
                  </a:extLst>
                </p:cNvPr>
                <p:cNvPicPr/>
                <p:nvPr/>
              </p:nvPicPr>
              <p:blipFill>
                <a:blip r:embed="rId25"/>
                <a:stretch>
                  <a:fillRect/>
                </a:stretch>
              </p:blipFill>
              <p:spPr>
                <a:xfrm>
                  <a:off x="6024274" y="2291246"/>
                  <a:ext cx="195120" cy="504360"/>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66" name="Ink 65">
                  <a:extLst>
                    <a:ext uri="{FF2B5EF4-FFF2-40B4-BE49-F238E27FC236}">
                      <a16:creationId xmlns:a16="http://schemas.microsoft.com/office/drawing/2014/main" id="{FE786A58-6DD3-116F-9D4C-6F9658B64B9F}"/>
                    </a:ext>
                  </a:extLst>
                </p14:cNvPr>
                <p14:cNvContentPartPr/>
                <p14:nvPr/>
              </p14:nvContentPartPr>
              <p14:xfrm>
                <a:off x="6084754" y="2394566"/>
                <a:ext cx="94320" cy="123480"/>
              </p14:xfrm>
            </p:contentPart>
          </mc:Choice>
          <mc:Fallback xmlns="">
            <p:pic>
              <p:nvPicPr>
                <p:cNvPr id="66" name="Ink 65">
                  <a:extLst>
                    <a:ext uri="{FF2B5EF4-FFF2-40B4-BE49-F238E27FC236}">
                      <a16:creationId xmlns:a16="http://schemas.microsoft.com/office/drawing/2014/main" id="{FE786A58-6DD3-116F-9D4C-6F9658B64B9F}"/>
                    </a:ext>
                  </a:extLst>
                </p:cNvPr>
                <p:cNvPicPr/>
                <p:nvPr/>
              </p:nvPicPr>
              <p:blipFill>
                <a:blip r:embed="rId27"/>
                <a:stretch>
                  <a:fillRect/>
                </a:stretch>
              </p:blipFill>
              <p:spPr>
                <a:xfrm>
                  <a:off x="6080434" y="2390246"/>
                  <a:ext cx="102960" cy="13212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28">
            <p14:nvContentPartPr>
              <p14:cNvPr id="69" name="Ink 68">
                <a:extLst>
                  <a:ext uri="{FF2B5EF4-FFF2-40B4-BE49-F238E27FC236}">
                    <a16:creationId xmlns:a16="http://schemas.microsoft.com/office/drawing/2014/main" id="{FF68625C-BAF6-1783-D4B2-A1F7F33ECA18}"/>
                  </a:ext>
                </a:extLst>
              </p14:cNvPr>
              <p14:cNvContentPartPr/>
              <p14:nvPr/>
            </p14:nvContentPartPr>
            <p14:xfrm>
              <a:off x="6059194" y="3080006"/>
              <a:ext cx="169560" cy="302760"/>
            </p14:xfrm>
          </p:contentPart>
        </mc:Choice>
        <mc:Fallback xmlns="">
          <p:pic>
            <p:nvPicPr>
              <p:cNvPr id="69" name="Ink 68">
                <a:extLst>
                  <a:ext uri="{FF2B5EF4-FFF2-40B4-BE49-F238E27FC236}">
                    <a16:creationId xmlns:a16="http://schemas.microsoft.com/office/drawing/2014/main" id="{FF68625C-BAF6-1783-D4B2-A1F7F33ECA18}"/>
                  </a:ext>
                </a:extLst>
              </p:cNvPr>
              <p:cNvPicPr/>
              <p:nvPr/>
            </p:nvPicPr>
            <p:blipFill>
              <a:blip r:embed="rId29"/>
              <a:stretch>
                <a:fillRect/>
              </a:stretch>
            </p:blipFill>
            <p:spPr>
              <a:xfrm>
                <a:off x="6054874" y="3075686"/>
                <a:ext cx="178200" cy="311400"/>
              </a:xfrm>
              <a:prstGeom prst="rect">
                <a:avLst/>
              </a:prstGeom>
            </p:spPr>
          </p:pic>
        </mc:Fallback>
      </mc:AlternateContent>
      <p:grpSp>
        <p:nvGrpSpPr>
          <p:cNvPr id="72" name="Group 71">
            <a:extLst>
              <a:ext uri="{FF2B5EF4-FFF2-40B4-BE49-F238E27FC236}">
                <a16:creationId xmlns:a16="http://schemas.microsoft.com/office/drawing/2014/main" id="{6950D9DA-C87D-2009-7DBE-298A74C997D2}"/>
              </a:ext>
            </a:extLst>
          </p:cNvPr>
          <p:cNvGrpSpPr/>
          <p:nvPr/>
        </p:nvGrpSpPr>
        <p:grpSpPr>
          <a:xfrm>
            <a:off x="4610554" y="3896846"/>
            <a:ext cx="289800" cy="316080"/>
            <a:chOff x="4610554" y="3896846"/>
            <a:chExt cx="289800" cy="316080"/>
          </a:xfrm>
        </p:grpSpPr>
        <mc:AlternateContent xmlns:mc="http://schemas.openxmlformats.org/markup-compatibility/2006" xmlns:p14="http://schemas.microsoft.com/office/powerpoint/2010/main">
          <mc:Choice Requires="p14">
            <p:contentPart p14:bwMode="auto" r:id="rId30">
              <p14:nvContentPartPr>
                <p14:cNvPr id="70" name="Ink 69">
                  <a:extLst>
                    <a:ext uri="{FF2B5EF4-FFF2-40B4-BE49-F238E27FC236}">
                      <a16:creationId xmlns:a16="http://schemas.microsoft.com/office/drawing/2014/main" id="{2219598C-344A-903C-2434-992E5AD65751}"/>
                    </a:ext>
                  </a:extLst>
                </p14:cNvPr>
                <p14:cNvContentPartPr/>
                <p14:nvPr/>
              </p14:nvContentPartPr>
              <p14:xfrm>
                <a:off x="4723954" y="3951206"/>
                <a:ext cx="360" cy="261720"/>
              </p14:xfrm>
            </p:contentPart>
          </mc:Choice>
          <mc:Fallback xmlns="">
            <p:pic>
              <p:nvPicPr>
                <p:cNvPr id="70" name="Ink 69">
                  <a:extLst>
                    <a:ext uri="{FF2B5EF4-FFF2-40B4-BE49-F238E27FC236}">
                      <a16:creationId xmlns:a16="http://schemas.microsoft.com/office/drawing/2014/main" id="{2219598C-344A-903C-2434-992E5AD65751}"/>
                    </a:ext>
                  </a:extLst>
                </p:cNvPr>
                <p:cNvPicPr/>
                <p:nvPr/>
              </p:nvPicPr>
              <p:blipFill>
                <a:blip r:embed="rId31"/>
                <a:stretch>
                  <a:fillRect/>
                </a:stretch>
              </p:blipFill>
              <p:spPr>
                <a:xfrm>
                  <a:off x="4719634" y="3946886"/>
                  <a:ext cx="9000" cy="270360"/>
                </a:xfrm>
                <a:prstGeom prst="rect">
                  <a:avLst/>
                </a:prstGeom>
              </p:spPr>
            </p:pic>
          </mc:Fallback>
        </mc:AlternateContent>
        <mc:AlternateContent xmlns:mc="http://schemas.openxmlformats.org/markup-compatibility/2006" xmlns:p14="http://schemas.microsoft.com/office/powerpoint/2010/main">
          <mc:Choice Requires="p14">
            <p:contentPart p14:bwMode="auto" r:id="rId32">
              <p14:nvContentPartPr>
                <p14:cNvPr id="71" name="Ink 70">
                  <a:extLst>
                    <a:ext uri="{FF2B5EF4-FFF2-40B4-BE49-F238E27FC236}">
                      <a16:creationId xmlns:a16="http://schemas.microsoft.com/office/drawing/2014/main" id="{1E85CBCE-1072-90E0-19A2-F3FAA66C7AD2}"/>
                    </a:ext>
                  </a:extLst>
                </p14:cNvPr>
                <p14:cNvContentPartPr/>
                <p14:nvPr/>
              </p14:nvContentPartPr>
              <p14:xfrm>
                <a:off x="4610554" y="3896846"/>
                <a:ext cx="289800" cy="198720"/>
              </p14:xfrm>
            </p:contentPart>
          </mc:Choice>
          <mc:Fallback xmlns="">
            <p:pic>
              <p:nvPicPr>
                <p:cNvPr id="71" name="Ink 70">
                  <a:extLst>
                    <a:ext uri="{FF2B5EF4-FFF2-40B4-BE49-F238E27FC236}">
                      <a16:creationId xmlns:a16="http://schemas.microsoft.com/office/drawing/2014/main" id="{1E85CBCE-1072-90E0-19A2-F3FAA66C7AD2}"/>
                    </a:ext>
                  </a:extLst>
                </p:cNvPr>
                <p:cNvPicPr/>
                <p:nvPr/>
              </p:nvPicPr>
              <p:blipFill>
                <a:blip r:embed="rId33"/>
                <a:stretch>
                  <a:fillRect/>
                </a:stretch>
              </p:blipFill>
              <p:spPr>
                <a:xfrm>
                  <a:off x="4606234" y="3892526"/>
                  <a:ext cx="298440" cy="20736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34">
            <p14:nvContentPartPr>
              <p14:cNvPr id="73" name="Ink 72">
                <a:extLst>
                  <a:ext uri="{FF2B5EF4-FFF2-40B4-BE49-F238E27FC236}">
                    <a16:creationId xmlns:a16="http://schemas.microsoft.com/office/drawing/2014/main" id="{AFC3534B-8D51-18E5-87E8-AF2F1CDC322F}"/>
                  </a:ext>
                </a:extLst>
              </p14:cNvPr>
              <p14:cNvContentPartPr/>
              <p14:nvPr/>
            </p14:nvContentPartPr>
            <p14:xfrm>
              <a:off x="5987914" y="3941486"/>
              <a:ext cx="195840" cy="297720"/>
            </p14:xfrm>
          </p:contentPart>
        </mc:Choice>
        <mc:Fallback xmlns="">
          <p:pic>
            <p:nvPicPr>
              <p:cNvPr id="73" name="Ink 72">
                <a:extLst>
                  <a:ext uri="{FF2B5EF4-FFF2-40B4-BE49-F238E27FC236}">
                    <a16:creationId xmlns:a16="http://schemas.microsoft.com/office/drawing/2014/main" id="{AFC3534B-8D51-18E5-87E8-AF2F1CDC322F}"/>
                  </a:ext>
                </a:extLst>
              </p:cNvPr>
              <p:cNvPicPr/>
              <p:nvPr/>
            </p:nvPicPr>
            <p:blipFill>
              <a:blip r:embed="rId35"/>
              <a:stretch>
                <a:fillRect/>
              </a:stretch>
            </p:blipFill>
            <p:spPr>
              <a:xfrm>
                <a:off x="5983594" y="3937166"/>
                <a:ext cx="204480" cy="306360"/>
              </a:xfrm>
              <a:prstGeom prst="rect">
                <a:avLst/>
              </a:prstGeom>
            </p:spPr>
          </p:pic>
        </mc:Fallback>
      </mc:AlternateContent>
      <p:grpSp>
        <p:nvGrpSpPr>
          <p:cNvPr id="76" name="Group 75">
            <a:extLst>
              <a:ext uri="{FF2B5EF4-FFF2-40B4-BE49-F238E27FC236}">
                <a16:creationId xmlns:a16="http://schemas.microsoft.com/office/drawing/2014/main" id="{C3B68199-E08B-E16C-84C1-451D07216132}"/>
              </a:ext>
            </a:extLst>
          </p:cNvPr>
          <p:cNvGrpSpPr/>
          <p:nvPr/>
        </p:nvGrpSpPr>
        <p:grpSpPr>
          <a:xfrm>
            <a:off x="6487594" y="3852926"/>
            <a:ext cx="206280" cy="184320"/>
            <a:chOff x="6487594" y="3852926"/>
            <a:chExt cx="206280" cy="184320"/>
          </a:xfrm>
        </p:grpSpPr>
        <mc:AlternateContent xmlns:mc="http://schemas.openxmlformats.org/markup-compatibility/2006" xmlns:p14="http://schemas.microsoft.com/office/powerpoint/2010/main">
          <mc:Choice Requires="p14">
            <p:contentPart p14:bwMode="auto" r:id="rId36">
              <p14:nvContentPartPr>
                <p14:cNvPr id="74" name="Ink 73">
                  <a:extLst>
                    <a:ext uri="{FF2B5EF4-FFF2-40B4-BE49-F238E27FC236}">
                      <a16:creationId xmlns:a16="http://schemas.microsoft.com/office/drawing/2014/main" id="{4EFE6A61-8FDA-7F75-D30E-27DC63E8FAD1}"/>
                    </a:ext>
                  </a:extLst>
                </p14:cNvPr>
                <p14:cNvContentPartPr/>
                <p14:nvPr/>
              </p14:nvContentPartPr>
              <p14:xfrm>
                <a:off x="6487594" y="3852926"/>
                <a:ext cx="360" cy="184320"/>
              </p14:xfrm>
            </p:contentPart>
          </mc:Choice>
          <mc:Fallback xmlns="">
            <p:pic>
              <p:nvPicPr>
                <p:cNvPr id="74" name="Ink 73">
                  <a:extLst>
                    <a:ext uri="{FF2B5EF4-FFF2-40B4-BE49-F238E27FC236}">
                      <a16:creationId xmlns:a16="http://schemas.microsoft.com/office/drawing/2014/main" id="{4EFE6A61-8FDA-7F75-D30E-27DC63E8FAD1}"/>
                    </a:ext>
                  </a:extLst>
                </p:cNvPr>
                <p:cNvPicPr/>
                <p:nvPr/>
              </p:nvPicPr>
              <p:blipFill>
                <a:blip r:embed="rId37"/>
                <a:stretch>
                  <a:fillRect/>
                </a:stretch>
              </p:blipFill>
              <p:spPr>
                <a:xfrm>
                  <a:off x="6483274" y="3848606"/>
                  <a:ext cx="9000" cy="192960"/>
                </a:xfrm>
                <a:prstGeom prst="rect">
                  <a:avLst/>
                </a:prstGeom>
              </p:spPr>
            </p:pic>
          </mc:Fallback>
        </mc:AlternateContent>
        <mc:AlternateContent xmlns:mc="http://schemas.openxmlformats.org/markup-compatibility/2006" xmlns:p14="http://schemas.microsoft.com/office/powerpoint/2010/main">
          <mc:Choice Requires="p14">
            <p:contentPart p14:bwMode="auto" r:id="rId38">
              <p14:nvContentPartPr>
                <p14:cNvPr id="75" name="Ink 74">
                  <a:extLst>
                    <a:ext uri="{FF2B5EF4-FFF2-40B4-BE49-F238E27FC236}">
                      <a16:creationId xmlns:a16="http://schemas.microsoft.com/office/drawing/2014/main" id="{A7EBF333-F759-C02F-E730-92B3B27F6960}"/>
                    </a:ext>
                  </a:extLst>
                </p14:cNvPr>
                <p14:cNvContentPartPr/>
                <p14:nvPr/>
              </p14:nvContentPartPr>
              <p14:xfrm>
                <a:off x="6584074" y="3863726"/>
                <a:ext cx="109800" cy="133200"/>
              </p14:xfrm>
            </p:contentPart>
          </mc:Choice>
          <mc:Fallback xmlns="">
            <p:pic>
              <p:nvPicPr>
                <p:cNvPr id="75" name="Ink 74">
                  <a:extLst>
                    <a:ext uri="{FF2B5EF4-FFF2-40B4-BE49-F238E27FC236}">
                      <a16:creationId xmlns:a16="http://schemas.microsoft.com/office/drawing/2014/main" id="{A7EBF333-F759-C02F-E730-92B3B27F6960}"/>
                    </a:ext>
                  </a:extLst>
                </p:cNvPr>
                <p:cNvPicPr/>
                <p:nvPr/>
              </p:nvPicPr>
              <p:blipFill>
                <a:blip r:embed="rId39"/>
                <a:stretch>
                  <a:fillRect/>
                </a:stretch>
              </p:blipFill>
              <p:spPr>
                <a:xfrm>
                  <a:off x="6579754" y="3859406"/>
                  <a:ext cx="118440" cy="141840"/>
                </a:xfrm>
                <a:prstGeom prst="rect">
                  <a:avLst/>
                </a:prstGeom>
              </p:spPr>
            </p:pic>
          </mc:Fallback>
        </mc:AlternateContent>
      </p:grpSp>
      <p:grpSp>
        <p:nvGrpSpPr>
          <p:cNvPr id="79" name="Group 78">
            <a:extLst>
              <a:ext uri="{FF2B5EF4-FFF2-40B4-BE49-F238E27FC236}">
                <a16:creationId xmlns:a16="http://schemas.microsoft.com/office/drawing/2014/main" id="{5CA10C91-1D82-BDF7-4133-EB97334C46B3}"/>
              </a:ext>
            </a:extLst>
          </p:cNvPr>
          <p:cNvGrpSpPr/>
          <p:nvPr/>
        </p:nvGrpSpPr>
        <p:grpSpPr>
          <a:xfrm>
            <a:off x="7527634" y="3820526"/>
            <a:ext cx="135720" cy="212400"/>
            <a:chOff x="7527634" y="3820526"/>
            <a:chExt cx="135720" cy="212400"/>
          </a:xfrm>
        </p:grpSpPr>
        <mc:AlternateContent xmlns:mc="http://schemas.openxmlformats.org/markup-compatibility/2006" xmlns:p14="http://schemas.microsoft.com/office/powerpoint/2010/main">
          <mc:Choice Requires="p14">
            <p:contentPart p14:bwMode="auto" r:id="rId40">
              <p14:nvContentPartPr>
                <p14:cNvPr id="77" name="Ink 76">
                  <a:extLst>
                    <a:ext uri="{FF2B5EF4-FFF2-40B4-BE49-F238E27FC236}">
                      <a16:creationId xmlns:a16="http://schemas.microsoft.com/office/drawing/2014/main" id="{61DE869E-4163-6026-59D8-5EAE7AFB2433}"/>
                    </a:ext>
                  </a:extLst>
                </p14:cNvPr>
                <p14:cNvContentPartPr/>
                <p14:nvPr/>
              </p14:nvContentPartPr>
              <p14:xfrm>
                <a:off x="7527634" y="3820526"/>
                <a:ext cx="38160" cy="212400"/>
              </p14:xfrm>
            </p:contentPart>
          </mc:Choice>
          <mc:Fallback xmlns="">
            <p:pic>
              <p:nvPicPr>
                <p:cNvPr id="77" name="Ink 76">
                  <a:extLst>
                    <a:ext uri="{FF2B5EF4-FFF2-40B4-BE49-F238E27FC236}">
                      <a16:creationId xmlns:a16="http://schemas.microsoft.com/office/drawing/2014/main" id="{61DE869E-4163-6026-59D8-5EAE7AFB2433}"/>
                    </a:ext>
                  </a:extLst>
                </p:cNvPr>
                <p:cNvPicPr/>
                <p:nvPr/>
              </p:nvPicPr>
              <p:blipFill>
                <a:blip r:embed="rId41"/>
                <a:stretch>
                  <a:fillRect/>
                </a:stretch>
              </p:blipFill>
              <p:spPr>
                <a:xfrm>
                  <a:off x="7523314" y="3816206"/>
                  <a:ext cx="46800" cy="221040"/>
                </a:xfrm>
                <a:prstGeom prst="rect">
                  <a:avLst/>
                </a:prstGeom>
              </p:spPr>
            </p:pic>
          </mc:Fallback>
        </mc:AlternateContent>
        <mc:AlternateContent xmlns:mc="http://schemas.openxmlformats.org/markup-compatibility/2006" xmlns:p14="http://schemas.microsoft.com/office/powerpoint/2010/main">
          <mc:Choice Requires="p14">
            <p:contentPart p14:bwMode="auto" r:id="rId42">
              <p14:nvContentPartPr>
                <p14:cNvPr id="78" name="Ink 77">
                  <a:extLst>
                    <a:ext uri="{FF2B5EF4-FFF2-40B4-BE49-F238E27FC236}">
                      <a16:creationId xmlns:a16="http://schemas.microsoft.com/office/drawing/2014/main" id="{A8B922AE-B5C4-60C9-3C0E-4E22C9A96B92}"/>
                    </a:ext>
                  </a:extLst>
                </p14:cNvPr>
                <p14:cNvContentPartPr/>
                <p14:nvPr/>
              </p14:nvContentPartPr>
              <p14:xfrm>
                <a:off x="7630234" y="3820526"/>
                <a:ext cx="33120" cy="194760"/>
              </p14:xfrm>
            </p:contentPart>
          </mc:Choice>
          <mc:Fallback xmlns="">
            <p:pic>
              <p:nvPicPr>
                <p:cNvPr id="78" name="Ink 77">
                  <a:extLst>
                    <a:ext uri="{FF2B5EF4-FFF2-40B4-BE49-F238E27FC236}">
                      <a16:creationId xmlns:a16="http://schemas.microsoft.com/office/drawing/2014/main" id="{A8B922AE-B5C4-60C9-3C0E-4E22C9A96B92}"/>
                    </a:ext>
                  </a:extLst>
                </p:cNvPr>
                <p:cNvPicPr/>
                <p:nvPr/>
              </p:nvPicPr>
              <p:blipFill>
                <a:blip r:embed="rId43"/>
                <a:stretch>
                  <a:fillRect/>
                </a:stretch>
              </p:blipFill>
              <p:spPr>
                <a:xfrm>
                  <a:off x="7625914" y="3816206"/>
                  <a:ext cx="41760" cy="2034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44">
            <p14:nvContentPartPr>
              <p14:cNvPr id="80" name="Ink 79">
                <a:extLst>
                  <a:ext uri="{FF2B5EF4-FFF2-40B4-BE49-F238E27FC236}">
                    <a16:creationId xmlns:a16="http://schemas.microsoft.com/office/drawing/2014/main" id="{611E257E-494E-00E4-BD3B-D445B06BE052}"/>
                  </a:ext>
                </a:extLst>
              </p14:cNvPr>
              <p14:cNvContentPartPr/>
              <p14:nvPr/>
            </p14:nvContentPartPr>
            <p14:xfrm>
              <a:off x="6445834" y="1243286"/>
              <a:ext cx="243000" cy="335880"/>
            </p14:xfrm>
          </p:contentPart>
        </mc:Choice>
        <mc:Fallback xmlns="">
          <p:pic>
            <p:nvPicPr>
              <p:cNvPr id="80" name="Ink 79">
                <a:extLst>
                  <a:ext uri="{FF2B5EF4-FFF2-40B4-BE49-F238E27FC236}">
                    <a16:creationId xmlns:a16="http://schemas.microsoft.com/office/drawing/2014/main" id="{611E257E-494E-00E4-BD3B-D445B06BE052}"/>
                  </a:ext>
                </a:extLst>
              </p:cNvPr>
              <p:cNvPicPr/>
              <p:nvPr/>
            </p:nvPicPr>
            <p:blipFill>
              <a:blip r:embed="rId45"/>
              <a:stretch>
                <a:fillRect/>
              </a:stretch>
            </p:blipFill>
            <p:spPr>
              <a:xfrm>
                <a:off x="6441514" y="1238966"/>
                <a:ext cx="251640" cy="344520"/>
              </a:xfrm>
              <a:prstGeom prst="rect">
                <a:avLst/>
              </a:prstGeom>
            </p:spPr>
          </p:pic>
        </mc:Fallback>
      </mc:AlternateContent>
      <p:grpSp>
        <p:nvGrpSpPr>
          <p:cNvPr id="83" name="Group 82">
            <a:extLst>
              <a:ext uri="{FF2B5EF4-FFF2-40B4-BE49-F238E27FC236}">
                <a16:creationId xmlns:a16="http://schemas.microsoft.com/office/drawing/2014/main" id="{710C2CD2-52B6-3582-2DCF-30BFA8B36641}"/>
              </a:ext>
            </a:extLst>
          </p:cNvPr>
          <p:cNvGrpSpPr/>
          <p:nvPr/>
        </p:nvGrpSpPr>
        <p:grpSpPr>
          <a:xfrm>
            <a:off x="7525474" y="1229606"/>
            <a:ext cx="313200" cy="346680"/>
            <a:chOff x="7525474" y="1229606"/>
            <a:chExt cx="313200" cy="346680"/>
          </a:xfrm>
        </p:grpSpPr>
        <mc:AlternateContent xmlns:mc="http://schemas.openxmlformats.org/markup-compatibility/2006" xmlns:p14="http://schemas.microsoft.com/office/powerpoint/2010/main">
          <mc:Choice Requires="p14">
            <p:contentPart p14:bwMode="auto" r:id="rId46">
              <p14:nvContentPartPr>
                <p14:cNvPr id="81" name="Ink 80">
                  <a:extLst>
                    <a:ext uri="{FF2B5EF4-FFF2-40B4-BE49-F238E27FC236}">
                      <a16:creationId xmlns:a16="http://schemas.microsoft.com/office/drawing/2014/main" id="{22484B69-D8A3-FCF9-2FEF-C94C08EBE14C}"/>
                    </a:ext>
                  </a:extLst>
                </p14:cNvPr>
                <p14:cNvContentPartPr/>
                <p14:nvPr/>
              </p14:nvContentPartPr>
              <p14:xfrm>
                <a:off x="7525474" y="1229606"/>
                <a:ext cx="40320" cy="312120"/>
              </p14:xfrm>
            </p:contentPart>
          </mc:Choice>
          <mc:Fallback xmlns="">
            <p:pic>
              <p:nvPicPr>
                <p:cNvPr id="81" name="Ink 80">
                  <a:extLst>
                    <a:ext uri="{FF2B5EF4-FFF2-40B4-BE49-F238E27FC236}">
                      <a16:creationId xmlns:a16="http://schemas.microsoft.com/office/drawing/2014/main" id="{22484B69-D8A3-FCF9-2FEF-C94C08EBE14C}"/>
                    </a:ext>
                  </a:extLst>
                </p:cNvPr>
                <p:cNvPicPr/>
                <p:nvPr/>
              </p:nvPicPr>
              <p:blipFill>
                <a:blip r:embed="rId47"/>
                <a:stretch>
                  <a:fillRect/>
                </a:stretch>
              </p:blipFill>
              <p:spPr>
                <a:xfrm>
                  <a:off x="7521154" y="1225286"/>
                  <a:ext cx="48960" cy="320760"/>
                </a:xfrm>
                <a:prstGeom prst="rect">
                  <a:avLst/>
                </a:prstGeom>
              </p:spPr>
            </p:pic>
          </mc:Fallback>
        </mc:AlternateContent>
        <mc:AlternateContent xmlns:mc="http://schemas.openxmlformats.org/markup-compatibility/2006" xmlns:p14="http://schemas.microsoft.com/office/powerpoint/2010/main">
          <mc:Choice Requires="p14">
            <p:contentPart p14:bwMode="auto" r:id="rId48">
              <p14:nvContentPartPr>
                <p14:cNvPr id="82" name="Ink 81">
                  <a:extLst>
                    <a:ext uri="{FF2B5EF4-FFF2-40B4-BE49-F238E27FC236}">
                      <a16:creationId xmlns:a16="http://schemas.microsoft.com/office/drawing/2014/main" id="{763EB41B-FFAD-69AB-EC99-0A347C43635D}"/>
                    </a:ext>
                  </a:extLst>
                </p14:cNvPr>
                <p14:cNvContentPartPr/>
                <p14:nvPr/>
              </p14:nvContentPartPr>
              <p14:xfrm>
                <a:off x="7672354" y="1260926"/>
                <a:ext cx="166320" cy="315360"/>
              </p14:xfrm>
            </p:contentPart>
          </mc:Choice>
          <mc:Fallback xmlns="">
            <p:pic>
              <p:nvPicPr>
                <p:cNvPr id="82" name="Ink 81">
                  <a:extLst>
                    <a:ext uri="{FF2B5EF4-FFF2-40B4-BE49-F238E27FC236}">
                      <a16:creationId xmlns:a16="http://schemas.microsoft.com/office/drawing/2014/main" id="{763EB41B-FFAD-69AB-EC99-0A347C43635D}"/>
                    </a:ext>
                  </a:extLst>
                </p:cNvPr>
                <p:cNvPicPr/>
                <p:nvPr/>
              </p:nvPicPr>
              <p:blipFill>
                <a:blip r:embed="rId49"/>
                <a:stretch>
                  <a:fillRect/>
                </a:stretch>
              </p:blipFill>
              <p:spPr>
                <a:xfrm>
                  <a:off x="7668034" y="1256606"/>
                  <a:ext cx="174960" cy="324000"/>
                </a:xfrm>
                <a:prstGeom prst="rect">
                  <a:avLst/>
                </a:prstGeom>
              </p:spPr>
            </p:pic>
          </mc:Fallback>
        </mc:AlternateContent>
      </p:grpSp>
      <p:grpSp>
        <p:nvGrpSpPr>
          <p:cNvPr id="87" name="Group 86">
            <a:extLst>
              <a:ext uri="{FF2B5EF4-FFF2-40B4-BE49-F238E27FC236}">
                <a16:creationId xmlns:a16="http://schemas.microsoft.com/office/drawing/2014/main" id="{96240FC4-918B-5F33-06C6-23B51DA4A0A7}"/>
              </a:ext>
            </a:extLst>
          </p:cNvPr>
          <p:cNvGrpSpPr/>
          <p:nvPr/>
        </p:nvGrpSpPr>
        <p:grpSpPr>
          <a:xfrm>
            <a:off x="8501434" y="2361446"/>
            <a:ext cx="304200" cy="312120"/>
            <a:chOff x="8501434" y="2361446"/>
            <a:chExt cx="304200" cy="312120"/>
          </a:xfrm>
        </p:grpSpPr>
        <mc:AlternateContent xmlns:mc="http://schemas.openxmlformats.org/markup-compatibility/2006" xmlns:p14="http://schemas.microsoft.com/office/powerpoint/2010/main">
          <mc:Choice Requires="p14">
            <p:contentPart p14:bwMode="auto" r:id="rId50">
              <p14:nvContentPartPr>
                <p14:cNvPr id="84" name="Ink 83">
                  <a:extLst>
                    <a:ext uri="{FF2B5EF4-FFF2-40B4-BE49-F238E27FC236}">
                      <a16:creationId xmlns:a16="http://schemas.microsoft.com/office/drawing/2014/main" id="{29489C15-7332-7799-9991-DFD26437E454}"/>
                    </a:ext>
                  </a:extLst>
                </p14:cNvPr>
                <p14:cNvContentPartPr/>
                <p14:nvPr/>
              </p14:nvContentPartPr>
              <p14:xfrm>
                <a:off x="8501434" y="2394566"/>
                <a:ext cx="360" cy="279000"/>
              </p14:xfrm>
            </p:contentPart>
          </mc:Choice>
          <mc:Fallback xmlns="">
            <p:pic>
              <p:nvPicPr>
                <p:cNvPr id="84" name="Ink 83">
                  <a:extLst>
                    <a:ext uri="{FF2B5EF4-FFF2-40B4-BE49-F238E27FC236}">
                      <a16:creationId xmlns:a16="http://schemas.microsoft.com/office/drawing/2014/main" id="{29489C15-7332-7799-9991-DFD26437E454}"/>
                    </a:ext>
                  </a:extLst>
                </p:cNvPr>
                <p:cNvPicPr/>
                <p:nvPr/>
              </p:nvPicPr>
              <p:blipFill>
                <a:blip r:embed="rId51"/>
                <a:stretch>
                  <a:fillRect/>
                </a:stretch>
              </p:blipFill>
              <p:spPr>
                <a:xfrm>
                  <a:off x="8497114" y="2390246"/>
                  <a:ext cx="9000" cy="287640"/>
                </a:xfrm>
                <a:prstGeom prst="rect">
                  <a:avLst/>
                </a:prstGeom>
              </p:spPr>
            </p:pic>
          </mc:Fallback>
        </mc:AlternateContent>
        <mc:AlternateContent xmlns:mc="http://schemas.openxmlformats.org/markup-compatibility/2006" xmlns:p14="http://schemas.microsoft.com/office/powerpoint/2010/main">
          <mc:Choice Requires="p14">
            <p:contentPart p14:bwMode="auto" r:id="rId52">
              <p14:nvContentPartPr>
                <p14:cNvPr id="85" name="Ink 84">
                  <a:extLst>
                    <a:ext uri="{FF2B5EF4-FFF2-40B4-BE49-F238E27FC236}">
                      <a16:creationId xmlns:a16="http://schemas.microsoft.com/office/drawing/2014/main" id="{A45A22FF-E333-1CEC-20CA-75A706EAFC66}"/>
                    </a:ext>
                  </a:extLst>
                </p14:cNvPr>
                <p14:cNvContentPartPr/>
                <p14:nvPr/>
              </p14:nvContentPartPr>
              <p14:xfrm>
                <a:off x="8675314" y="2394566"/>
                <a:ext cx="11520" cy="195480"/>
              </p14:xfrm>
            </p:contentPart>
          </mc:Choice>
          <mc:Fallback xmlns="">
            <p:pic>
              <p:nvPicPr>
                <p:cNvPr id="85" name="Ink 84">
                  <a:extLst>
                    <a:ext uri="{FF2B5EF4-FFF2-40B4-BE49-F238E27FC236}">
                      <a16:creationId xmlns:a16="http://schemas.microsoft.com/office/drawing/2014/main" id="{A45A22FF-E333-1CEC-20CA-75A706EAFC66}"/>
                    </a:ext>
                  </a:extLst>
                </p:cNvPr>
                <p:cNvPicPr/>
                <p:nvPr/>
              </p:nvPicPr>
              <p:blipFill>
                <a:blip r:embed="rId53"/>
                <a:stretch>
                  <a:fillRect/>
                </a:stretch>
              </p:blipFill>
              <p:spPr>
                <a:xfrm>
                  <a:off x="8670994" y="2390246"/>
                  <a:ext cx="20160" cy="204120"/>
                </a:xfrm>
                <a:prstGeom prst="rect">
                  <a:avLst/>
                </a:prstGeom>
              </p:spPr>
            </p:pic>
          </mc:Fallback>
        </mc:AlternateContent>
        <mc:AlternateContent xmlns:mc="http://schemas.openxmlformats.org/markup-compatibility/2006" xmlns:p14="http://schemas.microsoft.com/office/powerpoint/2010/main">
          <mc:Choice Requires="p14">
            <p:contentPart p14:bwMode="auto" r:id="rId54">
              <p14:nvContentPartPr>
                <p14:cNvPr id="86" name="Ink 85">
                  <a:extLst>
                    <a:ext uri="{FF2B5EF4-FFF2-40B4-BE49-F238E27FC236}">
                      <a16:creationId xmlns:a16="http://schemas.microsoft.com/office/drawing/2014/main" id="{4FD7686E-8829-B244-42B2-8AD89EBDDF9B}"/>
                    </a:ext>
                  </a:extLst>
                </p14:cNvPr>
                <p14:cNvContentPartPr/>
                <p14:nvPr/>
              </p14:nvContentPartPr>
              <p14:xfrm>
                <a:off x="8636074" y="2361446"/>
                <a:ext cx="169560" cy="122760"/>
              </p14:xfrm>
            </p:contentPart>
          </mc:Choice>
          <mc:Fallback xmlns="">
            <p:pic>
              <p:nvPicPr>
                <p:cNvPr id="86" name="Ink 85">
                  <a:extLst>
                    <a:ext uri="{FF2B5EF4-FFF2-40B4-BE49-F238E27FC236}">
                      <a16:creationId xmlns:a16="http://schemas.microsoft.com/office/drawing/2014/main" id="{4FD7686E-8829-B244-42B2-8AD89EBDDF9B}"/>
                    </a:ext>
                  </a:extLst>
                </p:cNvPr>
                <p:cNvPicPr/>
                <p:nvPr/>
              </p:nvPicPr>
              <p:blipFill>
                <a:blip r:embed="rId55"/>
                <a:stretch>
                  <a:fillRect/>
                </a:stretch>
              </p:blipFill>
              <p:spPr>
                <a:xfrm>
                  <a:off x="8631754" y="2357126"/>
                  <a:ext cx="178200" cy="131400"/>
                </a:xfrm>
                <a:prstGeom prst="rect">
                  <a:avLst/>
                </a:prstGeom>
              </p:spPr>
            </p:pic>
          </mc:Fallback>
        </mc:AlternateContent>
      </p:grpSp>
      <p:grpSp>
        <p:nvGrpSpPr>
          <p:cNvPr id="90" name="Group 89">
            <a:extLst>
              <a:ext uri="{FF2B5EF4-FFF2-40B4-BE49-F238E27FC236}">
                <a16:creationId xmlns:a16="http://schemas.microsoft.com/office/drawing/2014/main" id="{7244154B-03E0-6F81-886A-E9755E13B85F}"/>
              </a:ext>
            </a:extLst>
          </p:cNvPr>
          <p:cNvGrpSpPr/>
          <p:nvPr/>
        </p:nvGrpSpPr>
        <p:grpSpPr>
          <a:xfrm>
            <a:off x="9535714" y="2383766"/>
            <a:ext cx="275400" cy="261000"/>
            <a:chOff x="9535714" y="2383766"/>
            <a:chExt cx="275400" cy="261000"/>
          </a:xfrm>
        </p:grpSpPr>
        <mc:AlternateContent xmlns:mc="http://schemas.openxmlformats.org/markup-compatibility/2006" xmlns:p14="http://schemas.microsoft.com/office/powerpoint/2010/main">
          <mc:Choice Requires="p14">
            <p:contentPart p14:bwMode="auto" r:id="rId56">
              <p14:nvContentPartPr>
                <p14:cNvPr id="88" name="Ink 87">
                  <a:extLst>
                    <a:ext uri="{FF2B5EF4-FFF2-40B4-BE49-F238E27FC236}">
                      <a16:creationId xmlns:a16="http://schemas.microsoft.com/office/drawing/2014/main" id="{ABC1D6E1-ADEA-9262-4A42-3BBA6EF332FC}"/>
                    </a:ext>
                  </a:extLst>
                </p14:cNvPr>
                <p14:cNvContentPartPr/>
                <p14:nvPr/>
              </p14:nvContentPartPr>
              <p14:xfrm>
                <a:off x="9535714" y="2438126"/>
                <a:ext cx="360" cy="206640"/>
              </p14:xfrm>
            </p:contentPart>
          </mc:Choice>
          <mc:Fallback xmlns="">
            <p:pic>
              <p:nvPicPr>
                <p:cNvPr id="88" name="Ink 87">
                  <a:extLst>
                    <a:ext uri="{FF2B5EF4-FFF2-40B4-BE49-F238E27FC236}">
                      <a16:creationId xmlns:a16="http://schemas.microsoft.com/office/drawing/2014/main" id="{ABC1D6E1-ADEA-9262-4A42-3BBA6EF332FC}"/>
                    </a:ext>
                  </a:extLst>
                </p:cNvPr>
                <p:cNvPicPr/>
                <p:nvPr/>
              </p:nvPicPr>
              <p:blipFill>
                <a:blip r:embed="rId3"/>
                <a:stretch>
                  <a:fillRect/>
                </a:stretch>
              </p:blipFill>
              <p:spPr>
                <a:xfrm>
                  <a:off x="9531394" y="2433806"/>
                  <a:ext cx="9000" cy="215280"/>
                </a:xfrm>
                <a:prstGeom prst="rect">
                  <a:avLst/>
                </a:prstGeom>
              </p:spPr>
            </p:pic>
          </mc:Fallback>
        </mc:AlternateContent>
        <mc:AlternateContent xmlns:mc="http://schemas.openxmlformats.org/markup-compatibility/2006" xmlns:p14="http://schemas.microsoft.com/office/powerpoint/2010/main">
          <mc:Choice Requires="p14">
            <p:contentPart p14:bwMode="auto" r:id="rId57">
              <p14:nvContentPartPr>
                <p14:cNvPr id="89" name="Ink 88">
                  <a:extLst>
                    <a:ext uri="{FF2B5EF4-FFF2-40B4-BE49-F238E27FC236}">
                      <a16:creationId xmlns:a16="http://schemas.microsoft.com/office/drawing/2014/main" id="{AE64D860-8389-1655-E887-74C6E8DD4463}"/>
                    </a:ext>
                  </a:extLst>
                </p14:cNvPr>
                <p14:cNvContentPartPr/>
                <p14:nvPr/>
              </p14:nvContentPartPr>
              <p14:xfrm>
                <a:off x="9632914" y="2383766"/>
                <a:ext cx="178200" cy="242640"/>
              </p14:xfrm>
            </p:contentPart>
          </mc:Choice>
          <mc:Fallback xmlns="">
            <p:pic>
              <p:nvPicPr>
                <p:cNvPr id="89" name="Ink 88">
                  <a:extLst>
                    <a:ext uri="{FF2B5EF4-FFF2-40B4-BE49-F238E27FC236}">
                      <a16:creationId xmlns:a16="http://schemas.microsoft.com/office/drawing/2014/main" id="{AE64D860-8389-1655-E887-74C6E8DD4463}"/>
                    </a:ext>
                  </a:extLst>
                </p:cNvPr>
                <p:cNvPicPr/>
                <p:nvPr/>
              </p:nvPicPr>
              <p:blipFill>
                <a:blip r:embed="rId58"/>
                <a:stretch>
                  <a:fillRect/>
                </a:stretch>
              </p:blipFill>
              <p:spPr>
                <a:xfrm>
                  <a:off x="9628594" y="2379446"/>
                  <a:ext cx="186840" cy="25128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59">
            <p14:nvContentPartPr>
              <p14:cNvPr id="91" name="Ink 90">
                <a:extLst>
                  <a:ext uri="{FF2B5EF4-FFF2-40B4-BE49-F238E27FC236}">
                    <a16:creationId xmlns:a16="http://schemas.microsoft.com/office/drawing/2014/main" id="{B26043FD-91BA-6503-C467-4EA97F1643DD}"/>
                  </a:ext>
                </a:extLst>
              </p14:cNvPr>
              <p14:cNvContentPartPr/>
              <p14:nvPr/>
            </p14:nvContentPartPr>
            <p14:xfrm>
              <a:off x="10145194" y="5779646"/>
              <a:ext cx="1486080" cy="156240"/>
            </p14:xfrm>
          </p:contentPart>
        </mc:Choice>
        <mc:Fallback xmlns="">
          <p:pic>
            <p:nvPicPr>
              <p:cNvPr id="91" name="Ink 90">
                <a:extLst>
                  <a:ext uri="{FF2B5EF4-FFF2-40B4-BE49-F238E27FC236}">
                    <a16:creationId xmlns:a16="http://schemas.microsoft.com/office/drawing/2014/main" id="{B26043FD-91BA-6503-C467-4EA97F1643DD}"/>
                  </a:ext>
                </a:extLst>
              </p:cNvPr>
              <p:cNvPicPr/>
              <p:nvPr/>
            </p:nvPicPr>
            <p:blipFill>
              <a:blip r:embed="rId60"/>
              <a:stretch>
                <a:fillRect/>
              </a:stretch>
            </p:blipFill>
            <p:spPr>
              <a:xfrm>
                <a:off x="10140874" y="5775326"/>
                <a:ext cx="1494720" cy="164880"/>
              </a:xfrm>
              <a:prstGeom prst="rect">
                <a:avLst/>
              </a:prstGeom>
            </p:spPr>
          </p:pic>
        </mc:Fallback>
      </mc:AlternateContent>
    </p:spTree>
    <p:extLst>
      <p:ext uri="{BB962C8B-B14F-4D97-AF65-F5344CB8AC3E}">
        <p14:creationId xmlns:p14="http://schemas.microsoft.com/office/powerpoint/2010/main" val="111915783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262670-2DD8-3903-BB8C-8E63C77BEB16}"/>
              </a:ext>
            </a:extLst>
          </p:cNvPr>
          <p:cNvSpPr>
            <a:spLocks noGrp="1"/>
          </p:cNvSpPr>
          <p:nvPr>
            <p:ph type="title"/>
          </p:nvPr>
        </p:nvSpPr>
        <p:spPr/>
        <p:txBody>
          <a:bodyPr/>
          <a:lstStyle/>
          <a:p>
            <a:r>
              <a:rPr lang="en-US" dirty="0"/>
              <a:t>Gantt chart</a:t>
            </a:r>
          </a:p>
        </p:txBody>
      </p:sp>
      <p:graphicFrame>
        <p:nvGraphicFramePr>
          <p:cNvPr id="4" name="Content Placeholder 3">
            <a:extLst>
              <a:ext uri="{FF2B5EF4-FFF2-40B4-BE49-F238E27FC236}">
                <a16:creationId xmlns:a16="http://schemas.microsoft.com/office/drawing/2014/main" id="{D92F6CCC-89EB-7F2C-D13F-85F5ACE62CA3}"/>
              </a:ext>
            </a:extLst>
          </p:cNvPr>
          <p:cNvGraphicFramePr>
            <a:graphicFrameLocks noGrp="1"/>
          </p:cNvGraphicFramePr>
          <p:nvPr>
            <p:ph idx="1"/>
            <p:extLst>
              <p:ext uri="{D42A27DB-BD31-4B8C-83A1-F6EECF244321}">
                <p14:modId xmlns:p14="http://schemas.microsoft.com/office/powerpoint/2010/main" val="3301644961"/>
              </p:ext>
            </p:extLst>
          </p:nvPr>
        </p:nvGraphicFramePr>
        <p:xfrm>
          <a:off x="1079500" y="1790700"/>
          <a:ext cx="10026634" cy="4079240"/>
        </p:xfrm>
        <a:graphic>
          <a:graphicData uri="http://schemas.openxmlformats.org/drawingml/2006/table">
            <a:tbl>
              <a:tblPr firstRow="1" bandRow="1">
                <a:tableStyleId>{5C22544A-7EE6-4342-B048-85BDC9FD1C3A}</a:tableStyleId>
              </a:tblPr>
              <a:tblGrid>
                <a:gridCol w="589802">
                  <a:extLst>
                    <a:ext uri="{9D8B030D-6E8A-4147-A177-3AD203B41FA5}">
                      <a16:colId xmlns:a16="http://schemas.microsoft.com/office/drawing/2014/main" val="639108424"/>
                    </a:ext>
                  </a:extLst>
                </a:gridCol>
                <a:gridCol w="589802">
                  <a:extLst>
                    <a:ext uri="{9D8B030D-6E8A-4147-A177-3AD203B41FA5}">
                      <a16:colId xmlns:a16="http://schemas.microsoft.com/office/drawing/2014/main" val="992247533"/>
                    </a:ext>
                  </a:extLst>
                </a:gridCol>
                <a:gridCol w="589802">
                  <a:extLst>
                    <a:ext uri="{9D8B030D-6E8A-4147-A177-3AD203B41FA5}">
                      <a16:colId xmlns:a16="http://schemas.microsoft.com/office/drawing/2014/main" val="1476350607"/>
                    </a:ext>
                  </a:extLst>
                </a:gridCol>
                <a:gridCol w="589802">
                  <a:extLst>
                    <a:ext uri="{9D8B030D-6E8A-4147-A177-3AD203B41FA5}">
                      <a16:colId xmlns:a16="http://schemas.microsoft.com/office/drawing/2014/main" val="1743348056"/>
                    </a:ext>
                  </a:extLst>
                </a:gridCol>
                <a:gridCol w="589802">
                  <a:extLst>
                    <a:ext uri="{9D8B030D-6E8A-4147-A177-3AD203B41FA5}">
                      <a16:colId xmlns:a16="http://schemas.microsoft.com/office/drawing/2014/main" val="2671575095"/>
                    </a:ext>
                  </a:extLst>
                </a:gridCol>
                <a:gridCol w="589802">
                  <a:extLst>
                    <a:ext uri="{9D8B030D-6E8A-4147-A177-3AD203B41FA5}">
                      <a16:colId xmlns:a16="http://schemas.microsoft.com/office/drawing/2014/main" val="4178405554"/>
                    </a:ext>
                  </a:extLst>
                </a:gridCol>
                <a:gridCol w="589802">
                  <a:extLst>
                    <a:ext uri="{9D8B030D-6E8A-4147-A177-3AD203B41FA5}">
                      <a16:colId xmlns:a16="http://schemas.microsoft.com/office/drawing/2014/main" val="476290446"/>
                    </a:ext>
                  </a:extLst>
                </a:gridCol>
                <a:gridCol w="589802">
                  <a:extLst>
                    <a:ext uri="{9D8B030D-6E8A-4147-A177-3AD203B41FA5}">
                      <a16:colId xmlns:a16="http://schemas.microsoft.com/office/drawing/2014/main" val="3719269522"/>
                    </a:ext>
                  </a:extLst>
                </a:gridCol>
                <a:gridCol w="589802">
                  <a:extLst>
                    <a:ext uri="{9D8B030D-6E8A-4147-A177-3AD203B41FA5}">
                      <a16:colId xmlns:a16="http://schemas.microsoft.com/office/drawing/2014/main" val="2410929392"/>
                    </a:ext>
                  </a:extLst>
                </a:gridCol>
                <a:gridCol w="589802">
                  <a:extLst>
                    <a:ext uri="{9D8B030D-6E8A-4147-A177-3AD203B41FA5}">
                      <a16:colId xmlns:a16="http://schemas.microsoft.com/office/drawing/2014/main" val="422548275"/>
                    </a:ext>
                  </a:extLst>
                </a:gridCol>
                <a:gridCol w="589802">
                  <a:extLst>
                    <a:ext uri="{9D8B030D-6E8A-4147-A177-3AD203B41FA5}">
                      <a16:colId xmlns:a16="http://schemas.microsoft.com/office/drawing/2014/main" val="3554470107"/>
                    </a:ext>
                  </a:extLst>
                </a:gridCol>
                <a:gridCol w="589802">
                  <a:extLst>
                    <a:ext uri="{9D8B030D-6E8A-4147-A177-3AD203B41FA5}">
                      <a16:colId xmlns:a16="http://schemas.microsoft.com/office/drawing/2014/main" val="3505446453"/>
                    </a:ext>
                  </a:extLst>
                </a:gridCol>
                <a:gridCol w="589802">
                  <a:extLst>
                    <a:ext uri="{9D8B030D-6E8A-4147-A177-3AD203B41FA5}">
                      <a16:colId xmlns:a16="http://schemas.microsoft.com/office/drawing/2014/main" val="1941204060"/>
                    </a:ext>
                  </a:extLst>
                </a:gridCol>
                <a:gridCol w="589802">
                  <a:extLst>
                    <a:ext uri="{9D8B030D-6E8A-4147-A177-3AD203B41FA5}">
                      <a16:colId xmlns:a16="http://schemas.microsoft.com/office/drawing/2014/main" val="2835702688"/>
                    </a:ext>
                  </a:extLst>
                </a:gridCol>
                <a:gridCol w="589802">
                  <a:extLst>
                    <a:ext uri="{9D8B030D-6E8A-4147-A177-3AD203B41FA5}">
                      <a16:colId xmlns:a16="http://schemas.microsoft.com/office/drawing/2014/main" val="2448575970"/>
                    </a:ext>
                  </a:extLst>
                </a:gridCol>
                <a:gridCol w="589802">
                  <a:extLst>
                    <a:ext uri="{9D8B030D-6E8A-4147-A177-3AD203B41FA5}">
                      <a16:colId xmlns:a16="http://schemas.microsoft.com/office/drawing/2014/main" val="4169463443"/>
                    </a:ext>
                  </a:extLst>
                </a:gridCol>
                <a:gridCol w="589802">
                  <a:extLst>
                    <a:ext uri="{9D8B030D-6E8A-4147-A177-3AD203B41FA5}">
                      <a16:colId xmlns:a16="http://schemas.microsoft.com/office/drawing/2014/main" val="2396082250"/>
                    </a:ext>
                  </a:extLst>
                </a:gridCol>
              </a:tblGrid>
              <a:tr h="370840">
                <a:tc>
                  <a:txBody>
                    <a:bodyPr/>
                    <a:lstStyle/>
                    <a:p>
                      <a:endParaRPr lang="en-US"/>
                    </a:p>
                  </a:txBody>
                  <a:tcPr/>
                </a:tc>
                <a:tc>
                  <a:txBody>
                    <a:bodyPr/>
                    <a:lstStyle/>
                    <a:p>
                      <a:r>
                        <a:rPr lang="en-US" dirty="0"/>
                        <a:t>1</a:t>
                      </a:r>
                    </a:p>
                  </a:txBody>
                  <a:tcPr/>
                </a:tc>
                <a:tc>
                  <a:txBody>
                    <a:bodyPr/>
                    <a:lstStyle/>
                    <a:p>
                      <a:r>
                        <a:rPr lang="en-US" dirty="0"/>
                        <a:t>2</a:t>
                      </a:r>
                    </a:p>
                  </a:txBody>
                  <a:tcPr/>
                </a:tc>
                <a:tc>
                  <a:txBody>
                    <a:bodyPr/>
                    <a:lstStyle/>
                    <a:p>
                      <a:r>
                        <a:rPr lang="en-US" dirty="0"/>
                        <a:t>3</a:t>
                      </a:r>
                    </a:p>
                  </a:txBody>
                  <a:tcPr/>
                </a:tc>
                <a:tc>
                  <a:txBody>
                    <a:bodyPr/>
                    <a:lstStyle/>
                    <a:p>
                      <a:r>
                        <a:rPr lang="en-US" dirty="0"/>
                        <a:t>4</a:t>
                      </a:r>
                    </a:p>
                  </a:txBody>
                  <a:tcPr/>
                </a:tc>
                <a:tc>
                  <a:txBody>
                    <a:bodyPr/>
                    <a:lstStyle/>
                    <a:p>
                      <a:endParaRPr lang="en-US" dirty="0"/>
                    </a:p>
                  </a:txBody>
                  <a:tcPr/>
                </a:tc>
                <a:tc>
                  <a:txBody>
                    <a:bodyPr/>
                    <a:lstStyle/>
                    <a:p>
                      <a:endParaRPr lang="en-US" dirty="0"/>
                    </a:p>
                  </a:txBody>
                  <a:tcPr/>
                </a:tc>
                <a:tc>
                  <a:txBody>
                    <a:bodyPr/>
                    <a:lstStyle/>
                    <a:p>
                      <a:r>
                        <a:rPr lang="en-US" dirty="0"/>
                        <a:t>7</a:t>
                      </a:r>
                    </a:p>
                  </a:txBody>
                  <a:tcPr/>
                </a:tc>
                <a:tc>
                  <a:txBody>
                    <a:bodyPr/>
                    <a:lstStyle/>
                    <a:p>
                      <a:r>
                        <a:rPr lang="en-US" dirty="0"/>
                        <a:t>8</a:t>
                      </a:r>
                    </a:p>
                  </a:txBody>
                  <a:tcPr/>
                </a:tc>
                <a:tc>
                  <a:txBody>
                    <a:bodyPr/>
                    <a:lstStyle/>
                    <a:p>
                      <a:r>
                        <a:rPr lang="en-US" dirty="0"/>
                        <a:t>9</a:t>
                      </a:r>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r>
                        <a:rPr lang="en-US" dirty="0"/>
                        <a:t>16</a:t>
                      </a:r>
                    </a:p>
                  </a:txBody>
                  <a:tcPr/>
                </a:tc>
                <a:extLst>
                  <a:ext uri="{0D108BD9-81ED-4DB2-BD59-A6C34878D82A}">
                    <a16:rowId xmlns:a16="http://schemas.microsoft.com/office/drawing/2014/main" val="4063000939"/>
                  </a:ext>
                </a:extLst>
              </a:tr>
              <a:tr h="370840">
                <a:tc>
                  <a:txBody>
                    <a:bodyPr/>
                    <a:lstStyle/>
                    <a:p>
                      <a:r>
                        <a:rPr lang="en-US" dirty="0"/>
                        <a:t>A</a:t>
                      </a:r>
                    </a:p>
                  </a:txBody>
                  <a:tcPr/>
                </a:tc>
                <a:tc>
                  <a:txBody>
                    <a:bodyPr/>
                    <a:lstStyle/>
                    <a:p>
                      <a:endParaRPr lang="en-US" sz="1800" kern="1200" dirty="0">
                        <a:solidFill>
                          <a:schemeClr val="dk1"/>
                        </a:solidFill>
                        <a:latin typeface="+mn-lt"/>
                        <a:ea typeface="+mn-ea"/>
                        <a:cs typeface="+mn-cs"/>
                      </a:endParaRPr>
                    </a:p>
                  </a:txBody>
                  <a:tcPr>
                    <a:solidFill>
                      <a:schemeClr val="accent2"/>
                    </a:solidFill>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2576186856"/>
                  </a:ext>
                </a:extLst>
              </a:tr>
              <a:tr h="370840">
                <a:tc>
                  <a:txBody>
                    <a:bodyPr/>
                    <a:lstStyle/>
                    <a:p>
                      <a:r>
                        <a:rPr lang="en-US" dirty="0"/>
                        <a:t>B</a:t>
                      </a:r>
                    </a:p>
                  </a:txBody>
                  <a:tcPr/>
                </a:tc>
                <a:tc>
                  <a:txBody>
                    <a:bodyPr/>
                    <a:lstStyle/>
                    <a:p>
                      <a:endParaRPr lang="en-US" dirty="0"/>
                    </a:p>
                  </a:txBody>
                  <a:tcPr>
                    <a:solidFill>
                      <a:schemeClr val="accent2"/>
                    </a:solidFill>
                  </a:tcPr>
                </a:tc>
                <a:tc>
                  <a:txBody>
                    <a:bodyPr/>
                    <a:lstStyle/>
                    <a:p>
                      <a:endParaRPr lang="en-US" dirty="0"/>
                    </a:p>
                  </a:txBody>
                  <a:tcPr>
                    <a:solidFill>
                      <a:schemeClr val="accent2"/>
                    </a:solidFill>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587621909"/>
                  </a:ext>
                </a:extLst>
              </a:tr>
              <a:tr h="370840">
                <a:tc>
                  <a:txBody>
                    <a:bodyPr/>
                    <a:lstStyle/>
                    <a:p>
                      <a:r>
                        <a:rPr lang="en-US" dirty="0"/>
                        <a:t>C</a:t>
                      </a:r>
                    </a:p>
                  </a:txBody>
                  <a:tcPr/>
                </a:tc>
                <a:tc>
                  <a:txBody>
                    <a:bodyPr/>
                    <a:lstStyle/>
                    <a:p>
                      <a:endParaRPr lang="en-US" dirty="0"/>
                    </a:p>
                  </a:txBody>
                  <a:tcPr>
                    <a:solidFill>
                      <a:schemeClr val="accent2"/>
                    </a:solidFill>
                  </a:tcPr>
                </a:tc>
                <a:tc>
                  <a:txBody>
                    <a:bodyPr/>
                    <a:lstStyle/>
                    <a:p>
                      <a:endParaRPr lang="en-US" dirty="0"/>
                    </a:p>
                  </a:txBody>
                  <a:tcPr>
                    <a:solidFill>
                      <a:schemeClr val="accent2"/>
                    </a:solidFill>
                  </a:tcPr>
                </a:tc>
                <a:tc>
                  <a:txBody>
                    <a:bodyPr/>
                    <a:lstStyle/>
                    <a:p>
                      <a:endParaRPr lang="en-US" dirty="0"/>
                    </a:p>
                  </a:txBody>
                  <a:tcPr>
                    <a:solidFill>
                      <a:schemeClr val="accent2"/>
                    </a:solidFill>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1306597666"/>
                  </a:ext>
                </a:extLst>
              </a:tr>
              <a:tr h="370840">
                <a:tc>
                  <a:txBody>
                    <a:bodyPr/>
                    <a:lstStyle/>
                    <a:p>
                      <a:r>
                        <a:rPr lang="en-US" dirty="0"/>
                        <a:t>D</a:t>
                      </a:r>
                    </a:p>
                  </a:txBody>
                  <a:tcPr/>
                </a:tc>
                <a:tc>
                  <a:txBody>
                    <a:bodyPr/>
                    <a:lstStyle/>
                    <a:p>
                      <a:endParaRPr lang="en-US"/>
                    </a:p>
                  </a:txBody>
                  <a:tcPr/>
                </a:tc>
                <a:tc>
                  <a:txBody>
                    <a:bodyPr/>
                    <a:lstStyle/>
                    <a:p>
                      <a:endParaRPr lang="en-US" dirty="0"/>
                    </a:p>
                  </a:txBody>
                  <a:tcPr>
                    <a:solidFill>
                      <a:schemeClr val="accent2"/>
                    </a:solidFill>
                  </a:tcPr>
                </a:tc>
                <a:tc>
                  <a:txBody>
                    <a:bodyPr/>
                    <a:lstStyle/>
                    <a:p>
                      <a:endParaRPr lang="en-US" dirty="0"/>
                    </a:p>
                  </a:txBody>
                  <a:tcPr>
                    <a:solidFill>
                      <a:schemeClr val="accent2"/>
                    </a:solidFill>
                  </a:tcPr>
                </a:tc>
                <a:tc>
                  <a:txBody>
                    <a:bodyPr/>
                    <a:lstStyle/>
                    <a:p>
                      <a:endParaRPr lang="en-US" dirty="0"/>
                    </a:p>
                  </a:txBody>
                  <a:tcPr>
                    <a:solidFill>
                      <a:schemeClr val="accent2"/>
                    </a:solidFill>
                  </a:tcPr>
                </a:tc>
                <a:tc>
                  <a:txBody>
                    <a:bodyPr/>
                    <a:lstStyle/>
                    <a:p>
                      <a:endParaRPr lang="en-US" dirty="0"/>
                    </a:p>
                  </a:txBody>
                  <a:tcPr>
                    <a:solidFill>
                      <a:schemeClr val="accent2"/>
                    </a:solidFill>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2600167666"/>
                  </a:ext>
                </a:extLst>
              </a:tr>
              <a:tr h="370840">
                <a:tc>
                  <a:txBody>
                    <a:bodyPr/>
                    <a:lstStyle/>
                    <a:p>
                      <a:r>
                        <a:rPr lang="en-US" dirty="0"/>
                        <a:t>E</a:t>
                      </a:r>
                    </a:p>
                  </a:txBody>
                  <a:tcPr/>
                </a:tc>
                <a:tc>
                  <a:txBody>
                    <a:bodyPr/>
                    <a:lstStyle/>
                    <a:p>
                      <a:endParaRPr lang="en-US"/>
                    </a:p>
                  </a:txBody>
                  <a:tcPr/>
                </a:tc>
                <a:tc>
                  <a:txBody>
                    <a:bodyPr/>
                    <a:lstStyle/>
                    <a:p>
                      <a:endParaRPr lang="en-US"/>
                    </a:p>
                  </a:txBody>
                  <a:tcPr/>
                </a:tc>
                <a:tc>
                  <a:txBody>
                    <a:bodyPr/>
                    <a:lstStyle/>
                    <a:p>
                      <a:endParaRPr lang="en-US" dirty="0"/>
                    </a:p>
                  </a:txBody>
                  <a:tcPr>
                    <a:solidFill>
                      <a:schemeClr val="accent2"/>
                    </a:solidFill>
                  </a:tcPr>
                </a:tc>
                <a:tc>
                  <a:txBody>
                    <a:bodyPr/>
                    <a:lstStyle/>
                    <a:p>
                      <a:endParaRPr lang="en-US" dirty="0"/>
                    </a:p>
                  </a:txBody>
                  <a:tcPr>
                    <a:solidFill>
                      <a:schemeClr val="accent2"/>
                    </a:solidFill>
                  </a:tcPr>
                </a:tc>
                <a:tc>
                  <a:txBody>
                    <a:bodyPr/>
                    <a:lstStyle/>
                    <a:p>
                      <a:endParaRPr lang="en-US" dirty="0"/>
                    </a:p>
                  </a:txBody>
                  <a:tcPr>
                    <a:solidFill>
                      <a:schemeClr val="accent2"/>
                    </a:solidFill>
                  </a:tcPr>
                </a:tc>
                <a:tc>
                  <a:txBody>
                    <a:bodyPr/>
                    <a:lstStyle/>
                    <a:p>
                      <a:endParaRPr lang="en-US" dirty="0"/>
                    </a:p>
                  </a:txBody>
                  <a:tcPr>
                    <a:solidFill>
                      <a:schemeClr val="accent2"/>
                    </a:solidFill>
                  </a:tcPr>
                </a:tc>
                <a:tc>
                  <a:txBody>
                    <a:bodyPr/>
                    <a:lstStyle/>
                    <a:p>
                      <a:endParaRPr lang="en-US" dirty="0"/>
                    </a:p>
                  </a:txBody>
                  <a:tcPr>
                    <a:solidFill>
                      <a:schemeClr val="accent2"/>
                    </a:solidFill>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dirty="0"/>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2984177224"/>
                  </a:ext>
                </a:extLst>
              </a:tr>
              <a:tr h="370840">
                <a:tc>
                  <a:txBody>
                    <a:bodyPr/>
                    <a:lstStyle/>
                    <a:p>
                      <a:r>
                        <a:rPr lang="en-US" dirty="0"/>
                        <a:t>F</a:t>
                      </a:r>
                    </a:p>
                  </a:txBody>
                  <a:tcPr/>
                </a:tc>
                <a:tc>
                  <a:txBody>
                    <a:bodyPr/>
                    <a:lstStyle/>
                    <a:p>
                      <a:endParaRPr lang="en-US"/>
                    </a:p>
                  </a:txBody>
                  <a:tcPr/>
                </a:tc>
                <a:tc>
                  <a:txBody>
                    <a:bodyPr/>
                    <a:lstStyle/>
                    <a:p>
                      <a:endParaRPr lang="en-US"/>
                    </a:p>
                  </a:txBody>
                  <a:tcPr/>
                </a:tc>
                <a:tc>
                  <a:txBody>
                    <a:bodyPr/>
                    <a:lstStyle/>
                    <a:p>
                      <a:endParaRPr lang="en-US" dirty="0"/>
                    </a:p>
                  </a:txBody>
                  <a:tcPr>
                    <a:solidFill>
                      <a:schemeClr val="accent2"/>
                    </a:solidFill>
                  </a:tcPr>
                </a:tc>
                <a:tc>
                  <a:txBody>
                    <a:bodyPr/>
                    <a:lstStyle/>
                    <a:p>
                      <a:endParaRPr lang="en-US" dirty="0"/>
                    </a:p>
                  </a:txBody>
                  <a:tcPr>
                    <a:solidFill>
                      <a:schemeClr val="accent2"/>
                    </a:solidFill>
                  </a:tcPr>
                </a:tc>
                <a:tc>
                  <a:txBody>
                    <a:bodyPr/>
                    <a:lstStyle/>
                    <a:p>
                      <a:endParaRPr lang="en-US" dirty="0"/>
                    </a:p>
                  </a:txBody>
                  <a:tcPr>
                    <a:solidFill>
                      <a:schemeClr val="accent2"/>
                    </a:solidFill>
                  </a:tcPr>
                </a:tc>
                <a:tc>
                  <a:txBody>
                    <a:bodyPr/>
                    <a:lstStyle/>
                    <a:p>
                      <a:endParaRPr lang="en-US" dirty="0"/>
                    </a:p>
                  </a:txBody>
                  <a:tcPr>
                    <a:solidFill>
                      <a:schemeClr val="accent2"/>
                    </a:solidFill>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dirty="0"/>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1962537182"/>
                  </a:ext>
                </a:extLst>
              </a:tr>
              <a:tr h="370840">
                <a:tc>
                  <a:txBody>
                    <a:bodyPr/>
                    <a:lstStyle/>
                    <a:p>
                      <a:r>
                        <a:rPr lang="en-US" dirty="0"/>
                        <a:t>G</a:t>
                      </a:r>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dirty="0"/>
                    </a:p>
                  </a:txBody>
                  <a:tcPr>
                    <a:solidFill>
                      <a:schemeClr val="accent2"/>
                    </a:solidFill>
                  </a:tcPr>
                </a:tc>
                <a:tc>
                  <a:txBody>
                    <a:bodyPr/>
                    <a:lstStyle/>
                    <a:p>
                      <a:endParaRPr lang="en-US" dirty="0"/>
                    </a:p>
                  </a:txBody>
                  <a:tcPr>
                    <a:solidFill>
                      <a:schemeClr val="accent2"/>
                    </a:solidFill>
                  </a:tcPr>
                </a:tc>
                <a:tc>
                  <a:txBody>
                    <a:bodyPr/>
                    <a:lstStyle/>
                    <a:p>
                      <a:endParaRPr lang="en-US" dirty="0"/>
                    </a:p>
                  </a:txBody>
                  <a:tcPr>
                    <a:solidFill>
                      <a:schemeClr val="accent2"/>
                    </a:solidFill>
                  </a:tcPr>
                </a:tc>
                <a:tc>
                  <a:txBody>
                    <a:bodyPr/>
                    <a:lstStyle/>
                    <a:p>
                      <a:endParaRPr lang="en-US"/>
                    </a:p>
                  </a:txBody>
                  <a:tcPr>
                    <a:solidFill>
                      <a:schemeClr val="accent2"/>
                    </a:solidFill>
                  </a:tcPr>
                </a:tc>
                <a:tc>
                  <a:txBody>
                    <a:bodyPr/>
                    <a:lstStyle/>
                    <a:p>
                      <a:endParaRPr lang="en-US" dirty="0"/>
                    </a:p>
                  </a:txBody>
                  <a:tcPr>
                    <a:solidFill>
                      <a:schemeClr val="accent2"/>
                    </a:solidFill>
                  </a:tcPr>
                </a:tc>
                <a:tc>
                  <a:txBody>
                    <a:bodyPr/>
                    <a:lstStyle/>
                    <a:p>
                      <a:endParaRPr lang="en-US" dirty="0"/>
                    </a:p>
                  </a:txBody>
                  <a:tcPr>
                    <a:solidFill>
                      <a:schemeClr val="accent2"/>
                    </a:solidFill>
                  </a:tcPr>
                </a:tc>
                <a:tc>
                  <a:txBody>
                    <a:bodyPr/>
                    <a:lstStyle/>
                    <a:p>
                      <a:endParaRPr lang="en-US" dirty="0"/>
                    </a:p>
                  </a:txBody>
                  <a:tcPr>
                    <a:solidFill>
                      <a:schemeClr val="accent1">
                        <a:lumMod val="40000"/>
                        <a:lumOff val="60000"/>
                      </a:schemeClr>
                    </a:solidFill>
                  </a:tcPr>
                </a:tc>
                <a:tc>
                  <a:txBody>
                    <a:bodyPr/>
                    <a:lstStyle/>
                    <a:p>
                      <a:endParaRPr lang="en-US" dirty="0"/>
                    </a:p>
                  </a:txBody>
                  <a:tcPr>
                    <a:solidFill>
                      <a:schemeClr val="accent1">
                        <a:lumMod val="40000"/>
                        <a:lumOff val="60000"/>
                      </a:schemeClr>
                    </a:solidFill>
                  </a:tcPr>
                </a:tc>
                <a:tc>
                  <a:txBody>
                    <a:bodyPr/>
                    <a:lstStyle/>
                    <a:p>
                      <a:endParaRPr lang="en-US" dirty="0"/>
                    </a:p>
                  </a:txBody>
                  <a:tcPr>
                    <a:solidFill>
                      <a:schemeClr val="accent1">
                        <a:lumMod val="40000"/>
                        <a:lumOff val="60000"/>
                      </a:schemeClr>
                    </a:solidFill>
                  </a:tcPr>
                </a:tc>
                <a:tc>
                  <a:txBody>
                    <a:bodyPr/>
                    <a:lstStyle/>
                    <a:p>
                      <a:endParaRPr lang="en-US" dirty="0"/>
                    </a:p>
                  </a:txBody>
                  <a:tcPr>
                    <a:solidFill>
                      <a:schemeClr val="accent1">
                        <a:lumMod val="40000"/>
                        <a:lumOff val="60000"/>
                      </a:schemeClr>
                    </a:solidFill>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491907242"/>
                  </a:ext>
                </a:extLst>
              </a:tr>
              <a:tr h="370840">
                <a:tc>
                  <a:txBody>
                    <a:bodyPr/>
                    <a:lstStyle/>
                    <a:p>
                      <a:r>
                        <a:rPr lang="en-US" dirty="0"/>
                        <a:t>H</a:t>
                      </a:r>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dirty="0"/>
                    </a:p>
                  </a:txBody>
                  <a:tcPr/>
                </a:tc>
                <a:tc>
                  <a:txBody>
                    <a:bodyPr/>
                    <a:lstStyle/>
                    <a:p>
                      <a:endParaRPr lang="en-US" dirty="0"/>
                    </a:p>
                  </a:txBody>
                  <a:tcPr>
                    <a:solidFill>
                      <a:schemeClr val="accent1"/>
                    </a:solidFill>
                  </a:tcPr>
                </a:tc>
                <a:tc>
                  <a:txBody>
                    <a:bodyPr/>
                    <a:lstStyle/>
                    <a:p>
                      <a:endParaRPr lang="en-US" dirty="0"/>
                    </a:p>
                  </a:txBody>
                  <a:tcPr>
                    <a:solidFill>
                      <a:schemeClr val="accent1"/>
                    </a:solidFill>
                  </a:tcPr>
                </a:tc>
                <a:tc>
                  <a:txBody>
                    <a:bodyPr/>
                    <a:lstStyle/>
                    <a:p>
                      <a:endParaRPr lang="en-US" dirty="0"/>
                    </a:p>
                  </a:txBody>
                  <a:tcPr>
                    <a:solidFill>
                      <a:schemeClr val="accent1"/>
                    </a:solidFill>
                  </a:tcPr>
                </a:tc>
                <a:tc>
                  <a:txBody>
                    <a:bodyPr/>
                    <a:lstStyle/>
                    <a:p>
                      <a:endParaRPr lang="en-US" dirty="0"/>
                    </a:p>
                  </a:txBody>
                  <a:tcPr>
                    <a:solidFill>
                      <a:schemeClr val="accent1"/>
                    </a:solidFill>
                  </a:tcPr>
                </a:tc>
                <a:tc>
                  <a:txBody>
                    <a:bodyPr/>
                    <a:lstStyle/>
                    <a:p>
                      <a:endParaRPr lang="en-US" dirty="0"/>
                    </a:p>
                  </a:txBody>
                  <a:tcPr>
                    <a:solidFill>
                      <a:schemeClr val="accent1"/>
                    </a:solidFill>
                  </a:tcPr>
                </a:tc>
                <a:tc>
                  <a:txBody>
                    <a:bodyPr/>
                    <a:lstStyle/>
                    <a:p>
                      <a:endParaRPr lang="en-US" dirty="0"/>
                    </a:p>
                  </a:txBody>
                  <a:tcPr>
                    <a:solidFill>
                      <a:schemeClr val="accent1"/>
                    </a:solidFill>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529308488"/>
                  </a:ext>
                </a:extLst>
              </a:tr>
              <a:tr h="370840">
                <a:tc>
                  <a:txBody>
                    <a:bodyPr/>
                    <a:lstStyle/>
                    <a:p>
                      <a:r>
                        <a:rPr lang="en-US" dirty="0"/>
                        <a:t>I</a:t>
                      </a:r>
                    </a:p>
                  </a:txBody>
                  <a:tcPr/>
                </a:tc>
                <a:tc>
                  <a:txBody>
                    <a:bodyPr/>
                    <a:lstStyle/>
                    <a:p>
                      <a:endParaRPr lang="en-US" dirty="0"/>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dirty="0"/>
                    </a:p>
                  </a:txBody>
                  <a:tcPr/>
                </a:tc>
                <a:tc>
                  <a:txBody>
                    <a:bodyPr/>
                    <a:lstStyle/>
                    <a:p>
                      <a:endParaRPr lang="en-US"/>
                    </a:p>
                  </a:txBody>
                  <a:tcPr/>
                </a:tc>
                <a:tc>
                  <a:txBody>
                    <a:bodyPr/>
                    <a:lstStyle/>
                    <a:p>
                      <a:endParaRPr lang="en-US" dirty="0"/>
                    </a:p>
                  </a:txBody>
                  <a:tcPr>
                    <a:solidFill>
                      <a:schemeClr val="accent2"/>
                    </a:solidFill>
                  </a:tcPr>
                </a:tc>
                <a:tc>
                  <a:txBody>
                    <a:bodyPr/>
                    <a:lstStyle/>
                    <a:p>
                      <a:endParaRPr lang="en-US" dirty="0"/>
                    </a:p>
                  </a:txBody>
                  <a:tcPr>
                    <a:solidFill>
                      <a:schemeClr val="accent2"/>
                    </a:solidFill>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1830367650"/>
                  </a:ext>
                </a:extLst>
              </a:tr>
              <a:tr h="370840">
                <a:tc>
                  <a:txBody>
                    <a:bodyPr/>
                    <a:lstStyle/>
                    <a:p>
                      <a:r>
                        <a:rPr lang="en-US" dirty="0"/>
                        <a:t>J</a:t>
                      </a:r>
                    </a:p>
                  </a:txBody>
                  <a:tcPr/>
                </a:tc>
                <a:tc>
                  <a:txBody>
                    <a:bodyPr/>
                    <a:lstStyle/>
                    <a:p>
                      <a:endParaRPr lang="en-US" dirty="0"/>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dirty="0"/>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dirty="0"/>
                    </a:p>
                  </a:txBody>
                  <a:tcPr>
                    <a:solidFill>
                      <a:schemeClr val="accent1"/>
                    </a:solidFill>
                  </a:tcPr>
                </a:tc>
                <a:tc>
                  <a:txBody>
                    <a:bodyPr/>
                    <a:lstStyle/>
                    <a:p>
                      <a:endParaRPr lang="en-US" dirty="0"/>
                    </a:p>
                  </a:txBody>
                  <a:tcPr>
                    <a:solidFill>
                      <a:schemeClr val="accent1"/>
                    </a:solidFill>
                  </a:tcPr>
                </a:tc>
                <a:tc>
                  <a:txBody>
                    <a:bodyPr/>
                    <a:lstStyle/>
                    <a:p>
                      <a:endParaRPr lang="en-US" dirty="0"/>
                    </a:p>
                  </a:txBody>
                  <a:tcPr>
                    <a:solidFill>
                      <a:schemeClr val="accent1"/>
                    </a:solidFill>
                  </a:tcPr>
                </a:tc>
                <a:extLst>
                  <a:ext uri="{0D108BD9-81ED-4DB2-BD59-A6C34878D82A}">
                    <a16:rowId xmlns:a16="http://schemas.microsoft.com/office/drawing/2014/main" val="1294440758"/>
                  </a:ext>
                </a:extLst>
              </a:tr>
            </a:tbl>
          </a:graphicData>
        </a:graphic>
      </p:graphicFrame>
    </p:spTree>
    <p:extLst>
      <p:ext uri="{BB962C8B-B14F-4D97-AF65-F5344CB8AC3E}">
        <p14:creationId xmlns:p14="http://schemas.microsoft.com/office/powerpoint/2010/main" val="418414207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316A5661-2CFE-478C-BAC3-729F393F3C4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BC1DA2B-FE6F-1C6E-BFA0-9B15DC40309D}"/>
              </a:ext>
            </a:extLst>
          </p:cNvPr>
          <p:cNvSpPr>
            <a:spLocks noGrp="1"/>
          </p:cNvSpPr>
          <p:nvPr>
            <p:ph type="title"/>
          </p:nvPr>
        </p:nvSpPr>
        <p:spPr>
          <a:xfrm>
            <a:off x="2139081" y="92738"/>
            <a:ext cx="9514055" cy="604692"/>
          </a:xfrm>
        </p:spPr>
        <p:txBody>
          <a:bodyPr anchor="ctr">
            <a:normAutofit fontScale="90000"/>
          </a:bodyPr>
          <a:lstStyle/>
          <a:p>
            <a:r>
              <a:rPr lang="en-US" sz="4000" dirty="0">
                <a:solidFill>
                  <a:schemeClr val="accent6">
                    <a:lumMod val="40000"/>
                    <a:lumOff val="60000"/>
                  </a:schemeClr>
                </a:solidFill>
                <a:latin typeface="Arial Rounded MT Bold" panose="020F0704030504030204" pitchFamily="34" charset="0"/>
              </a:rPr>
              <a:t>Project management tools</a:t>
            </a:r>
          </a:p>
        </p:txBody>
      </p:sp>
      <p:grpSp>
        <p:nvGrpSpPr>
          <p:cNvPr id="10" name="Group 9">
            <a:extLst>
              <a:ext uri="{FF2B5EF4-FFF2-40B4-BE49-F238E27FC236}">
                <a16:creationId xmlns:a16="http://schemas.microsoft.com/office/drawing/2014/main" id="{FB7BE8CD-E348-464A-82CC-7EF7AA82842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999771" y="649304"/>
            <a:ext cx="913428" cy="1315264"/>
            <a:chOff x="999771" y="649304"/>
            <a:chExt cx="913428" cy="1315264"/>
          </a:xfrm>
        </p:grpSpPr>
        <p:grpSp>
          <p:nvGrpSpPr>
            <p:cNvPr id="11" name="Group 10">
              <a:extLst>
                <a:ext uri="{FF2B5EF4-FFF2-40B4-BE49-F238E27FC236}">
                  <a16:creationId xmlns:a16="http://schemas.microsoft.com/office/drawing/2014/main" id="{B8CC82D2-4C4A-4C67-8483-5199F97B37A7}"/>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999771" y="932104"/>
              <a:ext cx="913428" cy="1032464"/>
              <a:chOff x="999771" y="932104"/>
              <a:chExt cx="913428" cy="1032464"/>
            </a:xfrm>
          </p:grpSpPr>
          <p:grpSp>
            <p:nvGrpSpPr>
              <p:cNvPr id="15" name="Group 14">
                <a:extLst>
                  <a:ext uri="{FF2B5EF4-FFF2-40B4-BE49-F238E27FC236}">
                    <a16:creationId xmlns:a16="http://schemas.microsoft.com/office/drawing/2014/main" id="{70D2391D-AA33-4F5E-BD96-B42D93DED226}"/>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rot="8100000" flipV="1">
                <a:off x="1047457" y="1290386"/>
                <a:ext cx="865742" cy="628383"/>
                <a:chOff x="558167" y="958515"/>
                <a:chExt cx="865742" cy="628383"/>
              </a:xfrm>
              <a:solidFill>
                <a:schemeClr val="accent3"/>
              </a:solidFill>
            </p:grpSpPr>
            <p:sp>
              <p:nvSpPr>
                <p:cNvPr id="22" name="Freeform: Shape 21">
                  <a:extLst>
                    <a:ext uri="{FF2B5EF4-FFF2-40B4-BE49-F238E27FC236}">
                      <a16:creationId xmlns:a16="http://schemas.microsoft.com/office/drawing/2014/main" id="{BE166DCE-539D-4C74-9C9D-AC000BA2F8A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8100000" flipH="1">
                  <a:off x="558167" y="1122160"/>
                  <a:ext cx="464738" cy="464738"/>
                </a:xfrm>
                <a:custGeom>
                  <a:avLst/>
                  <a:gdLst>
                    <a:gd name="connsiteX0" fmla="*/ 446142 w 464738"/>
                    <a:gd name="connsiteY0" fmla="*/ 464738 h 464738"/>
                    <a:gd name="connsiteX1" fmla="*/ 130673 w 464738"/>
                    <a:gd name="connsiteY1" fmla="*/ 334066 h 464738"/>
                    <a:gd name="connsiteX2" fmla="*/ 0 w 464738"/>
                    <a:gd name="connsiteY2" fmla="*/ 18596 h 464738"/>
                    <a:gd name="connsiteX3" fmla="*/ 836 w 464738"/>
                    <a:gd name="connsiteY3" fmla="*/ 1089 h 464738"/>
                    <a:gd name="connsiteX4" fmla="*/ 606 w 464738"/>
                    <a:gd name="connsiteY4" fmla="*/ 859 h 464738"/>
                    <a:gd name="connsiteX5" fmla="*/ 848 w 464738"/>
                    <a:gd name="connsiteY5" fmla="*/ 848 h 464738"/>
                    <a:gd name="connsiteX6" fmla="*/ 859 w 464738"/>
                    <a:gd name="connsiteY6" fmla="*/ 606 h 464738"/>
                    <a:gd name="connsiteX7" fmla="*/ 1089 w 464738"/>
                    <a:gd name="connsiteY7" fmla="*/ 836 h 464738"/>
                    <a:gd name="connsiteX8" fmla="*/ 18596 w 464738"/>
                    <a:gd name="connsiteY8" fmla="*/ 0 h 464738"/>
                    <a:gd name="connsiteX9" fmla="*/ 334066 w 464738"/>
                    <a:gd name="connsiteY9" fmla="*/ 130672 h 464738"/>
                    <a:gd name="connsiteX10" fmla="*/ 464738 w 464738"/>
                    <a:gd name="connsiteY10" fmla="*/ 446142 h 464738"/>
                    <a:gd name="connsiteX11" fmla="*/ 463902 w 464738"/>
                    <a:gd name="connsiteY11" fmla="*/ 463650 h 464738"/>
                    <a:gd name="connsiteX12" fmla="*/ 464132 w 464738"/>
                    <a:gd name="connsiteY12" fmla="*/ 463880 h 464738"/>
                    <a:gd name="connsiteX13" fmla="*/ 463891 w 464738"/>
                    <a:gd name="connsiteY13" fmla="*/ 463892 h 464738"/>
                    <a:gd name="connsiteX14" fmla="*/ 463879 w 464738"/>
                    <a:gd name="connsiteY14" fmla="*/ 464132 h 464738"/>
                    <a:gd name="connsiteX15" fmla="*/ 463650 w 464738"/>
                    <a:gd name="connsiteY15" fmla="*/ 463903 h 4647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64738" h="464738">
                      <a:moveTo>
                        <a:pt x="446142" y="464738"/>
                      </a:moveTo>
                      <a:cubicBezTo>
                        <a:pt x="331965" y="464738"/>
                        <a:pt x="217787" y="421181"/>
                        <a:pt x="130673" y="334066"/>
                      </a:cubicBezTo>
                      <a:cubicBezTo>
                        <a:pt x="43558" y="246952"/>
                        <a:pt x="1" y="132774"/>
                        <a:pt x="0" y="18596"/>
                      </a:cubicBezTo>
                      <a:lnTo>
                        <a:pt x="836" y="1089"/>
                      </a:lnTo>
                      <a:lnTo>
                        <a:pt x="606" y="859"/>
                      </a:lnTo>
                      <a:lnTo>
                        <a:pt x="848" y="848"/>
                      </a:lnTo>
                      <a:lnTo>
                        <a:pt x="859" y="606"/>
                      </a:lnTo>
                      <a:lnTo>
                        <a:pt x="1089" y="836"/>
                      </a:lnTo>
                      <a:lnTo>
                        <a:pt x="18596" y="0"/>
                      </a:lnTo>
                      <a:cubicBezTo>
                        <a:pt x="132774" y="0"/>
                        <a:pt x="246951" y="43557"/>
                        <a:pt x="334066" y="130672"/>
                      </a:cubicBezTo>
                      <a:cubicBezTo>
                        <a:pt x="421181" y="217787"/>
                        <a:pt x="464738" y="331964"/>
                        <a:pt x="464738" y="446142"/>
                      </a:cubicBezTo>
                      <a:lnTo>
                        <a:pt x="463902" y="463650"/>
                      </a:lnTo>
                      <a:lnTo>
                        <a:pt x="464132" y="463880"/>
                      </a:lnTo>
                      <a:lnTo>
                        <a:pt x="463891" y="463892"/>
                      </a:lnTo>
                      <a:lnTo>
                        <a:pt x="463879" y="464132"/>
                      </a:lnTo>
                      <a:lnTo>
                        <a:pt x="463650" y="463903"/>
                      </a:lnTo>
                      <a:close/>
                    </a:path>
                  </a:pathLst>
                </a:custGeom>
                <a:solidFill>
                  <a:schemeClr val="accent4">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3" name="Freeform: Shape 22">
                  <a:extLst>
                    <a:ext uri="{FF2B5EF4-FFF2-40B4-BE49-F238E27FC236}">
                      <a16:creationId xmlns:a16="http://schemas.microsoft.com/office/drawing/2014/main" id="{DCC6BEB5-DA1F-4F9E-BA5D-8F892A0FB8F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flipH="1">
                  <a:off x="959170" y="958515"/>
                  <a:ext cx="464739" cy="464739"/>
                </a:xfrm>
                <a:custGeom>
                  <a:avLst/>
                  <a:gdLst>
                    <a:gd name="connsiteX0" fmla="*/ 464132 w 464739"/>
                    <a:gd name="connsiteY0" fmla="*/ 463881 h 464739"/>
                    <a:gd name="connsiteX1" fmla="*/ 463891 w 464739"/>
                    <a:gd name="connsiteY1" fmla="*/ 463892 h 464739"/>
                    <a:gd name="connsiteX2" fmla="*/ 463880 w 464739"/>
                    <a:gd name="connsiteY2" fmla="*/ 464132 h 464739"/>
                    <a:gd name="connsiteX3" fmla="*/ 463651 w 464739"/>
                    <a:gd name="connsiteY3" fmla="*/ 463904 h 464739"/>
                    <a:gd name="connsiteX4" fmla="*/ 446142 w 464739"/>
                    <a:gd name="connsiteY4" fmla="*/ 464739 h 464739"/>
                    <a:gd name="connsiteX5" fmla="*/ 130673 w 464739"/>
                    <a:gd name="connsiteY5" fmla="*/ 334067 h 464739"/>
                    <a:gd name="connsiteX6" fmla="*/ 0 w 464739"/>
                    <a:gd name="connsiteY6" fmla="*/ 18597 h 464739"/>
                    <a:gd name="connsiteX7" fmla="*/ 836 w 464739"/>
                    <a:gd name="connsiteY7" fmla="*/ 1089 h 464739"/>
                    <a:gd name="connsiteX8" fmla="*/ 607 w 464739"/>
                    <a:gd name="connsiteY8" fmla="*/ 859 h 464739"/>
                    <a:gd name="connsiteX9" fmla="*/ 848 w 464739"/>
                    <a:gd name="connsiteY9" fmla="*/ 848 h 464739"/>
                    <a:gd name="connsiteX10" fmla="*/ 859 w 464739"/>
                    <a:gd name="connsiteY10" fmla="*/ 607 h 464739"/>
                    <a:gd name="connsiteX11" fmla="*/ 1089 w 464739"/>
                    <a:gd name="connsiteY11" fmla="*/ 836 h 464739"/>
                    <a:gd name="connsiteX12" fmla="*/ 18597 w 464739"/>
                    <a:gd name="connsiteY12" fmla="*/ 0 h 464739"/>
                    <a:gd name="connsiteX13" fmla="*/ 334067 w 464739"/>
                    <a:gd name="connsiteY13" fmla="*/ 130672 h 464739"/>
                    <a:gd name="connsiteX14" fmla="*/ 464739 w 464739"/>
                    <a:gd name="connsiteY14" fmla="*/ 446142 h 464739"/>
                    <a:gd name="connsiteX15" fmla="*/ 463903 w 464739"/>
                    <a:gd name="connsiteY15" fmla="*/ 463652 h 464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64739" h="464739">
                      <a:moveTo>
                        <a:pt x="464132" y="463881"/>
                      </a:moveTo>
                      <a:lnTo>
                        <a:pt x="463891" y="463892"/>
                      </a:lnTo>
                      <a:lnTo>
                        <a:pt x="463880" y="464132"/>
                      </a:lnTo>
                      <a:lnTo>
                        <a:pt x="463651" y="463904"/>
                      </a:lnTo>
                      <a:lnTo>
                        <a:pt x="446142" y="464739"/>
                      </a:lnTo>
                      <a:cubicBezTo>
                        <a:pt x="331965" y="464739"/>
                        <a:pt x="217787" y="421182"/>
                        <a:pt x="130673" y="334067"/>
                      </a:cubicBezTo>
                      <a:cubicBezTo>
                        <a:pt x="43558" y="246953"/>
                        <a:pt x="1" y="132775"/>
                        <a:pt x="0" y="18597"/>
                      </a:cubicBezTo>
                      <a:lnTo>
                        <a:pt x="836" y="1089"/>
                      </a:lnTo>
                      <a:lnTo>
                        <a:pt x="607" y="859"/>
                      </a:lnTo>
                      <a:lnTo>
                        <a:pt x="848" y="848"/>
                      </a:lnTo>
                      <a:lnTo>
                        <a:pt x="859" y="607"/>
                      </a:lnTo>
                      <a:lnTo>
                        <a:pt x="1089" y="836"/>
                      </a:lnTo>
                      <a:lnTo>
                        <a:pt x="18597" y="0"/>
                      </a:lnTo>
                      <a:cubicBezTo>
                        <a:pt x="132775" y="0"/>
                        <a:pt x="246952" y="43557"/>
                        <a:pt x="334067" y="130672"/>
                      </a:cubicBezTo>
                      <a:cubicBezTo>
                        <a:pt x="421182" y="217787"/>
                        <a:pt x="464739" y="331964"/>
                        <a:pt x="464739" y="446142"/>
                      </a:cubicBezTo>
                      <a:lnTo>
                        <a:pt x="463903" y="463652"/>
                      </a:lnTo>
                      <a:close/>
                    </a:path>
                  </a:pathLst>
                </a:custGeom>
                <a:solidFill>
                  <a:schemeClr val="accent4">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grpSp>
          <p:grpSp>
            <p:nvGrpSpPr>
              <p:cNvPr id="16" name="Group 15">
                <a:extLst>
                  <a:ext uri="{FF2B5EF4-FFF2-40B4-BE49-F238E27FC236}">
                    <a16:creationId xmlns:a16="http://schemas.microsoft.com/office/drawing/2014/main" id="{C0300EB9-093C-4C32-A212-821D7AC082B4}"/>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rot="10800000" flipH="1" flipV="1">
                <a:off x="999771" y="932104"/>
                <a:ext cx="864005" cy="1032464"/>
                <a:chOff x="2207971" y="2384401"/>
                <a:chExt cx="864005" cy="1032464"/>
              </a:xfrm>
            </p:grpSpPr>
            <p:sp>
              <p:nvSpPr>
                <p:cNvPr id="17" name="Freeform: Shape 16">
                  <a:extLst>
                    <a:ext uri="{FF2B5EF4-FFF2-40B4-BE49-F238E27FC236}">
                      <a16:creationId xmlns:a16="http://schemas.microsoft.com/office/drawing/2014/main" id="{AFC97B3C-CF0E-4C93-AA39-7A677A12C50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3500000">
                  <a:off x="2207971" y="2856305"/>
                  <a:ext cx="464739" cy="464739"/>
                </a:xfrm>
                <a:custGeom>
                  <a:avLst/>
                  <a:gdLst>
                    <a:gd name="connsiteX0" fmla="*/ 464132 w 464739"/>
                    <a:gd name="connsiteY0" fmla="*/ 463881 h 464739"/>
                    <a:gd name="connsiteX1" fmla="*/ 463891 w 464739"/>
                    <a:gd name="connsiteY1" fmla="*/ 463892 h 464739"/>
                    <a:gd name="connsiteX2" fmla="*/ 463880 w 464739"/>
                    <a:gd name="connsiteY2" fmla="*/ 464132 h 464739"/>
                    <a:gd name="connsiteX3" fmla="*/ 463651 w 464739"/>
                    <a:gd name="connsiteY3" fmla="*/ 463904 h 464739"/>
                    <a:gd name="connsiteX4" fmla="*/ 446142 w 464739"/>
                    <a:gd name="connsiteY4" fmla="*/ 464739 h 464739"/>
                    <a:gd name="connsiteX5" fmla="*/ 130673 w 464739"/>
                    <a:gd name="connsiteY5" fmla="*/ 334067 h 464739"/>
                    <a:gd name="connsiteX6" fmla="*/ 0 w 464739"/>
                    <a:gd name="connsiteY6" fmla="*/ 18597 h 464739"/>
                    <a:gd name="connsiteX7" fmla="*/ 836 w 464739"/>
                    <a:gd name="connsiteY7" fmla="*/ 1089 h 464739"/>
                    <a:gd name="connsiteX8" fmla="*/ 607 w 464739"/>
                    <a:gd name="connsiteY8" fmla="*/ 859 h 464739"/>
                    <a:gd name="connsiteX9" fmla="*/ 848 w 464739"/>
                    <a:gd name="connsiteY9" fmla="*/ 848 h 464739"/>
                    <a:gd name="connsiteX10" fmla="*/ 859 w 464739"/>
                    <a:gd name="connsiteY10" fmla="*/ 607 h 464739"/>
                    <a:gd name="connsiteX11" fmla="*/ 1089 w 464739"/>
                    <a:gd name="connsiteY11" fmla="*/ 836 h 464739"/>
                    <a:gd name="connsiteX12" fmla="*/ 18597 w 464739"/>
                    <a:gd name="connsiteY12" fmla="*/ 0 h 464739"/>
                    <a:gd name="connsiteX13" fmla="*/ 334067 w 464739"/>
                    <a:gd name="connsiteY13" fmla="*/ 130672 h 464739"/>
                    <a:gd name="connsiteX14" fmla="*/ 464739 w 464739"/>
                    <a:gd name="connsiteY14" fmla="*/ 446142 h 464739"/>
                    <a:gd name="connsiteX15" fmla="*/ 463903 w 464739"/>
                    <a:gd name="connsiteY15" fmla="*/ 463652 h 464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64739" h="464739">
                      <a:moveTo>
                        <a:pt x="464132" y="463881"/>
                      </a:moveTo>
                      <a:lnTo>
                        <a:pt x="463891" y="463892"/>
                      </a:lnTo>
                      <a:lnTo>
                        <a:pt x="463880" y="464132"/>
                      </a:lnTo>
                      <a:lnTo>
                        <a:pt x="463651" y="463904"/>
                      </a:lnTo>
                      <a:lnTo>
                        <a:pt x="446142" y="464739"/>
                      </a:lnTo>
                      <a:cubicBezTo>
                        <a:pt x="331965" y="464739"/>
                        <a:pt x="217787" y="421182"/>
                        <a:pt x="130673" y="334067"/>
                      </a:cubicBezTo>
                      <a:cubicBezTo>
                        <a:pt x="43558" y="246953"/>
                        <a:pt x="1" y="132775"/>
                        <a:pt x="0" y="18597"/>
                      </a:cubicBezTo>
                      <a:lnTo>
                        <a:pt x="836" y="1089"/>
                      </a:lnTo>
                      <a:lnTo>
                        <a:pt x="607" y="859"/>
                      </a:lnTo>
                      <a:lnTo>
                        <a:pt x="848" y="848"/>
                      </a:lnTo>
                      <a:lnTo>
                        <a:pt x="859" y="607"/>
                      </a:lnTo>
                      <a:lnTo>
                        <a:pt x="1089" y="836"/>
                      </a:lnTo>
                      <a:lnTo>
                        <a:pt x="18597" y="0"/>
                      </a:lnTo>
                      <a:cubicBezTo>
                        <a:pt x="132775" y="0"/>
                        <a:pt x="246952" y="43557"/>
                        <a:pt x="334067" y="130672"/>
                      </a:cubicBezTo>
                      <a:cubicBezTo>
                        <a:pt x="421182" y="217787"/>
                        <a:pt x="464739" y="331964"/>
                        <a:pt x="464739" y="446142"/>
                      </a:cubicBezTo>
                      <a:lnTo>
                        <a:pt x="463903" y="463652"/>
                      </a:lnTo>
                      <a:close/>
                    </a:path>
                  </a:pathLst>
                </a:cu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8" name="Freeform: Shape 17">
                  <a:extLst>
                    <a:ext uri="{FF2B5EF4-FFF2-40B4-BE49-F238E27FC236}">
                      <a16:creationId xmlns:a16="http://schemas.microsoft.com/office/drawing/2014/main" id="{0943F14E-6185-4A31-8318-2088A05F5C9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2607238" y="2688467"/>
                  <a:ext cx="464738" cy="464738"/>
                </a:xfrm>
                <a:custGeom>
                  <a:avLst/>
                  <a:gdLst>
                    <a:gd name="connsiteX0" fmla="*/ 446142 w 464738"/>
                    <a:gd name="connsiteY0" fmla="*/ 464738 h 464738"/>
                    <a:gd name="connsiteX1" fmla="*/ 130673 w 464738"/>
                    <a:gd name="connsiteY1" fmla="*/ 334066 h 464738"/>
                    <a:gd name="connsiteX2" fmla="*/ 0 w 464738"/>
                    <a:gd name="connsiteY2" fmla="*/ 18596 h 464738"/>
                    <a:gd name="connsiteX3" fmla="*/ 836 w 464738"/>
                    <a:gd name="connsiteY3" fmla="*/ 1089 h 464738"/>
                    <a:gd name="connsiteX4" fmla="*/ 606 w 464738"/>
                    <a:gd name="connsiteY4" fmla="*/ 859 h 464738"/>
                    <a:gd name="connsiteX5" fmla="*/ 848 w 464738"/>
                    <a:gd name="connsiteY5" fmla="*/ 848 h 464738"/>
                    <a:gd name="connsiteX6" fmla="*/ 859 w 464738"/>
                    <a:gd name="connsiteY6" fmla="*/ 606 h 464738"/>
                    <a:gd name="connsiteX7" fmla="*/ 1089 w 464738"/>
                    <a:gd name="connsiteY7" fmla="*/ 836 h 464738"/>
                    <a:gd name="connsiteX8" fmla="*/ 18596 w 464738"/>
                    <a:gd name="connsiteY8" fmla="*/ 0 h 464738"/>
                    <a:gd name="connsiteX9" fmla="*/ 334066 w 464738"/>
                    <a:gd name="connsiteY9" fmla="*/ 130672 h 464738"/>
                    <a:gd name="connsiteX10" fmla="*/ 464738 w 464738"/>
                    <a:gd name="connsiteY10" fmla="*/ 446142 h 464738"/>
                    <a:gd name="connsiteX11" fmla="*/ 463902 w 464738"/>
                    <a:gd name="connsiteY11" fmla="*/ 463650 h 464738"/>
                    <a:gd name="connsiteX12" fmla="*/ 464132 w 464738"/>
                    <a:gd name="connsiteY12" fmla="*/ 463880 h 464738"/>
                    <a:gd name="connsiteX13" fmla="*/ 463891 w 464738"/>
                    <a:gd name="connsiteY13" fmla="*/ 463892 h 464738"/>
                    <a:gd name="connsiteX14" fmla="*/ 463879 w 464738"/>
                    <a:gd name="connsiteY14" fmla="*/ 464132 h 464738"/>
                    <a:gd name="connsiteX15" fmla="*/ 463650 w 464738"/>
                    <a:gd name="connsiteY15" fmla="*/ 463903 h 4647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64738" h="464738">
                      <a:moveTo>
                        <a:pt x="446142" y="464738"/>
                      </a:moveTo>
                      <a:cubicBezTo>
                        <a:pt x="331965" y="464738"/>
                        <a:pt x="217787" y="421181"/>
                        <a:pt x="130673" y="334066"/>
                      </a:cubicBezTo>
                      <a:cubicBezTo>
                        <a:pt x="43558" y="246952"/>
                        <a:pt x="1" y="132774"/>
                        <a:pt x="0" y="18596"/>
                      </a:cubicBezTo>
                      <a:lnTo>
                        <a:pt x="836" y="1089"/>
                      </a:lnTo>
                      <a:lnTo>
                        <a:pt x="606" y="859"/>
                      </a:lnTo>
                      <a:lnTo>
                        <a:pt x="848" y="848"/>
                      </a:lnTo>
                      <a:lnTo>
                        <a:pt x="859" y="606"/>
                      </a:lnTo>
                      <a:lnTo>
                        <a:pt x="1089" y="836"/>
                      </a:lnTo>
                      <a:lnTo>
                        <a:pt x="18596" y="0"/>
                      </a:lnTo>
                      <a:cubicBezTo>
                        <a:pt x="132774" y="0"/>
                        <a:pt x="246951" y="43557"/>
                        <a:pt x="334066" y="130672"/>
                      </a:cubicBezTo>
                      <a:cubicBezTo>
                        <a:pt x="421181" y="217787"/>
                        <a:pt x="464738" y="331964"/>
                        <a:pt x="464738" y="446142"/>
                      </a:cubicBezTo>
                      <a:lnTo>
                        <a:pt x="463902" y="463650"/>
                      </a:lnTo>
                      <a:lnTo>
                        <a:pt x="464132" y="463880"/>
                      </a:lnTo>
                      <a:lnTo>
                        <a:pt x="463891" y="463892"/>
                      </a:lnTo>
                      <a:lnTo>
                        <a:pt x="463879" y="464132"/>
                      </a:lnTo>
                      <a:lnTo>
                        <a:pt x="463650" y="463903"/>
                      </a:lnTo>
                      <a:close/>
                    </a:path>
                  </a:pathLst>
                </a:cu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nvGrpSpPr>
                <p:cNvPr id="19" name="Group 18">
                  <a:extLst>
                    <a:ext uri="{FF2B5EF4-FFF2-40B4-BE49-F238E27FC236}">
                      <a16:creationId xmlns:a16="http://schemas.microsoft.com/office/drawing/2014/main" id="{F3B56658-371E-446B-B30D-D4EA2A88A973}"/>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2440769" y="2384401"/>
                  <a:ext cx="313009" cy="1032464"/>
                  <a:chOff x="2440769" y="2384401"/>
                  <a:chExt cx="313009" cy="1032464"/>
                </a:xfrm>
              </p:grpSpPr>
              <p:cxnSp>
                <p:nvCxnSpPr>
                  <p:cNvPr id="20" name="Straight Connector 19">
                    <a:extLst>
                      <a:ext uri="{FF2B5EF4-FFF2-40B4-BE49-F238E27FC236}">
                        <a16:creationId xmlns:a16="http://schemas.microsoft.com/office/drawing/2014/main" id="{068979FB-2943-4091-A490-D9F8695DF0D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rot="10800000" flipH="1">
                    <a:off x="2440769" y="2516865"/>
                    <a:ext cx="0" cy="900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B378C39C-3FC0-4521-8336-33A86391920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rot="8100000" flipH="1">
                    <a:off x="2753778" y="2384401"/>
                    <a:ext cx="0" cy="900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grpSp>
        <p:grpSp>
          <p:nvGrpSpPr>
            <p:cNvPr id="12" name="Group 11">
              <a:extLst>
                <a:ext uri="{FF2B5EF4-FFF2-40B4-BE49-F238E27FC236}">
                  <a16:creationId xmlns:a16="http://schemas.microsoft.com/office/drawing/2014/main" id="{72C6951D-2EAF-4333-B8A8-F473DC3BDF44}"/>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1437136" y="649304"/>
              <a:ext cx="388541" cy="388541"/>
              <a:chOff x="5752675" y="5440856"/>
              <a:chExt cx="388541" cy="388541"/>
            </a:xfrm>
          </p:grpSpPr>
          <p:sp>
            <p:nvSpPr>
              <p:cNvPr id="13" name="Oval 12">
                <a:extLst>
                  <a:ext uri="{FF2B5EF4-FFF2-40B4-BE49-F238E27FC236}">
                    <a16:creationId xmlns:a16="http://schemas.microsoft.com/office/drawing/2014/main" id="{63E77698-5758-433A-9DF3-3BE43B6FBDA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5800801" y="5488982"/>
                <a:ext cx="340415" cy="340415"/>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4" name="Oval 13">
                <a:extLst>
                  <a:ext uri="{FF2B5EF4-FFF2-40B4-BE49-F238E27FC236}">
                    <a16:creationId xmlns:a16="http://schemas.microsoft.com/office/drawing/2014/main" id="{FF47FF7F-75A9-438D-8BA7-428BF76974C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52675" y="5440856"/>
                <a:ext cx="340415" cy="340415"/>
              </a:xfrm>
              <a:prstGeom prst="ellipse">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grpSp>
      <p:sp>
        <p:nvSpPr>
          <p:cNvPr id="3" name="TextBox 2">
            <a:extLst>
              <a:ext uri="{FF2B5EF4-FFF2-40B4-BE49-F238E27FC236}">
                <a16:creationId xmlns:a16="http://schemas.microsoft.com/office/drawing/2014/main" id="{E1B3EC78-AF07-8A37-B218-94DF35BE2087}"/>
              </a:ext>
            </a:extLst>
          </p:cNvPr>
          <p:cNvSpPr txBox="1"/>
          <p:nvPr/>
        </p:nvSpPr>
        <p:spPr>
          <a:xfrm>
            <a:off x="9486900" y="5443538"/>
            <a:ext cx="184731" cy="369332"/>
          </a:xfrm>
          <a:prstGeom prst="rect">
            <a:avLst/>
          </a:prstGeom>
          <a:noFill/>
        </p:spPr>
        <p:txBody>
          <a:bodyPr wrap="none" rtlCol="0">
            <a:spAutoFit/>
          </a:bodyPr>
          <a:lstStyle/>
          <a:p>
            <a:endParaRPr lang="en-BD" dirty="0"/>
          </a:p>
        </p:txBody>
      </p:sp>
      <p:sp>
        <p:nvSpPr>
          <p:cNvPr id="25" name="TextBox 24">
            <a:extLst>
              <a:ext uri="{FF2B5EF4-FFF2-40B4-BE49-F238E27FC236}">
                <a16:creationId xmlns:a16="http://schemas.microsoft.com/office/drawing/2014/main" id="{D856AD59-8AD1-B85F-4827-7B31CC175126}"/>
              </a:ext>
            </a:extLst>
          </p:cNvPr>
          <p:cNvSpPr txBox="1"/>
          <p:nvPr/>
        </p:nvSpPr>
        <p:spPr>
          <a:xfrm>
            <a:off x="2062901" y="742334"/>
            <a:ext cx="6096000" cy="523220"/>
          </a:xfrm>
          <a:prstGeom prst="rect">
            <a:avLst/>
          </a:prstGeom>
          <a:noFill/>
        </p:spPr>
        <p:txBody>
          <a:bodyPr wrap="square">
            <a:spAutoFit/>
          </a:bodyPr>
          <a:lstStyle/>
          <a:p>
            <a:r>
              <a:rPr lang="en-US" sz="2800" dirty="0">
                <a:solidFill>
                  <a:srgbClr val="FFFF00"/>
                </a:solidFill>
                <a:latin typeface="Arial Rounded MT Bold" panose="020F0704030504030204" pitchFamily="34" charset="0"/>
              </a:rPr>
              <a:t>Critical Path Analysis </a:t>
            </a:r>
          </a:p>
        </p:txBody>
      </p:sp>
      <p:sp>
        <p:nvSpPr>
          <p:cNvPr id="9" name="TextBox 8">
            <a:extLst>
              <a:ext uri="{FF2B5EF4-FFF2-40B4-BE49-F238E27FC236}">
                <a16:creationId xmlns:a16="http://schemas.microsoft.com/office/drawing/2014/main" id="{CD2351F7-883F-EB81-2086-F55DE349B272}"/>
              </a:ext>
            </a:extLst>
          </p:cNvPr>
          <p:cNvSpPr txBox="1"/>
          <p:nvPr/>
        </p:nvSpPr>
        <p:spPr>
          <a:xfrm>
            <a:off x="348337" y="5569711"/>
            <a:ext cx="11495325" cy="954107"/>
          </a:xfrm>
          <a:prstGeom prst="rect">
            <a:avLst/>
          </a:prstGeom>
          <a:noFill/>
        </p:spPr>
        <p:txBody>
          <a:bodyPr wrap="square" rtlCol="0">
            <a:spAutoFit/>
          </a:bodyPr>
          <a:lstStyle/>
          <a:p>
            <a:pPr algn="ctr"/>
            <a:r>
              <a:rPr lang="en-US" sz="2800" b="1" dirty="0">
                <a:latin typeface="Arial Nova Light" panose="020B0304020202020204" pitchFamily="34" charset="0"/>
              </a:rPr>
              <a:t>Because the critical path is the longest path through the network diagram, </a:t>
            </a:r>
          </a:p>
          <a:p>
            <a:pPr algn="ctr"/>
            <a:r>
              <a:rPr lang="en-US" sz="2800" b="1" dirty="0">
                <a:latin typeface="Arial Nova Light" panose="020B0304020202020204" pitchFamily="34" charset="0"/>
              </a:rPr>
              <a:t>therefore Path 2: B-E-H-J, is the critical path for Project X</a:t>
            </a:r>
          </a:p>
        </p:txBody>
      </p:sp>
      <p:sp>
        <p:nvSpPr>
          <p:cNvPr id="4" name="Rectangle 3">
            <a:extLst>
              <a:ext uri="{FF2B5EF4-FFF2-40B4-BE49-F238E27FC236}">
                <a16:creationId xmlns:a16="http://schemas.microsoft.com/office/drawing/2014/main" id="{8A3427EB-66A5-D6FA-ACE5-BECC8291230F}"/>
              </a:ext>
            </a:extLst>
          </p:cNvPr>
          <p:cNvSpPr/>
          <p:nvPr/>
        </p:nvSpPr>
        <p:spPr>
          <a:xfrm>
            <a:off x="1567306" y="2723535"/>
            <a:ext cx="1147104" cy="66874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BD" b="1" dirty="0">
                <a:solidFill>
                  <a:schemeClr val="bg1"/>
                </a:solidFill>
                <a:latin typeface="Arial Nova" panose="020B0504020202020204" pitchFamily="34" charset="0"/>
              </a:rPr>
              <a:t>Start</a:t>
            </a:r>
          </a:p>
        </p:txBody>
      </p:sp>
      <p:sp>
        <p:nvSpPr>
          <p:cNvPr id="5" name="Rectangle 4">
            <a:extLst>
              <a:ext uri="{FF2B5EF4-FFF2-40B4-BE49-F238E27FC236}">
                <a16:creationId xmlns:a16="http://schemas.microsoft.com/office/drawing/2014/main" id="{EC4E589F-D67F-F3A8-9AE0-596876007A8E}"/>
              </a:ext>
            </a:extLst>
          </p:cNvPr>
          <p:cNvSpPr/>
          <p:nvPr/>
        </p:nvSpPr>
        <p:spPr>
          <a:xfrm>
            <a:off x="3210449" y="1609497"/>
            <a:ext cx="1147104" cy="66874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A</a:t>
            </a:r>
            <a:r>
              <a:rPr lang="en-BD" sz="2400" b="1" dirty="0"/>
              <a:t>,</a:t>
            </a:r>
            <a:r>
              <a:rPr lang="en-US" sz="2400" b="1" dirty="0"/>
              <a:t>1</a:t>
            </a:r>
            <a:endParaRPr lang="en-BD" sz="2400" b="1" dirty="0"/>
          </a:p>
        </p:txBody>
      </p:sp>
      <p:cxnSp>
        <p:nvCxnSpPr>
          <p:cNvPr id="6" name="Straight Arrow Connector 5">
            <a:extLst>
              <a:ext uri="{FF2B5EF4-FFF2-40B4-BE49-F238E27FC236}">
                <a16:creationId xmlns:a16="http://schemas.microsoft.com/office/drawing/2014/main" id="{C0457876-B384-672D-9493-7E5C05A13CDB}"/>
              </a:ext>
            </a:extLst>
          </p:cNvPr>
          <p:cNvCxnSpPr>
            <a:cxnSpLocks/>
            <a:stCxn id="4" idx="3"/>
            <a:endCxn id="26" idx="1"/>
          </p:cNvCxnSpPr>
          <p:nvPr/>
        </p:nvCxnSpPr>
        <p:spPr>
          <a:xfrm>
            <a:off x="2714410" y="3057905"/>
            <a:ext cx="507004" cy="1403632"/>
          </a:xfrm>
          <a:prstGeom prst="straightConnector1">
            <a:avLst/>
          </a:prstGeom>
          <a:ln w="34925">
            <a:tailEnd type="triangle"/>
          </a:ln>
        </p:spPr>
        <p:style>
          <a:lnRef idx="1">
            <a:schemeClr val="accent1"/>
          </a:lnRef>
          <a:fillRef idx="0">
            <a:schemeClr val="accent1"/>
          </a:fillRef>
          <a:effectRef idx="0">
            <a:schemeClr val="accent1"/>
          </a:effectRef>
          <a:fontRef idx="minor">
            <a:schemeClr val="tx1"/>
          </a:fontRef>
        </p:style>
      </p:cxnSp>
      <p:sp>
        <p:nvSpPr>
          <p:cNvPr id="7" name="Rectangle 6">
            <a:extLst>
              <a:ext uri="{FF2B5EF4-FFF2-40B4-BE49-F238E27FC236}">
                <a16:creationId xmlns:a16="http://schemas.microsoft.com/office/drawing/2014/main" id="{7071450D-79F5-719A-03F2-480BE8C4ADE5}"/>
              </a:ext>
            </a:extLst>
          </p:cNvPr>
          <p:cNvSpPr/>
          <p:nvPr/>
        </p:nvSpPr>
        <p:spPr>
          <a:xfrm>
            <a:off x="3192317" y="2723534"/>
            <a:ext cx="1147104" cy="66874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B</a:t>
            </a:r>
            <a:r>
              <a:rPr lang="en-BD" sz="2400" b="1" dirty="0"/>
              <a:t>,</a:t>
            </a:r>
            <a:r>
              <a:rPr lang="en-US" sz="2400" b="1" dirty="0"/>
              <a:t>2</a:t>
            </a:r>
            <a:endParaRPr lang="en-BD" sz="2400" b="1" dirty="0"/>
          </a:p>
        </p:txBody>
      </p:sp>
      <p:cxnSp>
        <p:nvCxnSpPr>
          <p:cNvPr id="24" name="Straight Arrow Connector 23">
            <a:extLst>
              <a:ext uri="{FF2B5EF4-FFF2-40B4-BE49-F238E27FC236}">
                <a16:creationId xmlns:a16="http://schemas.microsoft.com/office/drawing/2014/main" id="{A51C1C7C-76BA-E4CA-C943-08948CA92D55}"/>
              </a:ext>
            </a:extLst>
          </p:cNvPr>
          <p:cNvCxnSpPr>
            <a:cxnSpLocks/>
            <a:endCxn id="7" idx="1"/>
          </p:cNvCxnSpPr>
          <p:nvPr/>
        </p:nvCxnSpPr>
        <p:spPr>
          <a:xfrm flipV="1">
            <a:off x="2708121" y="3057905"/>
            <a:ext cx="484196" cy="757"/>
          </a:xfrm>
          <a:prstGeom prst="straightConnector1">
            <a:avLst/>
          </a:prstGeom>
          <a:ln w="34925">
            <a:tailEnd type="triangle"/>
          </a:ln>
        </p:spPr>
        <p:style>
          <a:lnRef idx="1">
            <a:schemeClr val="accent1"/>
          </a:lnRef>
          <a:fillRef idx="0">
            <a:schemeClr val="accent1"/>
          </a:fillRef>
          <a:effectRef idx="0">
            <a:schemeClr val="accent1"/>
          </a:effectRef>
          <a:fontRef idx="minor">
            <a:schemeClr val="tx1"/>
          </a:fontRef>
        </p:style>
      </p:cxnSp>
      <p:sp>
        <p:nvSpPr>
          <p:cNvPr id="26" name="Rectangle 25">
            <a:extLst>
              <a:ext uri="{FF2B5EF4-FFF2-40B4-BE49-F238E27FC236}">
                <a16:creationId xmlns:a16="http://schemas.microsoft.com/office/drawing/2014/main" id="{9EDAB53C-C4FE-BE59-64B2-43144AA69BBE}"/>
              </a:ext>
            </a:extLst>
          </p:cNvPr>
          <p:cNvSpPr/>
          <p:nvPr/>
        </p:nvSpPr>
        <p:spPr>
          <a:xfrm>
            <a:off x="3221414" y="4127166"/>
            <a:ext cx="1147104" cy="66874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C</a:t>
            </a:r>
            <a:r>
              <a:rPr lang="en-BD" sz="2400" b="1" dirty="0"/>
              <a:t>,</a:t>
            </a:r>
            <a:r>
              <a:rPr lang="en-US" sz="2400" b="1" dirty="0"/>
              <a:t>3</a:t>
            </a:r>
            <a:endParaRPr lang="en-BD" sz="2400" b="1" dirty="0"/>
          </a:p>
        </p:txBody>
      </p:sp>
      <p:cxnSp>
        <p:nvCxnSpPr>
          <p:cNvPr id="32" name="Straight Arrow Connector 31">
            <a:extLst>
              <a:ext uri="{FF2B5EF4-FFF2-40B4-BE49-F238E27FC236}">
                <a16:creationId xmlns:a16="http://schemas.microsoft.com/office/drawing/2014/main" id="{7E10A7D4-9AEF-417B-6F53-F8A1AEE46774}"/>
              </a:ext>
            </a:extLst>
          </p:cNvPr>
          <p:cNvCxnSpPr>
            <a:cxnSpLocks/>
            <a:stCxn id="4" idx="3"/>
            <a:endCxn id="5" idx="1"/>
          </p:cNvCxnSpPr>
          <p:nvPr/>
        </p:nvCxnSpPr>
        <p:spPr>
          <a:xfrm flipV="1">
            <a:off x="2714410" y="1943868"/>
            <a:ext cx="496039" cy="1114037"/>
          </a:xfrm>
          <a:prstGeom prst="straightConnector1">
            <a:avLst/>
          </a:prstGeom>
          <a:ln w="34925">
            <a:tailEnd type="triangle"/>
          </a:ln>
        </p:spPr>
        <p:style>
          <a:lnRef idx="1">
            <a:schemeClr val="accent1"/>
          </a:lnRef>
          <a:fillRef idx="0">
            <a:schemeClr val="accent1"/>
          </a:fillRef>
          <a:effectRef idx="0">
            <a:schemeClr val="accent1"/>
          </a:effectRef>
          <a:fontRef idx="minor">
            <a:schemeClr val="tx1"/>
          </a:fontRef>
        </p:style>
      </p:cxnSp>
      <p:sp>
        <p:nvSpPr>
          <p:cNvPr id="39" name="Rectangle 38">
            <a:extLst>
              <a:ext uri="{FF2B5EF4-FFF2-40B4-BE49-F238E27FC236}">
                <a16:creationId xmlns:a16="http://schemas.microsoft.com/office/drawing/2014/main" id="{C56437C5-ED35-D710-FE0A-B3E7E0929D79}"/>
              </a:ext>
            </a:extLst>
          </p:cNvPr>
          <p:cNvSpPr/>
          <p:nvPr/>
        </p:nvSpPr>
        <p:spPr>
          <a:xfrm>
            <a:off x="4841749" y="1609497"/>
            <a:ext cx="1147104" cy="66874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D</a:t>
            </a:r>
            <a:r>
              <a:rPr lang="en-BD" sz="2400" b="1" dirty="0"/>
              <a:t>,</a:t>
            </a:r>
            <a:r>
              <a:rPr lang="en-US" sz="2400" b="1" dirty="0"/>
              <a:t>4</a:t>
            </a:r>
            <a:endParaRPr lang="en-BD" sz="2400" b="1" dirty="0"/>
          </a:p>
        </p:txBody>
      </p:sp>
      <p:cxnSp>
        <p:nvCxnSpPr>
          <p:cNvPr id="40" name="Straight Arrow Connector 39">
            <a:extLst>
              <a:ext uri="{FF2B5EF4-FFF2-40B4-BE49-F238E27FC236}">
                <a16:creationId xmlns:a16="http://schemas.microsoft.com/office/drawing/2014/main" id="{86AD551F-83DB-EA52-216E-0C4DA7B3E32F}"/>
              </a:ext>
            </a:extLst>
          </p:cNvPr>
          <p:cNvCxnSpPr>
            <a:cxnSpLocks/>
            <a:endCxn id="39" idx="1"/>
          </p:cNvCxnSpPr>
          <p:nvPr/>
        </p:nvCxnSpPr>
        <p:spPr>
          <a:xfrm flipV="1">
            <a:off x="4357553" y="1943868"/>
            <a:ext cx="484196" cy="757"/>
          </a:xfrm>
          <a:prstGeom prst="straightConnector1">
            <a:avLst/>
          </a:prstGeom>
          <a:ln w="34925">
            <a:tailEnd type="triangle"/>
          </a:ln>
        </p:spPr>
        <p:style>
          <a:lnRef idx="1">
            <a:schemeClr val="accent1"/>
          </a:lnRef>
          <a:fillRef idx="0">
            <a:schemeClr val="accent1"/>
          </a:fillRef>
          <a:effectRef idx="0">
            <a:schemeClr val="accent1"/>
          </a:effectRef>
          <a:fontRef idx="minor">
            <a:schemeClr val="tx1"/>
          </a:fontRef>
        </p:style>
      </p:cxnSp>
      <p:sp>
        <p:nvSpPr>
          <p:cNvPr id="41" name="Rectangle 40">
            <a:extLst>
              <a:ext uri="{FF2B5EF4-FFF2-40B4-BE49-F238E27FC236}">
                <a16:creationId xmlns:a16="http://schemas.microsoft.com/office/drawing/2014/main" id="{70D4E92A-46FD-1AAE-E412-0DFCC28AB807}"/>
              </a:ext>
            </a:extLst>
          </p:cNvPr>
          <p:cNvSpPr/>
          <p:nvPr/>
        </p:nvSpPr>
        <p:spPr>
          <a:xfrm>
            <a:off x="4841749" y="2451654"/>
            <a:ext cx="1147104" cy="66874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E</a:t>
            </a:r>
            <a:r>
              <a:rPr lang="en-BD" sz="2400" b="1" dirty="0"/>
              <a:t>,</a:t>
            </a:r>
            <a:r>
              <a:rPr lang="en-US" sz="2400" b="1" dirty="0"/>
              <a:t>5</a:t>
            </a:r>
            <a:endParaRPr lang="en-BD" sz="2400" b="1" dirty="0"/>
          </a:p>
        </p:txBody>
      </p:sp>
      <p:sp>
        <p:nvSpPr>
          <p:cNvPr id="42" name="Rectangle 41">
            <a:extLst>
              <a:ext uri="{FF2B5EF4-FFF2-40B4-BE49-F238E27FC236}">
                <a16:creationId xmlns:a16="http://schemas.microsoft.com/office/drawing/2014/main" id="{A6004B6F-B049-2275-39B6-FD99860C7C12}"/>
              </a:ext>
            </a:extLst>
          </p:cNvPr>
          <p:cNvSpPr/>
          <p:nvPr/>
        </p:nvSpPr>
        <p:spPr>
          <a:xfrm>
            <a:off x="4841749" y="3247689"/>
            <a:ext cx="1147104" cy="66874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F</a:t>
            </a:r>
            <a:r>
              <a:rPr lang="en-BD" sz="2400" b="1" dirty="0"/>
              <a:t>,</a:t>
            </a:r>
            <a:r>
              <a:rPr lang="en-US" sz="2400" b="1" dirty="0"/>
              <a:t>4</a:t>
            </a:r>
            <a:endParaRPr lang="en-BD" sz="2400" b="1" dirty="0"/>
          </a:p>
        </p:txBody>
      </p:sp>
      <p:sp>
        <p:nvSpPr>
          <p:cNvPr id="44" name="Rectangle 43">
            <a:extLst>
              <a:ext uri="{FF2B5EF4-FFF2-40B4-BE49-F238E27FC236}">
                <a16:creationId xmlns:a16="http://schemas.microsoft.com/office/drawing/2014/main" id="{0AC5825A-99B5-8573-3E95-AE4A98F70F00}"/>
              </a:ext>
            </a:extLst>
          </p:cNvPr>
          <p:cNvSpPr/>
          <p:nvPr/>
        </p:nvSpPr>
        <p:spPr>
          <a:xfrm>
            <a:off x="4841749" y="4121295"/>
            <a:ext cx="1147104" cy="66874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G</a:t>
            </a:r>
            <a:r>
              <a:rPr lang="en-BD" sz="2400" b="1" dirty="0"/>
              <a:t>,</a:t>
            </a:r>
            <a:r>
              <a:rPr lang="en-US" sz="2400" b="1" dirty="0"/>
              <a:t>6</a:t>
            </a:r>
            <a:endParaRPr lang="en-BD" sz="2400" b="1" dirty="0"/>
          </a:p>
        </p:txBody>
      </p:sp>
      <p:cxnSp>
        <p:nvCxnSpPr>
          <p:cNvPr id="45" name="Straight Arrow Connector 44">
            <a:extLst>
              <a:ext uri="{FF2B5EF4-FFF2-40B4-BE49-F238E27FC236}">
                <a16:creationId xmlns:a16="http://schemas.microsoft.com/office/drawing/2014/main" id="{DF1D8CEB-37E2-FC10-1EB2-4BD615035654}"/>
              </a:ext>
            </a:extLst>
          </p:cNvPr>
          <p:cNvCxnSpPr>
            <a:cxnSpLocks/>
          </p:cNvCxnSpPr>
          <p:nvPr/>
        </p:nvCxnSpPr>
        <p:spPr>
          <a:xfrm flipV="1">
            <a:off x="4380111" y="4460779"/>
            <a:ext cx="484196" cy="757"/>
          </a:xfrm>
          <a:prstGeom prst="straightConnector1">
            <a:avLst/>
          </a:prstGeom>
          <a:ln w="34925">
            <a:tailEnd type="triangle"/>
          </a:ln>
        </p:spPr>
        <p:style>
          <a:lnRef idx="1">
            <a:schemeClr val="accent1"/>
          </a:lnRef>
          <a:fillRef idx="0">
            <a:schemeClr val="accent1"/>
          </a:fillRef>
          <a:effectRef idx="0">
            <a:schemeClr val="accent1"/>
          </a:effectRef>
          <a:fontRef idx="minor">
            <a:schemeClr val="tx1"/>
          </a:fontRef>
        </p:style>
      </p:cxnSp>
      <p:cxnSp>
        <p:nvCxnSpPr>
          <p:cNvPr id="46" name="Straight Arrow Connector 45">
            <a:extLst>
              <a:ext uri="{FF2B5EF4-FFF2-40B4-BE49-F238E27FC236}">
                <a16:creationId xmlns:a16="http://schemas.microsoft.com/office/drawing/2014/main" id="{D594C234-4594-54A8-763B-C299F3763BAC}"/>
              </a:ext>
            </a:extLst>
          </p:cNvPr>
          <p:cNvCxnSpPr>
            <a:cxnSpLocks/>
            <a:endCxn id="41" idx="1"/>
          </p:cNvCxnSpPr>
          <p:nvPr/>
        </p:nvCxnSpPr>
        <p:spPr>
          <a:xfrm flipV="1">
            <a:off x="4339421" y="2786025"/>
            <a:ext cx="502328" cy="299204"/>
          </a:xfrm>
          <a:prstGeom prst="straightConnector1">
            <a:avLst/>
          </a:prstGeom>
          <a:ln w="34925">
            <a:tailEnd type="triangle"/>
          </a:ln>
        </p:spPr>
        <p:style>
          <a:lnRef idx="1">
            <a:schemeClr val="accent1"/>
          </a:lnRef>
          <a:fillRef idx="0">
            <a:schemeClr val="accent1"/>
          </a:fillRef>
          <a:effectRef idx="0">
            <a:schemeClr val="accent1"/>
          </a:effectRef>
          <a:fontRef idx="minor">
            <a:schemeClr val="tx1"/>
          </a:fontRef>
        </p:style>
      </p:cxnSp>
      <p:cxnSp>
        <p:nvCxnSpPr>
          <p:cNvPr id="48" name="Straight Arrow Connector 47">
            <a:extLst>
              <a:ext uri="{FF2B5EF4-FFF2-40B4-BE49-F238E27FC236}">
                <a16:creationId xmlns:a16="http://schemas.microsoft.com/office/drawing/2014/main" id="{14394715-5DEC-F1E0-D80F-404277B476F9}"/>
              </a:ext>
            </a:extLst>
          </p:cNvPr>
          <p:cNvCxnSpPr>
            <a:cxnSpLocks/>
            <a:endCxn id="42" idx="1"/>
          </p:cNvCxnSpPr>
          <p:nvPr/>
        </p:nvCxnSpPr>
        <p:spPr>
          <a:xfrm>
            <a:off x="4317614" y="3096225"/>
            <a:ext cx="524135" cy="485835"/>
          </a:xfrm>
          <a:prstGeom prst="straightConnector1">
            <a:avLst/>
          </a:prstGeom>
          <a:ln w="34925">
            <a:tailEnd type="triangle"/>
          </a:ln>
        </p:spPr>
        <p:style>
          <a:lnRef idx="1">
            <a:schemeClr val="accent1"/>
          </a:lnRef>
          <a:fillRef idx="0">
            <a:schemeClr val="accent1"/>
          </a:fillRef>
          <a:effectRef idx="0">
            <a:schemeClr val="accent1"/>
          </a:effectRef>
          <a:fontRef idx="minor">
            <a:schemeClr val="tx1"/>
          </a:fontRef>
        </p:style>
      </p:cxnSp>
      <p:sp>
        <p:nvSpPr>
          <p:cNvPr id="51" name="Rectangle 50">
            <a:extLst>
              <a:ext uri="{FF2B5EF4-FFF2-40B4-BE49-F238E27FC236}">
                <a16:creationId xmlns:a16="http://schemas.microsoft.com/office/drawing/2014/main" id="{EB874C4F-2BAA-F717-FAF2-946CABE51844}"/>
              </a:ext>
            </a:extLst>
          </p:cNvPr>
          <p:cNvSpPr/>
          <p:nvPr/>
        </p:nvSpPr>
        <p:spPr>
          <a:xfrm>
            <a:off x="6473049" y="1609497"/>
            <a:ext cx="1147104" cy="66874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H</a:t>
            </a:r>
            <a:r>
              <a:rPr lang="en-BD" sz="2400" b="1" dirty="0"/>
              <a:t>,</a:t>
            </a:r>
            <a:r>
              <a:rPr lang="en-US" sz="2400" b="1" dirty="0"/>
              <a:t>6</a:t>
            </a:r>
            <a:endParaRPr lang="en-BD" sz="2400" b="1" dirty="0"/>
          </a:p>
        </p:txBody>
      </p:sp>
      <p:cxnSp>
        <p:nvCxnSpPr>
          <p:cNvPr id="52" name="Straight Arrow Connector 51">
            <a:extLst>
              <a:ext uri="{FF2B5EF4-FFF2-40B4-BE49-F238E27FC236}">
                <a16:creationId xmlns:a16="http://schemas.microsoft.com/office/drawing/2014/main" id="{21DFD134-651D-E823-2C6A-BC8936F3A599}"/>
              </a:ext>
            </a:extLst>
          </p:cNvPr>
          <p:cNvCxnSpPr>
            <a:cxnSpLocks/>
          </p:cNvCxnSpPr>
          <p:nvPr/>
        </p:nvCxnSpPr>
        <p:spPr>
          <a:xfrm flipV="1">
            <a:off x="6004693" y="1943109"/>
            <a:ext cx="484196" cy="757"/>
          </a:xfrm>
          <a:prstGeom prst="straightConnector1">
            <a:avLst/>
          </a:prstGeom>
          <a:ln w="34925">
            <a:tailEnd type="triangle"/>
          </a:ln>
        </p:spPr>
        <p:style>
          <a:lnRef idx="1">
            <a:schemeClr val="accent1"/>
          </a:lnRef>
          <a:fillRef idx="0">
            <a:schemeClr val="accent1"/>
          </a:fillRef>
          <a:effectRef idx="0">
            <a:schemeClr val="accent1"/>
          </a:effectRef>
          <a:fontRef idx="minor">
            <a:schemeClr val="tx1"/>
          </a:fontRef>
        </p:style>
      </p:cxnSp>
      <p:sp>
        <p:nvSpPr>
          <p:cNvPr id="54" name="Rectangle 53">
            <a:extLst>
              <a:ext uri="{FF2B5EF4-FFF2-40B4-BE49-F238E27FC236}">
                <a16:creationId xmlns:a16="http://schemas.microsoft.com/office/drawing/2014/main" id="{391CDD36-77C9-A367-1B37-5B068972DF5E}"/>
              </a:ext>
            </a:extLst>
          </p:cNvPr>
          <p:cNvSpPr/>
          <p:nvPr/>
        </p:nvSpPr>
        <p:spPr>
          <a:xfrm>
            <a:off x="6484642" y="4121295"/>
            <a:ext cx="1147104" cy="66874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I</a:t>
            </a:r>
            <a:r>
              <a:rPr lang="en-BD" sz="2400" b="1" dirty="0"/>
              <a:t>,</a:t>
            </a:r>
            <a:r>
              <a:rPr lang="en-US" sz="2400" b="1" dirty="0"/>
              <a:t>2</a:t>
            </a:r>
            <a:endParaRPr lang="en-BD" sz="2400" b="1" dirty="0"/>
          </a:p>
        </p:txBody>
      </p:sp>
      <p:cxnSp>
        <p:nvCxnSpPr>
          <p:cNvPr id="55" name="Straight Arrow Connector 54">
            <a:extLst>
              <a:ext uri="{FF2B5EF4-FFF2-40B4-BE49-F238E27FC236}">
                <a16:creationId xmlns:a16="http://schemas.microsoft.com/office/drawing/2014/main" id="{D934EDCA-432C-6396-F9FD-55A36CF98840}"/>
              </a:ext>
            </a:extLst>
          </p:cNvPr>
          <p:cNvCxnSpPr>
            <a:cxnSpLocks/>
          </p:cNvCxnSpPr>
          <p:nvPr/>
        </p:nvCxnSpPr>
        <p:spPr>
          <a:xfrm flipV="1">
            <a:off x="6016286" y="4454907"/>
            <a:ext cx="484196" cy="757"/>
          </a:xfrm>
          <a:prstGeom prst="straightConnector1">
            <a:avLst/>
          </a:prstGeom>
          <a:ln w="34925">
            <a:tailEnd type="triangle"/>
          </a:ln>
        </p:spPr>
        <p:style>
          <a:lnRef idx="1">
            <a:schemeClr val="accent1"/>
          </a:lnRef>
          <a:fillRef idx="0">
            <a:schemeClr val="accent1"/>
          </a:fillRef>
          <a:effectRef idx="0">
            <a:schemeClr val="accent1"/>
          </a:effectRef>
          <a:fontRef idx="minor">
            <a:schemeClr val="tx1"/>
          </a:fontRef>
        </p:style>
      </p:cxnSp>
      <p:sp>
        <p:nvSpPr>
          <p:cNvPr id="56" name="Rectangle 55">
            <a:extLst>
              <a:ext uri="{FF2B5EF4-FFF2-40B4-BE49-F238E27FC236}">
                <a16:creationId xmlns:a16="http://schemas.microsoft.com/office/drawing/2014/main" id="{4E9AC05E-8B25-12E3-4F1A-53F7EB603807}"/>
              </a:ext>
            </a:extLst>
          </p:cNvPr>
          <p:cNvSpPr/>
          <p:nvPr/>
        </p:nvSpPr>
        <p:spPr>
          <a:xfrm>
            <a:off x="8581959" y="2723533"/>
            <a:ext cx="1147104" cy="66874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J</a:t>
            </a:r>
            <a:r>
              <a:rPr lang="en-BD" sz="2400" b="1" dirty="0"/>
              <a:t>,</a:t>
            </a:r>
            <a:r>
              <a:rPr lang="en-US" sz="2400" b="1" dirty="0"/>
              <a:t>3</a:t>
            </a:r>
            <a:endParaRPr lang="en-BD" sz="2400" b="1" dirty="0"/>
          </a:p>
        </p:txBody>
      </p:sp>
      <p:sp>
        <p:nvSpPr>
          <p:cNvPr id="57" name="Rectangle 56">
            <a:extLst>
              <a:ext uri="{FF2B5EF4-FFF2-40B4-BE49-F238E27FC236}">
                <a16:creationId xmlns:a16="http://schemas.microsoft.com/office/drawing/2014/main" id="{395AA5AA-5AE7-9064-8360-8B6EE88592EE}"/>
              </a:ext>
            </a:extLst>
          </p:cNvPr>
          <p:cNvSpPr/>
          <p:nvPr/>
        </p:nvSpPr>
        <p:spPr>
          <a:xfrm>
            <a:off x="10219410" y="2723532"/>
            <a:ext cx="1147104" cy="66874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bg1"/>
                </a:solidFill>
                <a:latin typeface="Arial Nova" panose="020B0504020202020204" pitchFamily="34" charset="0"/>
              </a:rPr>
              <a:t>End</a:t>
            </a:r>
            <a:endParaRPr lang="en-BD" sz="2000" b="1" dirty="0">
              <a:solidFill>
                <a:schemeClr val="bg1"/>
              </a:solidFill>
              <a:latin typeface="Arial Nova" panose="020B0504020202020204" pitchFamily="34" charset="0"/>
            </a:endParaRPr>
          </a:p>
        </p:txBody>
      </p:sp>
      <p:cxnSp>
        <p:nvCxnSpPr>
          <p:cNvPr id="58" name="Straight Arrow Connector 57">
            <a:extLst>
              <a:ext uri="{FF2B5EF4-FFF2-40B4-BE49-F238E27FC236}">
                <a16:creationId xmlns:a16="http://schemas.microsoft.com/office/drawing/2014/main" id="{50A76A36-E628-2415-4267-AE79D447E979}"/>
              </a:ext>
            </a:extLst>
          </p:cNvPr>
          <p:cNvCxnSpPr>
            <a:cxnSpLocks/>
          </p:cNvCxnSpPr>
          <p:nvPr/>
        </p:nvCxnSpPr>
        <p:spPr>
          <a:xfrm flipV="1">
            <a:off x="9735214" y="3084472"/>
            <a:ext cx="484196" cy="757"/>
          </a:xfrm>
          <a:prstGeom prst="straightConnector1">
            <a:avLst/>
          </a:prstGeom>
          <a:ln w="34925">
            <a:tailEnd type="triangle"/>
          </a:ln>
        </p:spPr>
        <p:style>
          <a:lnRef idx="1">
            <a:schemeClr val="accent1"/>
          </a:lnRef>
          <a:fillRef idx="0">
            <a:schemeClr val="accent1"/>
          </a:fillRef>
          <a:effectRef idx="0">
            <a:schemeClr val="accent1"/>
          </a:effectRef>
          <a:fontRef idx="minor">
            <a:schemeClr val="tx1"/>
          </a:fontRef>
        </p:style>
      </p:cxnSp>
      <p:cxnSp>
        <p:nvCxnSpPr>
          <p:cNvPr id="59" name="Straight Arrow Connector 58">
            <a:extLst>
              <a:ext uri="{FF2B5EF4-FFF2-40B4-BE49-F238E27FC236}">
                <a16:creationId xmlns:a16="http://schemas.microsoft.com/office/drawing/2014/main" id="{D9AC6C63-E436-0DB1-B32B-25D6913D082A}"/>
              </a:ext>
            </a:extLst>
          </p:cNvPr>
          <p:cNvCxnSpPr>
            <a:cxnSpLocks/>
            <a:endCxn id="56" idx="1"/>
          </p:cNvCxnSpPr>
          <p:nvPr/>
        </p:nvCxnSpPr>
        <p:spPr>
          <a:xfrm flipV="1">
            <a:off x="6004693" y="3057904"/>
            <a:ext cx="2577266" cy="564743"/>
          </a:xfrm>
          <a:prstGeom prst="straightConnector1">
            <a:avLst/>
          </a:prstGeom>
          <a:ln w="34925">
            <a:tailEnd type="triangle"/>
          </a:ln>
        </p:spPr>
        <p:style>
          <a:lnRef idx="1">
            <a:schemeClr val="accent1"/>
          </a:lnRef>
          <a:fillRef idx="0">
            <a:schemeClr val="accent1"/>
          </a:fillRef>
          <a:effectRef idx="0">
            <a:schemeClr val="accent1"/>
          </a:effectRef>
          <a:fontRef idx="minor">
            <a:schemeClr val="tx1"/>
          </a:fontRef>
        </p:style>
      </p:cxnSp>
      <p:cxnSp>
        <p:nvCxnSpPr>
          <p:cNvPr id="61" name="Straight Arrow Connector 60">
            <a:extLst>
              <a:ext uri="{FF2B5EF4-FFF2-40B4-BE49-F238E27FC236}">
                <a16:creationId xmlns:a16="http://schemas.microsoft.com/office/drawing/2014/main" id="{10E2DA58-B3A1-92DB-6176-396C9C013F2D}"/>
              </a:ext>
            </a:extLst>
          </p:cNvPr>
          <p:cNvCxnSpPr>
            <a:cxnSpLocks/>
            <a:stCxn id="41" idx="3"/>
          </p:cNvCxnSpPr>
          <p:nvPr/>
        </p:nvCxnSpPr>
        <p:spPr>
          <a:xfrm flipV="1">
            <a:off x="5988853" y="1958303"/>
            <a:ext cx="507904" cy="827722"/>
          </a:xfrm>
          <a:prstGeom prst="straightConnector1">
            <a:avLst/>
          </a:prstGeom>
          <a:ln w="34925">
            <a:tailEnd type="triangle"/>
          </a:ln>
        </p:spPr>
        <p:style>
          <a:lnRef idx="1">
            <a:schemeClr val="accent1"/>
          </a:lnRef>
          <a:fillRef idx="0">
            <a:schemeClr val="accent1"/>
          </a:fillRef>
          <a:effectRef idx="0">
            <a:schemeClr val="accent1"/>
          </a:effectRef>
          <a:fontRef idx="minor">
            <a:schemeClr val="tx1"/>
          </a:fontRef>
        </p:style>
      </p:cxnSp>
      <p:cxnSp>
        <p:nvCxnSpPr>
          <p:cNvPr id="65" name="Straight Arrow Connector 64">
            <a:extLst>
              <a:ext uri="{FF2B5EF4-FFF2-40B4-BE49-F238E27FC236}">
                <a16:creationId xmlns:a16="http://schemas.microsoft.com/office/drawing/2014/main" id="{D39E0CE4-17E4-F397-7B97-B95BE9B2C3B8}"/>
              </a:ext>
            </a:extLst>
          </p:cNvPr>
          <p:cNvCxnSpPr>
            <a:cxnSpLocks/>
            <a:endCxn id="56" idx="1"/>
          </p:cNvCxnSpPr>
          <p:nvPr/>
        </p:nvCxnSpPr>
        <p:spPr>
          <a:xfrm>
            <a:off x="7631746" y="1909879"/>
            <a:ext cx="950213" cy="1148025"/>
          </a:xfrm>
          <a:prstGeom prst="straightConnector1">
            <a:avLst/>
          </a:prstGeom>
          <a:ln w="34925">
            <a:tailEnd type="triangle"/>
          </a:ln>
        </p:spPr>
        <p:style>
          <a:lnRef idx="1">
            <a:schemeClr val="accent1"/>
          </a:lnRef>
          <a:fillRef idx="0">
            <a:schemeClr val="accent1"/>
          </a:fillRef>
          <a:effectRef idx="0">
            <a:schemeClr val="accent1"/>
          </a:effectRef>
          <a:fontRef idx="minor">
            <a:schemeClr val="tx1"/>
          </a:fontRef>
        </p:style>
      </p:cxnSp>
      <p:cxnSp>
        <p:nvCxnSpPr>
          <p:cNvPr id="68" name="Straight Arrow Connector 67">
            <a:extLst>
              <a:ext uri="{FF2B5EF4-FFF2-40B4-BE49-F238E27FC236}">
                <a16:creationId xmlns:a16="http://schemas.microsoft.com/office/drawing/2014/main" id="{FC806E47-4C03-072A-9F83-425B731FE086}"/>
              </a:ext>
            </a:extLst>
          </p:cNvPr>
          <p:cNvCxnSpPr>
            <a:cxnSpLocks/>
            <a:endCxn id="56" idx="1"/>
          </p:cNvCxnSpPr>
          <p:nvPr/>
        </p:nvCxnSpPr>
        <p:spPr>
          <a:xfrm flipV="1">
            <a:off x="7558285" y="3057904"/>
            <a:ext cx="1023674" cy="1438884"/>
          </a:xfrm>
          <a:prstGeom prst="straightConnector1">
            <a:avLst/>
          </a:prstGeom>
          <a:ln w="34925">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0325419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316A5661-2CFE-478C-BAC3-729F393F3C4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BC1DA2B-FE6F-1C6E-BFA0-9B15DC40309D}"/>
              </a:ext>
            </a:extLst>
          </p:cNvPr>
          <p:cNvSpPr>
            <a:spLocks noGrp="1"/>
          </p:cNvSpPr>
          <p:nvPr>
            <p:ph type="title"/>
          </p:nvPr>
        </p:nvSpPr>
        <p:spPr>
          <a:xfrm>
            <a:off x="2139081" y="92738"/>
            <a:ext cx="9514055" cy="1267138"/>
          </a:xfrm>
        </p:spPr>
        <p:txBody>
          <a:bodyPr anchor="ctr">
            <a:normAutofit/>
          </a:bodyPr>
          <a:lstStyle/>
          <a:p>
            <a:r>
              <a:rPr lang="en-US" sz="4000" dirty="0">
                <a:solidFill>
                  <a:schemeClr val="accent6">
                    <a:lumMod val="40000"/>
                    <a:lumOff val="60000"/>
                  </a:schemeClr>
                </a:solidFill>
                <a:latin typeface="Arial Rounded MT Bold" panose="020F0704030504030204" pitchFamily="34" charset="0"/>
              </a:rPr>
              <a:t>Project management tools</a:t>
            </a:r>
          </a:p>
        </p:txBody>
      </p:sp>
      <p:grpSp>
        <p:nvGrpSpPr>
          <p:cNvPr id="10" name="Group 9">
            <a:extLst>
              <a:ext uri="{FF2B5EF4-FFF2-40B4-BE49-F238E27FC236}">
                <a16:creationId xmlns:a16="http://schemas.microsoft.com/office/drawing/2014/main" id="{FB7BE8CD-E348-464A-82CC-7EF7AA82842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999771" y="649304"/>
            <a:ext cx="913428" cy="1315264"/>
            <a:chOff x="999771" y="649304"/>
            <a:chExt cx="913428" cy="1315264"/>
          </a:xfrm>
        </p:grpSpPr>
        <p:grpSp>
          <p:nvGrpSpPr>
            <p:cNvPr id="11" name="Group 10">
              <a:extLst>
                <a:ext uri="{FF2B5EF4-FFF2-40B4-BE49-F238E27FC236}">
                  <a16:creationId xmlns:a16="http://schemas.microsoft.com/office/drawing/2014/main" id="{B8CC82D2-4C4A-4C67-8483-5199F97B37A7}"/>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999771" y="932104"/>
              <a:ext cx="913428" cy="1032464"/>
              <a:chOff x="999771" y="932104"/>
              <a:chExt cx="913428" cy="1032464"/>
            </a:xfrm>
          </p:grpSpPr>
          <p:grpSp>
            <p:nvGrpSpPr>
              <p:cNvPr id="15" name="Group 14">
                <a:extLst>
                  <a:ext uri="{FF2B5EF4-FFF2-40B4-BE49-F238E27FC236}">
                    <a16:creationId xmlns:a16="http://schemas.microsoft.com/office/drawing/2014/main" id="{70D2391D-AA33-4F5E-BD96-B42D93DED226}"/>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rot="8100000" flipV="1">
                <a:off x="1047457" y="1290386"/>
                <a:ext cx="865742" cy="628383"/>
                <a:chOff x="558167" y="958515"/>
                <a:chExt cx="865742" cy="628383"/>
              </a:xfrm>
              <a:solidFill>
                <a:schemeClr val="accent3"/>
              </a:solidFill>
            </p:grpSpPr>
            <p:sp>
              <p:nvSpPr>
                <p:cNvPr id="22" name="Freeform: Shape 21">
                  <a:extLst>
                    <a:ext uri="{FF2B5EF4-FFF2-40B4-BE49-F238E27FC236}">
                      <a16:creationId xmlns:a16="http://schemas.microsoft.com/office/drawing/2014/main" id="{BE166DCE-539D-4C74-9C9D-AC000BA2F8A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8100000" flipH="1">
                  <a:off x="558167" y="1122160"/>
                  <a:ext cx="464738" cy="464738"/>
                </a:xfrm>
                <a:custGeom>
                  <a:avLst/>
                  <a:gdLst>
                    <a:gd name="connsiteX0" fmla="*/ 446142 w 464738"/>
                    <a:gd name="connsiteY0" fmla="*/ 464738 h 464738"/>
                    <a:gd name="connsiteX1" fmla="*/ 130673 w 464738"/>
                    <a:gd name="connsiteY1" fmla="*/ 334066 h 464738"/>
                    <a:gd name="connsiteX2" fmla="*/ 0 w 464738"/>
                    <a:gd name="connsiteY2" fmla="*/ 18596 h 464738"/>
                    <a:gd name="connsiteX3" fmla="*/ 836 w 464738"/>
                    <a:gd name="connsiteY3" fmla="*/ 1089 h 464738"/>
                    <a:gd name="connsiteX4" fmla="*/ 606 w 464738"/>
                    <a:gd name="connsiteY4" fmla="*/ 859 h 464738"/>
                    <a:gd name="connsiteX5" fmla="*/ 848 w 464738"/>
                    <a:gd name="connsiteY5" fmla="*/ 848 h 464738"/>
                    <a:gd name="connsiteX6" fmla="*/ 859 w 464738"/>
                    <a:gd name="connsiteY6" fmla="*/ 606 h 464738"/>
                    <a:gd name="connsiteX7" fmla="*/ 1089 w 464738"/>
                    <a:gd name="connsiteY7" fmla="*/ 836 h 464738"/>
                    <a:gd name="connsiteX8" fmla="*/ 18596 w 464738"/>
                    <a:gd name="connsiteY8" fmla="*/ 0 h 464738"/>
                    <a:gd name="connsiteX9" fmla="*/ 334066 w 464738"/>
                    <a:gd name="connsiteY9" fmla="*/ 130672 h 464738"/>
                    <a:gd name="connsiteX10" fmla="*/ 464738 w 464738"/>
                    <a:gd name="connsiteY10" fmla="*/ 446142 h 464738"/>
                    <a:gd name="connsiteX11" fmla="*/ 463902 w 464738"/>
                    <a:gd name="connsiteY11" fmla="*/ 463650 h 464738"/>
                    <a:gd name="connsiteX12" fmla="*/ 464132 w 464738"/>
                    <a:gd name="connsiteY12" fmla="*/ 463880 h 464738"/>
                    <a:gd name="connsiteX13" fmla="*/ 463891 w 464738"/>
                    <a:gd name="connsiteY13" fmla="*/ 463892 h 464738"/>
                    <a:gd name="connsiteX14" fmla="*/ 463879 w 464738"/>
                    <a:gd name="connsiteY14" fmla="*/ 464132 h 464738"/>
                    <a:gd name="connsiteX15" fmla="*/ 463650 w 464738"/>
                    <a:gd name="connsiteY15" fmla="*/ 463903 h 4647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64738" h="464738">
                      <a:moveTo>
                        <a:pt x="446142" y="464738"/>
                      </a:moveTo>
                      <a:cubicBezTo>
                        <a:pt x="331965" y="464738"/>
                        <a:pt x="217787" y="421181"/>
                        <a:pt x="130673" y="334066"/>
                      </a:cubicBezTo>
                      <a:cubicBezTo>
                        <a:pt x="43558" y="246952"/>
                        <a:pt x="1" y="132774"/>
                        <a:pt x="0" y="18596"/>
                      </a:cubicBezTo>
                      <a:lnTo>
                        <a:pt x="836" y="1089"/>
                      </a:lnTo>
                      <a:lnTo>
                        <a:pt x="606" y="859"/>
                      </a:lnTo>
                      <a:lnTo>
                        <a:pt x="848" y="848"/>
                      </a:lnTo>
                      <a:lnTo>
                        <a:pt x="859" y="606"/>
                      </a:lnTo>
                      <a:lnTo>
                        <a:pt x="1089" y="836"/>
                      </a:lnTo>
                      <a:lnTo>
                        <a:pt x="18596" y="0"/>
                      </a:lnTo>
                      <a:cubicBezTo>
                        <a:pt x="132774" y="0"/>
                        <a:pt x="246951" y="43557"/>
                        <a:pt x="334066" y="130672"/>
                      </a:cubicBezTo>
                      <a:cubicBezTo>
                        <a:pt x="421181" y="217787"/>
                        <a:pt x="464738" y="331964"/>
                        <a:pt x="464738" y="446142"/>
                      </a:cubicBezTo>
                      <a:lnTo>
                        <a:pt x="463902" y="463650"/>
                      </a:lnTo>
                      <a:lnTo>
                        <a:pt x="464132" y="463880"/>
                      </a:lnTo>
                      <a:lnTo>
                        <a:pt x="463891" y="463892"/>
                      </a:lnTo>
                      <a:lnTo>
                        <a:pt x="463879" y="464132"/>
                      </a:lnTo>
                      <a:lnTo>
                        <a:pt x="463650" y="463903"/>
                      </a:lnTo>
                      <a:close/>
                    </a:path>
                  </a:pathLst>
                </a:custGeom>
                <a:solidFill>
                  <a:schemeClr val="accent4">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3" name="Freeform: Shape 22">
                  <a:extLst>
                    <a:ext uri="{FF2B5EF4-FFF2-40B4-BE49-F238E27FC236}">
                      <a16:creationId xmlns:a16="http://schemas.microsoft.com/office/drawing/2014/main" id="{DCC6BEB5-DA1F-4F9E-BA5D-8F892A0FB8F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flipH="1">
                  <a:off x="959170" y="958515"/>
                  <a:ext cx="464739" cy="464739"/>
                </a:xfrm>
                <a:custGeom>
                  <a:avLst/>
                  <a:gdLst>
                    <a:gd name="connsiteX0" fmla="*/ 464132 w 464739"/>
                    <a:gd name="connsiteY0" fmla="*/ 463881 h 464739"/>
                    <a:gd name="connsiteX1" fmla="*/ 463891 w 464739"/>
                    <a:gd name="connsiteY1" fmla="*/ 463892 h 464739"/>
                    <a:gd name="connsiteX2" fmla="*/ 463880 w 464739"/>
                    <a:gd name="connsiteY2" fmla="*/ 464132 h 464739"/>
                    <a:gd name="connsiteX3" fmla="*/ 463651 w 464739"/>
                    <a:gd name="connsiteY3" fmla="*/ 463904 h 464739"/>
                    <a:gd name="connsiteX4" fmla="*/ 446142 w 464739"/>
                    <a:gd name="connsiteY4" fmla="*/ 464739 h 464739"/>
                    <a:gd name="connsiteX5" fmla="*/ 130673 w 464739"/>
                    <a:gd name="connsiteY5" fmla="*/ 334067 h 464739"/>
                    <a:gd name="connsiteX6" fmla="*/ 0 w 464739"/>
                    <a:gd name="connsiteY6" fmla="*/ 18597 h 464739"/>
                    <a:gd name="connsiteX7" fmla="*/ 836 w 464739"/>
                    <a:gd name="connsiteY7" fmla="*/ 1089 h 464739"/>
                    <a:gd name="connsiteX8" fmla="*/ 607 w 464739"/>
                    <a:gd name="connsiteY8" fmla="*/ 859 h 464739"/>
                    <a:gd name="connsiteX9" fmla="*/ 848 w 464739"/>
                    <a:gd name="connsiteY9" fmla="*/ 848 h 464739"/>
                    <a:gd name="connsiteX10" fmla="*/ 859 w 464739"/>
                    <a:gd name="connsiteY10" fmla="*/ 607 h 464739"/>
                    <a:gd name="connsiteX11" fmla="*/ 1089 w 464739"/>
                    <a:gd name="connsiteY11" fmla="*/ 836 h 464739"/>
                    <a:gd name="connsiteX12" fmla="*/ 18597 w 464739"/>
                    <a:gd name="connsiteY12" fmla="*/ 0 h 464739"/>
                    <a:gd name="connsiteX13" fmla="*/ 334067 w 464739"/>
                    <a:gd name="connsiteY13" fmla="*/ 130672 h 464739"/>
                    <a:gd name="connsiteX14" fmla="*/ 464739 w 464739"/>
                    <a:gd name="connsiteY14" fmla="*/ 446142 h 464739"/>
                    <a:gd name="connsiteX15" fmla="*/ 463903 w 464739"/>
                    <a:gd name="connsiteY15" fmla="*/ 463652 h 464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64739" h="464739">
                      <a:moveTo>
                        <a:pt x="464132" y="463881"/>
                      </a:moveTo>
                      <a:lnTo>
                        <a:pt x="463891" y="463892"/>
                      </a:lnTo>
                      <a:lnTo>
                        <a:pt x="463880" y="464132"/>
                      </a:lnTo>
                      <a:lnTo>
                        <a:pt x="463651" y="463904"/>
                      </a:lnTo>
                      <a:lnTo>
                        <a:pt x="446142" y="464739"/>
                      </a:lnTo>
                      <a:cubicBezTo>
                        <a:pt x="331965" y="464739"/>
                        <a:pt x="217787" y="421182"/>
                        <a:pt x="130673" y="334067"/>
                      </a:cubicBezTo>
                      <a:cubicBezTo>
                        <a:pt x="43558" y="246953"/>
                        <a:pt x="1" y="132775"/>
                        <a:pt x="0" y="18597"/>
                      </a:cubicBezTo>
                      <a:lnTo>
                        <a:pt x="836" y="1089"/>
                      </a:lnTo>
                      <a:lnTo>
                        <a:pt x="607" y="859"/>
                      </a:lnTo>
                      <a:lnTo>
                        <a:pt x="848" y="848"/>
                      </a:lnTo>
                      <a:lnTo>
                        <a:pt x="859" y="607"/>
                      </a:lnTo>
                      <a:lnTo>
                        <a:pt x="1089" y="836"/>
                      </a:lnTo>
                      <a:lnTo>
                        <a:pt x="18597" y="0"/>
                      </a:lnTo>
                      <a:cubicBezTo>
                        <a:pt x="132775" y="0"/>
                        <a:pt x="246952" y="43557"/>
                        <a:pt x="334067" y="130672"/>
                      </a:cubicBezTo>
                      <a:cubicBezTo>
                        <a:pt x="421182" y="217787"/>
                        <a:pt x="464739" y="331964"/>
                        <a:pt x="464739" y="446142"/>
                      </a:cubicBezTo>
                      <a:lnTo>
                        <a:pt x="463903" y="463652"/>
                      </a:lnTo>
                      <a:close/>
                    </a:path>
                  </a:pathLst>
                </a:custGeom>
                <a:solidFill>
                  <a:schemeClr val="accent4">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grpSp>
          <p:grpSp>
            <p:nvGrpSpPr>
              <p:cNvPr id="16" name="Group 15">
                <a:extLst>
                  <a:ext uri="{FF2B5EF4-FFF2-40B4-BE49-F238E27FC236}">
                    <a16:creationId xmlns:a16="http://schemas.microsoft.com/office/drawing/2014/main" id="{C0300EB9-093C-4C32-A212-821D7AC082B4}"/>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rot="10800000" flipH="1" flipV="1">
                <a:off x="999771" y="932104"/>
                <a:ext cx="864005" cy="1032464"/>
                <a:chOff x="2207971" y="2384401"/>
                <a:chExt cx="864005" cy="1032464"/>
              </a:xfrm>
            </p:grpSpPr>
            <p:sp>
              <p:nvSpPr>
                <p:cNvPr id="17" name="Freeform: Shape 16">
                  <a:extLst>
                    <a:ext uri="{FF2B5EF4-FFF2-40B4-BE49-F238E27FC236}">
                      <a16:creationId xmlns:a16="http://schemas.microsoft.com/office/drawing/2014/main" id="{AFC97B3C-CF0E-4C93-AA39-7A677A12C50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3500000">
                  <a:off x="2207971" y="2856305"/>
                  <a:ext cx="464739" cy="464739"/>
                </a:xfrm>
                <a:custGeom>
                  <a:avLst/>
                  <a:gdLst>
                    <a:gd name="connsiteX0" fmla="*/ 464132 w 464739"/>
                    <a:gd name="connsiteY0" fmla="*/ 463881 h 464739"/>
                    <a:gd name="connsiteX1" fmla="*/ 463891 w 464739"/>
                    <a:gd name="connsiteY1" fmla="*/ 463892 h 464739"/>
                    <a:gd name="connsiteX2" fmla="*/ 463880 w 464739"/>
                    <a:gd name="connsiteY2" fmla="*/ 464132 h 464739"/>
                    <a:gd name="connsiteX3" fmla="*/ 463651 w 464739"/>
                    <a:gd name="connsiteY3" fmla="*/ 463904 h 464739"/>
                    <a:gd name="connsiteX4" fmla="*/ 446142 w 464739"/>
                    <a:gd name="connsiteY4" fmla="*/ 464739 h 464739"/>
                    <a:gd name="connsiteX5" fmla="*/ 130673 w 464739"/>
                    <a:gd name="connsiteY5" fmla="*/ 334067 h 464739"/>
                    <a:gd name="connsiteX6" fmla="*/ 0 w 464739"/>
                    <a:gd name="connsiteY6" fmla="*/ 18597 h 464739"/>
                    <a:gd name="connsiteX7" fmla="*/ 836 w 464739"/>
                    <a:gd name="connsiteY7" fmla="*/ 1089 h 464739"/>
                    <a:gd name="connsiteX8" fmla="*/ 607 w 464739"/>
                    <a:gd name="connsiteY8" fmla="*/ 859 h 464739"/>
                    <a:gd name="connsiteX9" fmla="*/ 848 w 464739"/>
                    <a:gd name="connsiteY9" fmla="*/ 848 h 464739"/>
                    <a:gd name="connsiteX10" fmla="*/ 859 w 464739"/>
                    <a:gd name="connsiteY10" fmla="*/ 607 h 464739"/>
                    <a:gd name="connsiteX11" fmla="*/ 1089 w 464739"/>
                    <a:gd name="connsiteY11" fmla="*/ 836 h 464739"/>
                    <a:gd name="connsiteX12" fmla="*/ 18597 w 464739"/>
                    <a:gd name="connsiteY12" fmla="*/ 0 h 464739"/>
                    <a:gd name="connsiteX13" fmla="*/ 334067 w 464739"/>
                    <a:gd name="connsiteY13" fmla="*/ 130672 h 464739"/>
                    <a:gd name="connsiteX14" fmla="*/ 464739 w 464739"/>
                    <a:gd name="connsiteY14" fmla="*/ 446142 h 464739"/>
                    <a:gd name="connsiteX15" fmla="*/ 463903 w 464739"/>
                    <a:gd name="connsiteY15" fmla="*/ 463652 h 464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64739" h="464739">
                      <a:moveTo>
                        <a:pt x="464132" y="463881"/>
                      </a:moveTo>
                      <a:lnTo>
                        <a:pt x="463891" y="463892"/>
                      </a:lnTo>
                      <a:lnTo>
                        <a:pt x="463880" y="464132"/>
                      </a:lnTo>
                      <a:lnTo>
                        <a:pt x="463651" y="463904"/>
                      </a:lnTo>
                      <a:lnTo>
                        <a:pt x="446142" y="464739"/>
                      </a:lnTo>
                      <a:cubicBezTo>
                        <a:pt x="331965" y="464739"/>
                        <a:pt x="217787" y="421182"/>
                        <a:pt x="130673" y="334067"/>
                      </a:cubicBezTo>
                      <a:cubicBezTo>
                        <a:pt x="43558" y="246953"/>
                        <a:pt x="1" y="132775"/>
                        <a:pt x="0" y="18597"/>
                      </a:cubicBezTo>
                      <a:lnTo>
                        <a:pt x="836" y="1089"/>
                      </a:lnTo>
                      <a:lnTo>
                        <a:pt x="607" y="859"/>
                      </a:lnTo>
                      <a:lnTo>
                        <a:pt x="848" y="848"/>
                      </a:lnTo>
                      <a:lnTo>
                        <a:pt x="859" y="607"/>
                      </a:lnTo>
                      <a:lnTo>
                        <a:pt x="1089" y="836"/>
                      </a:lnTo>
                      <a:lnTo>
                        <a:pt x="18597" y="0"/>
                      </a:lnTo>
                      <a:cubicBezTo>
                        <a:pt x="132775" y="0"/>
                        <a:pt x="246952" y="43557"/>
                        <a:pt x="334067" y="130672"/>
                      </a:cubicBezTo>
                      <a:cubicBezTo>
                        <a:pt x="421182" y="217787"/>
                        <a:pt x="464739" y="331964"/>
                        <a:pt x="464739" y="446142"/>
                      </a:cubicBezTo>
                      <a:lnTo>
                        <a:pt x="463903" y="463652"/>
                      </a:lnTo>
                      <a:close/>
                    </a:path>
                  </a:pathLst>
                </a:cu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8" name="Freeform: Shape 17">
                  <a:extLst>
                    <a:ext uri="{FF2B5EF4-FFF2-40B4-BE49-F238E27FC236}">
                      <a16:creationId xmlns:a16="http://schemas.microsoft.com/office/drawing/2014/main" id="{0943F14E-6185-4A31-8318-2088A05F5C9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2607238" y="2688467"/>
                  <a:ext cx="464738" cy="464738"/>
                </a:xfrm>
                <a:custGeom>
                  <a:avLst/>
                  <a:gdLst>
                    <a:gd name="connsiteX0" fmla="*/ 446142 w 464738"/>
                    <a:gd name="connsiteY0" fmla="*/ 464738 h 464738"/>
                    <a:gd name="connsiteX1" fmla="*/ 130673 w 464738"/>
                    <a:gd name="connsiteY1" fmla="*/ 334066 h 464738"/>
                    <a:gd name="connsiteX2" fmla="*/ 0 w 464738"/>
                    <a:gd name="connsiteY2" fmla="*/ 18596 h 464738"/>
                    <a:gd name="connsiteX3" fmla="*/ 836 w 464738"/>
                    <a:gd name="connsiteY3" fmla="*/ 1089 h 464738"/>
                    <a:gd name="connsiteX4" fmla="*/ 606 w 464738"/>
                    <a:gd name="connsiteY4" fmla="*/ 859 h 464738"/>
                    <a:gd name="connsiteX5" fmla="*/ 848 w 464738"/>
                    <a:gd name="connsiteY5" fmla="*/ 848 h 464738"/>
                    <a:gd name="connsiteX6" fmla="*/ 859 w 464738"/>
                    <a:gd name="connsiteY6" fmla="*/ 606 h 464738"/>
                    <a:gd name="connsiteX7" fmla="*/ 1089 w 464738"/>
                    <a:gd name="connsiteY7" fmla="*/ 836 h 464738"/>
                    <a:gd name="connsiteX8" fmla="*/ 18596 w 464738"/>
                    <a:gd name="connsiteY8" fmla="*/ 0 h 464738"/>
                    <a:gd name="connsiteX9" fmla="*/ 334066 w 464738"/>
                    <a:gd name="connsiteY9" fmla="*/ 130672 h 464738"/>
                    <a:gd name="connsiteX10" fmla="*/ 464738 w 464738"/>
                    <a:gd name="connsiteY10" fmla="*/ 446142 h 464738"/>
                    <a:gd name="connsiteX11" fmla="*/ 463902 w 464738"/>
                    <a:gd name="connsiteY11" fmla="*/ 463650 h 464738"/>
                    <a:gd name="connsiteX12" fmla="*/ 464132 w 464738"/>
                    <a:gd name="connsiteY12" fmla="*/ 463880 h 464738"/>
                    <a:gd name="connsiteX13" fmla="*/ 463891 w 464738"/>
                    <a:gd name="connsiteY13" fmla="*/ 463892 h 464738"/>
                    <a:gd name="connsiteX14" fmla="*/ 463879 w 464738"/>
                    <a:gd name="connsiteY14" fmla="*/ 464132 h 464738"/>
                    <a:gd name="connsiteX15" fmla="*/ 463650 w 464738"/>
                    <a:gd name="connsiteY15" fmla="*/ 463903 h 4647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64738" h="464738">
                      <a:moveTo>
                        <a:pt x="446142" y="464738"/>
                      </a:moveTo>
                      <a:cubicBezTo>
                        <a:pt x="331965" y="464738"/>
                        <a:pt x="217787" y="421181"/>
                        <a:pt x="130673" y="334066"/>
                      </a:cubicBezTo>
                      <a:cubicBezTo>
                        <a:pt x="43558" y="246952"/>
                        <a:pt x="1" y="132774"/>
                        <a:pt x="0" y="18596"/>
                      </a:cubicBezTo>
                      <a:lnTo>
                        <a:pt x="836" y="1089"/>
                      </a:lnTo>
                      <a:lnTo>
                        <a:pt x="606" y="859"/>
                      </a:lnTo>
                      <a:lnTo>
                        <a:pt x="848" y="848"/>
                      </a:lnTo>
                      <a:lnTo>
                        <a:pt x="859" y="606"/>
                      </a:lnTo>
                      <a:lnTo>
                        <a:pt x="1089" y="836"/>
                      </a:lnTo>
                      <a:lnTo>
                        <a:pt x="18596" y="0"/>
                      </a:lnTo>
                      <a:cubicBezTo>
                        <a:pt x="132774" y="0"/>
                        <a:pt x="246951" y="43557"/>
                        <a:pt x="334066" y="130672"/>
                      </a:cubicBezTo>
                      <a:cubicBezTo>
                        <a:pt x="421181" y="217787"/>
                        <a:pt x="464738" y="331964"/>
                        <a:pt x="464738" y="446142"/>
                      </a:cubicBezTo>
                      <a:lnTo>
                        <a:pt x="463902" y="463650"/>
                      </a:lnTo>
                      <a:lnTo>
                        <a:pt x="464132" y="463880"/>
                      </a:lnTo>
                      <a:lnTo>
                        <a:pt x="463891" y="463892"/>
                      </a:lnTo>
                      <a:lnTo>
                        <a:pt x="463879" y="464132"/>
                      </a:lnTo>
                      <a:lnTo>
                        <a:pt x="463650" y="463903"/>
                      </a:lnTo>
                      <a:close/>
                    </a:path>
                  </a:pathLst>
                </a:cu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nvGrpSpPr>
                <p:cNvPr id="19" name="Group 18">
                  <a:extLst>
                    <a:ext uri="{FF2B5EF4-FFF2-40B4-BE49-F238E27FC236}">
                      <a16:creationId xmlns:a16="http://schemas.microsoft.com/office/drawing/2014/main" id="{F3B56658-371E-446B-B30D-D4EA2A88A973}"/>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2440769" y="2384401"/>
                  <a:ext cx="313009" cy="1032464"/>
                  <a:chOff x="2440769" y="2384401"/>
                  <a:chExt cx="313009" cy="1032464"/>
                </a:xfrm>
              </p:grpSpPr>
              <p:cxnSp>
                <p:nvCxnSpPr>
                  <p:cNvPr id="20" name="Straight Connector 19">
                    <a:extLst>
                      <a:ext uri="{FF2B5EF4-FFF2-40B4-BE49-F238E27FC236}">
                        <a16:creationId xmlns:a16="http://schemas.microsoft.com/office/drawing/2014/main" id="{068979FB-2943-4091-A490-D9F8695DF0D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rot="10800000" flipH="1">
                    <a:off x="2440769" y="2516865"/>
                    <a:ext cx="0" cy="900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B378C39C-3FC0-4521-8336-33A86391920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rot="8100000" flipH="1">
                    <a:off x="2753778" y="2384401"/>
                    <a:ext cx="0" cy="900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grpSp>
        <p:grpSp>
          <p:nvGrpSpPr>
            <p:cNvPr id="12" name="Group 11">
              <a:extLst>
                <a:ext uri="{FF2B5EF4-FFF2-40B4-BE49-F238E27FC236}">
                  <a16:creationId xmlns:a16="http://schemas.microsoft.com/office/drawing/2014/main" id="{72C6951D-2EAF-4333-B8A8-F473DC3BDF44}"/>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1437136" y="649304"/>
              <a:ext cx="388541" cy="388541"/>
              <a:chOff x="5752675" y="5440856"/>
              <a:chExt cx="388541" cy="388541"/>
            </a:xfrm>
          </p:grpSpPr>
          <p:sp>
            <p:nvSpPr>
              <p:cNvPr id="13" name="Oval 12">
                <a:extLst>
                  <a:ext uri="{FF2B5EF4-FFF2-40B4-BE49-F238E27FC236}">
                    <a16:creationId xmlns:a16="http://schemas.microsoft.com/office/drawing/2014/main" id="{63E77698-5758-433A-9DF3-3BE43B6FBDA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5800801" y="5488982"/>
                <a:ext cx="340415" cy="340415"/>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4" name="Oval 13">
                <a:extLst>
                  <a:ext uri="{FF2B5EF4-FFF2-40B4-BE49-F238E27FC236}">
                    <a16:creationId xmlns:a16="http://schemas.microsoft.com/office/drawing/2014/main" id="{FF47FF7F-75A9-438D-8BA7-428BF76974C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52675" y="5440856"/>
                <a:ext cx="340415" cy="340415"/>
              </a:xfrm>
              <a:prstGeom prst="ellipse">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grpSp>
      <p:sp>
        <p:nvSpPr>
          <p:cNvPr id="3" name="TextBox 2">
            <a:extLst>
              <a:ext uri="{FF2B5EF4-FFF2-40B4-BE49-F238E27FC236}">
                <a16:creationId xmlns:a16="http://schemas.microsoft.com/office/drawing/2014/main" id="{E1B3EC78-AF07-8A37-B218-94DF35BE2087}"/>
              </a:ext>
            </a:extLst>
          </p:cNvPr>
          <p:cNvSpPr txBox="1"/>
          <p:nvPr/>
        </p:nvSpPr>
        <p:spPr>
          <a:xfrm>
            <a:off x="9486900" y="5443538"/>
            <a:ext cx="184731" cy="369332"/>
          </a:xfrm>
          <a:prstGeom prst="rect">
            <a:avLst/>
          </a:prstGeom>
          <a:noFill/>
        </p:spPr>
        <p:txBody>
          <a:bodyPr wrap="none" rtlCol="0">
            <a:spAutoFit/>
          </a:bodyPr>
          <a:lstStyle/>
          <a:p>
            <a:endParaRPr lang="en-BD" dirty="0"/>
          </a:p>
        </p:txBody>
      </p:sp>
      <p:sp>
        <p:nvSpPr>
          <p:cNvPr id="25" name="TextBox 24">
            <a:extLst>
              <a:ext uri="{FF2B5EF4-FFF2-40B4-BE49-F238E27FC236}">
                <a16:creationId xmlns:a16="http://schemas.microsoft.com/office/drawing/2014/main" id="{D856AD59-8AD1-B85F-4827-7B31CC175126}"/>
              </a:ext>
            </a:extLst>
          </p:cNvPr>
          <p:cNvSpPr txBox="1"/>
          <p:nvPr/>
        </p:nvSpPr>
        <p:spPr>
          <a:xfrm>
            <a:off x="2187635" y="1319164"/>
            <a:ext cx="6096000" cy="523220"/>
          </a:xfrm>
          <a:prstGeom prst="rect">
            <a:avLst/>
          </a:prstGeom>
          <a:noFill/>
        </p:spPr>
        <p:txBody>
          <a:bodyPr wrap="square">
            <a:spAutoFit/>
          </a:bodyPr>
          <a:lstStyle/>
          <a:p>
            <a:r>
              <a:rPr lang="en-US" sz="2800" dirty="0">
                <a:solidFill>
                  <a:srgbClr val="FFFF00"/>
                </a:solidFill>
                <a:latin typeface="Arial Rounded MT Bold" panose="020F0704030504030204" pitchFamily="34" charset="0"/>
              </a:rPr>
              <a:t>Critical Path Analysis </a:t>
            </a:r>
          </a:p>
        </p:txBody>
      </p:sp>
      <p:sp>
        <p:nvSpPr>
          <p:cNvPr id="24" name="TextBox 23">
            <a:extLst>
              <a:ext uri="{FF2B5EF4-FFF2-40B4-BE49-F238E27FC236}">
                <a16:creationId xmlns:a16="http://schemas.microsoft.com/office/drawing/2014/main" id="{9210FE08-F3A6-B9CE-981F-BC7A51740368}"/>
              </a:ext>
            </a:extLst>
          </p:cNvPr>
          <p:cNvSpPr txBox="1"/>
          <p:nvPr/>
        </p:nvSpPr>
        <p:spPr>
          <a:xfrm>
            <a:off x="424543" y="2345602"/>
            <a:ext cx="11364686" cy="3108543"/>
          </a:xfrm>
          <a:prstGeom prst="rect">
            <a:avLst/>
          </a:prstGeom>
          <a:noFill/>
        </p:spPr>
        <p:txBody>
          <a:bodyPr wrap="square">
            <a:spAutoFit/>
          </a:bodyPr>
          <a:lstStyle/>
          <a:p>
            <a:pPr algn="just"/>
            <a:r>
              <a:rPr lang="en-US" sz="2800" dirty="0">
                <a:latin typeface="Arial Nova Light" panose="020B0304020202020204" pitchFamily="34" charset="0"/>
              </a:rPr>
              <a:t>Identifying the Critical Path; Computing Project Duration and Slack Times for Deterministic Times Given the additional information on the bank network of Figure 17.4 shown in Figure 17.5, determine the following. </a:t>
            </a:r>
          </a:p>
          <a:p>
            <a:pPr marL="457200" indent="-457200" algn="just">
              <a:buAutoNum type="alphaLcPeriod"/>
            </a:pPr>
            <a:r>
              <a:rPr lang="en-US" sz="2800" dirty="0">
                <a:latin typeface="Arial Nova Light" panose="020B0304020202020204" pitchFamily="34" charset="0"/>
              </a:rPr>
              <a:t>The length of each path </a:t>
            </a:r>
          </a:p>
          <a:p>
            <a:pPr marL="457200" indent="-457200" algn="just">
              <a:buAutoNum type="alphaLcPeriod"/>
            </a:pPr>
            <a:r>
              <a:rPr lang="en-US" sz="2800" dirty="0">
                <a:latin typeface="Arial Nova Light" panose="020B0304020202020204" pitchFamily="34" charset="0"/>
              </a:rPr>
              <a:t>The critical path </a:t>
            </a:r>
          </a:p>
          <a:p>
            <a:pPr marL="457200" indent="-457200" algn="just">
              <a:buAutoNum type="alphaLcPeriod"/>
            </a:pPr>
            <a:r>
              <a:rPr lang="en-US" sz="2800" dirty="0">
                <a:latin typeface="Arial Nova Light" panose="020B0304020202020204" pitchFamily="34" charset="0"/>
              </a:rPr>
              <a:t>The expected length of the project </a:t>
            </a:r>
          </a:p>
          <a:p>
            <a:pPr marL="457200" indent="-457200" algn="just">
              <a:buAutoNum type="alphaLcPeriod"/>
            </a:pPr>
            <a:r>
              <a:rPr lang="en-US" sz="2800" dirty="0">
                <a:latin typeface="Arial Nova Light" panose="020B0304020202020204" pitchFamily="34" charset="0"/>
              </a:rPr>
              <a:t>The amount of slack time for each path</a:t>
            </a:r>
          </a:p>
        </p:txBody>
      </p:sp>
    </p:spTree>
    <p:extLst>
      <p:ext uri="{BB962C8B-B14F-4D97-AF65-F5344CB8AC3E}">
        <p14:creationId xmlns:p14="http://schemas.microsoft.com/office/powerpoint/2010/main" val="241465211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316A5661-2CFE-478C-BAC3-729F393F3C4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BC1DA2B-FE6F-1C6E-BFA0-9B15DC40309D}"/>
              </a:ext>
            </a:extLst>
          </p:cNvPr>
          <p:cNvSpPr>
            <a:spLocks noGrp="1"/>
          </p:cNvSpPr>
          <p:nvPr>
            <p:ph type="title"/>
          </p:nvPr>
        </p:nvSpPr>
        <p:spPr>
          <a:xfrm>
            <a:off x="2139081" y="92738"/>
            <a:ext cx="9514055" cy="1267138"/>
          </a:xfrm>
        </p:spPr>
        <p:txBody>
          <a:bodyPr anchor="ctr">
            <a:normAutofit/>
          </a:bodyPr>
          <a:lstStyle/>
          <a:p>
            <a:r>
              <a:rPr lang="en-US" sz="4000" dirty="0">
                <a:solidFill>
                  <a:schemeClr val="accent6">
                    <a:lumMod val="40000"/>
                    <a:lumOff val="60000"/>
                  </a:schemeClr>
                </a:solidFill>
                <a:latin typeface="Arial Rounded MT Bold" panose="020F0704030504030204" pitchFamily="34" charset="0"/>
              </a:rPr>
              <a:t>Project management tools</a:t>
            </a:r>
          </a:p>
        </p:txBody>
      </p:sp>
      <p:grpSp>
        <p:nvGrpSpPr>
          <p:cNvPr id="10" name="Group 9">
            <a:extLst>
              <a:ext uri="{FF2B5EF4-FFF2-40B4-BE49-F238E27FC236}">
                <a16:creationId xmlns:a16="http://schemas.microsoft.com/office/drawing/2014/main" id="{FB7BE8CD-E348-464A-82CC-7EF7AA82842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999771" y="649304"/>
            <a:ext cx="913428" cy="1315264"/>
            <a:chOff x="999771" y="649304"/>
            <a:chExt cx="913428" cy="1315264"/>
          </a:xfrm>
        </p:grpSpPr>
        <p:grpSp>
          <p:nvGrpSpPr>
            <p:cNvPr id="11" name="Group 10">
              <a:extLst>
                <a:ext uri="{FF2B5EF4-FFF2-40B4-BE49-F238E27FC236}">
                  <a16:creationId xmlns:a16="http://schemas.microsoft.com/office/drawing/2014/main" id="{B8CC82D2-4C4A-4C67-8483-5199F97B37A7}"/>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999771" y="932104"/>
              <a:ext cx="913428" cy="1032464"/>
              <a:chOff x="999771" y="932104"/>
              <a:chExt cx="913428" cy="1032464"/>
            </a:xfrm>
          </p:grpSpPr>
          <p:grpSp>
            <p:nvGrpSpPr>
              <p:cNvPr id="15" name="Group 14">
                <a:extLst>
                  <a:ext uri="{FF2B5EF4-FFF2-40B4-BE49-F238E27FC236}">
                    <a16:creationId xmlns:a16="http://schemas.microsoft.com/office/drawing/2014/main" id="{70D2391D-AA33-4F5E-BD96-B42D93DED226}"/>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rot="8100000" flipV="1">
                <a:off x="1047457" y="1290386"/>
                <a:ext cx="865742" cy="628383"/>
                <a:chOff x="558167" y="958515"/>
                <a:chExt cx="865742" cy="628383"/>
              </a:xfrm>
              <a:solidFill>
                <a:schemeClr val="accent3"/>
              </a:solidFill>
            </p:grpSpPr>
            <p:sp>
              <p:nvSpPr>
                <p:cNvPr id="22" name="Freeform: Shape 21">
                  <a:extLst>
                    <a:ext uri="{FF2B5EF4-FFF2-40B4-BE49-F238E27FC236}">
                      <a16:creationId xmlns:a16="http://schemas.microsoft.com/office/drawing/2014/main" id="{BE166DCE-539D-4C74-9C9D-AC000BA2F8A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8100000" flipH="1">
                  <a:off x="558167" y="1122160"/>
                  <a:ext cx="464738" cy="464738"/>
                </a:xfrm>
                <a:custGeom>
                  <a:avLst/>
                  <a:gdLst>
                    <a:gd name="connsiteX0" fmla="*/ 446142 w 464738"/>
                    <a:gd name="connsiteY0" fmla="*/ 464738 h 464738"/>
                    <a:gd name="connsiteX1" fmla="*/ 130673 w 464738"/>
                    <a:gd name="connsiteY1" fmla="*/ 334066 h 464738"/>
                    <a:gd name="connsiteX2" fmla="*/ 0 w 464738"/>
                    <a:gd name="connsiteY2" fmla="*/ 18596 h 464738"/>
                    <a:gd name="connsiteX3" fmla="*/ 836 w 464738"/>
                    <a:gd name="connsiteY3" fmla="*/ 1089 h 464738"/>
                    <a:gd name="connsiteX4" fmla="*/ 606 w 464738"/>
                    <a:gd name="connsiteY4" fmla="*/ 859 h 464738"/>
                    <a:gd name="connsiteX5" fmla="*/ 848 w 464738"/>
                    <a:gd name="connsiteY5" fmla="*/ 848 h 464738"/>
                    <a:gd name="connsiteX6" fmla="*/ 859 w 464738"/>
                    <a:gd name="connsiteY6" fmla="*/ 606 h 464738"/>
                    <a:gd name="connsiteX7" fmla="*/ 1089 w 464738"/>
                    <a:gd name="connsiteY7" fmla="*/ 836 h 464738"/>
                    <a:gd name="connsiteX8" fmla="*/ 18596 w 464738"/>
                    <a:gd name="connsiteY8" fmla="*/ 0 h 464738"/>
                    <a:gd name="connsiteX9" fmla="*/ 334066 w 464738"/>
                    <a:gd name="connsiteY9" fmla="*/ 130672 h 464738"/>
                    <a:gd name="connsiteX10" fmla="*/ 464738 w 464738"/>
                    <a:gd name="connsiteY10" fmla="*/ 446142 h 464738"/>
                    <a:gd name="connsiteX11" fmla="*/ 463902 w 464738"/>
                    <a:gd name="connsiteY11" fmla="*/ 463650 h 464738"/>
                    <a:gd name="connsiteX12" fmla="*/ 464132 w 464738"/>
                    <a:gd name="connsiteY12" fmla="*/ 463880 h 464738"/>
                    <a:gd name="connsiteX13" fmla="*/ 463891 w 464738"/>
                    <a:gd name="connsiteY13" fmla="*/ 463892 h 464738"/>
                    <a:gd name="connsiteX14" fmla="*/ 463879 w 464738"/>
                    <a:gd name="connsiteY14" fmla="*/ 464132 h 464738"/>
                    <a:gd name="connsiteX15" fmla="*/ 463650 w 464738"/>
                    <a:gd name="connsiteY15" fmla="*/ 463903 h 4647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64738" h="464738">
                      <a:moveTo>
                        <a:pt x="446142" y="464738"/>
                      </a:moveTo>
                      <a:cubicBezTo>
                        <a:pt x="331965" y="464738"/>
                        <a:pt x="217787" y="421181"/>
                        <a:pt x="130673" y="334066"/>
                      </a:cubicBezTo>
                      <a:cubicBezTo>
                        <a:pt x="43558" y="246952"/>
                        <a:pt x="1" y="132774"/>
                        <a:pt x="0" y="18596"/>
                      </a:cubicBezTo>
                      <a:lnTo>
                        <a:pt x="836" y="1089"/>
                      </a:lnTo>
                      <a:lnTo>
                        <a:pt x="606" y="859"/>
                      </a:lnTo>
                      <a:lnTo>
                        <a:pt x="848" y="848"/>
                      </a:lnTo>
                      <a:lnTo>
                        <a:pt x="859" y="606"/>
                      </a:lnTo>
                      <a:lnTo>
                        <a:pt x="1089" y="836"/>
                      </a:lnTo>
                      <a:lnTo>
                        <a:pt x="18596" y="0"/>
                      </a:lnTo>
                      <a:cubicBezTo>
                        <a:pt x="132774" y="0"/>
                        <a:pt x="246951" y="43557"/>
                        <a:pt x="334066" y="130672"/>
                      </a:cubicBezTo>
                      <a:cubicBezTo>
                        <a:pt x="421181" y="217787"/>
                        <a:pt x="464738" y="331964"/>
                        <a:pt x="464738" y="446142"/>
                      </a:cubicBezTo>
                      <a:lnTo>
                        <a:pt x="463902" y="463650"/>
                      </a:lnTo>
                      <a:lnTo>
                        <a:pt x="464132" y="463880"/>
                      </a:lnTo>
                      <a:lnTo>
                        <a:pt x="463891" y="463892"/>
                      </a:lnTo>
                      <a:lnTo>
                        <a:pt x="463879" y="464132"/>
                      </a:lnTo>
                      <a:lnTo>
                        <a:pt x="463650" y="463903"/>
                      </a:lnTo>
                      <a:close/>
                    </a:path>
                  </a:pathLst>
                </a:custGeom>
                <a:solidFill>
                  <a:schemeClr val="accent4">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3" name="Freeform: Shape 22">
                  <a:extLst>
                    <a:ext uri="{FF2B5EF4-FFF2-40B4-BE49-F238E27FC236}">
                      <a16:creationId xmlns:a16="http://schemas.microsoft.com/office/drawing/2014/main" id="{DCC6BEB5-DA1F-4F9E-BA5D-8F892A0FB8F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flipH="1">
                  <a:off x="959170" y="958515"/>
                  <a:ext cx="464739" cy="464739"/>
                </a:xfrm>
                <a:custGeom>
                  <a:avLst/>
                  <a:gdLst>
                    <a:gd name="connsiteX0" fmla="*/ 464132 w 464739"/>
                    <a:gd name="connsiteY0" fmla="*/ 463881 h 464739"/>
                    <a:gd name="connsiteX1" fmla="*/ 463891 w 464739"/>
                    <a:gd name="connsiteY1" fmla="*/ 463892 h 464739"/>
                    <a:gd name="connsiteX2" fmla="*/ 463880 w 464739"/>
                    <a:gd name="connsiteY2" fmla="*/ 464132 h 464739"/>
                    <a:gd name="connsiteX3" fmla="*/ 463651 w 464739"/>
                    <a:gd name="connsiteY3" fmla="*/ 463904 h 464739"/>
                    <a:gd name="connsiteX4" fmla="*/ 446142 w 464739"/>
                    <a:gd name="connsiteY4" fmla="*/ 464739 h 464739"/>
                    <a:gd name="connsiteX5" fmla="*/ 130673 w 464739"/>
                    <a:gd name="connsiteY5" fmla="*/ 334067 h 464739"/>
                    <a:gd name="connsiteX6" fmla="*/ 0 w 464739"/>
                    <a:gd name="connsiteY6" fmla="*/ 18597 h 464739"/>
                    <a:gd name="connsiteX7" fmla="*/ 836 w 464739"/>
                    <a:gd name="connsiteY7" fmla="*/ 1089 h 464739"/>
                    <a:gd name="connsiteX8" fmla="*/ 607 w 464739"/>
                    <a:gd name="connsiteY8" fmla="*/ 859 h 464739"/>
                    <a:gd name="connsiteX9" fmla="*/ 848 w 464739"/>
                    <a:gd name="connsiteY9" fmla="*/ 848 h 464739"/>
                    <a:gd name="connsiteX10" fmla="*/ 859 w 464739"/>
                    <a:gd name="connsiteY10" fmla="*/ 607 h 464739"/>
                    <a:gd name="connsiteX11" fmla="*/ 1089 w 464739"/>
                    <a:gd name="connsiteY11" fmla="*/ 836 h 464739"/>
                    <a:gd name="connsiteX12" fmla="*/ 18597 w 464739"/>
                    <a:gd name="connsiteY12" fmla="*/ 0 h 464739"/>
                    <a:gd name="connsiteX13" fmla="*/ 334067 w 464739"/>
                    <a:gd name="connsiteY13" fmla="*/ 130672 h 464739"/>
                    <a:gd name="connsiteX14" fmla="*/ 464739 w 464739"/>
                    <a:gd name="connsiteY14" fmla="*/ 446142 h 464739"/>
                    <a:gd name="connsiteX15" fmla="*/ 463903 w 464739"/>
                    <a:gd name="connsiteY15" fmla="*/ 463652 h 464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64739" h="464739">
                      <a:moveTo>
                        <a:pt x="464132" y="463881"/>
                      </a:moveTo>
                      <a:lnTo>
                        <a:pt x="463891" y="463892"/>
                      </a:lnTo>
                      <a:lnTo>
                        <a:pt x="463880" y="464132"/>
                      </a:lnTo>
                      <a:lnTo>
                        <a:pt x="463651" y="463904"/>
                      </a:lnTo>
                      <a:lnTo>
                        <a:pt x="446142" y="464739"/>
                      </a:lnTo>
                      <a:cubicBezTo>
                        <a:pt x="331965" y="464739"/>
                        <a:pt x="217787" y="421182"/>
                        <a:pt x="130673" y="334067"/>
                      </a:cubicBezTo>
                      <a:cubicBezTo>
                        <a:pt x="43558" y="246953"/>
                        <a:pt x="1" y="132775"/>
                        <a:pt x="0" y="18597"/>
                      </a:cubicBezTo>
                      <a:lnTo>
                        <a:pt x="836" y="1089"/>
                      </a:lnTo>
                      <a:lnTo>
                        <a:pt x="607" y="859"/>
                      </a:lnTo>
                      <a:lnTo>
                        <a:pt x="848" y="848"/>
                      </a:lnTo>
                      <a:lnTo>
                        <a:pt x="859" y="607"/>
                      </a:lnTo>
                      <a:lnTo>
                        <a:pt x="1089" y="836"/>
                      </a:lnTo>
                      <a:lnTo>
                        <a:pt x="18597" y="0"/>
                      </a:lnTo>
                      <a:cubicBezTo>
                        <a:pt x="132775" y="0"/>
                        <a:pt x="246952" y="43557"/>
                        <a:pt x="334067" y="130672"/>
                      </a:cubicBezTo>
                      <a:cubicBezTo>
                        <a:pt x="421182" y="217787"/>
                        <a:pt x="464739" y="331964"/>
                        <a:pt x="464739" y="446142"/>
                      </a:cubicBezTo>
                      <a:lnTo>
                        <a:pt x="463903" y="463652"/>
                      </a:lnTo>
                      <a:close/>
                    </a:path>
                  </a:pathLst>
                </a:custGeom>
                <a:solidFill>
                  <a:schemeClr val="accent4">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grpSp>
          <p:grpSp>
            <p:nvGrpSpPr>
              <p:cNvPr id="16" name="Group 15">
                <a:extLst>
                  <a:ext uri="{FF2B5EF4-FFF2-40B4-BE49-F238E27FC236}">
                    <a16:creationId xmlns:a16="http://schemas.microsoft.com/office/drawing/2014/main" id="{C0300EB9-093C-4C32-A212-821D7AC082B4}"/>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rot="10800000" flipH="1" flipV="1">
                <a:off x="999771" y="932104"/>
                <a:ext cx="864005" cy="1032464"/>
                <a:chOff x="2207971" y="2384401"/>
                <a:chExt cx="864005" cy="1032464"/>
              </a:xfrm>
            </p:grpSpPr>
            <p:sp>
              <p:nvSpPr>
                <p:cNvPr id="17" name="Freeform: Shape 16">
                  <a:extLst>
                    <a:ext uri="{FF2B5EF4-FFF2-40B4-BE49-F238E27FC236}">
                      <a16:creationId xmlns:a16="http://schemas.microsoft.com/office/drawing/2014/main" id="{AFC97B3C-CF0E-4C93-AA39-7A677A12C50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3500000">
                  <a:off x="2207971" y="2856305"/>
                  <a:ext cx="464739" cy="464739"/>
                </a:xfrm>
                <a:custGeom>
                  <a:avLst/>
                  <a:gdLst>
                    <a:gd name="connsiteX0" fmla="*/ 464132 w 464739"/>
                    <a:gd name="connsiteY0" fmla="*/ 463881 h 464739"/>
                    <a:gd name="connsiteX1" fmla="*/ 463891 w 464739"/>
                    <a:gd name="connsiteY1" fmla="*/ 463892 h 464739"/>
                    <a:gd name="connsiteX2" fmla="*/ 463880 w 464739"/>
                    <a:gd name="connsiteY2" fmla="*/ 464132 h 464739"/>
                    <a:gd name="connsiteX3" fmla="*/ 463651 w 464739"/>
                    <a:gd name="connsiteY3" fmla="*/ 463904 h 464739"/>
                    <a:gd name="connsiteX4" fmla="*/ 446142 w 464739"/>
                    <a:gd name="connsiteY4" fmla="*/ 464739 h 464739"/>
                    <a:gd name="connsiteX5" fmla="*/ 130673 w 464739"/>
                    <a:gd name="connsiteY5" fmla="*/ 334067 h 464739"/>
                    <a:gd name="connsiteX6" fmla="*/ 0 w 464739"/>
                    <a:gd name="connsiteY6" fmla="*/ 18597 h 464739"/>
                    <a:gd name="connsiteX7" fmla="*/ 836 w 464739"/>
                    <a:gd name="connsiteY7" fmla="*/ 1089 h 464739"/>
                    <a:gd name="connsiteX8" fmla="*/ 607 w 464739"/>
                    <a:gd name="connsiteY8" fmla="*/ 859 h 464739"/>
                    <a:gd name="connsiteX9" fmla="*/ 848 w 464739"/>
                    <a:gd name="connsiteY9" fmla="*/ 848 h 464739"/>
                    <a:gd name="connsiteX10" fmla="*/ 859 w 464739"/>
                    <a:gd name="connsiteY10" fmla="*/ 607 h 464739"/>
                    <a:gd name="connsiteX11" fmla="*/ 1089 w 464739"/>
                    <a:gd name="connsiteY11" fmla="*/ 836 h 464739"/>
                    <a:gd name="connsiteX12" fmla="*/ 18597 w 464739"/>
                    <a:gd name="connsiteY12" fmla="*/ 0 h 464739"/>
                    <a:gd name="connsiteX13" fmla="*/ 334067 w 464739"/>
                    <a:gd name="connsiteY13" fmla="*/ 130672 h 464739"/>
                    <a:gd name="connsiteX14" fmla="*/ 464739 w 464739"/>
                    <a:gd name="connsiteY14" fmla="*/ 446142 h 464739"/>
                    <a:gd name="connsiteX15" fmla="*/ 463903 w 464739"/>
                    <a:gd name="connsiteY15" fmla="*/ 463652 h 464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64739" h="464739">
                      <a:moveTo>
                        <a:pt x="464132" y="463881"/>
                      </a:moveTo>
                      <a:lnTo>
                        <a:pt x="463891" y="463892"/>
                      </a:lnTo>
                      <a:lnTo>
                        <a:pt x="463880" y="464132"/>
                      </a:lnTo>
                      <a:lnTo>
                        <a:pt x="463651" y="463904"/>
                      </a:lnTo>
                      <a:lnTo>
                        <a:pt x="446142" y="464739"/>
                      </a:lnTo>
                      <a:cubicBezTo>
                        <a:pt x="331965" y="464739"/>
                        <a:pt x="217787" y="421182"/>
                        <a:pt x="130673" y="334067"/>
                      </a:cubicBezTo>
                      <a:cubicBezTo>
                        <a:pt x="43558" y="246953"/>
                        <a:pt x="1" y="132775"/>
                        <a:pt x="0" y="18597"/>
                      </a:cubicBezTo>
                      <a:lnTo>
                        <a:pt x="836" y="1089"/>
                      </a:lnTo>
                      <a:lnTo>
                        <a:pt x="607" y="859"/>
                      </a:lnTo>
                      <a:lnTo>
                        <a:pt x="848" y="848"/>
                      </a:lnTo>
                      <a:lnTo>
                        <a:pt x="859" y="607"/>
                      </a:lnTo>
                      <a:lnTo>
                        <a:pt x="1089" y="836"/>
                      </a:lnTo>
                      <a:lnTo>
                        <a:pt x="18597" y="0"/>
                      </a:lnTo>
                      <a:cubicBezTo>
                        <a:pt x="132775" y="0"/>
                        <a:pt x="246952" y="43557"/>
                        <a:pt x="334067" y="130672"/>
                      </a:cubicBezTo>
                      <a:cubicBezTo>
                        <a:pt x="421182" y="217787"/>
                        <a:pt x="464739" y="331964"/>
                        <a:pt x="464739" y="446142"/>
                      </a:cubicBezTo>
                      <a:lnTo>
                        <a:pt x="463903" y="463652"/>
                      </a:lnTo>
                      <a:close/>
                    </a:path>
                  </a:pathLst>
                </a:cu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8" name="Freeform: Shape 17">
                  <a:extLst>
                    <a:ext uri="{FF2B5EF4-FFF2-40B4-BE49-F238E27FC236}">
                      <a16:creationId xmlns:a16="http://schemas.microsoft.com/office/drawing/2014/main" id="{0943F14E-6185-4A31-8318-2088A05F5C9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2607238" y="2688467"/>
                  <a:ext cx="464738" cy="464738"/>
                </a:xfrm>
                <a:custGeom>
                  <a:avLst/>
                  <a:gdLst>
                    <a:gd name="connsiteX0" fmla="*/ 446142 w 464738"/>
                    <a:gd name="connsiteY0" fmla="*/ 464738 h 464738"/>
                    <a:gd name="connsiteX1" fmla="*/ 130673 w 464738"/>
                    <a:gd name="connsiteY1" fmla="*/ 334066 h 464738"/>
                    <a:gd name="connsiteX2" fmla="*/ 0 w 464738"/>
                    <a:gd name="connsiteY2" fmla="*/ 18596 h 464738"/>
                    <a:gd name="connsiteX3" fmla="*/ 836 w 464738"/>
                    <a:gd name="connsiteY3" fmla="*/ 1089 h 464738"/>
                    <a:gd name="connsiteX4" fmla="*/ 606 w 464738"/>
                    <a:gd name="connsiteY4" fmla="*/ 859 h 464738"/>
                    <a:gd name="connsiteX5" fmla="*/ 848 w 464738"/>
                    <a:gd name="connsiteY5" fmla="*/ 848 h 464738"/>
                    <a:gd name="connsiteX6" fmla="*/ 859 w 464738"/>
                    <a:gd name="connsiteY6" fmla="*/ 606 h 464738"/>
                    <a:gd name="connsiteX7" fmla="*/ 1089 w 464738"/>
                    <a:gd name="connsiteY7" fmla="*/ 836 h 464738"/>
                    <a:gd name="connsiteX8" fmla="*/ 18596 w 464738"/>
                    <a:gd name="connsiteY8" fmla="*/ 0 h 464738"/>
                    <a:gd name="connsiteX9" fmla="*/ 334066 w 464738"/>
                    <a:gd name="connsiteY9" fmla="*/ 130672 h 464738"/>
                    <a:gd name="connsiteX10" fmla="*/ 464738 w 464738"/>
                    <a:gd name="connsiteY10" fmla="*/ 446142 h 464738"/>
                    <a:gd name="connsiteX11" fmla="*/ 463902 w 464738"/>
                    <a:gd name="connsiteY11" fmla="*/ 463650 h 464738"/>
                    <a:gd name="connsiteX12" fmla="*/ 464132 w 464738"/>
                    <a:gd name="connsiteY12" fmla="*/ 463880 h 464738"/>
                    <a:gd name="connsiteX13" fmla="*/ 463891 w 464738"/>
                    <a:gd name="connsiteY13" fmla="*/ 463892 h 464738"/>
                    <a:gd name="connsiteX14" fmla="*/ 463879 w 464738"/>
                    <a:gd name="connsiteY14" fmla="*/ 464132 h 464738"/>
                    <a:gd name="connsiteX15" fmla="*/ 463650 w 464738"/>
                    <a:gd name="connsiteY15" fmla="*/ 463903 h 4647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64738" h="464738">
                      <a:moveTo>
                        <a:pt x="446142" y="464738"/>
                      </a:moveTo>
                      <a:cubicBezTo>
                        <a:pt x="331965" y="464738"/>
                        <a:pt x="217787" y="421181"/>
                        <a:pt x="130673" y="334066"/>
                      </a:cubicBezTo>
                      <a:cubicBezTo>
                        <a:pt x="43558" y="246952"/>
                        <a:pt x="1" y="132774"/>
                        <a:pt x="0" y="18596"/>
                      </a:cubicBezTo>
                      <a:lnTo>
                        <a:pt x="836" y="1089"/>
                      </a:lnTo>
                      <a:lnTo>
                        <a:pt x="606" y="859"/>
                      </a:lnTo>
                      <a:lnTo>
                        <a:pt x="848" y="848"/>
                      </a:lnTo>
                      <a:lnTo>
                        <a:pt x="859" y="606"/>
                      </a:lnTo>
                      <a:lnTo>
                        <a:pt x="1089" y="836"/>
                      </a:lnTo>
                      <a:lnTo>
                        <a:pt x="18596" y="0"/>
                      </a:lnTo>
                      <a:cubicBezTo>
                        <a:pt x="132774" y="0"/>
                        <a:pt x="246951" y="43557"/>
                        <a:pt x="334066" y="130672"/>
                      </a:cubicBezTo>
                      <a:cubicBezTo>
                        <a:pt x="421181" y="217787"/>
                        <a:pt x="464738" y="331964"/>
                        <a:pt x="464738" y="446142"/>
                      </a:cubicBezTo>
                      <a:lnTo>
                        <a:pt x="463902" y="463650"/>
                      </a:lnTo>
                      <a:lnTo>
                        <a:pt x="464132" y="463880"/>
                      </a:lnTo>
                      <a:lnTo>
                        <a:pt x="463891" y="463892"/>
                      </a:lnTo>
                      <a:lnTo>
                        <a:pt x="463879" y="464132"/>
                      </a:lnTo>
                      <a:lnTo>
                        <a:pt x="463650" y="463903"/>
                      </a:lnTo>
                      <a:close/>
                    </a:path>
                  </a:pathLst>
                </a:cu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nvGrpSpPr>
                <p:cNvPr id="19" name="Group 18">
                  <a:extLst>
                    <a:ext uri="{FF2B5EF4-FFF2-40B4-BE49-F238E27FC236}">
                      <a16:creationId xmlns:a16="http://schemas.microsoft.com/office/drawing/2014/main" id="{F3B56658-371E-446B-B30D-D4EA2A88A973}"/>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2440769" y="2384401"/>
                  <a:ext cx="313009" cy="1032464"/>
                  <a:chOff x="2440769" y="2384401"/>
                  <a:chExt cx="313009" cy="1032464"/>
                </a:xfrm>
              </p:grpSpPr>
              <p:cxnSp>
                <p:nvCxnSpPr>
                  <p:cNvPr id="20" name="Straight Connector 19">
                    <a:extLst>
                      <a:ext uri="{FF2B5EF4-FFF2-40B4-BE49-F238E27FC236}">
                        <a16:creationId xmlns:a16="http://schemas.microsoft.com/office/drawing/2014/main" id="{068979FB-2943-4091-A490-D9F8695DF0D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rot="10800000" flipH="1">
                    <a:off x="2440769" y="2516865"/>
                    <a:ext cx="0" cy="900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B378C39C-3FC0-4521-8336-33A86391920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rot="8100000" flipH="1">
                    <a:off x="2753778" y="2384401"/>
                    <a:ext cx="0" cy="900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grpSp>
        <p:grpSp>
          <p:nvGrpSpPr>
            <p:cNvPr id="12" name="Group 11">
              <a:extLst>
                <a:ext uri="{FF2B5EF4-FFF2-40B4-BE49-F238E27FC236}">
                  <a16:creationId xmlns:a16="http://schemas.microsoft.com/office/drawing/2014/main" id="{72C6951D-2EAF-4333-B8A8-F473DC3BDF44}"/>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1437136" y="649304"/>
              <a:ext cx="388541" cy="388541"/>
              <a:chOff x="5752675" y="5440856"/>
              <a:chExt cx="388541" cy="388541"/>
            </a:xfrm>
          </p:grpSpPr>
          <p:sp>
            <p:nvSpPr>
              <p:cNvPr id="13" name="Oval 12">
                <a:extLst>
                  <a:ext uri="{FF2B5EF4-FFF2-40B4-BE49-F238E27FC236}">
                    <a16:creationId xmlns:a16="http://schemas.microsoft.com/office/drawing/2014/main" id="{63E77698-5758-433A-9DF3-3BE43B6FBDA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5800801" y="5488982"/>
                <a:ext cx="340415" cy="340415"/>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4" name="Oval 13">
                <a:extLst>
                  <a:ext uri="{FF2B5EF4-FFF2-40B4-BE49-F238E27FC236}">
                    <a16:creationId xmlns:a16="http://schemas.microsoft.com/office/drawing/2014/main" id="{FF47FF7F-75A9-438D-8BA7-428BF76974C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52675" y="5440856"/>
                <a:ext cx="340415" cy="340415"/>
              </a:xfrm>
              <a:prstGeom prst="ellipse">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grpSp>
      <p:sp>
        <p:nvSpPr>
          <p:cNvPr id="3" name="TextBox 2">
            <a:extLst>
              <a:ext uri="{FF2B5EF4-FFF2-40B4-BE49-F238E27FC236}">
                <a16:creationId xmlns:a16="http://schemas.microsoft.com/office/drawing/2014/main" id="{E1B3EC78-AF07-8A37-B218-94DF35BE2087}"/>
              </a:ext>
            </a:extLst>
          </p:cNvPr>
          <p:cNvSpPr txBox="1"/>
          <p:nvPr/>
        </p:nvSpPr>
        <p:spPr>
          <a:xfrm>
            <a:off x="9486900" y="5443538"/>
            <a:ext cx="184731" cy="369332"/>
          </a:xfrm>
          <a:prstGeom prst="rect">
            <a:avLst/>
          </a:prstGeom>
          <a:noFill/>
        </p:spPr>
        <p:txBody>
          <a:bodyPr wrap="none" rtlCol="0">
            <a:spAutoFit/>
          </a:bodyPr>
          <a:lstStyle/>
          <a:p>
            <a:endParaRPr lang="en-BD" dirty="0"/>
          </a:p>
        </p:txBody>
      </p:sp>
      <p:sp>
        <p:nvSpPr>
          <p:cNvPr id="25" name="TextBox 24">
            <a:extLst>
              <a:ext uri="{FF2B5EF4-FFF2-40B4-BE49-F238E27FC236}">
                <a16:creationId xmlns:a16="http://schemas.microsoft.com/office/drawing/2014/main" id="{D856AD59-8AD1-B85F-4827-7B31CC175126}"/>
              </a:ext>
            </a:extLst>
          </p:cNvPr>
          <p:cNvSpPr txBox="1"/>
          <p:nvPr/>
        </p:nvSpPr>
        <p:spPr>
          <a:xfrm>
            <a:off x="2187635" y="1319164"/>
            <a:ext cx="6096000" cy="523220"/>
          </a:xfrm>
          <a:prstGeom prst="rect">
            <a:avLst/>
          </a:prstGeom>
          <a:noFill/>
        </p:spPr>
        <p:txBody>
          <a:bodyPr wrap="square">
            <a:spAutoFit/>
          </a:bodyPr>
          <a:lstStyle/>
          <a:p>
            <a:r>
              <a:rPr lang="en-US" sz="2800" dirty="0">
                <a:solidFill>
                  <a:srgbClr val="FFFF00"/>
                </a:solidFill>
                <a:latin typeface="Arial Rounded MT Bold" panose="020F0704030504030204" pitchFamily="34" charset="0"/>
              </a:rPr>
              <a:t>Critical Path Analysis </a:t>
            </a:r>
          </a:p>
        </p:txBody>
      </p:sp>
      <p:pic>
        <p:nvPicPr>
          <p:cNvPr id="5" name="Picture 4" descr="Graphical user interface&#10;&#10;Description automatically generated">
            <a:extLst>
              <a:ext uri="{FF2B5EF4-FFF2-40B4-BE49-F238E27FC236}">
                <a16:creationId xmlns:a16="http://schemas.microsoft.com/office/drawing/2014/main" id="{CCC93649-1A33-823B-E004-2BA838040ED5}"/>
              </a:ext>
            </a:extLst>
          </p:cNvPr>
          <p:cNvPicPr>
            <a:picLocks noChangeAspect="1"/>
          </p:cNvPicPr>
          <p:nvPr/>
        </p:nvPicPr>
        <p:blipFill rotWithShape="1">
          <a:blip r:embed="rId2">
            <a:extLst>
              <a:ext uri="{28A0092B-C50C-407E-A947-70E740481C1C}">
                <a14:useLocalDpi xmlns:a14="http://schemas.microsoft.com/office/drawing/2010/main" val="0"/>
              </a:ext>
            </a:extLst>
          </a:blip>
          <a:srcRect l="7809" t="31539" r="21426" b="25641"/>
          <a:stretch/>
        </p:blipFill>
        <p:spPr>
          <a:xfrm>
            <a:off x="1001061" y="2326134"/>
            <a:ext cx="10522577" cy="3581502"/>
          </a:xfrm>
          <a:prstGeom prst="rect">
            <a:avLst/>
          </a:prstGeom>
        </p:spPr>
      </p:pic>
    </p:spTree>
    <p:extLst>
      <p:ext uri="{BB962C8B-B14F-4D97-AF65-F5344CB8AC3E}">
        <p14:creationId xmlns:p14="http://schemas.microsoft.com/office/powerpoint/2010/main" val="407928067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316A5661-2CFE-478C-BAC3-729F393F3C4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BC1DA2B-FE6F-1C6E-BFA0-9B15DC40309D}"/>
              </a:ext>
            </a:extLst>
          </p:cNvPr>
          <p:cNvSpPr>
            <a:spLocks noGrp="1"/>
          </p:cNvSpPr>
          <p:nvPr>
            <p:ph type="title"/>
          </p:nvPr>
        </p:nvSpPr>
        <p:spPr>
          <a:xfrm>
            <a:off x="2139081" y="92738"/>
            <a:ext cx="9514055" cy="1267138"/>
          </a:xfrm>
        </p:spPr>
        <p:txBody>
          <a:bodyPr anchor="ctr">
            <a:normAutofit/>
          </a:bodyPr>
          <a:lstStyle/>
          <a:p>
            <a:r>
              <a:rPr lang="en-US" sz="4000" dirty="0">
                <a:solidFill>
                  <a:schemeClr val="accent6">
                    <a:lumMod val="40000"/>
                    <a:lumOff val="60000"/>
                  </a:schemeClr>
                </a:solidFill>
                <a:latin typeface="Arial Rounded MT Bold" panose="020F0704030504030204" pitchFamily="34" charset="0"/>
              </a:rPr>
              <a:t>Project management tools</a:t>
            </a:r>
          </a:p>
        </p:txBody>
      </p:sp>
      <p:grpSp>
        <p:nvGrpSpPr>
          <p:cNvPr id="10" name="Group 9">
            <a:extLst>
              <a:ext uri="{FF2B5EF4-FFF2-40B4-BE49-F238E27FC236}">
                <a16:creationId xmlns:a16="http://schemas.microsoft.com/office/drawing/2014/main" id="{FB7BE8CD-E348-464A-82CC-7EF7AA82842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999771" y="649304"/>
            <a:ext cx="913428" cy="1315264"/>
            <a:chOff x="999771" y="649304"/>
            <a:chExt cx="913428" cy="1315264"/>
          </a:xfrm>
        </p:grpSpPr>
        <p:grpSp>
          <p:nvGrpSpPr>
            <p:cNvPr id="11" name="Group 10">
              <a:extLst>
                <a:ext uri="{FF2B5EF4-FFF2-40B4-BE49-F238E27FC236}">
                  <a16:creationId xmlns:a16="http://schemas.microsoft.com/office/drawing/2014/main" id="{B8CC82D2-4C4A-4C67-8483-5199F97B37A7}"/>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999771" y="932104"/>
              <a:ext cx="913428" cy="1032464"/>
              <a:chOff x="999771" y="932104"/>
              <a:chExt cx="913428" cy="1032464"/>
            </a:xfrm>
          </p:grpSpPr>
          <p:grpSp>
            <p:nvGrpSpPr>
              <p:cNvPr id="15" name="Group 14">
                <a:extLst>
                  <a:ext uri="{FF2B5EF4-FFF2-40B4-BE49-F238E27FC236}">
                    <a16:creationId xmlns:a16="http://schemas.microsoft.com/office/drawing/2014/main" id="{70D2391D-AA33-4F5E-BD96-B42D93DED226}"/>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rot="8100000" flipV="1">
                <a:off x="1047457" y="1290386"/>
                <a:ext cx="865742" cy="628383"/>
                <a:chOff x="558167" y="958515"/>
                <a:chExt cx="865742" cy="628383"/>
              </a:xfrm>
              <a:solidFill>
                <a:schemeClr val="accent3"/>
              </a:solidFill>
            </p:grpSpPr>
            <p:sp>
              <p:nvSpPr>
                <p:cNvPr id="22" name="Freeform: Shape 21">
                  <a:extLst>
                    <a:ext uri="{FF2B5EF4-FFF2-40B4-BE49-F238E27FC236}">
                      <a16:creationId xmlns:a16="http://schemas.microsoft.com/office/drawing/2014/main" id="{BE166DCE-539D-4C74-9C9D-AC000BA2F8A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8100000" flipH="1">
                  <a:off x="558167" y="1122160"/>
                  <a:ext cx="464738" cy="464738"/>
                </a:xfrm>
                <a:custGeom>
                  <a:avLst/>
                  <a:gdLst>
                    <a:gd name="connsiteX0" fmla="*/ 446142 w 464738"/>
                    <a:gd name="connsiteY0" fmla="*/ 464738 h 464738"/>
                    <a:gd name="connsiteX1" fmla="*/ 130673 w 464738"/>
                    <a:gd name="connsiteY1" fmla="*/ 334066 h 464738"/>
                    <a:gd name="connsiteX2" fmla="*/ 0 w 464738"/>
                    <a:gd name="connsiteY2" fmla="*/ 18596 h 464738"/>
                    <a:gd name="connsiteX3" fmla="*/ 836 w 464738"/>
                    <a:gd name="connsiteY3" fmla="*/ 1089 h 464738"/>
                    <a:gd name="connsiteX4" fmla="*/ 606 w 464738"/>
                    <a:gd name="connsiteY4" fmla="*/ 859 h 464738"/>
                    <a:gd name="connsiteX5" fmla="*/ 848 w 464738"/>
                    <a:gd name="connsiteY5" fmla="*/ 848 h 464738"/>
                    <a:gd name="connsiteX6" fmla="*/ 859 w 464738"/>
                    <a:gd name="connsiteY6" fmla="*/ 606 h 464738"/>
                    <a:gd name="connsiteX7" fmla="*/ 1089 w 464738"/>
                    <a:gd name="connsiteY7" fmla="*/ 836 h 464738"/>
                    <a:gd name="connsiteX8" fmla="*/ 18596 w 464738"/>
                    <a:gd name="connsiteY8" fmla="*/ 0 h 464738"/>
                    <a:gd name="connsiteX9" fmla="*/ 334066 w 464738"/>
                    <a:gd name="connsiteY9" fmla="*/ 130672 h 464738"/>
                    <a:gd name="connsiteX10" fmla="*/ 464738 w 464738"/>
                    <a:gd name="connsiteY10" fmla="*/ 446142 h 464738"/>
                    <a:gd name="connsiteX11" fmla="*/ 463902 w 464738"/>
                    <a:gd name="connsiteY11" fmla="*/ 463650 h 464738"/>
                    <a:gd name="connsiteX12" fmla="*/ 464132 w 464738"/>
                    <a:gd name="connsiteY12" fmla="*/ 463880 h 464738"/>
                    <a:gd name="connsiteX13" fmla="*/ 463891 w 464738"/>
                    <a:gd name="connsiteY13" fmla="*/ 463892 h 464738"/>
                    <a:gd name="connsiteX14" fmla="*/ 463879 w 464738"/>
                    <a:gd name="connsiteY14" fmla="*/ 464132 h 464738"/>
                    <a:gd name="connsiteX15" fmla="*/ 463650 w 464738"/>
                    <a:gd name="connsiteY15" fmla="*/ 463903 h 4647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64738" h="464738">
                      <a:moveTo>
                        <a:pt x="446142" y="464738"/>
                      </a:moveTo>
                      <a:cubicBezTo>
                        <a:pt x="331965" y="464738"/>
                        <a:pt x="217787" y="421181"/>
                        <a:pt x="130673" y="334066"/>
                      </a:cubicBezTo>
                      <a:cubicBezTo>
                        <a:pt x="43558" y="246952"/>
                        <a:pt x="1" y="132774"/>
                        <a:pt x="0" y="18596"/>
                      </a:cubicBezTo>
                      <a:lnTo>
                        <a:pt x="836" y="1089"/>
                      </a:lnTo>
                      <a:lnTo>
                        <a:pt x="606" y="859"/>
                      </a:lnTo>
                      <a:lnTo>
                        <a:pt x="848" y="848"/>
                      </a:lnTo>
                      <a:lnTo>
                        <a:pt x="859" y="606"/>
                      </a:lnTo>
                      <a:lnTo>
                        <a:pt x="1089" y="836"/>
                      </a:lnTo>
                      <a:lnTo>
                        <a:pt x="18596" y="0"/>
                      </a:lnTo>
                      <a:cubicBezTo>
                        <a:pt x="132774" y="0"/>
                        <a:pt x="246951" y="43557"/>
                        <a:pt x="334066" y="130672"/>
                      </a:cubicBezTo>
                      <a:cubicBezTo>
                        <a:pt x="421181" y="217787"/>
                        <a:pt x="464738" y="331964"/>
                        <a:pt x="464738" y="446142"/>
                      </a:cubicBezTo>
                      <a:lnTo>
                        <a:pt x="463902" y="463650"/>
                      </a:lnTo>
                      <a:lnTo>
                        <a:pt x="464132" y="463880"/>
                      </a:lnTo>
                      <a:lnTo>
                        <a:pt x="463891" y="463892"/>
                      </a:lnTo>
                      <a:lnTo>
                        <a:pt x="463879" y="464132"/>
                      </a:lnTo>
                      <a:lnTo>
                        <a:pt x="463650" y="463903"/>
                      </a:lnTo>
                      <a:close/>
                    </a:path>
                  </a:pathLst>
                </a:custGeom>
                <a:solidFill>
                  <a:schemeClr val="accent4">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3" name="Freeform: Shape 22">
                  <a:extLst>
                    <a:ext uri="{FF2B5EF4-FFF2-40B4-BE49-F238E27FC236}">
                      <a16:creationId xmlns:a16="http://schemas.microsoft.com/office/drawing/2014/main" id="{DCC6BEB5-DA1F-4F9E-BA5D-8F892A0FB8F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flipH="1">
                  <a:off x="959170" y="958515"/>
                  <a:ext cx="464739" cy="464739"/>
                </a:xfrm>
                <a:custGeom>
                  <a:avLst/>
                  <a:gdLst>
                    <a:gd name="connsiteX0" fmla="*/ 464132 w 464739"/>
                    <a:gd name="connsiteY0" fmla="*/ 463881 h 464739"/>
                    <a:gd name="connsiteX1" fmla="*/ 463891 w 464739"/>
                    <a:gd name="connsiteY1" fmla="*/ 463892 h 464739"/>
                    <a:gd name="connsiteX2" fmla="*/ 463880 w 464739"/>
                    <a:gd name="connsiteY2" fmla="*/ 464132 h 464739"/>
                    <a:gd name="connsiteX3" fmla="*/ 463651 w 464739"/>
                    <a:gd name="connsiteY3" fmla="*/ 463904 h 464739"/>
                    <a:gd name="connsiteX4" fmla="*/ 446142 w 464739"/>
                    <a:gd name="connsiteY4" fmla="*/ 464739 h 464739"/>
                    <a:gd name="connsiteX5" fmla="*/ 130673 w 464739"/>
                    <a:gd name="connsiteY5" fmla="*/ 334067 h 464739"/>
                    <a:gd name="connsiteX6" fmla="*/ 0 w 464739"/>
                    <a:gd name="connsiteY6" fmla="*/ 18597 h 464739"/>
                    <a:gd name="connsiteX7" fmla="*/ 836 w 464739"/>
                    <a:gd name="connsiteY7" fmla="*/ 1089 h 464739"/>
                    <a:gd name="connsiteX8" fmla="*/ 607 w 464739"/>
                    <a:gd name="connsiteY8" fmla="*/ 859 h 464739"/>
                    <a:gd name="connsiteX9" fmla="*/ 848 w 464739"/>
                    <a:gd name="connsiteY9" fmla="*/ 848 h 464739"/>
                    <a:gd name="connsiteX10" fmla="*/ 859 w 464739"/>
                    <a:gd name="connsiteY10" fmla="*/ 607 h 464739"/>
                    <a:gd name="connsiteX11" fmla="*/ 1089 w 464739"/>
                    <a:gd name="connsiteY11" fmla="*/ 836 h 464739"/>
                    <a:gd name="connsiteX12" fmla="*/ 18597 w 464739"/>
                    <a:gd name="connsiteY12" fmla="*/ 0 h 464739"/>
                    <a:gd name="connsiteX13" fmla="*/ 334067 w 464739"/>
                    <a:gd name="connsiteY13" fmla="*/ 130672 h 464739"/>
                    <a:gd name="connsiteX14" fmla="*/ 464739 w 464739"/>
                    <a:gd name="connsiteY14" fmla="*/ 446142 h 464739"/>
                    <a:gd name="connsiteX15" fmla="*/ 463903 w 464739"/>
                    <a:gd name="connsiteY15" fmla="*/ 463652 h 464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64739" h="464739">
                      <a:moveTo>
                        <a:pt x="464132" y="463881"/>
                      </a:moveTo>
                      <a:lnTo>
                        <a:pt x="463891" y="463892"/>
                      </a:lnTo>
                      <a:lnTo>
                        <a:pt x="463880" y="464132"/>
                      </a:lnTo>
                      <a:lnTo>
                        <a:pt x="463651" y="463904"/>
                      </a:lnTo>
                      <a:lnTo>
                        <a:pt x="446142" y="464739"/>
                      </a:lnTo>
                      <a:cubicBezTo>
                        <a:pt x="331965" y="464739"/>
                        <a:pt x="217787" y="421182"/>
                        <a:pt x="130673" y="334067"/>
                      </a:cubicBezTo>
                      <a:cubicBezTo>
                        <a:pt x="43558" y="246953"/>
                        <a:pt x="1" y="132775"/>
                        <a:pt x="0" y="18597"/>
                      </a:cubicBezTo>
                      <a:lnTo>
                        <a:pt x="836" y="1089"/>
                      </a:lnTo>
                      <a:lnTo>
                        <a:pt x="607" y="859"/>
                      </a:lnTo>
                      <a:lnTo>
                        <a:pt x="848" y="848"/>
                      </a:lnTo>
                      <a:lnTo>
                        <a:pt x="859" y="607"/>
                      </a:lnTo>
                      <a:lnTo>
                        <a:pt x="1089" y="836"/>
                      </a:lnTo>
                      <a:lnTo>
                        <a:pt x="18597" y="0"/>
                      </a:lnTo>
                      <a:cubicBezTo>
                        <a:pt x="132775" y="0"/>
                        <a:pt x="246952" y="43557"/>
                        <a:pt x="334067" y="130672"/>
                      </a:cubicBezTo>
                      <a:cubicBezTo>
                        <a:pt x="421182" y="217787"/>
                        <a:pt x="464739" y="331964"/>
                        <a:pt x="464739" y="446142"/>
                      </a:cubicBezTo>
                      <a:lnTo>
                        <a:pt x="463903" y="463652"/>
                      </a:lnTo>
                      <a:close/>
                    </a:path>
                  </a:pathLst>
                </a:custGeom>
                <a:solidFill>
                  <a:schemeClr val="accent4">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grpSp>
          <p:grpSp>
            <p:nvGrpSpPr>
              <p:cNvPr id="16" name="Group 15">
                <a:extLst>
                  <a:ext uri="{FF2B5EF4-FFF2-40B4-BE49-F238E27FC236}">
                    <a16:creationId xmlns:a16="http://schemas.microsoft.com/office/drawing/2014/main" id="{C0300EB9-093C-4C32-A212-821D7AC082B4}"/>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rot="10800000" flipH="1" flipV="1">
                <a:off x="999771" y="932104"/>
                <a:ext cx="864005" cy="1032464"/>
                <a:chOff x="2207971" y="2384401"/>
                <a:chExt cx="864005" cy="1032464"/>
              </a:xfrm>
            </p:grpSpPr>
            <p:sp>
              <p:nvSpPr>
                <p:cNvPr id="17" name="Freeform: Shape 16">
                  <a:extLst>
                    <a:ext uri="{FF2B5EF4-FFF2-40B4-BE49-F238E27FC236}">
                      <a16:creationId xmlns:a16="http://schemas.microsoft.com/office/drawing/2014/main" id="{AFC97B3C-CF0E-4C93-AA39-7A677A12C50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3500000">
                  <a:off x="2207971" y="2856305"/>
                  <a:ext cx="464739" cy="464739"/>
                </a:xfrm>
                <a:custGeom>
                  <a:avLst/>
                  <a:gdLst>
                    <a:gd name="connsiteX0" fmla="*/ 464132 w 464739"/>
                    <a:gd name="connsiteY0" fmla="*/ 463881 h 464739"/>
                    <a:gd name="connsiteX1" fmla="*/ 463891 w 464739"/>
                    <a:gd name="connsiteY1" fmla="*/ 463892 h 464739"/>
                    <a:gd name="connsiteX2" fmla="*/ 463880 w 464739"/>
                    <a:gd name="connsiteY2" fmla="*/ 464132 h 464739"/>
                    <a:gd name="connsiteX3" fmla="*/ 463651 w 464739"/>
                    <a:gd name="connsiteY3" fmla="*/ 463904 h 464739"/>
                    <a:gd name="connsiteX4" fmla="*/ 446142 w 464739"/>
                    <a:gd name="connsiteY4" fmla="*/ 464739 h 464739"/>
                    <a:gd name="connsiteX5" fmla="*/ 130673 w 464739"/>
                    <a:gd name="connsiteY5" fmla="*/ 334067 h 464739"/>
                    <a:gd name="connsiteX6" fmla="*/ 0 w 464739"/>
                    <a:gd name="connsiteY6" fmla="*/ 18597 h 464739"/>
                    <a:gd name="connsiteX7" fmla="*/ 836 w 464739"/>
                    <a:gd name="connsiteY7" fmla="*/ 1089 h 464739"/>
                    <a:gd name="connsiteX8" fmla="*/ 607 w 464739"/>
                    <a:gd name="connsiteY8" fmla="*/ 859 h 464739"/>
                    <a:gd name="connsiteX9" fmla="*/ 848 w 464739"/>
                    <a:gd name="connsiteY9" fmla="*/ 848 h 464739"/>
                    <a:gd name="connsiteX10" fmla="*/ 859 w 464739"/>
                    <a:gd name="connsiteY10" fmla="*/ 607 h 464739"/>
                    <a:gd name="connsiteX11" fmla="*/ 1089 w 464739"/>
                    <a:gd name="connsiteY11" fmla="*/ 836 h 464739"/>
                    <a:gd name="connsiteX12" fmla="*/ 18597 w 464739"/>
                    <a:gd name="connsiteY12" fmla="*/ 0 h 464739"/>
                    <a:gd name="connsiteX13" fmla="*/ 334067 w 464739"/>
                    <a:gd name="connsiteY13" fmla="*/ 130672 h 464739"/>
                    <a:gd name="connsiteX14" fmla="*/ 464739 w 464739"/>
                    <a:gd name="connsiteY14" fmla="*/ 446142 h 464739"/>
                    <a:gd name="connsiteX15" fmla="*/ 463903 w 464739"/>
                    <a:gd name="connsiteY15" fmla="*/ 463652 h 464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64739" h="464739">
                      <a:moveTo>
                        <a:pt x="464132" y="463881"/>
                      </a:moveTo>
                      <a:lnTo>
                        <a:pt x="463891" y="463892"/>
                      </a:lnTo>
                      <a:lnTo>
                        <a:pt x="463880" y="464132"/>
                      </a:lnTo>
                      <a:lnTo>
                        <a:pt x="463651" y="463904"/>
                      </a:lnTo>
                      <a:lnTo>
                        <a:pt x="446142" y="464739"/>
                      </a:lnTo>
                      <a:cubicBezTo>
                        <a:pt x="331965" y="464739"/>
                        <a:pt x="217787" y="421182"/>
                        <a:pt x="130673" y="334067"/>
                      </a:cubicBezTo>
                      <a:cubicBezTo>
                        <a:pt x="43558" y="246953"/>
                        <a:pt x="1" y="132775"/>
                        <a:pt x="0" y="18597"/>
                      </a:cubicBezTo>
                      <a:lnTo>
                        <a:pt x="836" y="1089"/>
                      </a:lnTo>
                      <a:lnTo>
                        <a:pt x="607" y="859"/>
                      </a:lnTo>
                      <a:lnTo>
                        <a:pt x="848" y="848"/>
                      </a:lnTo>
                      <a:lnTo>
                        <a:pt x="859" y="607"/>
                      </a:lnTo>
                      <a:lnTo>
                        <a:pt x="1089" y="836"/>
                      </a:lnTo>
                      <a:lnTo>
                        <a:pt x="18597" y="0"/>
                      </a:lnTo>
                      <a:cubicBezTo>
                        <a:pt x="132775" y="0"/>
                        <a:pt x="246952" y="43557"/>
                        <a:pt x="334067" y="130672"/>
                      </a:cubicBezTo>
                      <a:cubicBezTo>
                        <a:pt x="421182" y="217787"/>
                        <a:pt x="464739" y="331964"/>
                        <a:pt x="464739" y="446142"/>
                      </a:cubicBezTo>
                      <a:lnTo>
                        <a:pt x="463903" y="463652"/>
                      </a:lnTo>
                      <a:close/>
                    </a:path>
                  </a:pathLst>
                </a:cu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8" name="Freeform: Shape 17">
                  <a:extLst>
                    <a:ext uri="{FF2B5EF4-FFF2-40B4-BE49-F238E27FC236}">
                      <a16:creationId xmlns:a16="http://schemas.microsoft.com/office/drawing/2014/main" id="{0943F14E-6185-4A31-8318-2088A05F5C9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2607238" y="2688467"/>
                  <a:ext cx="464738" cy="464738"/>
                </a:xfrm>
                <a:custGeom>
                  <a:avLst/>
                  <a:gdLst>
                    <a:gd name="connsiteX0" fmla="*/ 446142 w 464738"/>
                    <a:gd name="connsiteY0" fmla="*/ 464738 h 464738"/>
                    <a:gd name="connsiteX1" fmla="*/ 130673 w 464738"/>
                    <a:gd name="connsiteY1" fmla="*/ 334066 h 464738"/>
                    <a:gd name="connsiteX2" fmla="*/ 0 w 464738"/>
                    <a:gd name="connsiteY2" fmla="*/ 18596 h 464738"/>
                    <a:gd name="connsiteX3" fmla="*/ 836 w 464738"/>
                    <a:gd name="connsiteY3" fmla="*/ 1089 h 464738"/>
                    <a:gd name="connsiteX4" fmla="*/ 606 w 464738"/>
                    <a:gd name="connsiteY4" fmla="*/ 859 h 464738"/>
                    <a:gd name="connsiteX5" fmla="*/ 848 w 464738"/>
                    <a:gd name="connsiteY5" fmla="*/ 848 h 464738"/>
                    <a:gd name="connsiteX6" fmla="*/ 859 w 464738"/>
                    <a:gd name="connsiteY6" fmla="*/ 606 h 464738"/>
                    <a:gd name="connsiteX7" fmla="*/ 1089 w 464738"/>
                    <a:gd name="connsiteY7" fmla="*/ 836 h 464738"/>
                    <a:gd name="connsiteX8" fmla="*/ 18596 w 464738"/>
                    <a:gd name="connsiteY8" fmla="*/ 0 h 464738"/>
                    <a:gd name="connsiteX9" fmla="*/ 334066 w 464738"/>
                    <a:gd name="connsiteY9" fmla="*/ 130672 h 464738"/>
                    <a:gd name="connsiteX10" fmla="*/ 464738 w 464738"/>
                    <a:gd name="connsiteY10" fmla="*/ 446142 h 464738"/>
                    <a:gd name="connsiteX11" fmla="*/ 463902 w 464738"/>
                    <a:gd name="connsiteY11" fmla="*/ 463650 h 464738"/>
                    <a:gd name="connsiteX12" fmla="*/ 464132 w 464738"/>
                    <a:gd name="connsiteY12" fmla="*/ 463880 h 464738"/>
                    <a:gd name="connsiteX13" fmla="*/ 463891 w 464738"/>
                    <a:gd name="connsiteY13" fmla="*/ 463892 h 464738"/>
                    <a:gd name="connsiteX14" fmla="*/ 463879 w 464738"/>
                    <a:gd name="connsiteY14" fmla="*/ 464132 h 464738"/>
                    <a:gd name="connsiteX15" fmla="*/ 463650 w 464738"/>
                    <a:gd name="connsiteY15" fmla="*/ 463903 h 4647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64738" h="464738">
                      <a:moveTo>
                        <a:pt x="446142" y="464738"/>
                      </a:moveTo>
                      <a:cubicBezTo>
                        <a:pt x="331965" y="464738"/>
                        <a:pt x="217787" y="421181"/>
                        <a:pt x="130673" y="334066"/>
                      </a:cubicBezTo>
                      <a:cubicBezTo>
                        <a:pt x="43558" y="246952"/>
                        <a:pt x="1" y="132774"/>
                        <a:pt x="0" y="18596"/>
                      </a:cubicBezTo>
                      <a:lnTo>
                        <a:pt x="836" y="1089"/>
                      </a:lnTo>
                      <a:lnTo>
                        <a:pt x="606" y="859"/>
                      </a:lnTo>
                      <a:lnTo>
                        <a:pt x="848" y="848"/>
                      </a:lnTo>
                      <a:lnTo>
                        <a:pt x="859" y="606"/>
                      </a:lnTo>
                      <a:lnTo>
                        <a:pt x="1089" y="836"/>
                      </a:lnTo>
                      <a:lnTo>
                        <a:pt x="18596" y="0"/>
                      </a:lnTo>
                      <a:cubicBezTo>
                        <a:pt x="132774" y="0"/>
                        <a:pt x="246951" y="43557"/>
                        <a:pt x="334066" y="130672"/>
                      </a:cubicBezTo>
                      <a:cubicBezTo>
                        <a:pt x="421181" y="217787"/>
                        <a:pt x="464738" y="331964"/>
                        <a:pt x="464738" y="446142"/>
                      </a:cubicBezTo>
                      <a:lnTo>
                        <a:pt x="463902" y="463650"/>
                      </a:lnTo>
                      <a:lnTo>
                        <a:pt x="464132" y="463880"/>
                      </a:lnTo>
                      <a:lnTo>
                        <a:pt x="463891" y="463892"/>
                      </a:lnTo>
                      <a:lnTo>
                        <a:pt x="463879" y="464132"/>
                      </a:lnTo>
                      <a:lnTo>
                        <a:pt x="463650" y="463903"/>
                      </a:lnTo>
                      <a:close/>
                    </a:path>
                  </a:pathLst>
                </a:cu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nvGrpSpPr>
                <p:cNvPr id="19" name="Group 18">
                  <a:extLst>
                    <a:ext uri="{FF2B5EF4-FFF2-40B4-BE49-F238E27FC236}">
                      <a16:creationId xmlns:a16="http://schemas.microsoft.com/office/drawing/2014/main" id="{F3B56658-371E-446B-B30D-D4EA2A88A973}"/>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2440769" y="2384401"/>
                  <a:ext cx="313009" cy="1032464"/>
                  <a:chOff x="2440769" y="2384401"/>
                  <a:chExt cx="313009" cy="1032464"/>
                </a:xfrm>
              </p:grpSpPr>
              <p:cxnSp>
                <p:nvCxnSpPr>
                  <p:cNvPr id="20" name="Straight Connector 19">
                    <a:extLst>
                      <a:ext uri="{FF2B5EF4-FFF2-40B4-BE49-F238E27FC236}">
                        <a16:creationId xmlns:a16="http://schemas.microsoft.com/office/drawing/2014/main" id="{068979FB-2943-4091-A490-D9F8695DF0D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rot="10800000" flipH="1">
                    <a:off x="2440769" y="2516865"/>
                    <a:ext cx="0" cy="900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B378C39C-3FC0-4521-8336-33A86391920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rot="8100000" flipH="1">
                    <a:off x="2753778" y="2384401"/>
                    <a:ext cx="0" cy="900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grpSp>
        <p:grpSp>
          <p:nvGrpSpPr>
            <p:cNvPr id="12" name="Group 11">
              <a:extLst>
                <a:ext uri="{FF2B5EF4-FFF2-40B4-BE49-F238E27FC236}">
                  <a16:creationId xmlns:a16="http://schemas.microsoft.com/office/drawing/2014/main" id="{72C6951D-2EAF-4333-B8A8-F473DC3BDF44}"/>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1437136" y="649304"/>
              <a:ext cx="388541" cy="388541"/>
              <a:chOff x="5752675" y="5440856"/>
              <a:chExt cx="388541" cy="388541"/>
            </a:xfrm>
          </p:grpSpPr>
          <p:sp>
            <p:nvSpPr>
              <p:cNvPr id="13" name="Oval 12">
                <a:extLst>
                  <a:ext uri="{FF2B5EF4-FFF2-40B4-BE49-F238E27FC236}">
                    <a16:creationId xmlns:a16="http://schemas.microsoft.com/office/drawing/2014/main" id="{63E77698-5758-433A-9DF3-3BE43B6FBDA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5800801" y="5488982"/>
                <a:ext cx="340415" cy="340415"/>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4" name="Oval 13">
                <a:extLst>
                  <a:ext uri="{FF2B5EF4-FFF2-40B4-BE49-F238E27FC236}">
                    <a16:creationId xmlns:a16="http://schemas.microsoft.com/office/drawing/2014/main" id="{FF47FF7F-75A9-438D-8BA7-428BF76974C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52675" y="5440856"/>
                <a:ext cx="340415" cy="340415"/>
              </a:xfrm>
              <a:prstGeom prst="ellipse">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grpSp>
      <p:sp>
        <p:nvSpPr>
          <p:cNvPr id="3" name="TextBox 2">
            <a:extLst>
              <a:ext uri="{FF2B5EF4-FFF2-40B4-BE49-F238E27FC236}">
                <a16:creationId xmlns:a16="http://schemas.microsoft.com/office/drawing/2014/main" id="{E1B3EC78-AF07-8A37-B218-94DF35BE2087}"/>
              </a:ext>
            </a:extLst>
          </p:cNvPr>
          <p:cNvSpPr txBox="1"/>
          <p:nvPr/>
        </p:nvSpPr>
        <p:spPr>
          <a:xfrm>
            <a:off x="9486900" y="5443538"/>
            <a:ext cx="184731" cy="369332"/>
          </a:xfrm>
          <a:prstGeom prst="rect">
            <a:avLst/>
          </a:prstGeom>
          <a:noFill/>
        </p:spPr>
        <p:txBody>
          <a:bodyPr wrap="none" rtlCol="0">
            <a:spAutoFit/>
          </a:bodyPr>
          <a:lstStyle/>
          <a:p>
            <a:endParaRPr lang="en-BD" dirty="0"/>
          </a:p>
        </p:txBody>
      </p:sp>
      <p:sp>
        <p:nvSpPr>
          <p:cNvPr id="25" name="TextBox 24">
            <a:extLst>
              <a:ext uri="{FF2B5EF4-FFF2-40B4-BE49-F238E27FC236}">
                <a16:creationId xmlns:a16="http://schemas.microsoft.com/office/drawing/2014/main" id="{D856AD59-8AD1-B85F-4827-7B31CC175126}"/>
              </a:ext>
            </a:extLst>
          </p:cNvPr>
          <p:cNvSpPr txBox="1"/>
          <p:nvPr/>
        </p:nvSpPr>
        <p:spPr>
          <a:xfrm>
            <a:off x="2187635" y="1319164"/>
            <a:ext cx="6096000" cy="523220"/>
          </a:xfrm>
          <a:prstGeom prst="rect">
            <a:avLst/>
          </a:prstGeom>
          <a:noFill/>
        </p:spPr>
        <p:txBody>
          <a:bodyPr wrap="square">
            <a:spAutoFit/>
          </a:bodyPr>
          <a:lstStyle/>
          <a:p>
            <a:r>
              <a:rPr lang="en-US" sz="2800" dirty="0">
                <a:solidFill>
                  <a:srgbClr val="FFFF00"/>
                </a:solidFill>
                <a:latin typeface="Arial Rounded MT Bold" panose="020F0704030504030204" pitchFamily="34" charset="0"/>
              </a:rPr>
              <a:t>Critical Path Analysis </a:t>
            </a:r>
          </a:p>
        </p:txBody>
      </p:sp>
      <p:pic>
        <p:nvPicPr>
          <p:cNvPr id="6" name="Picture 5" descr="Graphical user interface, text, application&#10;&#10;Description automatically generated">
            <a:extLst>
              <a:ext uri="{FF2B5EF4-FFF2-40B4-BE49-F238E27FC236}">
                <a16:creationId xmlns:a16="http://schemas.microsoft.com/office/drawing/2014/main" id="{03D69FFA-361A-E6A9-7381-A3584C79A9DB}"/>
              </a:ext>
            </a:extLst>
          </p:cNvPr>
          <p:cNvPicPr>
            <a:picLocks noChangeAspect="1"/>
          </p:cNvPicPr>
          <p:nvPr/>
        </p:nvPicPr>
        <p:blipFill rotWithShape="1">
          <a:blip r:embed="rId2">
            <a:extLst>
              <a:ext uri="{28A0092B-C50C-407E-A947-70E740481C1C}">
                <a14:useLocalDpi xmlns:a14="http://schemas.microsoft.com/office/drawing/2010/main" val="0"/>
              </a:ext>
            </a:extLst>
          </a:blip>
          <a:srcRect l="6518" t="23101" r="13388" b="18785"/>
          <a:stretch/>
        </p:blipFill>
        <p:spPr>
          <a:xfrm>
            <a:off x="1447593" y="2101750"/>
            <a:ext cx="9765019" cy="3985451"/>
          </a:xfrm>
          <a:prstGeom prst="rect">
            <a:avLst/>
          </a:prstGeom>
        </p:spPr>
      </p:pic>
    </p:spTree>
    <p:extLst>
      <p:ext uri="{BB962C8B-B14F-4D97-AF65-F5344CB8AC3E}">
        <p14:creationId xmlns:p14="http://schemas.microsoft.com/office/powerpoint/2010/main" val="49907069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316A5661-2CFE-478C-BAC3-729F393F3C4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BC1DA2B-FE6F-1C6E-BFA0-9B15DC40309D}"/>
              </a:ext>
            </a:extLst>
          </p:cNvPr>
          <p:cNvSpPr>
            <a:spLocks noGrp="1"/>
          </p:cNvSpPr>
          <p:nvPr>
            <p:ph type="title"/>
          </p:nvPr>
        </p:nvSpPr>
        <p:spPr>
          <a:xfrm>
            <a:off x="2139081" y="92738"/>
            <a:ext cx="9514055" cy="1267138"/>
          </a:xfrm>
        </p:spPr>
        <p:txBody>
          <a:bodyPr anchor="ctr">
            <a:normAutofit/>
          </a:bodyPr>
          <a:lstStyle/>
          <a:p>
            <a:r>
              <a:rPr lang="en-US" sz="4000" dirty="0">
                <a:solidFill>
                  <a:schemeClr val="accent6">
                    <a:lumMod val="40000"/>
                    <a:lumOff val="60000"/>
                  </a:schemeClr>
                </a:solidFill>
                <a:latin typeface="Arial Rounded MT Bold" panose="020F0704030504030204" pitchFamily="34" charset="0"/>
              </a:rPr>
              <a:t>Project management tools</a:t>
            </a:r>
          </a:p>
        </p:txBody>
      </p:sp>
      <p:grpSp>
        <p:nvGrpSpPr>
          <p:cNvPr id="10" name="Group 9">
            <a:extLst>
              <a:ext uri="{FF2B5EF4-FFF2-40B4-BE49-F238E27FC236}">
                <a16:creationId xmlns:a16="http://schemas.microsoft.com/office/drawing/2014/main" id="{FB7BE8CD-E348-464A-82CC-7EF7AA82842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999771" y="649304"/>
            <a:ext cx="913428" cy="1315264"/>
            <a:chOff x="999771" y="649304"/>
            <a:chExt cx="913428" cy="1315264"/>
          </a:xfrm>
        </p:grpSpPr>
        <p:grpSp>
          <p:nvGrpSpPr>
            <p:cNvPr id="11" name="Group 10">
              <a:extLst>
                <a:ext uri="{FF2B5EF4-FFF2-40B4-BE49-F238E27FC236}">
                  <a16:creationId xmlns:a16="http://schemas.microsoft.com/office/drawing/2014/main" id="{B8CC82D2-4C4A-4C67-8483-5199F97B37A7}"/>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999771" y="932104"/>
              <a:ext cx="913428" cy="1032464"/>
              <a:chOff x="999771" y="932104"/>
              <a:chExt cx="913428" cy="1032464"/>
            </a:xfrm>
          </p:grpSpPr>
          <p:grpSp>
            <p:nvGrpSpPr>
              <p:cNvPr id="15" name="Group 14">
                <a:extLst>
                  <a:ext uri="{FF2B5EF4-FFF2-40B4-BE49-F238E27FC236}">
                    <a16:creationId xmlns:a16="http://schemas.microsoft.com/office/drawing/2014/main" id="{70D2391D-AA33-4F5E-BD96-B42D93DED226}"/>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rot="8100000" flipV="1">
                <a:off x="1047457" y="1290386"/>
                <a:ext cx="865742" cy="628383"/>
                <a:chOff x="558167" y="958515"/>
                <a:chExt cx="865742" cy="628383"/>
              </a:xfrm>
              <a:solidFill>
                <a:schemeClr val="accent3"/>
              </a:solidFill>
            </p:grpSpPr>
            <p:sp>
              <p:nvSpPr>
                <p:cNvPr id="22" name="Freeform: Shape 21">
                  <a:extLst>
                    <a:ext uri="{FF2B5EF4-FFF2-40B4-BE49-F238E27FC236}">
                      <a16:creationId xmlns:a16="http://schemas.microsoft.com/office/drawing/2014/main" id="{BE166DCE-539D-4C74-9C9D-AC000BA2F8A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8100000" flipH="1">
                  <a:off x="558167" y="1122160"/>
                  <a:ext cx="464738" cy="464738"/>
                </a:xfrm>
                <a:custGeom>
                  <a:avLst/>
                  <a:gdLst>
                    <a:gd name="connsiteX0" fmla="*/ 446142 w 464738"/>
                    <a:gd name="connsiteY0" fmla="*/ 464738 h 464738"/>
                    <a:gd name="connsiteX1" fmla="*/ 130673 w 464738"/>
                    <a:gd name="connsiteY1" fmla="*/ 334066 h 464738"/>
                    <a:gd name="connsiteX2" fmla="*/ 0 w 464738"/>
                    <a:gd name="connsiteY2" fmla="*/ 18596 h 464738"/>
                    <a:gd name="connsiteX3" fmla="*/ 836 w 464738"/>
                    <a:gd name="connsiteY3" fmla="*/ 1089 h 464738"/>
                    <a:gd name="connsiteX4" fmla="*/ 606 w 464738"/>
                    <a:gd name="connsiteY4" fmla="*/ 859 h 464738"/>
                    <a:gd name="connsiteX5" fmla="*/ 848 w 464738"/>
                    <a:gd name="connsiteY5" fmla="*/ 848 h 464738"/>
                    <a:gd name="connsiteX6" fmla="*/ 859 w 464738"/>
                    <a:gd name="connsiteY6" fmla="*/ 606 h 464738"/>
                    <a:gd name="connsiteX7" fmla="*/ 1089 w 464738"/>
                    <a:gd name="connsiteY7" fmla="*/ 836 h 464738"/>
                    <a:gd name="connsiteX8" fmla="*/ 18596 w 464738"/>
                    <a:gd name="connsiteY8" fmla="*/ 0 h 464738"/>
                    <a:gd name="connsiteX9" fmla="*/ 334066 w 464738"/>
                    <a:gd name="connsiteY9" fmla="*/ 130672 h 464738"/>
                    <a:gd name="connsiteX10" fmla="*/ 464738 w 464738"/>
                    <a:gd name="connsiteY10" fmla="*/ 446142 h 464738"/>
                    <a:gd name="connsiteX11" fmla="*/ 463902 w 464738"/>
                    <a:gd name="connsiteY11" fmla="*/ 463650 h 464738"/>
                    <a:gd name="connsiteX12" fmla="*/ 464132 w 464738"/>
                    <a:gd name="connsiteY12" fmla="*/ 463880 h 464738"/>
                    <a:gd name="connsiteX13" fmla="*/ 463891 w 464738"/>
                    <a:gd name="connsiteY13" fmla="*/ 463892 h 464738"/>
                    <a:gd name="connsiteX14" fmla="*/ 463879 w 464738"/>
                    <a:gd name="connsiteY14" fmla="*/ 464132 h 464738"/>
                    <a:gd name="connsiteX15" fmla="*/ 463650 w 464738"/>
                    <a:gd name="connsiteY15" fmla="*/ 463903 h 4647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64738" h="464738">
                      <a:moveTo>
                        <a:pt x="446142" y="464738"/>
                      </a:moveTo>
                      <a:cubicBezTo>
                        <a:pt x="331965" y="464738"/>
                        <a:pt x="217787" y="421181"/>
                        <a:pt x="130673" y="334066"/>
                      </a:cubicBezTo>
                      <a:cubicBezTo>
                        <a:pt x="43558" y="246952"/>
                        <a:pt x="1" y="132774"/>
                        <a:pt x="0" y="18596"/>
                      </a:cubicBezTo>
                      <a:lnTo>
                        <a:pt x="836" y="1089"/>
                      </a:lnTo>
                      <a:lnTo>
                        <a:pt x="606" y="859"/>
                      </a:lnTo>
                      <a:lnTo>
                        <a:pt x="848" y="848"/>
                      </a:lnTo>
                      <a:lnTo>
                        <a:pt x="859" y="606"/>
                      </a:lnTo>
                      <a:lnTo>
                        <a:pt x="1089" y="836"/>
                      </a:lnTo>
                      <a:lnTo>
                        <a:pt x="18596" y="0"/>
                      </a:lnTo>
                      <a:cubicBezTo>
                        <a:pt x="132774" y="0"/>
                        <a:pt x="246951" y="43557"/>
                        <a:pt x="334066" y="130672"/>
                      </a:cubicBezTo>
                      <a:cubicBezTo>
                        <a:pt x="421181" y="217787"/>
                        <a:pt x="464738" y="331964"/>
                        <a:pt x="464738" y="446142"/>
                      </a:cubicBezTo>
                      <a:lnTo>
                        <a:pt x="463902" y="463650"/>
                      </a:lnTo>
                      <a:lnTo>
                        <a:pt x="464132" y="463880"/>
                      </a:lnTo>
                      <a:lnTo>
                        <a:pt x="463891" y="463892"/>
                      </a:lnTo>
                      <a:lnTo>
                        <a:pt x="463879" y="464132"/>
                      </a:lnTo>
                      <a:lnTo>
                        <a:pt x="463650" y="463903"/>
                      </a:lnTo>
                      <a:close/>
                    </a:path>
                  </a:pathLst>
                </a:custGeom>
                <a:solidFill>
                  <a:schemeClr val="accent4">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3" name="Freeform: Shape 22">
                  <a:extLst>
                    <a:ext uri="{FF2B5EF4-FFF2-40B4-BE49-F238E27FC236}">
                      <a16:creationId xmlns:a16="http://schemas.microsoft.com/office/drawing/2014/main" id="{DCC6BEB5-DA1F-4F9E-BA5D-8F892A0FB8F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flipH="1">
                  <a:off x="959170" y="958515"/>
                  <a:ext cx="464739" cy="464739"/>
                </a:xfrm>
                <a:custGeom>
                  <a:avLst/>
                  <a:gdLst>
                    <a:gd name="connsiteX0" fmla="*/ 464132 w 464739"/>
                    <a:gd name="connsiteY0" fmla="*/ 463881 h 464739"/>
                    <a:gd name="connsiteX1" fmla="*/ 463891 w 464739"/>
                    <a:gd name="connsiteY1" fmla="*/ 463892 h 464739"/>
                    <a:gd name="connsiteX2" fmla="*/ 463880 w 464739"/>
                    <a:gd name="connsiteY2" fmla="*/ 464132 h 464739"/>
                    <a:gd name="connsiteX3" fmla="*/ 463651 w 464739"/>
                    <a:gd name="connsiteY3" fmla="*/ 463904 h 464739"/>
                    <a:gd name="connsiteX4" fmla="*/ 446142 w 464739"/>
                    <a:gd name="connsiteY4" fmla="*/ 464739 h 464739"/>
                    <a:gd name="connsiteX5" fmla="*/ 130673 w 464739"/>
                    <a:gd name="connsiteY5" fmla="*/ 334067 h 464739"/>
                    <a:gd name="connsiteX6" fmla="*/ 0 w 464739"/>
                    <a:gd name="connsiteY6" fmla="*/ 18597 h 464739"/>
                    <a:gd name="connsiteX7" fmla="*/ 836 w 464739"/>
                    <a:gd name="connsiteY7" fmla="*/ 1089 h 464739"/>
                    <a:gd name="connsiteX8" fmla="*/ 607 w 464739"/>
                    <a:gd name="connsiteY8" fmla="*/ 859 h 464739"/>
                    <a:gd name="connsiteX9" fmla="*/ 848 w 464739"/>
                    <a:gd name="connsiteY9" fmla="*/ 848 h 464739"/>
                    <a:gd name="connsiteX10" fmla="*/ 859 w 464739"/>
                    <a:gd name="connsiteY10" fmla="*/ 607 h 464739"/>
                    <a:gd name="connsiteX11" fmla="*/ 1089 w 464739"/>
                    <a:gd name="connsiteY11" fmla="*/ 836 h 464739"/>
                    <a:gd name="connsiteX12" fmla="*/ 18597 w 464739"/>
                    <a:gd name="connsiteY12" fmla="*/ 0 h 464739"/>
                    <a:gd name="connsiteX13" fmla="*/ 334067 w 464739"/>
                    <a:gd name="connsiteY13" fmla="*/ 130672 h 464739"/>
                    <a:gd name="connsiteX14" fmla="*/ 464739 w 464739"/>
                    <a:gd name="connsiteY14" fmla="*/ 446142 h 464739"/>
                    <a:gd name="connsiteX15" fmla="*/ 463903 w 464739"/>
                    <a:gd name="connsiteY15" fmla="*/ 463652 h 464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64739" h="464739">
                      <a:moveTo>
                        <a:pt x="464132" y="463881"/>
                      </a:moveTo>
                      <a:lnTo>
                        <a:pt x="463891" y="463892"/>
                      </a:lnTo>
                      <a:lnTo>
                        <a:pt x="463880" y="464132"/>
                      </a:lnTo>
                      <a:lnTo>
                        <a:pt x="463651" y="463904"/>
                      </a:lnTo>
                      <a:lnTo>
                        <a:pt x="446142" y="464739"/>
                      </a:lnTo>
                      <a:cubicBezTo>
                        <a:pt x="331965" y="464739"/>
                        <a:pt x="217787" y="421182"/>
                        <a:pt x="130673" y="334067"/>
                      </a:cubicBezTo>
                      <a:cubicBezTo>
                        <a:pt x="43558" y="246953"/>
                        <a:pt x="1" y="132775"/>
                        <a:pt x="0" y="18597"/>
                      </a:cubicBezTo>
                      <a:lnTo>
                        <a:pt x="836" y="1089"/>
                      </a:lnTo>
                      <a:lnTo>
                        <a:pt x="607" y="859"/>
                      </a:lnTo>
                      <a:lnTo>
                        <a:pt x="848" y="848"/>
                      </a:lnTo>
                      <a:lnTo>
                        <a:pt x="859" y="607"/>
                      </a:lnTo>
                      <a:lnTo>
                        <a:pt x="1089" y="836"/>
                      </a:lnTo>
                      <a:lnTo>
                        <a:pt x="18597" y="0"/>
                      </a:lnTo>
                      <a:cubicBezTo>
                        <a:pt x="132775" y="0"/>
                        <a:pt x="246952" y="43557"/>
                        <a:pt x="334067" y="130672"/>
                      </a:cubicBezTo>
                      <a:cubicBezTo>
                        <a:pt x="421182" y="217787"/>
                        <a:pt x="464739" y="331964"/>
                        <a:pt x="464739" y="446142"/>
                      </a:cubicBezTo>
                      <a:lnTo>
                        <a:pt x="463903" y="463652"/>
                      </a:lnTo>
                      <a:close/>
                    </a:path>
                  </a:pathLst>
                </a:custGeom>
                <a:solidFill>
                  <a:schemeClr val="accent4">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grpSp>
          <p:grpSp>
            <p:nvGrpSpPr>
              <p:cNvPr id="16" name="Group 15">
                <a:extLst>
                  <a:ext uri="{FF2B5EF4-FFF2-40B4-BE49-F238E27FC236}">
                    <a16:creationId xmlns:a16="http://schemas.microsoft.com/office/drawing/2014/main" id="{C0300EB9-093C-4C32-A212-821D7AC082B4}"/>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rot="10800000" flipH="1" flipV="1">
                <a:off x="999771" y="932104"/>
                <a:ext cx="864005" cy="1032464"/>
                <a:chOff x="2207971" y="2384401"/>
                <a:chExt cx="864005" cy="1032464"/>
              </a:xfrm>
            </p:grpSpPr>
            <p:sp>
              <p:nvSpPr>
                <p:cNvPr id="17" name="Freeform: Shape 16">
                  <a:extLst>
                    <a:ext uri="{FF2B5EF4-FFF2-40B4-BE49-F238E27FC236}">
                      <a16:creationId xmlns:a16="http://schemas.microsoft.com/office/drawing/2014/main" id="{AFC97B3C-CF0E-4C93-AA39-7A677A12C50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3500000">
                  <a:off x="2207971" y="2856305"/>
                  <a:ext cx="464739" cy="464739"/>
                </a:xfrm>
                <a:custGeom>
                  <a:avLst/>
                  <a:gdLst>
                    <a:gd name="connsiteX0" fmla="*/ 464132 w 464739"/>
                    <a:gd name="connsiteY0" fmla="*/ 463881 h 464739"/>
                    <a:gd name="connsiteX1" fmla="*/ 463891 w 464739"/>
                    <a:gd name="connsiteY1" fmla="*/ 463892 h 464739"/>
                    <a:gd name="connsiteX2" fmla="*/ 463880 w 464739"/>
                    <a:gd name="connsiteY2" fmla="*/ 464132 h 464739"/>
                    <a:gd name="connsiteX3" fmla="*/ 463651 w 464739"/>
                    <a:gd name="connsiteY3" fmla="*/ 463904 h 464739"/>
                    <a:gd name="connsiteX4" fmla="*/ 446142 w 464739"/>
                    <a:gd name="connsiteY4" fmla="*/ 464739 h 464739"/>
                    <a:gd name="connsiteX5" fmla="*/ 130673 w 464739"/>
                    <a:gd name="connsiteY5" fmla="*/ 334067 h 464739"/>
                    <a:gd name="connsiteX6" fmla="*/ 0 w 464739"/>
                    <a:gd name="connsiteY6" fmla="*/ 18597 h 464739"/>
                    <a:gd name="connsiteX7" fmla="*/ 836 w 464739"/>
                    <a:gd name="connsiteY7" fmla="*/ 1089 h 464739"/>
                    <a:gd name="connsiteX8" fmla="*/ 607 w 464739"/>
                    <a:gd name="connsiteY8" fmla="*/ 859 h 464739"/>
                    <a:gd name="connsiteX9" fmla="*/ 848 w 464739"/>
                    <a:gd name="connsiteY9" fmla="*/ 848 h 464739"/>
                    <a:gd name="connsiteX10" fmla="*/ 859 w 464739"/>
                    <a:gd name="connsiteY10" fmla="*/ 607 h 464739"/>
                    <a:gd name="connsiteX11" fmla="*/ 1089 w 464739"/>
                    <a:gd name="connsiteY11" fmla="*/ 836 h 464739"/>
                    <a:gd name="connsiteX12" fmla="*/ 18597 w 464739"/>
                    <a:gd name="connsiteY12" fmla="*/ 0 h 464739"/>
                    <a:gd name="connsiteX13" fmla="*/ 334067 w 464739"/>
                    <a:gd name="connsiteY13" fmla="*/ 130672 h 464739"/>
                    <a:gd name="connsiteX14" fmla="*/ 464739 w 464739"/>
                    <a:gd name="connsiteY14" fmla="*/ 446142 h 464739"/>
                    <a:gd name="connsiteX15" fmla="*/ 463903 w 464739"/>
                    <a:gd name="connsiteY15" fmla="*/ 463652 h 464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64739" h="464739">
                      <a:moveTo>
                        <a:pt x="464132" y="463881"/>
                      </a:moveTo>
                      <a:lnTo>
                        <a:pt x="463891" y="463892"/>
                      </a:lnTo>
                      <a:lnTo>
                        <a:pt x="463880" y="464132"/>
                      </a:lnTo>
                      <a:lnTo>
                        <a:pt x="463651" y="463904"/>
                      </a:lnTo>
                      <a:lnTo>
                        <a:pt x="446142" y="464739"/>
                      </a:lnTo>
                      <a:cubicBezTo>
                        <a:pt x="331965" y="464739"/>
                        <a:pt x="217787" y="421182"/>
                        <a:pt x="130673" y="334067"/>
                      </a:cubicBezTo>
                      <a:cubicBezTo>
                        <a:pt x="43558" y="246953"/>
                        <a:pt x="1" y="132775"/>
                        <a:pt x="0" y="18597"/>
                      </a:cubicBezTo>
                      <a:lnTo>
                        <a:pt x="836" y="1089"/>
                      </a:lnTo>
                      <a:lnTo>
                        <a:pt x="607" y="859"/>
                      </a:lnTo>
                      <a:lnTo>
                        <a:pt x="848" y="848"/>
                      </a:lnTo>
                      <a:lnTo>
                        <a:pt x="859" y="607"/>
                      </a:lnTo>
                      <a:lnTo>
                        <a:pt x="1089" y="836"/>
                      </a:lnTo>
                      <a:lnTo>
                        <a:pt x="18597" y="0"/>
                      </a:lnTo>
                      <a:cubicBezTo>
                        <a:pt x="132775" y="0"/>
                        <a:pt x="246952" y="43557"/>
                        <a:pt x="334067" y="130672"/>
                      </a:cubicBezTo>
                      <a:cubicBezTo>
                        <a:pt x="421182" y="217787"/>
                        <a:pt x="464739" y="331964"/>
                        <a:pt x="464739" y="446142"/>
                      </a:cubicBezTo>
                      <a:lnTo>
                        <a:pt x="463903" y="463652"/>
                      </a:lnTo>
                      <a:close/>
                    </a:path>
                  </a:pathLst>
                </a:cu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8" name="Freeform: Shape 17">
                  <a:extLst>
                    <a:ext uri="{FF2B5EF4-FFF2-40B4-BE49-F238E27FC236}">
                      <a16:creationId xmlns:a16="http://schemas.microsoft.com/office/drawing/2014/main" id="{0943F14E-6185-4A31-8318-2088A05F5C9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2607238" y="2688467"/>
                  <a:ext cx="464738" cy="464738"/>
                </a:xfrm>
                <a:custGeom>
                  <a:avLst/>
                  <a:gdLst>
                    <a:gd name="connsiteX0" fmla="*/ 446142 w 464738"/>
                    <a:gd name="connsiteY0" fmla="*/ 464738 h 464738"/>
                    <a:gd name="connsiteX1" fmla="*/ 130673 w 464738"/>
                    <a:gd name="connsiteY1" fmla="*/ 334066 h 464738"/>
                    <a:gd name="connsiteX2" fmla="*/ 0 w 464738"/>
                    <a:gd name="connsiteY2" fmla="*/ 18596 h 464738"/>
                    <a:gd name="connsiteX3" fmla="*/ 836 w 464738"/>
                    <a:gd name="connsiteY3" fmla="*/ 1089 h 464738"/>
                    <a:gd name="connsiteX4" fmla="*/ 606 w 464738"/>
                    <a:gd name="connsiteY4" fmla="*/ 859 h 464738"/>
                    <a:gd name="connsiteX5" fmla="*/ 848 w 464738"/>
                    <a:gd name="connsiteY5" fmla="*/ 848 h 464738"/>
                    <a:gd name="connsiteX6" fmla="*/ 859 w 464738"/>
                    <a:gd name="connsiteY6" fmla="*/ 606 h 464738"/>
                    <a:gd name="connsiteX7" fmla="*/ 1089 w 464738"/>
                    <a:gd name="connsiteY7" fmla="*/ 836 h 464738"/>
                    <a:gd name="connsiteX8" fmla="*/ 18596 w 464738"/>
                    <a:gd name="connsiteY8" fmla="*/ 0 h 464738"/>
                    <a:gd name="connsiteX9" fmla="*/ 334066 w 464738"/>
                    <a:gd name="connsiteY9" fmla="*/ 130672 h 464738"/>
                    <a:gd name="connsiteX10" fmla="*/ 464738 w 464738"/>
                    <a:gd name="connsiteY10" fmla="*/ 446142 h 464738"/>
                    <a:gd name="connsiteX11" fmla="*/ 463902 w 464738"/>
                    <a:gd name="connsiteY11" fmla="*/ 463650 h 464738"/>
                    <a:gd name="connsiteX12" fmla="*/ 464132 w 464738"/>
                    <a:gd name="connsiteY12" fmla="*/ 463880 h 464738"/>
                    <a:gd name="connsiteX13" fmla="*/ 463891 w 464738"/>
                    <a:gd name="connsiteY13" fmla="*/ 463892 h 464738"/>
                    <a:gd name="connsiteX14" fmla="*/ 463879 w 464738"/>
                    <a:gd name="connsiteY14" fmla="*/ 464132 h 464738"/>
                    <a:gd name="connsiteX15" fmla="*/ 463650 w 464738"/>
                    <a:gd name="connsiteY15" fmla="*/ 463903 h 4647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64738" h="464738">
                      <a:moveTo>
                        <a:pt x="446142" y="464738"/>
                      </a:moveTo>
                      <a:cubicBezTo>
                        <a:pt x="331965" y="464738"/>
                        <a:pt x="217787" y="421181"/>
                        <a:pt x="130673" y="334066"/>
                      </a:cubicBezTo>
                      <a:cubicBezTo>
                        <a:pt x="43558" y="246952"/>
                        <a:pt x="1" y="132774"/>
                        <a:pt x="0" y="18596"/>
                      </a:cubicBezTo>
                      <a:lnTo>
                        <a:pt x="836" y="1089"/>
                      </a:lnTo>
                      <a:lnTo>
                        <a:pt x="606" y="859"/>
                      </a:lnTo>
                      <a:lnTo>
                        <a:pt x="848" y="848"/>
                      </a:lnTo>
                      <a:lnTo>
                        <a:pt x="859" y="606"/>
                      </a:lnTo>
                      <a:lnTo>
                        <a:pt x="1089" y="836"/>
                      </a:lnTo>
                      <a:lnTo>
                        <a:pt x="18596" y="0"/>
                      </a:lnTo>
                      <a:cubicBezTo>
                        <a:pt x="132774" y="0"/>
                        <a:pt x="246951" y="43557"/>
                        <a:pt x="334066" y="130672"/>
                      </a:cubicBezTo>
                      <a:cubicBezTo>
                        <a:pt x="421181" y="217787"/>
                        <a:pt x="464738" y="331964"/>
                        <a:pt x="464738" y="446142"/>
                      </a:cubicBezTo>
                      <a:lnTo>
                        <a:pt x="463902" y="463650"/>
                      </a:lnTo>
                      <a:lnTo>
                        <a:pt x="464132" y="463880"/>
                      </a:lnTo>
                      <a:lnTo>
                        <a:pt x="463891" y="463892"/>
                      </a:lnTo>
                      <a:lnTo>
                        <a:pt x="463879" y="464132"/>
                      </a:lnTo>
                      <a:lnTo>
                        <a:pt x="463650" y="463903"/>
                      </a:lnTo>
                      <a:close/>
                    </a:path>
                  </a:pathLst>
                </a:cu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nvGrpSpPr>
                <p:cNvPr id="19" name="Group 18">
                  <a:extLst>
                    <a:ext uri="{FF2B5EF4-FFF2-40B4-BE49-F238E27FC236}">
                      <a16:creationId xmlns:a16="http://schemas.microsoft.com/office/drawing/2014/main" id="{F3B56658-371E-446B-B30D-D4EA2A88A973}"/>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2440769" y="2384401"/>
                  <a:ext cx="313009" cy="1032464"/>
                  <a:chOff x="2440769" y="2384401"/>
                  <a:chExt cx="313009" cy="1032464"/>
                </a:xfrm>
              </p:grpSpPr>
              <p:cxnSp>
                <p:nvCxnSpPr>
                  <p:cNvPr id="20" name="Straight Connector 19">
                    <a:extLst>
                      <a:ext uri="{FF2B5EF4-FFF2-40B4-BE49-F238E27FC236}">
                        <a16:creationId xmlns:a16="http://schemas.microsoft.com/office/drawing/2014/main" id="{068979FB-2943-4091-A490-D9F8695DF0D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rot="10800000" flipH="1">
                    <a:off x="2440769" y="2516865"/>
                    <a:ext cx="0" cy="900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B378C39C-3FC0-4521-8336-33A86391920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rot="8100000" flipH="1">
                    <a:off x="2753778" y="2384401"/>
                    <a:ext cx="0" cy="900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grpSp>
        <p:grpSp>
          <p:nvGrpSpPr>
            <p:cNvPr id="12" name="Group 11">
              <a:extLst>
                <a:ext uri="{FF2B5EF4-FFF2-40B4-BE49-F238E27FC236}">
                  <a16:creationId xmlns:a16="http://schemas.microsoft.com/office/drawing/2014/main" id="{72C6951D-2EAF-4333-B8A8-F473DC3BDF44}"/>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1437136" y="649304"/>
              <a:ext cx="388541" cy="388541"/>
              <a:chOff x="5752675" y="5440856"/>
              <a:chExt cx="388541" cy="388541"/>
            </a:xfrm>
          </p:grpSpPr>
          <p:sp>
            <p:nvSpPr>
              <p:cNvPr id="13" name="Oval 12">
                <a:extLst>
                  <a:ext uri="{FF2B5EF4-FFF2-40B4-BE49-F238E27FC236}">
                    <a16:creationId xmlns:a16="http://schemas.microsoft.com/office/drawing/2014/main" id="{63E77698-5758-433A-9DF3-3BE43B6FBDA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5800801" y="5488982"/>
                <a:ext cx="340415" cy="340415"/>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4" name="Oval 13">
                <a:extLst>
                  <a:ext uri="{FF2B5EF4-FFF2-40B4-BE49-F238E27FC236}">
                    <a16:creationId xmlns:a16="http://schemas.microsoft.com/office/drawing/2014/main" id="{FF47FF7F-75A9-438D-8BA7-428BF76974C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52675" y="5440856"/>
                <a:ext cx="340415" cy="340415"/>
              </a:xfrm>
              <a:prstGeom prst="ellipse">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grpSp>
      <p:sp>
        <p:nvSpPr>
          <p:cNvPr id="3" name="TextBox 2">
            <a:extLst>
              <a:ext uri="{FF2B5EF4-FFF2-40B4-BE49-F238E27FC236}">
                <a16:creationId xmlns:a16="http://schemas.microsoft.com/office/drawing/2014/main" id="{E1B3EC78-AF07-8A37-B218-94DF35BE2087}"/>
              </a:ext>
            </a:extLst>
          </p:cNvPr>
          <p:cNvSpPr txBox="1"/>
          <p:nvPr/>
        </p:nvSpPr>
        <p:spPr>
          <a:xfrm>
            <a:off x="9486900" y="5443538"/>
            <a:ext cx="184731" cy="369332"/>
          </a:xfrm>
          <a:prstGeom prst="rect">
            <a:avLst/>
          </a:prstGeom>
          <a:noFill/>
        </p:spPr>
        <p:txBody>
          <a:bodyPr wrap="none" rtlCol="0">
            <a:spAutoFit/>
          </a:bodyPr>
          <a:lstStyle/>
          <a:p>
            <a:endParaRPr lang="en-BD" dirty="0"/>
          </a:p>
        </p:txBody>
      </p:sp>
      <p:sp>
        <p:nvSpPr>
          <p:cNvPr id="25" name="TextBox 24">
            <a:extLst>
              <a:ext uri="{FF2B5EF4-FFF2-40B4-BE49-F238E27FC236}">
                <a16:creationId xmlns:a16="http://schemas.microsoft.com/office/drawing/2014/main" id="{D856AD59-8AD1-B85F-4827-7B31CC175126}"/>
              </a:ext>
            </a:extLst>
          </p:cNvPr>
          <p:cNvSpPr txBox="1"/>
          <p:nvPr/>
        </p:nvSpPr>
        <p:spPr>
          <a:xfrm>
            <a:off x="2187635" y="1319164"/>
            <a:ext cx="6096000" cy="523220"/>
          </a:xfrm>
          <a:prstGeom prst="rect">
            <a:avLst/>
          </a:prstGeom>
          <a:noFill/>
        </p:spPr>
        <p:txBody>
          <a:bodyPr wrap="square">
            <a:spAutoFit/>
          </a:bodyPr>
          <a:lstStyle/>
          <a:p>
            <a:r>
              <a:rPr lang="en-US" sz="2800" dirty="0">
                <a:solidFill>
                  <a:srgbClr val="FFFF00"/>
                </a:solidFill>
                <a:latin typeface="Arial Rounded MT Bold" panose="020F0704030504030204" pitchFamily="34" charset="0"/>
              </a:rPr>
              <a:t>Critical Path Analysis </a:t>
            </a:r>
          </a:p>
        </p:txBody>
      </p:sp>
      <p:grpSp>
        <p:nvGrpSpPr>
          <p:cNvPr id="5" name="Group 3">
            <a:extLst>
              <a:ext uri="{FF2B5EF4-FFF2-40B4-BE49-F238E27FC236}">
                <a16:creationId xmlns:a16="http://schemas.microsoft.com/office/drawing/2014/main" id="{9EF9C62D-21EC-A05B-678D-09881909D75F}"/>
              </a:ext>
            </a:extLst>
          </p:cNvPr>
          <p:cNvGrpSpPr>
            <a:grpSpLocks/>
          </p:cNvGrpSpPr>
          <p:nvPr/>
        </p:nvGrpSpPr>
        <p:grpSpPr bwMode="auto">
          <a:xfrm>
            <a:off x="3081846" y="2586303"/>
            <a:ext cx="5837237" cy="1681163"/>
            <a:chOff x="1027" y="1632"/>
            <a:chExt cx="3677" cy="1059"/>
          </a:xfrm>
        </p:grpSpPr>
        <p:sp>
          <p:nvSpPr>
            <p:cNvPr id="7" name="Text Box 4">
              <a:extLst>
                <a:ext uri="{FF2B5EF4-FFF2-40B4-BE49-F238E27FC236}">
                  <a16:creationId xmlns:a16="http://schemas.microsoft.com/office/drawing/2014/main" id="{6AEC2EB2-ACB1-D3A8-0738-7DFBC8F7874C}"/>
                </a:ext>
              </a:extLst>
            </p:cNvPr>
            <p:cNvSpPr txBox="1">
              <a:spLocks noChangeArrowheads="1"/>
            </p:cNvSpPr>
            <p:nvPr/>
          </p:nvSpPr>
          <p:spPr bwMode="auto">
            <a:xfrm>
              <a:off x="1027" y="1867"/>
              <a:ext cx="1067"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eaLnBrk="1" hangingPunct="1">
                <a:spcBef>
                  <a:spcPct val="50000"/>
                </a:spcBef>
              </a:pPr>
              <a:endParaRPr lang="en-GB" altLang="en-US" sz="2400">
                <a:latin typeface="Arial Nova" panose="020B0504020202020204" pitchFamily="34" charset="0"/>
              </a:endParaRPr>
            </a:p>
          </p:txBody>
        </p:sp>
        <p:sp>
          <p:nvSpPr>
            <p:cNvPr id="9" name="Rectangle 5">
              <a:extLst>
                <a:ext uri="{FF2B5EF4-FFF2-40B4-BE49-F238E27FC236}">
                  <a16:creationId xmlns:a16="http://schemas.microsoft.com/office/drawing/2014/main" id="{E07F881F-2660-B8BD-EE97-601BAE788256}"/>
                </a:ext>
              </a:extLst>
            </p:cNvPr>
            <p:cNvSpPr>
              <a:spLocks noChangeArrowheads="1"/>
            </p:cNvSpPr>
            <p:nvPr/>
          </p:nvSpPr>
          <p:spPr bwMode="auto">
            <a:xfrm>
              <a:off x="1086" y="1867"/>
              <a:ext cx="1363" cy="611"/>
            </a:xfrm>
            <a:prstGeom prst="rect">
              <a:avLst/>
            </a:prstGeom>
            <a:solidFill>
              <a:srgbClr val="FFFF00"/>
            </a:solidFill>
            <a:ln w="12700" cap="sq">
              <a:solidFill>
                <a:schemeClr val="tx1"/>
              </a:solidFill>
              <a:miter lim="800000"/>
              <a:headEnd type="none" w="sm" len="sm"/>
              <a:tailEnd type="none" w="sm" len="sm"/>
            </a:ln>
            <a:effectLst>
              <a:outerShdw dist="35921" dir="2700000" algn="ctr" rotWithShape="0">
                <a:schemeClr val="bg2"/>
              </a:outerShdw>
            </a:effectLst>
          </p:spPr>
          <p:txBody>
            <a:bodyPr wrap="none" anchor="ct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algn="ctr" eaLnBrk="1" hangingPunct="1"/>
              <a:r>
                <a:rPr lang="en-US" altLang="en-US" sz="1600" b="1" dirty="0">
                  <a:solidFill>
                    <a:schemeClr val="bg1"/>
                  </a:solidFill>
                  <a:latin typeface="Arial Nova" panose="020B0504020202020204" pitchFamily="34" charset="0"/>
                </a:rPr>
                <a:t>Activity Name</a:t>
              </a:r>
              <a:endParaRPr lang="en-US" altLang="en-US" dirty="0">
                <a:solidFill>
                  <a:schemeClr val="bg1"/>
                </a:solidFill>
                <a:latin typeface="Arial Nova" panose="020B0504020202020204" pitchFamily="34" charset="0"/>
              </a:endParaRPr>
            </a:p>
            <a:p>
              <a:pPr algn="ctr" eaLnBrk="1" hangingPunct="1"/>
              <a:endParaRPr lang="en-US" altLang="en-US" sz="1400" dirty="0">
                <a:solidFill>
                  <a:schemeClr val="bg1"/>
                </a:solidFill>
                <a:latin typeface="Arial Nova" panose="020B0504020202020204" pitchFamily="34" charset="0"/>
              </a:endParaRPr>
            </a:p>
            <a:p>
              <a:pPr algn="ctr" eaLnBrk="1" hangingPunct="1"/>
              <a:r>
                <a:rPr lang="en-US" altLang="en-US" sz="1400" dirty="0">
                  <a:solidFill>
                    <a:schemeClr val="bg1"/>
                  </a:solidFill>
                  <a:latin typeface="Arial Nova" panose="020B0504020202020204" pitchFamily="34" charset="0"/>
                </a:rPr>
                <a:t>Duration</a:t>
              </a:r>
              <a:endParaRPr lang="en-US" altLang="en-US" dirty="0">
                <a:solidFill>
                  <a:schemeClr val="bg1"/>
                </a:solidFill>
                <a:latin typeface="Arial Nova" panose="020B0504020202020204" pitchFamily="34" charset="0"/>
              </a:endParaRPr>
            </a:p>
          </p:txBody>
        </p:sp>
        <p:sp>
          <p:nvSpPr>
            <p:cNvPr id="24" name="Text Box 6">
              <a:extLst>
                <a:ext uri="{FF2B5EF4-FFF2-40B4-BE49-F238E27FC236}">
                  <a16:creationId xmlns:a16="http://schemas.microsoft.com/office/drawing/2014/main" id="{FF0EBC21-45C9-932B-DFF2-2E76BDF37AB8}"/>
                </a:ext>
              </a:extLst>
            </p:cNvPr>
            <p:cNvSpPr txBox="1">
              <a:spLocks noChangeArrowheads="1"/>
            </p:cNvSpPr>
            <p:nvPr/>
          </p:nvSpPr>
          <p:spPr bwMode="auto">
            <a:xfrm>
              <a:off x="1134" y="1632"/>
              <a:ext cx="279"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eaLnBrk="1" hangingPunct="1"/>
              <a:r>
                <a:rPr lang="en-US" altLang="en-US" sz="1600" b="1" dirty="0">
                  <a:latin typeface="Arial Nova" panose="020B0504020202020204" pitchFamily="34" charset="0"/>
                </a:rPr>
                <a:t>ES</a:t>
              </a:r>
              <a:endParaRPr lang="en-US" altLang="en-US" sz="2400" dirty="0">
                <a:latin typeface="Arial Nova" panose="020B0504020202020204" pitchFamily="34" charset="0"/>
              </a:endParaRPr>
            </a:p>
          </p:txBody>
        </p:sp>
        <p:sp>
          <p:nvSpPr>
            <p:cNvPr id="26" name="Text Box 7">
              <a:extLst>
                <a:ext uri="{FF2B5EF4-FFF2-40B4-BE49-F238E27FC236}">
                  <a16:creationId xmlns:a16="http://schemas.microsoft.com/office/drawing/2014/main" id="{5249A9F4-F686-DB7D-1A5B-1B22BAFC3F4F}"/>
                </a:ext>
              </a:extLst>
            </p:cNvPr>
            <p:cNvSpPr txBox="1">
              <a:spLocks noChangeArrowheads="1"/>
            </p:cNvSpPr>
            <p:nvPr/>
          </p:nvSpPr>
          <p:spPr bwMode="auto">
            <a:xfrm>
              <a:off x="2094" y="1632"/>
              <a:ext cx="272"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eaLnBrk="1" hangingPunct="1"/>
              <a:r>
                <a:rPr lang="en-US" altLang="en-US" sz="1600" b="1" dirty="0">
                  <a:latin typeface="Arial Nova" panose="020B0504020202020204" pitchFamily="34" charset="0"/>
                </a:rPr>
                <a:t>EF</a:t>
              </a:r>
              <a:endParaRPr lang="en-US" altLang="en-US" sz="2400" dirty="0">
                <a:latin typeface="Arial Nova" panose="020B0504020202020204" pitchFamily="34" charset="0"/>
              </a:endParaRPr>
            </a:p>
          </p:txBody>
        </p:sp>
        <p:sp>
          <p:nvSpPr>
            <p:cNvPr id="27" name="Text Box 8">
              <a:extLst>
                <a:ext uri="{FF2B5EF4-FFF2-40B4-BE49-F238E27FC236}">
                  <a16:creationId xmlns:a16="http://schemas.microsoft.com/office/drawing/2014/main" id="{829B370A-AF58-7304-CDBD-5B00D3B7BC73}"/>
                </a:ext>
              </a:extLst>
            </p:cNvPr>
            <p:cNvSpPr txBox="1">
              <a:spLocks noChangeArrowheads="1"/>
            </p:cNvSpPr>
            <p:nvPr/>
          </p:nvSpPr>
          <p:spPr bwMode="auto">
            <a:xfrm>
              <a:off x="1146" y="2478"/>
              <a:ext cx="273"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eaLnBrk="1" hangingPunct="1"/>
              <a:r>
                <a:rPr lang="en-US" altLang="en-US" sz="1600" b="1" dirty="0">
                  <a:latin typeface="Arial Nova" panose="020B0504020202020204" pitchFamily="34" charset="0"/>
                </a:rPr>
                <a:t>LS</a:t>
              </a:r>
              <a:endParaRPr lang="en-US" altLang="en-US" sz="2400" dirty="0">
                <a:latin typeface="Arial Nova" panose="020B0504020202020204" pitchFamily="34" charset="0"/>
              </a:endParaRPr>
            </a:p>
          </p:txBody>
        </p:sp>
        <p:sp>
          <p:nvSpPr>
            <p:cNvPr id="28" name="Text Box 9">
              <a:extLst>
                <a:ext uri="{FF2B5EF4-FFF2-40B4-BE49-F238E27FC236}">
                  <a16:creationId xmlns:a16="http://schemas.microsoft.com/office/drawing/2014/main" id="{03FC41B1-1F4F-4AE8-FA72-EAEE6F792C4F}"/>
                </a:ext>
              </a:extLst>
            </p:cNvPr>
            <p:cNvSpPr txBox="1">
              <a:spLocks noChangeArrowheads="1"/>
            </p:cNvSpPr>
            <p:nvPr/>
          </p:nvSpPr>
          <p:spPr bwMode="auto">
            <a:xfrm>
              <a:off x="2094" y="2478"/>
              <a:ext cx="266"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eaLnBrk="1" hangingPunct="1"/>
              <a:r>
                <a:rPr lang="en-US" altLang="en-US" sz="1600" b="1" dirty="0">
                  <a:latin typeface="Arial Nova" panose="020B0504020202020204" pitchFamily="34" charset="0"/>
                </a:rPr>
                <a:t>LF</a:t>
              </a:r>
              <a:endParaRPr lang="en-US" altLang="en-US" sz="2400" dirty="0">
                <a:latin typeface="Arial Nova" panose="020B0504020202020204" pitchFamily="34" charset="0"/>
              </a:endParaRPr>
            </a:p>
          </p:txBody>
        </p:sp>
        <p:sp>
          <p:nvSpPr>
            <p:cNvPr id="29" name="Line 10">
              <a:extLst>
                <a:ext uri="{FF2B5EF4-FFF2-40B4-BE49-F238E27FC236}">
                  <a16:creationId xmlns:a16="http://schemas.microsoft.com/office/drawing/2014/main" id="{C58AA318-29EF-C056-7647-AF856DBDB0CC}"/>
                </a:ext>
              </a:extLst>
            </p:cNvPr>
            <p:cNvSpPr>
              <a:spLocks noChangeShapeType="1"/>
            </p:cNvSpPr>
            <p:nvPr/>
          </p:nvSpPr>
          <p:spPr bwMode="auto">
            <a:xfrm>
              <a:off x="1201" y="1826"/>
              <a:ext cx="240" cy="0"/>
            </a:xfrm>
            <a:prstGeom prst="line">
              <a:avLst/>
            </a:prstGeom>
            <a:noFill/>
            <a:ln w="12700" cap="sq">
              <a:solidFill>
                <a:schemeClr val="tx2"/>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BD">
                <a:latin typeface="Arial Nova" panose="020B0504020202020204" pitchFamily="34" charset="0"/>
              </a:endParaRPr>
            </a:p>
          </p:txBody>
        </p:sp>
        <p:sp>
          <p:nvSpPr>
            <p:cNvPr id="30" name="Line 11">
              <a:extLst>
                <a:ext uri="{FF2B5EF4-FFF2-40B4-BE49-F238E27FC236}">
                  <a16:creationId xmlns:a16="http://schemas.microsoft.com/office/drawing/2014/main" id="{A211460E-C764-E85A-73C2-3A0D8917C00F}"/>
                </a:ext>
              </a:extLst>
            </p:cNvPr>
            <p:cNvSpPr>
              <a:spLocks noChangeShapeType="1"/>
            </p:cNvSpPr>
            <p:nvPr/>
          </p:nvSpPr>
          <p:spPr bwMode="auto">
            <a:xfrm flipV="1">
              <a:off x="2161" y="1826"/>
              <a:ext cx="240" cy="0"/>
            </a:xfrm>
            <a:prstGeom prst="line">
              <a:avLst/>
            </a:prstGeom>
            <a:noFill/>
            <a:ln w="12700" cap="sq">
              <a:solidFill>
                <a:schemeClr val="tx2"/>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BD">
                <a:latin typeface="Arial Nova" panose="020B0504020202020204" pitchFamily="34" charset="0"/>
              </a:endParaRPr>
            </a:p>
          </p:txBody>
        </p:sp>
        <p:sp>
          <p:nvSpPr>
            <p:cNvPr id="31" name="Line 12">
              <a:extLst>
                <a:ext uri="{FF2B5EF4-FFF2-40B4-BE49-F238E27FC236}">
                  <a16:creationId xmlns:a16="http://schemas.microsoft.com/office/drawing/2014/main" id="{6C4D9D93-6EE1-49C4-CCFB-85F01DF9A38D}"/>
                </a:ext>
              </a:extLst>
            </p:cNvPr>
            <p:cNvSpPr>
              <a:spLocks noChangeShapeType="1"/>
            </p:cNvSpPr>
            <p:nvPr/>
          </p:nvSpPr>
          <p:spPr bwMode="auto">
            <a:xfrm>
              <a:off x="1205" y="2666"/>
              <a:ext cx="237" cy="0"/>
            </a:xfrm>
            <a:prstGeom prst="line">
              <a:avLst/>
            </a:prstGeom>
            <a:noFill/>
            <a:ln w="12700" cap="sq">
              <a:solidFill>
                <a:schemeClr val="tx2"/>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BD">
                <a:latin typeface="Arial Nova" panose="020B0504020202020204" pitchFamily="34" charset="0"/>
              </a:endParaRPr>
            </a:p>
          </p:txBody>
        </p:sp>
        <p:sp>
          <p:nvSpPr>
            <p:cNvPr id="32" name="Line 13">
              <a:extLst>
                <a:ext uri="{FF2B5EF4-FFF2-40B4-BE49-F238E27FC236}">
                  <a16:creationId xmlns:a16="http://schemas.microsoft.com/office/drawing/2014/main" id="{A53EB45D-D1D7-1CFE-0EEA-79DF844EBB10}"/>
                </a:ext>
              </a:extLst>
            </p:cNvPr>
            <p:cNvSpPr>
              <a:spLocks noChangeShapeType="1"/>
            </p:cNvSpPr>
            <p:nvPr/>
          </p:nvSpPr>
          <p:spPr bwMode="auto">
            <a:xfrm>
              <a:off x="2153" y="2666"/>
              <a:ext cx="237" cy="0"/>
            </a:xfrm>
            <a:prstGeom prst="line">
              <a:avLst/>
            </a:prstGeom>
            <a:noFill/>
            <a:ln w="12700" cap="sq">
              <a:solidFill>
                <a:schemeClr val="tx2"/>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BD">
                <a:latin typeface="Arial Nova" panose="020B0504020202020204" pitchFamily="34" charset="0"/>
              </a:endParaRPr>
            </a:p>
          </p:txBody>
        </p:sp>
        <p:sp>
          <p:nvSpPr>
            <p:cNvPr id="33" name="Text Box 14">
              <a:extLst>
                <a:ext uri="{FF2B5EF4-FFF2-40B4-BE49-F238E27FC236}">
                  <a16:creationId xmlns:a16="http://schemas.microsoft.com/office/drawing/2014/main" id="{07F2643A-DCB9-BCEB-ECF6-A143CB741896}"/>
                </a:ext>
              </a:extLst>
            </p:cNvPr>
            <p:cNvSpPr txBox="1">
              <a:spLocks noChangeArrowheads="1"/>
            </p:cNvSpPr>
            <p:nvPr/>
          </p:nvSpPr>
          <p:spPr bwMode="auto">
            <a:xfrm>
              <a:off x="3282" y="1867"/>
              <a:ext cx="1067"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eaLnBrk="1" hangingPunct="1">
                <a:spcBef>
                  <a:spcPct val="50000"/>
                </a:spcBef>
              </a:pPr>
              <a:endParaRPr lang="en-GB" altLang="en-US" sz="2400">
                <a:latin typeface="Arial Nova" panose="020B0504020202020204" pitchFamily="34" charset="0"/>
              </a:endParaRPr>
            </a:p>
          </p:txBody>
        </p:sp>
        <p:sp>
          <p:nvSpPr>
            <p:cNvPr id="34" name="Rectangle 15">
              <a:extLst>
                <a:ext uri="{FF2B5EF4-FFF2-40B4-BE49-F238E27FC236}">
                  <a16:creationId xmlns:a16="http://schemas.microsoft.com/office/drawing/2014/main" id="{8E57F07E-A35A-93A1-EACB-0511A15AE6A8}"/>
                </a:ext>
              </a:extLst>
            </p:cNvPr>
            <p:cNvSpPr>
              <a:spLocks noChangeArrowheads="1"/>
            </p:cNvSpPr>
            <p:nvPr/>
          </p:nvSpPr>
          <p:spPr bwMode="auto">
            <a:xfrm>
              <a:off x="3341" y="1867"/>
              <a:ext cx="1363" cy="611"/>
            </a:xfrm>
            <a:prstGeom prst="rect">
              <a:avLst/>
            </a:prstGeom>
            <a:solidFill>
              <a:srgbClr val="FFFF00"/>
            </a:solidFill>
            <a:ln w="12700" cap="sq">
              <a:solidFill>
                <a:schemeClr val="tx1"/>
              </a:solidFill>
              <a:miter lim="800000"/>
              <a:headEnd type="none" w="sm" len="sm"/>
              <a:tailEnd type="none" w="sm" len="sm"/>
            </a:ln>
            <a:effectLst>
              <a:outerShdw dist="35921" dir="2700000" algn="ctr" rotWithShape="0">
                <a:schemeClr val="bg2"/>
              </a:outerShdw>
            </a:effectLst>
          </p:spPr>
          <p:txBody>
            <a:bodyPr wrap="none" anchor="ct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algn="ctr" eaLnBrk="1" hangingPunct="1"/>
              <a:r>
                <a:rPr lang="en-US" altLang="en-US" sz="1600" b="1" dirty="0">
                  <a:solidFill>
                    <a:schemeClr val="bg1"/>
                  </a:solidFill>
                  <a:latin typeface="Arial Nova" panose="020B0504020202020204" pitchFamily="34" charset="0"/>
                </a:rPr>
                <a:t>Activity Name</a:t>
              </a:r>
              <a:endParaRPr lang="en-US" altLang="en-US" dirty="0">
                <a:solidFill>
                  <a:schemeClr val="bg1"/>
                </a:solidFill>
                <a:latin typeface="Arial Nova" panose="020B0504020202020204" pitchFamily="34" charset="0"/>
              </a:endParaRPr>
            </a:p>
            <a:p>
              <a:pPr algn="ctr" eaLnBrk="1" hangingPunct="1"/>
              <a:endParaRPr lang="en-US" altLang="en-US" sz="1400" dirty="0">
                <a:solidFill>
                  <a:schemeClr val="bg1"/>
                </a:solidFill>
                <a:latin typeface="Arial Nova" panose="020B0504020202020204" pitchFamily="34" charset="0"/>
              </a:endParaRPr>
            </a:p>
            <a:p>
              <a:pPr algn="ctr" eaLnBrk="1" hangingPunct="1"/>
              <a:r>
                <a:rPr lang="en-US" altLang="en-US" sz="1400" dirty="0">
                  <a:solidFill>
                    <a:schemeClr val="bg1"/>
                  </a:solidFill>
                  <a:latin typeface="Arial Nova" panose="020B0504020202020204" pitchFamily="34" charset="0"/>
                </a:rPr>
                <a:t>Duration</a:t>
              </a:r>
              <a:endParaRPr lang="en-US" altLang="en-US" dirty="0">
                <a:solidFill>
                  <a:schemeClr val="bg1"/>
                </a:solidFill>
                <a:latin typeface="Arial Nova" panose="020B0504020202020204" pitchFamily="34" charset="0"/>
              </a:endParaRPr>
            </a:p>
          </p:txBody>
        </p:sp>
        <p:sp>
          <p:nvSpPr>
            <p:cNvPr id="35" name="Text Box 16">
              <a:extLst>
                <a:ext uri="{FF2B5EF4-FFF2-40B4-BE49-F238E27FC236}">
                  <a16:creationId xmlns:a16="http://schemas.microsoft.com/office/drawing/2014/main" id="{EAD52B49-0002-BA24-CB05-597788C122A4}"/>
                </a:ext>
              </a:extLst>
            </p:cNvPr>
            <p:cNvSpPr txBox="1">
              <a:spLocks noChangeArrowheads="1"/>
            </p:cNvSpPr>
            <p:nvPr/>
          </p:nvSpPr>
          <p:spPr bwMode="auto">
            <a:xfrm>
              <a:off x="3389" y="1632"/>
              <a:ext cx="279"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eaLnBrk="1" hangingPunct="1"/>
              <a:r>
                <a:rPr lang="en-US" altLang="en-US" sz="1600" b="1" dirty="0">
                  <a:latin typeface="Arial Nova" panose="020B0504020202020204" pitchFamily="34" charset="0"/>
                </a:rPr>
                <a:t>ES</a:t>
              </a:r>
              <a:endParaRPr lang="en-US" altLang="en-US" sz="2400" dirty="0">
                <a:latin typeface="Arial Nova" panose="020B0504020202020204" pitchFamily="34" charset="0"/>
              </a:endParaRPr>
            </a:p>
          </p:txBody>
        </p:sp>
        <p:sp>
          <p:nvSpPr>
            <p:cNvPr id="36" name="Text Box 17">
              <a:extLst>
                <a:ext uri="{FF2B5EF4-FFF2-40B4-BE49-F238E27FC236}">
                  <a16:creationId xmlns:a16="http://schemas.microsoft.com/office/drawing/2014/main" id="{E0401C13-5ECE-A745-4FCB-78BA04FF53BE}"/>
                </a:ext>
              </a:extLst>
            </p:cNvPr>
            <p:cNvSpPr txBox="1">
              <a:spLocks noChangeArrowheads="1"/>
            </p:cNvSpPr>
            <p:nvPr/>
          </p:nvSpPr>
          <p:spPr bwMode="auto">
            <a:xfrm>
              <a:off x="4349" y="1632"/>
              <a:ext cx="272"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eaLnBrk="1" hangingPunct="1"/>
              <a:r>
                <a:rPr lang="en-US" altLang="en-US" sz="1600" b="1" dirty="0">
                  <a:latin typeface="Arial Nova" panose="020B0504020202020204" pitchFamily="34" charset="0"/>
                </a:rPr>
                <a:t>EF</a:t>
              </a:r>
              <a:endParaRPr lang="en-US" altLang="en-US" sz="2400" dirty="0">
                <a:latin typeface="Arial Nova" panose="020B0504020202020204" pitchFamily="34" charset="0"/>
              </a:endParaRPr>
            </a:p>
          </p:txBody>
        </p:sp>
        <p:sp>
          <p:nvSpPr>
            <p:cNvPr id="37" name="Text Box 18">
              <a:extLst>
                <a:ext uri="{FF2B5EF4-FFF2-40B4-BE49-F238E27FC236}">
                  <a16:creationId xmlns:a16="http://schemas.microsoft.com/office/drawing/2014/main" id="{13F68234-3719-B9C4-C7DC-76FA785371B1}"/>
                </a:ext>
              </a:extLst>
            </p:cNvPr>
            <p:cNvSpPr txBox="1">
              <a:spLocks noChangeArrowheads="1"/>
            </p:cNvSpPr>
            <p:nvPr/>
          </p:nvSpPr>
          <p:spPr bwMode="auto">
            <a:xfrm>
              <a:off x="3401" y="2478"/>
              <a:ext cx="273"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eaLnBrk="1" hangingPunct="1"/>
              <a:r>
                <a:rPr lang="en-US" altLang="en-US" sz="1600" b="1" dirty="0">
                  <a:latin typeface="Arial Nova" panose="020B0504020202020204" pitchFamily="34" charset="0"/>
                </a:rPr>
                <a:t>LS</a:t>
              </a:r>
              <a:endParaRPr lang="en-US" altLang="en-US" sz="2400" dirty="0">
                <a:latin typeface="Arial Nova" panose="020B0504020202020204" pitchFamily="34" charset="0"/>
              </a:endParaRPr>
            </a:p>
          </p:txBody>
        </p:sp>
        <p:sp>
          <p:nvSpPr>
            <p:cNvPr id="38" name="Text Box 19">
              <a:extLst>
                <a:ext uri="{FF2B5EF4-FFF2-40B4-BE49-F238E27FC236}">
                  <a16:creationId xmlns:a16="http://schemas.microsoft.com/office/drawing/2014/main" id="{EC5F1C28-3258-7361-BC96-AE6A00BE60C8}"/>
                </a:ext>
              </a:extLst>
            </p:cNvPr>
            <p:cNvSpPr txBox="1">
              <a:spLocks noChangeArrowheads="1"/>
            </p:cNvSpPr>
            <p:nvPr/>
          </p:nvSpPr>
          <p:spPr bwMode="auto">
            <a:xfrm>
              <a:off x="4349" y="2478"/>
              <a:ext cx="266"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eaLnBrk="1" hangingPunct="1"/>
              <a:r>
                <a:rPr lang="en-US" altLang="en-US" sz="1600" b="1" dirty="0">
                  <a:latin typeface="Arial Nova" panose="020B0504020202020204" pitchFamily="34" charset="0"/>
                </a:rPr>
                <a:t>LF</a:t>
              </a:r>
              <a:endParaRPr lang="en-US" altLang="en-US" sz="2400" dirty="0">
                <a:latin typeface="Arial Nova" panose="020B0504020202020204" pitchFamily="34" charset="0"/>
              </a:endParaRPr>
            </a:p>
          </p:txBody>
        </p:sp>
        <p:sp>
          <p:nvSpPr>
            <p:cNvPr id="39" name="Line 20">
              <a:extLst>
                <a:ext uri="{FF2B5EF4-FFF2-40B4-BE49-F238E27FC236}">
                  <a16:creationId xmlns:a16="http://schemas.microsoft.com/office/drawing/2014/main" id="{8DDA914E-F7D3-68CF-CE62-5393EF533DD9}"/>
                </a:ext>
              </a:extLst>
            </p:cNvPr>
            <p:cNvSpPr>
              <a:spLocks noChangeShapeType="1"/>
            </p:cNvSpPr>
            <p:nvPr/>
          </p:nvSpPr>
          <p:spPr bwMode="auto">
            <a:xfrm>
              <a:off x="3456" y="1826"/>
              <a:ext cx="240" cy="0"/>
            </a:xfrm>
            <a:prstGeom prst="line">
              <a:avLst/>
            </a:prstGeom>
            <a:noFill/>
            <a:ln w="12700" cap="sq">
              <a:solidFill>
                <a:schemeClr val="tx2"/>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BD">
                <a:latin typeface="Arial Nova" panose="020B0504020202020204" pitchFamily="34" charset="0"/>
              </a:endParaRPr>
            </a:p>
          </p:txBody>
        </p:sp>
        <p:sp>
          <p:nvSpPr>
            <p:cNvPr id="40" name="Line 21">
              <a:extLst>
                <a:ext uri="{FF2B5EF4-FFF2-40B4-BE49-F238E27FC236}">
                  <a16:creationId xmlns:a16="http://schemas.microsoft.com/office/drawing/2014/main" id="{A104322B-C4AF-7DA5-B5D3-E5AAF860D9D1}"/>
                </a:ext>
              </a:extLst>
            </p:cNvPr>
            <p:cNvSpPr>
              <a:spLocks noChangeShapeType="1"/>
            </p:cNvSpPr>
            <p:nvPr/>
          </p:nvSpPr>
          <p:spPr bwMode="auto">
            <a:xfrm flipV="1">
              <a:off x="4416" y="1826"/>
              <a:ext cx="240" cy="0"/>
            </a:xfrm>
            <a:prstGeom prst="line">
              <a:avLst/>
            </a:prstGeom>
            <a:noFill/>
            <a:ln w="12700" cap="sq">
              <a:solidFill>
                <a:schemeClr val="tx2"/>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BD">
                <a:latin typeface="Arial Nova" panose="020B0504020202020204" pitchFamily="34" charset="0"/>
              </a:endParaRPr>
            </a:p>
          </p:txBody>
        </p:sp>
        <p:sp>
          <p:nvSpPr>
            <p:cNvPr id="41" name="Line 22">
              <a:extLst>
                <a:ext uri="{FF2B5EF4-FFF2-40B4-BE49-F238E27FC236}">
                  <a16:creationId xmlns:a16="http://schemas.microsoft.com/office/drawing/2014/main" id="{F5B1C768-E8E5-DCD7-1848-50802CC8FBEE}"/>
                </a:ext>
              </a:extLst>
            </p:cNvPr>
            <p:cNvSpPr>
              <a:spLocks noChangeShapeType="1"/>
            </p:cNvSpPr>
            <p:nvPr/>
          </p:nvSpPr>
          <p:spPr bwMode="auto">
            <a:xfrm>
              <a:off x="3460" y="2666"/>
              <a:ext cx="237" cy="0"/>
            </a:xfrm>
            <a:prstGeom prst="line">
              <a:avLst/>
            </a:prstGeom>
            <a:noFill/>
            <a:ln w="12700" cap="sq">
              <a:solidFill>
                <a:schemeClr val="tx2"/>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BD">
                <a:latin typeface="Arial Nova" panose="020B0504020202020204" pitchFamily="34" charset="0"/>
              </a:endParaRPr>
            </a:p>
          </p:txBody>
        </p:sp>
        <p:sp>
          <p:nvSpPr>
            <p:cNvPr id="42" name="Line 23">
              <a:extLst>
                <a:ext uri="{FF2B5EF4-FFF2-40B4-BE49-F238E27FC236}">
                  <a16:creationId xmlns:a16="http://schemas.microsoft.com/office/drawing/2014/main" id="{C8D5D77B-A319-5DCC-294A-20F877E7C048}"/>
                </a:ext>
              </a:extLst>
            </p:cNvPr>
            <p:cNvSpPr>
              <a:spLocks noChangeShapeType="1"/>
            </p:cNvSpPr>
            <p:nvPr/>
          </p:nvSpPr>
          <p:spPr bwMode="auto">
            <a:xfrm>
              <a:off x="4408" y="2666"/>
              <a:ext cx="237" cy="0"/>
            </a:xfrm>
            <a:prstGeom prst="line">
              <a:avLst/>
            </a:prstGeom>
            <a:noFill/>
            <a:ln w="12700" cap="sq">
              <a:solidFill>
                <a:schemeClr val="tx2"/>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BD">
                <a:latin typeface="Arial Nova" panose="020B0504020202020204" pitchFamily="34" charset="0"/>
              </a:endParaRPr>
            </a:p>
          </p:txBody>
        </p:sp>
        <p:sp>
          <p:nvSpPr>
            <p:cNvPr id="43" name="Line 24">
              <a:extLst>
                <a:ext uri="{FF2B5EF4-FFF2-40B4-BE49-F238E27FC236}">
                  <a16:creationId xmlns:a16="http://schemas.microsoft.com/office/drawing/2014/main" id="{4596C38F-1B88-2C15-F291-91C4063B7E5A}"/>
                </a:ext>
              </a:extLst>
            </p:cNvPr>
            <p:cNvSpPr>
              <a:spLocks noChangeShapeType="1"/>
            </p:cNvSpPr>
            <p:nvPr/>
          </p:nvSpPr>
          <p:spPr bwMode="auto">
            <a:xfrm>
              <a:off x="2497" y="2162"/>
              <a:ext cx="767"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BD">
                <a:latin typeface="Arial Nova" panose="020B0504020202020204" pitchFamily="34" charset="0"/>
              </a:endParaRPr>
            </a:p>
          </p:txBody>
        </p:sp>
      </p:grpSp>
      <p:sp>
        <p:nvSpPr>
          <p:cNvPr id="44" name="Text Box 25">
            <a:extLst>
              <a:ext uri="{FF2B5EF4-FFF2-40B4-BE49-F238E27FC236}">
                <a16:creationId xmlns:a16="http://schemas.microsoft.com/office/drawing/2014/main" id="{37A805F9-E9CF-9811-9E0E-4E73B367A553}"/>
              </a:ext>
            </a:extLst>
          </p:cNvPr>
          <p:cNvSpPr txBox="1">
            <a:spLocks noChangeArrowheads="1"/>
          </p:cNvSpPr>
          <p:nvPr/>
        </p:nvSpPr>
        <p:spPr bwMode="auto">
          <a:xfrm>
            <a:off x="117942" y="4238659"/>
            <a:ext cx="6286721" cy="13849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eaLnBrk="1" hangingPunct="1"/>
            <a:r>
              <a:rPr lang="en-US" altLang="en-US" sz="2800" b="1" u="sng" dirty="0">
                <a:latin typeface="Arial Nova" panose="020B0504020202020204" pitchFamily="34" charset="0"/>
              </a:rPr>
              <a:t>Notes :</a:t>
            </a:r>
          </a:p>
          <a:p>
            <a:pPr eaLnBrk="1" hangingPunct="1"/>
            <a:r>
              <a:rPr lang="en-US" altLang="en-US" sz="2800" b="1" dirty="0">
                <a:latin typeface="Arial Nova" panose="020B0504020202020204" pitchFamily="34" charset="0"/>
              </a:rPr>
              <a:t>ES	:	Earliest Start = 16</a:t>
            </a:r>
            <a:r>
              <a:rPr lang="en-US" altLang="en-US" sz="2800" b="1" baseline="30000" dirty="0">
                <a:latin typeface="Arial Nova" panose="020B0504020202020204" pitchFamily="34" charset="0"/>
              </a:rPr>
              <a:t>th</a:t>
            </a:r>
            <a:r>
              <a:rPr lang="en-US" altLang="en-US" sz="2800" b="1" dirty="0">
                <a:latin typeface="Arial Nova" panose="020B0504020202020204" pitchFamily="34" charset="0"/>
              </a:rPr>
              <a:t> </a:t>
            </a:r>
            <a:r>
              <a:rPr lang="en-US" altLang="en-US" sz="2800" b="1" dirty="0" err="1">
                <a:latin typeface="Arial Nova" panose="020B0504020202020204" pitchFamily="34" charset="0"/>
              </a:rPr>
              <a:t>april</a:t>
            </a:r>
            <a:endParaRPr lang="en-US" altLang="en-US" sz="2800" b="1" dirty="0">
              <a:latin typeface="Arial Nova" panose="020B0504020202020204" pitchFamily="34" charset="0"/>
            </a:endParaRPr>
          </a:p>
          <a:p>
            <a:pPr eaLnBrk="1" hangingPunct="1"/>
            <a:r>
              <a:rPr lang="en-US" altLang="en-US" sz="2800" b="1" dirty="0">
                <a:latin typeface="Arial Nova" panose="020B0504020202020204" pitchFamily="34" charset="0"/>
              </a:rPr>
              <a:t>EF	:	Earliest Finish = 17</a:t>
            </a:r>
            <a:r>
              <a:rPr lang="en-US" altLang="en-US" sz="2800" b="1" baseline="30000" dirty="0">
                <a:latin typeface="Arial Nova" panose="020B0504020202020204" pitchFamily="34" charset="0"/>
              </a:rPr>
              <a:t>th</a:t>
            </a:r>
            <a:r>
              <a:rPr lang="en-US" altLang="en-US" sz="2800" b="1" dirty="0">
                <a:latin typeface="Arial Nova" panose="020B0504020202020204" pitchFamily="34" charset="0"/>
              </a:rPr>
              <a:t> </a:t>
            </a:r>
            <a:r>
              <a:rPr lang="en-US" altLang="en-US" sz="2800" b="1" dirty="0" err="1">
                <a:latin typeface="Arial Nova" panose="020B0504020202020204" pitchFamily="34" charset="0"/>
              </a:rPr>
              <a:t>april</a:t>
            </a:r>
            <a:endParaRPr lang="en-US" altLang="en-US" sz="2800" b="1" dirty="0">
              <a:latin typeface="Arial Nova" panose="020B0504020202020204" pitchFamily="34" charset="0"/>
            </a:endParaRPr>
          </a:p>
        </p:txBody>
      </p:sp>
      <p:sp>
        <p:nvSpPr>
          <p:cNvPr id="45" name="Text Box 26">
            <a:extLst>
              <a:ext uri="{FF2B5EF4-FFF2-40B4-BE49-F238E27FC236}">
                <a16:creationId xmlns:a16="http://schemas.microsoft.com/office/drawing/2014/main" id="{ED122BD1-8D09-35E3-9C1F-965231AB0BA5}"/>
              </a:ext>
            </a:extLst>
          </p:cNvPr>
          <p:cNvSpPr txBox="1">
            <a:spLocks noChangeArrowheads="1"/>
          </p:cNvSpPr>
          <p:nvPr/>
        </p:nvSpPr>
        <p:spPr bwMode="auto">
          <a:xfrm>
            <a:off x="6656109" y="5206731"/>
            <a:ext cx="5467779"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eaLnBrk="1" hangingPunct="1"/>
            <a:r>
              <a:rPr lang="en-US" altLang="en-US" sz="2400" b="1" u="sng" dirty="0">
                <a:latin typeface="Arial Nova" panose="020B0504020202020204" pitchFamily="34" charset="0"/>
              </a:rPr>
              <a:t>Notes :</a:t>
            </a:r>
          </a:p>
          <a:p>
            <a:pPr eaLnBrk="1" hangingPunct="1"/>
            <a:r>
              <a:rPr lang="en-US" altLang="en-US" sz="2400" b="1" dirty="0">
                <a:latin typeface="Arial Nova" panose="020B0504020202020204" pitchFamily="34" charset="0"/>
              </a:rPr>
              <a:t>LS	:	Latest Start = 29</a:t>
            </a:r>
            <a:r>
              <a:rPr lang="en-US" altLang="en-US" sz="2400" b="1" baseline="30000" dirty="0">
                <a:latin typeface="Arial Nova" panose="020B0504020202020204" pitchFamily="34" charset="0"/>
              </a:rPr>
              <a:t>th</a:t>
            </a:r>
            <a:r>
              <a:rPr lang="en-US" altLang="en-US" sz="2400" b="1" dirty="0">
                <a:latin typeface="Arial Nova" panose="020B0504020202020204" pitchFamily="34" charset="0"/>
              </a:rPr>
              <a:t> </a:t>
            </a:r>
            <a:r>
              <a:rPr lang="en-US" altLang="en-US" sz="2400" b="1" dirty="0" err="1">
                <a:latin typeface="Arial Nova" panose="020B0504020202020204" pitchFamily="34" charset="0"/>
              </a:rPr>
              <a:t>april</a:t>
            </a:r>
            <a:endParaRPr lang="en-US" altLang="en-US" sz="2400" b="1" dirty="0">
              <a:latin typeface="Arial Nova" panose="020B0504020202020204" pitchFamily="34" charset="0"/>
            </a:endParaRPr>
          </a:p>
          <a:p>
            <a:pPr eaLnBrk="1" hangingPunct="1"/>
            <a:r>
              <a:rPr lang="en-US" altLang="en-US" sz="2400" b="1" dirty="0">
                <a:latin typeface="Arial Nova" panose="020B0504020202020204" pitchFamily="34" charset="0"/>
              </a:rPr>
              <a:t>LF	:	Latest Finish = 30</a:t>
            </a:r>
            <a:r>
              <a:rPr lang="en-US" altLang="en-US" sz="2400" b="1" baseline="30000" dirty="0">
                <a:latin typeface="Arial Nova" panose="020B0504020202020204" pitchFamily="34" charset="0"/>
              </a:rPr>
              <a:t>th</a:t>
            </a:r>
            <a:r>
              <a:rPr lang="en-US" altLang="en-US" sz="2400" b="1" dirty="0">
                <a:latin typeface="Arial Nova" panose="020B0504020202020204" pitchFamily="34" charset="0"/>
              </a:rPr>
              <a:t> </a:t>
            </a:r>
            <a:r>
              <a:rPr lang="en-US" altLang="en-US" sz="2400" b="1" dirty="0" err="1">
                <a:latin typeface="Arial Nova" panose="020B0504020202020204" pitchFamily="34" charset="0"/>
              </a:rPr>
              <a:t>april</a:t>
            </a:r>
            <a:endParaRPr lang="en-US" altLang="en-US" sz="2400" b="1" dirty="0">
              <a:latin typeface="Arial Nova" panose="020B0504020202020204" pitchFamily="34" charset="0"/>
            </a:endParaRPr>
          </a:p>
        </p:txBody>
      </p:sp>
    </p:spTree>
    <p:extLst>
      <p:ext uri="{BB962C8B-B14F-4D97-AF65-F5344CB8AC3E}">
        <p14:creationId xmlns:p14="http://schemas.microsoft.com/office/powerpoint/2010/main" val="118922429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316A5661-2CFE-478C-BAC3-729F393F3C4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BC1DA2B-FE6F-1C6E-BFA0-9B15DC40309D}"/>
              </a:ext>
            </a:extLst>
          </p:cNvPr>
          <p:cNvSpPr>
            <a:spLocks noGrp="1"/>
          </p:cNvSpPr>
          <p:nvPr>
            <p:ph type="title"/>
          </p:nvPr>
        </p:nvSpPr>
        <p:spPr>
          <a:xfrm>
            <a:off x="2139081" y="92738"/>
            <a:ext cx="9514055" cy="1267138"/>
          </a:xfrm>
        </p:spPr>
        <p:txBody>
          <a:bodyPr anchor="ctr">
            <a:normAutofit/>
          </a:bodyPr>
          <a:lstStyle/>
          <a:p>
            <a:r>
              <a:rPr lang="en-US" sz="4000" dirty="0">
                <a:solidFill>
                  <a:schemeClr val="accent6">
                    <a:lumMod val="40000"/>
                    <a:lumOff val="60000"/>
                  </a:schemeClr>
                </a:solidFill>
                <a:latin typeface="Arial Rounded MT Bold" panose="020F0704030504030204" pitchFamily="34" charset="0"/>
              </a:rPr>
              <a:t>Project management tools</a:t>
            </a:r>
          </a:p>
        </p:txBody>
      </p:sp>
      <p:grpSp>
        <p:nvGrpSpPr>
          <p:cNvPr id="10" name="Group 9">
            <a:extLst>
              <a:ext uri="{FF2B5EF4-FFF2-40B4-BE49-F238E27FC236}">
                <a16:creationId xmlns:a16="http://schemas.microsoft.com/office/drawing/2014/main" id="{FB7BE8CD-E348-464A-82CC-7EF7AA82842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999771" y="649304"/>
            <a:ext cx="913428" cy="1315264"/>
            <a:chOff x="999771" y="649304"/>
            <a:chExt cx="913428" cy="1315264"/>
          </a:xfrm>
        </p:grpSpPr>
        <p:grpSp>
          <p:nvGrpSpPr>
            <p:cNvPr id="11" name="Group 10">
              <a:extLst>
                <a:ext uri="{FF2B5EF4-FFF2-40B4-BE49-F238E27FC236}">
                  <a16:creationId xmlns:a16="http://schemas.microsoft.com/office/drawing/2014/main" id="{B8CC82D2-4C4A-4C67-8483-5199F97B37A7}"/>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999771" y="932104"/>
              <a:ext cx="913428" cy="1032464"/>
              <a:chOff x="999771" y="932104"/>
              <a:chExt cx="913428" cy="1032464"/>
            </a:xfrm>
          </p:grpSpPr>
          <p:grpSp>
            <p:nvGrpSpPr>
              <p:cNvPr id="15" name="Group 14">
                <a:extLst>
                  <a:ext uri="{FF2B5EF4-FFF2-40B4-BE49-F238E27FC236}">
                    <a16:creationId xmlns:a16="http://schemas.microsoft.com/office/drawing/2014/main" id="{70D2391D-AA33-4F5E-BD96-B42D93DED226}"/>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rot="8100000" flipV="1">
                <a:off x="1047457" y="1290386"/>
                <a:ext cx="865742" cy="628383"/>
                <a:chOff x="558167" y="958515"/>
                <a:chExt cx="865742" cy="628383"/>
              </a:xfrm>
              <a:solidFill>
                <a:schemeClr val="accent3"/>
              </a:solidFill>
            </p:grpSpPr>
            <p:sp>
              <p:nvSpPr>
                <p:cNvPr id="22" name="Freeform: Shape 21">
                  <a:extLst>
                    <a:ext uri="{FF2B5EF4-FFF2-40B4-BE49-F238E27FC236}">
                      <a16:creationId xmlns:a16="http://schemas.microsoft.com/office/drawing/2014/main" id="{BE166DCE-539D-4C74-9C9D-AC000BA2F8A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8100000" flipH="1">
                  <a:off x="558167" y="1122160"/>
                  <a:ext cx="464738" cy="464738"/>
                </a:xfrm>
                <a:custGeom>
                  <a:avLst/>
                  <a:gdLst>
                    <a:gd name="connsiteX0" fmla="*/ 446142 w 464738"/>
                    <a:gd name="connsiteY0" fmla="*/ 464738 h 464738"/>
                    <a:gd name="connsiteX1" fmla="*/ 130673 w 464738"/>
                    <a:gd name="connsiteY1" fmla="*/ 334066 h 464738"/>
                    <a:gd name="connsiteX2" fmla="*/ 0 w 464738"/>
                    <a:gd name="connsiteY2" fmla="*/ 18596 h 464738"/>
                    <a:gd name="connsiteX3" fmla="*/ 836 w 464738"/>
                    <a:gd name="connsiteY3" fmla="*/ 1089 h 464738"/>
                    <a:gd name="connsiteX4" fmla="*/ 606 w 464738"/>
                    <a:gd name="connsiteY4" fmla="*/ 859 h 464738"/>
                    <a:gd name="connsiteX5" fmla="*/ 848 w 464738"/>
                    <a:gd name="connsiteY5" fmla="*/ 848 h 464738"/>
                    <a:gd name="connsiteX6" fmla="*/ 859 w 464738"/>
                    <a:gd name="connsiteY6" fmla="*/ 606 h 464738"/>
                    <a:gd name="connsiteX7" fmla="*/ 1089 w 464738"/>
                    <a:gd name="connsiteY7" fmla="*/ 836 h 464738"/>
                    <a:gd name="connsiteX8" fmla="*/ 18596 w 464738"/>
                    <a:gd name="connsiteY8" fmla="*/ 0 h 464738"/>
                    <a:gd name="connsiteX9" fmla="*/ 334066 w 464738"/>
                    <a:gd name="connsiteY9" fmla="*/ 130672 h 464738"/>
                    <a:gd name="connsiteX10" fmla="*/ 464738 w 464738"/>
                    <a:gd name="connsiteY10" fmla="*/ 446142 h 464738"/>
                    <a:gd name="connsiteX11" fmla="*/ 463902 w 464738"/>
                    <a:gd name="connsiteY11" fmla="*/ 463650 h 464738"/>
                    <a:gd name="connsiteX12" fmla="*/ 464132 w 464738"/>
                    <a:gd name="connsiteY12" fmla="*/ 463880 h 464738"/>
                    <a:gd name="connsiteX13" fmla="*/ 463891 w 464738"/>
                    <a:gd name="connsiteY13" fmla="*/ 463892 h 464738"/>
                    <a:gd name="connsiteX14" fmla="*/ 463879 w 464738"/>
                    <a:gd name="connsiteY14" fmla="*/ 464132 h 464738"/>
                    <a:gd name="connsiteX15" fmla="*/ 463650 w 464738"/>
                    <a:gd name="connsiteY15" fmla="*/ 463903 h 4647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64738" h="464738">
                      <a:moveTo>
                        <a:pt x="446142" y="464738"/>
                      </a:moveTo>
                      <a:cubicBezTo>
                        <a:pt x="331965" y="464738"/>
                        <a:pt x="217787" y="421181"/>
                        <a:pt x="130673" y="334066"/>
                      </a:cubicBezTo>
                      <a:cubicBezTo>
                        <a:pt x="43558" y="246952"/>
                        <a:pt x="1" y="132774"/>
                        <a:pt x="0" y="18596"/>
                      </a:cubicBezTo>
                      <a:lnTo>
                        <a:pt x="836" y="1089"/>
                      </a:lnTo>
                      <a:lnTo>
                        <a:pt x="606" y="859"/>
                      </a:lnTo>
                      <a:lnTo>
                        <a:pt x="848" y="848"/>
                      </a:lnTo>
                      <a:lnTo>
                        <a:pt x="859" y="606"/>
                      </a:lnTo>
                      <a:lnTo>
                        <a:pt x="1089" y="836"/>
                      </a:lnTo>
                      <a:lnTo>
                        <a:pt x="18596" y="0"/>
                      </a:lnTo>
                      <a:cubicBezTo>
                        <a:pt x="132774" y="0"/>
                        <a:pt x="246951" y="43557"/>
                        <a:pt x="334066" y="130672"/>
                      </a:cubicBezTo>
                      <a:cubicBezTo>
                        <a:pt x="421181" y="217787"/>
                        <a:pt x="464738" y="331964"/>
                        <a:pt x="464738" y="446142"/>
                      </a:cubicBezTo>
                      <a:lnTo>
                        <a:pt x="463902" y="463650"/>
                      </a:lnTo>
                      <a:lnTo>
                        <a:pt x="464132" y="463880"/>
                      </a:lnTo>
                      <a:lnTo>
                        <a:pt x="463891" y="463892"/>
                      </a:lnTo>
                      <a:lnTo>
                        <a:pt x="463879" y="464132"/>
                      </a:lnTo>
                      <a:lnTo>
                        <a:pt x="463650" y="463903"/>
                      </a:lnTo>
                      <a:close/>
                    </a:path>
                  </a:pathLst>
                </a:custGeom>
                <a:solidFill>
                  <a:schemeClr val="accent4">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3" name="Freeform: Shape 22">
                  <a:extLst>
                    <a:ext uri="{FF2B5EF4-FFF2-40B4-BE49-F238E27FC236}">
                      <a16:creationId xmlns:a16="http://schemas.microsoft.com/office/drawing/2014/main" id="{DCC6BEB5-DA1F-4F9E-BA5D-8F892A0FB8F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flipH="1">
                  <a:off x="959170" y="958515"/>
                  <a:ext cx="464739" cy="464739"/>
                </a:xfrm>
                <a:custGeom>
                  <a:avLst/>
                  <a:gdLst>
                    <a:gd name="connsiteX0" fmla="*/ 464132 w 464739"/>
                    <a:gd name="connsiteY0" fmla="*/ 463881 h 464739"/>
                    <a:gd name="connsiteX1" fmla="*/ 463891 w 464739"/>
                    <a:gd name="connsiteY1" fmla="*/ 463892 h 464739"/>
                    <a:gd name="connsiteX2" fmla="*/ 463880 w 464739"/>
                    <a:gd name="connsiteY2" fmla="*/ 464132 h 464739"/>
                    <a:gd name="connsiteX3" fmla="*/ 463651 w 464739"/>
                    <a:gd name="connsiteY3" fmla="*/ 463904 h 464739"/>
                    <a:gd name="connsiteX4" fmla="*/ 446142 w 464739"/>
                    <a:gd name="connsiteY4" fmla="*/ 464739 h 464739"/>
                    <a:gd name="connsiteX5" fmla="*/ 130673 w 464739"/>
                    <a:gd name="connsiteY5" fmla="*/ 334067 h 464739"/>
                    <a:gd name="connsiteX6" fmla="*/ 0 w 464739"/>
                    <a:gd name="connsiteY6" fmla="*/ 18597 h 464739"/>
                    <a:gd name="connsiteX7" fmla="*/ 836 w 464739"/>
                    <a:gd name="connsiteY7" fmla="*/ 1089 h 464739"/>
                    <a:gd name="connsiteX8" fmla="*/ 607 w 464739"/>
                    <a:gd name="connsiteY8" fmla="*/ 859 h 464739"/>
                    <a:gd name="connsiteX9" fmla="*/ 848 w 464739"/>
                    <a:gd name="connsiteY9" fmla="*/ 848 h 464739"/>
                    <a:gd name="connsiteX10" fmla="*/ 859 w 464739"/>
                    <a:gd name="connsiteY10" fmla="*/ 607 h 464739"/>
                    <a:gd name="connsiteX11" fmla="*/ 1089 w 464739"/>
                    <a:gd name="connsiteY11" fmla="*/ 836 h 464739"/>
                    <a:gd name="connsiteX12" fmla="*/ 18597 w 464739"/>
                    <a:gd name="connsiteY12" fmla="*/ 0 h 464739"/>
                    <a:gd name="connsiteX13" fmla="*/ 334067 w 464739"/>
                    <a:gd name="connsiteY13" fmla="*/ 130672 h 464739"/>
                    <a:gd name="connsiteX14" fmla="*/ 464739 w 464739"/>
                    <a:gd name="connsiteY14" fmla="*/ 446142 h 464739"/>
                    <a:gd name="connsiteX15" fmla="*/ 463903 w 464739"/>
                    <a:gd name="connsiteY15" fmla="*/ 463652 h 464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64739" h="464739">
                      <a:moveTo>
                        <a:pt x="464132" y="463881"/>
                      </a:moveTo>
                      <a:lnTo>
                        <a:pt x="463891" y="463892"/>
                      </a:lnTo>
                      <a:lnTo>
                        <a:pt x="463880" y="464132"/>
                      </a:lnTo>
                      <a:lnTo>
                        <a:pt x="463651" y="463904"/>
                      </a:lnTo>
                      <a:lnTo>
                        <a:pt x="446142" y="464739"/>
                      </a:lnTo>
                      <a:cubicBezTo>
                        <a:pt x="331965" y="464739"/>
                        <a:pt x="217787" y="421182"/>
                        <a:pt x="130673" y="334067"/>
                      </a:cubicBezTo>
                      <a:cubicBezTo>
                        <a:pt x="43558" y="246953"/>
                        <a:pt x="1" y="132775"/>
                        <a:pt x="0" y="18597"/>
                      </a:cubicBezTo>
                      <a:lnTo>
                        <a:pt x="836" y="1089"/>
                      </a:lnTo>
                      <a:lnTo>
                        <a:pt x="607" y="859"/>
                      </a:lnTo>
                      <a:lnTo>
                        <a:pt x="848" y="848"/>
                      </a:lnTo>
                      <a:lnTo>
                        <a:pt x="859" y="607"/>
                      </a:lnTo>
                      <a:lnTo>
                        <a:pt x="1089" y="836"/>
                      </a:lnTo>
                      <a:lnTo>
                        <a:pt x="18597" y="0"/>
                      </a:lnTo>
                      <a:cubicBezTo>
                        <a:pt x="132775" y="0"/>
                        <a:pt x="246952" y="43557"/>
                        <a:pt x="334067" y="130672"/>
                      </a:cubicBezTo>
                      <a:cubicBezTo>
                        <a:pt x="421182" y="217787"/>
                        <a:pt x="464739" y="331964"/>
                        <a:pt x="464739" y="446142"/>
                      </a:cubicBezTo>
                      <a:lnTo>
                        <a:pt x="463903" y="463652"/>
                      </a:lnTo>
                      <a:close/>
                    </a:path>
                  </a:pathLst>
                </a:custGeom>
                <a:solidFill>
                  <a:schemeClr val="accent4">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grpSp>
          <p:grpSp>
            <p:nvGrpSpPr>
              <p:cNvPr id="16" name="Group 15">
                <a:extLst>
                  <a:ext uri="{FF2B5EF4-FFF2-40B4-BE49-F238E27FC236}">
                    <a16:creationId xmlns:a16="http://schemas.microsoft.com/office/drawing/2014/main" id="{C0300EB9-093C-4C32-A212-821D7AC082B4}"/>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rot="10800000" flipH="1" flipV="1">
                <a:off x="999771" y="932104"/>
                <a:ext cx="864005" cy="1032464"/>
                <a:chOff x="2207971" y="2384401"/>
                <a:chExt cx="864005" cy="1032464"/>
              </a:xfrm>
            </p:grpSpPr>
            <p:sp>
              <p:nvSpPr>
                <p:cNvPr id="17" name="Freeform: Shape 16">
                  <a:extLst>
                    <a:ext uri="{FF2B5EF4-FFF2-40B4-BE49-F238E27FC236}">
                      <a16:creationId xmlns:a16="http://schemas.microsoft.com/office/drawing/2014/main" id="{AFC97B3C-CF0E-4C93-AA39-7A677A12C50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3500000">
                  <a:off x="2207971" y="2856305"/>
                  <a:ext cx="464739" cy="464739"/>
                </a:xfrm>
                <a:custGeom>
                  <a:avLst/>
                  <a:gdLst>
                    <a:gd name="connsiteX0" fmla="*/ 464132 w 464739"/>
                    <a:gd name="connsiteY0" fmla="*/ 463881 h 464739"/>
                    <a:gd name="connsiteX1" fmla="*/ 463891 w 464739"/>
                    <a:gd name="connsiteY1" fmla="*/ 463892 h 464739"/>
                    <a:gd name="connsiteX2" fmla="*/ 463880 w 464739"/>
                    <a:gd name="connsiteY2" fmla="*/ 464132 h 464739"/>
                    <a:gd name="connsiteX3" fmla="*/ 463651 w 464739"/>
                    <a:gd name="connsiteY3" fmla="*/ 463904 h 464739"/>
                    <a:gd name="connsiteX4" fmla="*/ 446142 w 464739"/>
                    <a:gd name="connsiteY4" fmla="*/ 464739 h 464739"/>
                    <a:gd name="connsiteX5" fmla="*/ 130673 w 464739"/>
                    <a:gd name="connsiteY5" fmla="*/ 334067 h 464739"/>
                    <a:gd name="connsiteX6" fmla="*/ 0 w 464739"/>
                    <a:gd name="connsiteY6" fmla="*/ 18597 h 464739"/>
                    <a:gd name="connsiteX7" fmla="*/ 836 w 464739"/>
                    <a:gd name="connsiteY7" fmla="*/ 1089 h 464739"/>
                    <a:gd name="connsiteX8" fmla="*/ 607 w 464739"/>
                    <a:gd name="connsiteY8" fmla="*/ 859 h 464739"/>
                    <a:gd name="connsiteX9" fmla="*/ 848 w 464739"/>
                    <a:gd name="connsiteY9" fmla="*/ 848 h 464739"/>
                    <a:gd name="connsiteX10" fmla="*/ 859 w 464739"/>
                    <a:gd name="connsiteY10" fmla="*/ 607 h 464739"/>
                    <a:gd name="connsiteX11" fmla="*/ 1089 w 464739"/>
                    <a:gd name="connsiteY11" fmla="*/ 836 h 464739"/>
                    <a:gd name="connsiteX12" fmla="*/ 18597 w 464739"/>
                    <a:gd name="connsiteY12" fmla="*/ 0 h 464739"/>
                    <a:gd name="connsiteX13" fmla="*/ 334067 w 464739"/>
                    <a:gd name="connsiteY13" fmla="*/ 130672 h 464739"/>
                    <a:gd name="connsiteX14" fmla="*/ 464739 w 464739"/>
                    <a:gd name="connsiteY14" fmla="*/ 446142 h 464739"/>
                    <a:gd name="connsiteX15" fmla="*/ 463903 w 464739"/>
                    <a:gd name="connsiteY15" fmla="*/ 463652 h 464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64739" h="464739">
                      <a:moveTo>
                        <a:pt x="464132" y="463881"/>
                      </a:moveTo>
                      <a:lnTo>
                        <a:pt x="463891" y="463892"/>
                      </a:lnTo>
                      <a:lnTo>
                        <a:pt x="463880" y="464132"/>
                      </a:lnTo>
                      <a:lnTo>
                        <a:pt x="463651" y="463904"/>
                      </a:lnTo>
                      <a:lnTo>
                        <a:pt x="446142" y="464739"/>
                      </a:lnTo>
                      <a:cubicBezTo>
                        <a:pt x="331965" y="464739"/>
                        <a:pt x="217787" y="421182"/>
                        <a:pt x="130673" y="334067"/>
                      </a:cubicBezTo>
                      <a:cubicBezTo>
                        <a:pt x="43558" y="246953"/>
                        <a:pt x="1" y="132775"/>
                        <a:pt x="0" y="18597"/>
                      </a:cubicBezTo>
                      <a:lnTo>
                        <a:pt x="836" y="1089"/>
                      </a:lnTo>
                      <a:lnTo>
                        <a:pt x="607" y="859"/>
                      </a:lnTo>
                      <a:lnTo>
                        <a:pt x="848" y="848"/>
                      </a:lnTo>
                      <a:lnTo>
                        <a:pt x="859" y="607"/>
                      </a:lnTo>
                      <a:lnTo>
                        <a:pt x="1089" y="836"/>
                      </a:lnTo>
                      <a:lnTo>
                        <a:pt x="18597" y="0"/>
                      </a:lnTo>
                      <a:cubicBezTo>
                        <a:pt x="132775" y="0"/>
                        <a:pt x="246952" y="43557"/>
                        <a:pt x="334067" y="130672"/>
                      </a:cubicBezTo>
                      <a:cubicBezTo>
                        <a:pt x="421182" y="217787"/>
                        <a:pt x="464739" y="331964"/>
                        <a:pt x="464739" y="446142"/>
                      </a:cubicBezTo>
                      <a:lnTo>
                        <a:pt x="463903" y="463652"/>
                      </a:lnTo>
                      <a:close/>
                    </a:path>
                  </a:pathLst>
                </a:cu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8" name="Freeform: Shape 17">
                  <a:extLst>
                    <a:ext uri="{FF2B5EF4-FFF2-40B4-BE49-F238E27FC236}">
                      <a16:creationId xmlns:a16="http://schemas.microsoft.com/office/drawing/2014/main" id="{0943F14E-6185-4A31-8318-2088A05F5C9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2607238" y="2688467"/>
                  <a:ext cx="464738" cy="464738"/>
                </a:xfrm>
                <a:custGeom>
                  <a:avLst/>
                  <a:gdLst>
                    <a:gd name="connsiteX0" fmla="*/ 446142 w 464738"/>
                    <a:gd name="connsiteY0" fmla="*/ 464738 h 464738"/>
                    <a:gd name="connsiteX1" fmla="*/ 130673 w 464738"/>
                    <a:gd name="connsiteY1" fmla="*/ 334066 h 464738"/>
                    <a:gd name="connsiteX2" fmla="*/ 0 w 464738"/>
                    <a:gd name="connsiteY2" fmla="*/ 18596 h 464738"/>
                    <a:gd name="connsiteX3" fmla="*/ 836 w 464738"/>
                    <a:gd name="connsiteY3" fmla="*/ 1089 h 464738"/>
                    <a:gd name="connsiteX4" fmla="*/ 606 w 464738"/>
                    <a:gd name="connsiteY4" fmla="*/ 859 h 464738"/>
                    <a:gd name="connsiteX5" fmla="*/ 848 w 464738"/>
                    <a:gd name="connsiteY5" fmla="*/ 848 h 464738"/>
                    <a:gd name="connsiteX6" fmla="*/ 859 w 464738"/>
                    <a:gd name="connsiteY6" fmla="*/ 606 h 464738"/>
                    <a:gd name="connsiteX7" fmla="*/ 1089 w 464738"/>
                    <a:gd name="connsiteY7" fmla="*/ 836 h 464738"/>
                    <a:gd name="connsiteX8" fmla="*/ 18596 w 464738"/>
                    <a:gd name="connsiteY8" fmla="*/ 0 h 464738"/>
                    <a:gd name="connsiteX9" fmla="*/ 334066 w 464738"/>
                    <a:gd name="connsiteY9" fmla="*/ 130672 h 464738"/>
                    <a:gd name="connsiteX10" fmla="*/ 464738 w 464738"/>
                    <a:gd name="connsiteY10" fmla="*/ 446142 h 464738"/>
                    <a:gd name="connsiteX11" fmla="*/ 463902 w 464738"/>
                    <a:gd name="connsiteY11" fmla="*/ 463650 h 464738"/>
                    <a:gd name="connsiteX12" fmla="*/ 464132 w 464738"/>
                    <a:gd name="connsiteY12" fmla="*/ 463880 h 464738"/>
                    <a:gd name="connsiteX13" fmla="*/ 463891 w 464738"/>
                    <a:gd name="connsiteY13" fmla="*/ 463892 h 464738"/>
                    <a:gd name="connsiteX14" fmla="*/ 463879 w 464738"/>
                    <a:gd name="connsiteY14" fmla="*/ 464132 h 464738"/>
                    <a:gd name="connsiteX15" fmla="*/ 463650 w 464738"/>
                    <a:gd name="connsiteY15" fmla="*/ 463903 h 4647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64738" h="464738">
                      <a:moveTo>
                        <a:pt x="446142" y="464738"/>
                      </a:moveTo>
                      <a:cubicBezTo>
                        <a:pt x="331965" y="464738"/>
                        <a:pt x="217787" y="421181"/>
                        <a:pt x="130673" y="334066"/>
                      </a:cubicBezTo>
                      <a:cubicBezTo>
                        <a:pt x="43558" y="246952"/>
                        <a:pt x="1" y="132774"/>
                        <a:pt x="0" y="18596"/>
                      </a:cubicBezTo>
                      <a:lnTo>
                        <a:pt x="836" y="1089"/>
                      </a:lnTo>
                      <a:lnTo>
                        <a:pt x="606" y="859"/>
                      </a:lnTo>
                      <a:lnTo>
                        <a:pt x="848" y="848"/>
                      </a:lnTo>
                      <a:lnTo>
                        <a:pt x="859" y="606"/>
                      </a:lnTo>
                      <a:lnTo>
                        <a:pt x="1089" y="836"/>
                      </a:lnTo>
                      <a:lnTo>
                        <a:pt x="18596" y="0"/>
                      </a:lnTo>
                      <a:cubicBezTo>
                        <a:pt x="132774" y="0"/>
                        <a:pt x="246951" y="43557"/>
                        <a:pt x="334066" y="130672"/>
                      </a:cubicBezTo>
                      <a:cubicBezTo>
                        <a:pt x="421181" y="217787"/>
                        <a:pt x="464738" y="331964"/>
                        <a:pt x="464738" y="446142"/>
                      </a:cubicBezTo>
                      <a:lnTo>
                        <a:pt x="463902" y="463650"/>
                      </a:lnTo>
                      <a:lnTo>
                        <a:pt x="464132" y="463880"/>
                      </a:lnTo>
                      <a:lnTo>
                        <a:pt x="463891" y="463892"/>
                      </a:lnTo>
                      <a:lnTo>
                        <a:pt x="463879" y="464132"/>
                      </a:lnTo>
                      <a:lnTo>
                        <a:pt x="463650" y="463903"/>
                      </a:lnTo>
                      <a:close/>
                    </a:path>
                  </a:pathLst>
                </a:cu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nvGrpSpPr>
                <p:cNvPr id="19" name="Group 18">
                  <a:extLst>
                    <a:ext uri="{FF2B5EF4-FFF2-40B4-BE49-F238E27FC236}">
                      <a16:creationId xmlns:a16="http://schemas.microsoft.com/office/drawing/2014/main" id="{F3B56658-371E-446B-B30D-D4EA2A88A973}"/>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2440769" y="2384401"/>
                  <a:ext cx="313009" cy="1032464"/>
                  <a:chOff x="2440769" y="2384401"/>
                  <a:chExt cx="313009" cy="1032464"/>
                </a:xfrm>
              </p:grpSpPr>
              <p:cxnSp>
                <p:nvCxnSpPr>
                  <p:cNvPr id="20" name="Straight Connector 19">
                    <a:extLst>
                      <a:ext uri="{FF2B5EF4-FFF2-40B4-BE49-F238E27FC236}">
                        <a16:creationId xmlns:a16="http://schemas.microsoft.com/office/drawing/2014/main" id="{068979FB-2943-4091-A490-D9F8695DF0D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rot="10800000" flipH="1">
                    <a:off x="2440769" y="2516865"/>
                    <a:ext cx="0" cy="900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B378C39C-3FC0-4521-8336-33A86391920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rot="8100000" flipH="1">
                    <a:off x="2753778" y="2384401"/>
                    <a:ext cx="0" cy="900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grpSp>
        <p:grpSp>
          <p:nvGrpSpPr>
            <p:cNvPr id="12" name="Group 11">
              <a:extLst>
                <a:ext uri="{FF2B5EF4-FFF2-40B4-BE49-F238E27FC236}">
                  <a16:creationId xmlns:a16="http://schemas.microsoft.com/office/drawing/2014/main" id="{72C6951D-2EAF-4333-B8A8-F473DC3BDF44}"/>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1437136" y="649304"/>
              <a:ext cx="388541" cy="388541"/>
              <a:chOff x="5752675" y="5440856"/>
              <a:chExt cx="388541" cy="388541"/>
            </a:xfrm>
          </p:grpSpPr>
          <p:sp>
            <p:nvSpPr>
              <p:cNvPr id="13" name="Oval 12">
                <a:extLst>
                  <a:ext uri="{FF2B5EF4-FFF2-40B4-BE49-F238E27FC236}">
                    <a16:creationId xmlns:a16="http://schemas.microsoft.com/office/drawing/2014/main" id="{63E77698-5758-433A-9DF3-3BE43B6FBDA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5800801" y="5488982"/>
                <a:ext cx="340415" cy="340415"/>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4" name="Oval 13">
                <a:extLst>
                  <a:ext uri="{FF2B5EF4-FFF2-40B4-BE49-F238E27FC236}">
                    <a16:creationId xmlns:a16="http://schemas.microsoft.com/office/drawing/2014/main" id="{FF47FF7F-75A9-438D-8BA7-428BF76974C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52675" y="5440856"/>
                <a:ext cx="340415" cy="340415"/>
              </a:xfrm>
              <a:prstGeom prst="ellipse">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grpSp>
      <p:sp>
        <p:nvSpPr>
          <p:cNvPr id="3" name="TextBox 2">
            <a:extLst>
              <a:ext uri="{FF2B5EF4-FFF2-40B4-BE49-F238E27FC236}">
                <a16:creationId xmlns:a16="http://schemas.microsoft.com/office/drawing/2014/main" id="{E1B3EC78-AF07-8A37-B218-94DF35BE2087}"/>
              </a:ext>
            </a:extLst>
          </p:cNvPr>
          <p:cNvSpPr txBox="1"/>
          <p:nvPr/>
        </p:nvSpPr>
        <p:spPr>
          <a:xfrm>
            <a:off x="9486900" y="5443538"/>
            <a:ext cx="184731" cy="369332"/>
          </a:xfrm>
          <a:prstGeom prst="rect">
            <a:avLst/>
          </a:prstGeom>
          <a:noFill/>
        </p:spPr>
        <p:txBody>
          <a:bodyPr wrap="none" rtlCol="0">
            <a:spAutoFit/>
          </a:bodyPr>
          <a:lstStyle/>
          <a:p>
            <a:endParaRPr lang="en-BD" dirty="0"/>
          </a:p>
        </p:txBody>
      </p:sp>
      <p:sp>
        <p:nvSpPr>
          <p:cNvPr id="25" name="TextBox 24">
            <a:extLst>
              <a:ext uri="{FF2B5EF4-FFF2-40B4-BE49-F238E27FC236}">
                <a16:creationId xmlns:a16="http://schemas.microsoft.com/office/drawing/2014/main" id="{D856AD59-8AD1-B85F-4827-7B31CC175126}"/>
              </a:ext>
            </a:extLst>
          </p:cNvPr>
          <p:cNvSpPr txBox="1"/>
          <p:nvPr/>
        </p:nvSpPr>
        <p:spPr>
          <a:xfrm>
            <a:off x="2187635" y="1319164"/>
            <a:ext cx="6096000" cy="523220"/>
          </a:xfrm>
          <a:prstGeom prst="rect">
            <a:avLst/>
          </a:prstGeom>
          <a:noFill/>
        </p:spPr>
        <p:txBody>
          <a:bodyPr wrap="square">
            <a:spAutoFit/>
          </a:bodyPr>
          <a:lstStyle/>
          <a:p>
            <a:r>
              <a:rPr lang="en-US" sz="2800" dirty="0">
                <a:solidFill>
                  <a:srgbClr val="FFFF00"/>
                </a:solidFill>
                <a:latin typeface="Arial Rounded MT Bold" panose="020F0704030504030204" pitchFamily="34" charset="0"/>
              </a:rPr>
              <a:t>Critical Path Analysis </a:t>
            </a:r>
          </a:p>
        </p:txBody>
      </p:sp>
      <p:grpSp>
        <p:nvGrpSpPr>
          <p:cNvPr id="5" name="Group 3">
            <a:extLst>
              <a:ext uri="{FF2B5EF4-FFF2-40B4-BE49-F238E27FC236}">
                <a16:creationId xmlns:a16="http://schemas.microsoft.com/office/drawing/2014/main" id="{9EF9C62D-21EC-A05B-678D-09881909D75F}"/>
              </a:ext>
            </a:extLst>
          </p:cNvPr>
          <p:cNvGrpSpPr>
            <a:grpSpLocks/>
          </p:cNvGrpSpPr>
          <p:nvPr/>
        </p:nvGrpSpPr>
        <p:grpSpPr bwMode="auto">
          <a:xfrm>
            <a:off x="3027417" y="2047210"/>
            <a:ext cx="6096000" cy="1569689"/>
            <a:chOff x="1027" y="1642"/>
            <a:chExt cx="3677" cy="836"/>
          </a:xfrm>
        </p:grpSpPr>
        <p:sp>
          <p:nvSpPr>
            <p:cNvPr id="7" name="Text Box 4">
              <a:extLst>
                <a:ext uri="{FF2B5EF4-FFF2-40B4-BE49-F238E27FC236}">
                  <a16:creationId xmlns:a16="http://schemas.microsoft.com/office/drawing/2014/main" id="{6AEC2EB2-ACB1-D3A8-0738-7DFBC8F7874C}"/>
                </a:ext>
              </a:extLst>
            </p:cNvPr>
            <p:cNvSpPr txBox="1">
              <a:spLocks noChangeArrowheads="1"/>
            </p:cNvSpPr>
            <p:nvPr/>
          </p:nvSpPr>
          <p:spPr bwMode="auto">
            <a:xfrm>
              <a:off x="1027" y="1867"/>
              <a:ext cx="1067"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eaLnBrk="1" hangingPunct="1">
                <a:spcBef>
                  <a:spcPct val="50000"/>
                </a:spcBef>
              </a:pPr>
              <a:endParaRPr lang="en-GB" altLang="en-US" sz="2400">
                <a:latin typeface="Arial Nova" panose="020B0504020202020204" pitchFamily="34" charset="0"/>
              </a:endParaRPr>
            </a:p>
          </p:txBody>
        </p:sp>
        <p:sp>
          <p:nvSpPr>
            <p:cNvPr id="9" name="Rectangle 5">
              <a:extLst>
                <a:ext uri="{FF2B5EF4-FFF2-40B4-BE49-F238E27FC236}">
                  <a16:creationId xmlns:a16="http://schemas.microsoft.com/office/drawing/2014/main" id="{E07F881F-2660-B8BD-EE97-601BAE788256}"/>
                </a:ext>
              </a:extLst>
            </p:cNvPr>
            <p:cNvSpPr>
              <a:spLocks noChangeArrowheads="1"/>
            </p:cNvSpPr>
            <p:nvPr/>
          </p:nvSpPr>
          <p:spPr bwMode="auto">
            <a:xfrm>
              <a:off x="1086" y="1867"/>
              <a:ext cx="1363" cy="611"/>
            </a:xfrm>
            <a:prstGeom prst="rect">
              <a:avLst/>
            </a:prstGeom>
            <a:solidFill>
              <a:srgbClr val="FFFF00"/>
            </a:solidFill>
            <a:ln w="12700" cap="sq">
              <a:solidFill>
                <a:schemeClr val="tx1"/>
              </a:solidFill>
              <a:miter lim="800000"/>
              <a:headEnd type="none" w="sm" len="sm"/>
              <a:tailEnd type="none" w="sm" len="sm"/>
            </a:ln>
            <a:effectLst>
              <a:outerShdw dist="35921" dir="2700000" algn="ctr" rotWithShape="0">
                <a:schemeClr val="bg2"/>
              </a:outerShdw>
            </a:effectLst>
          </p:spPr>
          <p:txBody>
            <a:bodyPr wrap="none" anchor="ct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algn="ctr" eaLnBrk="1" hangingPunct="1"/>
              <a:r>
                <a:rPr lang="en-US" altLang="en-US" sz="3600" b="1" dirty="0">
                  <a:solidFill>
                    <a:schemeClr val="bg1"/>
                  </a:solidFill>
                  <a:latin typeface="Arial Nova" panose="020B0504020202020204" pitchFamily="34" charset="0"/>
                </a:rPr>
                <a:t>D, 5</a:t>
              </a:r>
              <a:endParaRPr lang="en-US" altLang="en-US" sz="4000" dirty="0">
                <a:solidFill>
                  <a:schemeClr val="bg1"/>
                </a:solidFill>
                <a:latin typeface="Arial Nova" panose="020B0504020202020204" pitchFamily="34" charset="0"/>
              </a:endParaRPr>
            </a:p>
          </p:txBody>
        </p:sp>
        <p:sp>
          <p:nvSpPr>
            <p:cNvPr id="24" name="Text Box 6">
              <a:extLst>
                <a:ext uri="{FF2B5EF4-FFF2-40B4-BE49-F238E27FC236}">
                  <a16:creationId xmlns:a16="http://schemas.microsoft.com/office/drawing/2014/main" id="{FF0EBC21-45C9-932B-DFF2-2E76BDF37AB8}"/>
                </a:ext>
              </a:extLst>
            </p:cNvPr>
            <p:cNvSpPr txBox="1">
              <a:spLocks noChangeArrowheads="1"/>
            </p:cNvSpPr>
            <p:nvPr/>
          </p:nvSpPr>
          <p:spPr bwMode="auto">
            <a:xfrm>
              <a:off x="1114" y="1642"/>
              <a:ext cx="226"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eaLnBrk="1" hangingPunct="1"/>
              <a:r>
                <a:rPr lang="en-US" altLang="en-US" sz="2400" b="1" dirty="0">
                  <a:latin typeface="Arial Nova" panose="020B0504020202020204" pitchFamily="34" charset="0"/>
                </a:rPr>
                <a:t>4</a:t>
              </a:r>
              <a:endParaRPr lang="en-US" altLang="en-US" sz="3600" dirty="0">
                <a:latin typeface="Arial Nova" panose="020B0504020202020204" pitchFamily="34" charset="0"/>
              </a:endParaRPr>
            </a:p>
          </p:txBody>
        </p:sp>
        <p:sp>
          <p:nvSpPr>
            <p:cNvPr id="33" name="Text Box 14">
              <a:extLst>
                <a:ext uri="{FF2B5EF4-FFF2-40B4-BE49-F238E27FC236}">
                  <a16:creationId xmlns:a16="http://schemas.microsoft.com/office/drawing/2014/main" id="{07F2643A-DCB9-BCEB-ECF6-A143CB741896}"/>
                </a:ext>
              </a:extLst>
            </p:cNvPr>
            <p:cNvSpPr txBox="1">
              <a:spLocks noChangeArrowheads="1"/>
            </p:cNvSpPr>
            <p:nvPr/>
          </p:nvSpPr>
          <p:spPr bwMode="auto">
            <a:xfrm>
              <a:off x="3282" y="1867"/>
              <a:ext cx="1067"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eaLnBrk="1" hangingPunct="1">
                <a:spcBef>
                  <a:spcPct val="50000"/>
                </a:spcBef>
              </a:pPr>
              <a:endParaRPr lang="en-GB" altLang="en-US" sz="2400">
                <a:latin typeface="Arial Nova" panose="020B0504020202020204" pitchFamily="34" charset="0"/>
              </a:endParaRPr>
            </a:p>
          </p:txBody>
        </p:sp>
        <p:sp>
          <p:nvSpPr>
            <p:cNvPr id="34" name="Rectangle 15">
              <a:extLst>
                <a:ext uri="{FF2B5EF4-FFF2-40B4-BE49-F238E27FC236}">
                  <a16:creationId xmlns:a16="http://schemas.microsoft.com/office/drawing/2014/main" id="{8E57F07E-A35A-93A1-EACB-0511A15AE6A8}"/>
                </a:ext>
              </a:extLst>
            </p:cNvPr>
            <p:cNvSpPr>
              <a:spLocks noChangeArrowheads="1"/>
            </p:cNvSpPr>
            <p:nvPr/>
          </p:nvSpPr>
          <p:spPr bwMode="auto">
            <a:xfrm>
              <a:off x="3341" y="1867"/>
              <a:ext cx="1363" cy="611"/>
            </a:xfrm>
            <a:prstGeom prst="rect">
              <a:avLst/>
            </a:prstGeom>
            <a:solidFill>
              <a:srgbClr val="FFFF00"/>
            </a:solidFill>
            <a:ln w="12700" cap="sq">
              <a:solidFill>
                <a:schemeClr val="tx1"/>
              </a:solidFill>
              <a:miter lim="800000"/>
              <a:headEnd type="none" w="sm" len="sm"/>
              <a:tailEnd type="none" w="sm" len="sm"/>
            </a:ln>
            <a:effectLst>
              <a:outerShdw dist="35921" dir="2700000" algn="ctr" rotWithShape="0">
                <a:schemeClr val="bg2"/>
              </a:outerShdw>
            </a:effectLst>
          </p:spPr>
          <p:txBody>
            <a:bodyPr wrap="none" anchor="ct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algn="ctr"/>
              <a:r>
                <a:rPr lang="en-US" altLang="en-US" sz="3600" b="1" dirty="0">
                  <a:solidFill>
                    <a:schemeClr val="bg1"/>
                  </a:solidFill>
                  <a:latin typeface="Arial Nova" panose="020B0504020202020204" pitchFamily="34" charset="0"/>
                </a:rPr>
                <a:t>E, 3</a:t>
              </a:r>
              <a:endParaRPr lang="en-US" altLang="en-US" sz="4000" dirty="0">
                <a:solidFill>
                  <a:schemeClr val="bg1"/>
                </a:solidFill>
                <a:latin typeface="Arial Nova" panose="020B0504020202020204" pitchFamily="34" charset="0"/>
              </a:endParaRPr>
            </a:p>
          </p:txBody>
        </p:sp>
        <p:sp>
          <p:nvSpPr>
            <p:cNvPr id="43" name="Line 24">
              <a:extLst>
                <a:ext uri="{FF2B5EF4-FFF2-40B4-BE49-F238E27FC236}">
                  <a16:creationId xmlns:a16="http://schemas.microsoft.com/office/drawing/2014/main" id="{4596C38F-1B88-2C15-F291-91C4063B7E5A}"/>
                </a:ext>
              </a:extLst>
            </p:cNvPr>
            <p:cNvSpPr>
              <a:spLocks noChangeShapeType="1"/>
            </p:cNvSpPr>
            <p:nvPr/>
          </p:nvSpPr>
          <p:spPr bwMode="auto">
            <a:xfrm>
              <a:off x="2497" y="2162"/>
              <a:ext cx="767"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BD">
                <a:latin typeface="Arial Nova" panose="020B0504020202020204" pitchFamily="34" charset="0"/>
              </a:endParaRPr>
            </a:p>
          </p:txBody>
        </p:sp>
      </p:grpSp>
      <p:sp>
        <p:nvSpPr>
          <p:cNvPr id="46" name="Text Box 6">
            <a:extLst>
              <a:ext uri="{FF2B5EF4-FFF2-40B4-BE49-F238E27FC236}">
                <a16:creationId xmlns:a16="http://schemas.microsoft.com/office/drawing/2014/main" id="{F8DF97AD-3153-B113-4B72-2AAC93C5B5DA}"/>
              </a:ext>
            </a:extLst>
          </p:cNvPr>
          <p:cNvSpPr txBox="1">
            <a:spLocks noChangeArrowheads="1"/>
          </p:cNvSpPr>
          <p:nvPr/>
        </p:nvSpPr>
        <p:spPr bwMode="auto">
          <a:xfrm>
            <a:off x="4936808" y="2022560"/>
            <a:ext cx="35939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eaLnBrk="1" hangingPunct="1"/>
            <a:r>
              <a:rPr lang="en-US" altLang="en-US" sz="2400" b="1" dirty="0">
                <a:latin typeface="Arial Nova" panose="020B0504020202020204" pitchFamily="34" charset="0"/>
              </a:rPr>
              <a:t>9</a:t>
            </a:r>
            <a:endParaRPr lang="en-US" altLang="en-US" sz="3600" dirty="0">
              <a:latin typeface="Arial Nova" panose="020B0504020202020204" pitchFamily="34" charset="0"/>
            </a:endParaRPr>
          </a:p>
        </p:txBody>
      </p:sp>
      <p:sp>
        <p:nvSpPr>
          <p:cNvPr id="47" name="Text Box 6">
            <a:extLst>
              <a:ext uri="{FF2B5EF4-FFF2-40B4-BE49-F238E27FC236}">
                <a16:creationId xmlns:a16="http://schemas.microsoft.com/office/drawing/2014/main" id="{1A44C4CD-88B2-9B5A-8111-CB0C321CE588}"/>
              </a:ext>
            </a:extLst>
          </p:cNvPr>
          <p:cNvSpPr txBox="1">
            <a:spLocks noChangeArrowheads="1"/>
          </p:cNvSpPr>
          <p:nvPr/>
        </p:nvSpPr>
        <p:spPr bwMode="auto">
          <a:xfrm>
            <a:off x="3171879" y="3595752"/>
            <a:ext cx="53412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eaLnBrk="1" hangingPunct="1"/>
            <a:r>
              <a:rPr lang="en-US" altLang="en-US" sz="2400" b="1" dirty="0">
                <a:latin typeface="Arial Nova" panose="020B0504020202020204" pitchFamily="34" charset="0"/>
              </a:rPr>
              <a:t>31</a:t>
            </a:r>
            <a:endParaRPr lang="en-US" altLang="en-US" sz="3600" dirty="0">
              <a:latin typeface="Arial Nova" panose="020B0504020202020204" pitchFamily="34" charset="0"/>
            </a:endParaRPr>
          </a:p>
        </p:txBody>
      </p:sp>
      <p:sp>
        <p:nvSpPr>
          <p:cNvPr id="48" name="Text Box 6">
            <a:extLst>
              <a:ext uri="{FF2B5EF4-FFF2-40B4-BE49-F238E27FC236}">
                <a16:creationId xmlns:a16="http://schemas.microsoft.com/office/drawing/2014/main" id="{E10BD1BA-56B0-05A5-D1CF-792A159B043B}"/>
              </a:ext>
            </a:extLst>
          </p:cNvPr>
          <p:cNvSpPr txBox="1">
            <a:spLocks noChangeArrowheads="1"/>
          </p:cNvSpPr>
          <p:nvPr/>
        </p:nvSpPr>
        <p:spPr bwMode="auto">
          <a:xfrm>
            <a:off x="4863917" y="3595752"/>
            <a:ext cx="53412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eaLnBrk="1" hangingPunct="1"/>
            <a:r>
              <a:rPr lang="en-US" altLang="en-US" sz="2400" b="1" dirty="0">
                <a:latin typeface="Arial Nova" panose="020B0504020202020204" pitchFamily="34" charset="0"/>
              </a:rPr>
              <a:t>36</a:t>
            </a:r>
            <a:endParaRPr lang="en-US" altLang="en-US" sz="3600" dirty="0">
              <a:latin typeface="Arial Nova" panose="020B0504020202020204" pitchFamily="34" charset="0"/>
            </a:endParaRPr>
          </a:p>
        </p:txBody>
      </p:sp>
      <p:sp>
        <p:nvSpPr>
          <p:cNvPr id="49" name="Rectangle 15">
            <a:extLst>
              <a:ext uri="{FF2B5EF4-FFF2-40B4-BE49-F238E27FC236}">
                <a16:creationId xmlns:a16="http://schemas.microsoft.com/office/drawing/2014/main" id="{C2BD4A45-1587-F196-8D93-819BEF248F51}"/>
              </a:ext>
            </a:extLst>
          </p:cNvPr>
          <p:cNvSpPr>
            <a:spLocks noChangeArrowheads="1"/>
          </p:cNvSpPr>
          <p:nvPr/>
        </p:nvSpPr>
        <p:spPr bwMode="auto">
          <a:xfrm>
            <a:off x="3125231" y="4663837"/>
            <a:ext cx="2259681" cy="1147225"/>
          </a:xfrm>
          <a:prstGeom prst="rect">
            <a:avLst/>
          </a:prstGeom>
          <a:solidFill>
            <a:srgbClr val="FFFF00"/>
          </a:solidFill>
          <a:ln w="12700" cap="sq">
            <a:solidFill>
              <a:schemeClr val="tx1"/>
            </a:solidFill>
            <a:miter lim="800000"/>
            <a:headEnd type="none" w="sm" len="sm"/>
            <a:tailEnd type="none" w="sm" len="sm"/>
          </a:ln>
          <a:effectLst>
            <a:outerShdw dist="35921" dir="2700000" algn="ctr" rotWithShape="0">
              <a:schemeClr val="bg2"/>
            </a:outerShdw>
          </a:effectLst>
        </p:spPr>
        <p:txBody>
          <a:bodyPr wrap="none" anchor="ct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algn="ctr"/>
            <a:r>
              <a:rPr lang="en-US" altLang="en-US" sz="3600" b="1" dirty="0">
                <a:solidFill>
                  <a:schemeClr val="bg1"/>
                </a:solidFill>
                <a:latin typeface="Arial Nova" panose="020B0504020202020204" pitchFamily="34" charset="0"/>
              </a:rPr>
              <a:t>G, 2</a:t>
            </a:r>
            <a:endParaRPr lang="en-US" altLang="en-US" sz="4000" dirty="0">
              <a:solidFill>
                <a:schemeClr val="bg1"/>
              </a:solidFill>
              <a:latin typeface="Arial Nova" panose="020B0504020202020204" pitchFamily="34" charset="0"/>
            </a:endParaRPr>
          </a:p>
        </p:txBody>
      </p:sp>
      <p:sp>
        <p:nvSpPr>
          <p:cNvPr id="50" name="Text Box 6">
            <a:extLst>
              <a:ext uri="{FF2B5EF4-FFF2-40B4-BE49-F238E27FC236}">
                <a16:creationId xmlns:a16="http://schemas.microsoft.com/office/drawing/2014/main" id="{510BE6A1-5EB6-0405-450C-5078F3B67CEA}"/>
              </a:ext>
            </a:extLst>
          </p:cNvPr>
          <p:cNvSpPr txBox="1">
            <a:spLocks noChangeArrowheads="1"/>
          </p:cNvSpPr>
          <p:nvPr/>
        </p:nvSpPr>
        <p:spPr bwMode="auto">
          <a:xfrm>
            <a:off x="3091930" y="4216723"/>
            <a:ext cx="53412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eaLnBrk="1" hangingPunct="1"/>
            <a:r>
              <a:rPr lang="en-US" altLang="en-US" sz="2400" b="1" dirty="0">
                <a:latin typeface="Arial Nova" panose="020B0504020202020204" pitchFamily="34" charset="0"/>
              </a:rPr>
              <a:t>10</a:t>
            </a:r>
            <a:endParaRPr lang="en-US" altLang="en-US" sz="3600" dirty="0">
              <a:latin typeface="Arial Nova" panose="020B0504020202020204" pitchFamily="34" charset="0"/>
            </a:endParaRPr>
          </a:p>
        </p:txBody>
      </p:sp>
      <p:sp>
        <p:nvSpPr>
          <p:cNvPr id="51" name="Text Box 6">
            <a:extLst>
              <a:ext uri="{FF2B5EF4-FFF2-40B4-BE49-F238E27FC236}">
                <a16:creationId xmlns:a16="http://schemas.microsoft.com/office/drawing/2014/main" id="{FF699762-7415-FDE8-4017-40BE7B44A561}"/>
              </a:ext>
            </a:extLst>
          </p:cNvPr>
          <p:cNvSpPr txBox="1">
            <a:spLocks noChangeArrowheads="1"/>
          </p:cNvSpPr>
          <p:nvPr/>
        </p:nvSpPr>
        <p:spPr bwMode="auto">
          <a:xfrm>
            <a:off x="4951280" y="4231274"/>
            <a:ext cx="53412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eaLnBrk="1" hangingPunct="1"/>
            <a:r>
              <a:rPr lang="en-US" altLang="en-US" sz="2400" b="1" dirty="0">
                <a:latin typeface="Arial Nova" panose="020B0504020202020204" pitchFamily="34" charset="0"/>
              </a:rPr>
              <a:t>12</a:t>
            </a:r>
            <a:endParaRPr lang="en-US" altLang="en-US" sz="3600" dirty="0">
              <a:latin typeface="Arial Nova" panose="020B0504020202020204" pitchFamily="34" charset="0"/>
            </a:endParaRPr>
          </a:p>
        </p:txBody>
      </p:sp>
      <p:sp>
        <p:nvSpPr>
          <p:cNvPr id="52" name="Text Box 6">
            <a:extLst>
              <a:ext uri="{FF2B5EF4-FFF2-40B4-BE49-F238E27FC236}">
                <a16:creationId xmlns:a16="http://schemas.microsoft.com/office/drawing/2014/main" id="{3CD6A51B-7587-888D-6371-E14D9F19D0E2}"/>
              </a:ext>
            </a:extLst>
          </p:cNvPr>
          <p:cNvSpPr txBox="1">
            <a:spLocks noChangeArrowheads="1"/>
          </p:cNvSpPr>
          <p:nvPr/>
        </p:nvSpPr>
        <p:spPr bwMode="auto">
          <a:xfrm>
            <a:off x="3101910" y="5781960"/>
            <a:ext cx="53412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eaLnBrk="1" hangingPunct="1"/>
            <a:r>
              <a:rPr lang="en-US" altLang="en-US" sz="2400" b="1" dirty="0">
                <a:latin typeface="Arial Nova" panose="020B0504020202020204" pitchFamily="34" charset="0"/>
              </a:rPr>
              <a:t>34</a:t>
            </a:r>
            <a:endParaRPr lang="en-US" altLang="en-US" sz="3600" dirty="0">
              <a:latin typeface="Arial Nova" panose="020B0504020202020204" pitchFamily="34" charset="0"/>
            </a:endParaRPr>
          </a:p>
        </p:txBody>
      </p:sp>
      <p:sp>
        <p:nvSpPr>
          <p:cNvPr id="53" name="Text Box 6">
            <a:extLst>
              <a:ext uri="{FF2B5EF4-FFF2-40B4-BE49-F238E27FC236}">
                <a16:creationId xmlns:a16="http://schemas.microsoft.com/office/drawing/2014/main" id="{3836A8C7-59E4-0C0E-B60E-EBCD866247FB}"/>
              </a:ext>
            </a:extLst>
          </p:cNvPr>
          <p:cNvSpPr txBox="1">
            <a:spLocks noChangeArrowheads="1"/>
          </p:cNvSpPr>
          <p:nvPr/>
        </p:nvSpPr>
        <p:spPr bwMode="auto">
          <a:xfrm>
            <a:off x="4901035" y="5796511"/>
            <a:ext cx="53412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eaLnBrk="1" hangingPunct="1"/>
            <a:r>
              <a:rPr lang="en-US" altLang="en-US" sz="2400" b="1" dirty="0">
                <a:latin typeface="Arial Nova" panose="020B0504020202020204" pitchFamily="34" charset="0"/>
              </a:rPr>
              <a:t>36</a:t>
            </a:r>
            <a:endParaRPr lang="en-US" altLang="en-US" sz="3600" dirty="0">
              <a:latin typeface="Arial Nova" panose="020B0504020202020204" pitchFamily="34" charset="0"/>
            </a:endParaRPr>
          </a:p>
        </p:txBody>
      </p:sp>
      <p:sp>
        <p:nvSpPr>
          <p:cNvPr id="54" name="Line 24">
            <a:extLst>
              <a:ext uri="{FF2B5EF4-FFF2-40B4-BE49-F238E27FC236}">
                <a16:creationId xmlns:a16="http://schemas.microsoft.com/office/drawing/2014/main" id="{AA9C4EBA-D53E-8229-FB84-C2395F645E50}"/>
              </a:ext>
            </a:extLst>
          </p:cNvPr>
          <p:cNvSpPr>
            <a:spLocks noChangeShapeType="1"/>
          </p:cNvSpPr>
          <p:nvPr/>
        </p:nvSpPr>
        <p:spPr bwMode="auto">
          <a:xfrm flipV="1">
            <a:off x="5384912" y="3068810"/>
            <a:ext cx="1422177" cy="2227955"/>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BD">
              <a:latin typeface="Arial Nova" panose="020B0504020202020204" pitchFamily="34" charset="0"/>
            </a:endParaRPr>
          </a:p>
        </p:txBody>
      </p:sp>
      <p:sp>
        <p:nvSpPr>
          <p:cNvPr id="55" name="Text Box 6">
            <a:extLst>
              <a:ext uri="{FF2B5EF4-FFF2-40B4-BE49-F238E27FC236}">
                <a16:creationId xmlns:a16="http://schemas.microsoft.com/office/drawing/2014/main" id="{86389E2F-B89A-C016-B558-AF51BC7EEC03}"/>
              </a:ext>
            </a:extLst>
          </p:cNvPr>
          <p:cNvSpPr txBox="1">
            <a:spLocks noChangeArrowheads="1"/>
          </p:cNvSpPr>
          <p:nvPr/>
        </p:nvSpPr>
        <p:spPr bwMode="auto">
          <a:xfrm>
            <a:off x="6856547" y="2039915"/>
            <a:ext cx="35298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eaLnBrk="1" hangingPunct="1"/>
            <a:r>
              <a:rPr lang="en-US" altLang="en-US" sz="2400" b="1" dirty="0">
                <a:latin typeface="Arial Nova" panose="020B0504020202020204" pitchFamily="34" charset="0"/>
              </a:rPr>
              <a:t>?</a:t>
            </a:r>
            <a:endParaRPr lang="en-US" altLang="en-US" sz="3600" dirty="0">
              <a:latin typeface="Arial Nova" panose="020B0504020202020204" pitchFamily="34" charset="0"/>
            </a:endParaRPr>
          </a:p>
        </p:txBody>
      </p:sp>
      <p:sp>
        <p:nvSpPr>
          <p:cNvPr id="56" name="Text Box 6">
            <a:extLst>
              <a:ext uri="{FF2B5EF4-FFF2-40B4-BE49-F238E27FC236}">
                <a16:creationId xmlns:a16="http://schemas.microsoft.com/office/drawing/2014/main" id="{4B8DD84F-230F-CA85-DE73-28AFDEA9FBE2}"/>
              </a:ext>
            </a:extLst>
          </p:cNvPr>
          <p:cNvSpPr txBox="1">
            <a:spLocks noChangeArrowheads="1"/>
          </p:cNvSpPr>
          <p:nvPr/>
        </p:nvSpPr>
        <p:spPr bwMode="auto">
          <a:xfrm>
            <a:off x="8824162" y="2035285"/>
            <a:ext cx="35298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eaLnBrk="1" hangingPunct="1"/>
            <a:r>
              <a:rPr lang="en-US" altLang="en-US" sz="2400" b="1" dirty="0">
                <a:latin typeface="Arial Nova" panose="020B0504020202020204" pitchFamily="34" charset="0"/>
              </a:rPr>
              <a:t>?</a:t>
            </a:r>
            <a:endParaRPr lang="en-US" altLang="en-US" sz="3600" dirty="0">
              <a:latin typeface="Arial Nova" panose="020B0504020202020204" pitchFamily="34" charset="0"/>
            </a:endParaRPr>
          </a:p>
        </p:txBody>
      </p:sp>
      <p:sp>
        <p:nvSpPr>
          <p:cNvPr id="57" name="TextBox 56">
            <a:extLst>
              <a:ext uri="{FF2B5EF4-FFF2-40B4-BE49-F238E27FC236}">
                <a16:creationId xmlns:a16="http://schemas.microsoft.com/office/drawing/2014/main" id="{4F2BD928-9420-08E8-4F11-19D8292103FA}"/>
              </a:ext>
            </a:extLst>
          </p:cNvPr>
          <p:cNvSpPr txBox="1"/>
          <p:nvPr/>
        </p:nvSpPr>
        <p:spPr>
          <a:xfrm>
            <a:off x="7350076" y="1321468"/>
            <a:ext cx="4303060" cy="523220"/>
          </a:xfrm>
          <a:prstGeom prst="rect">
            <a:avLst/>
          </a:prstGeom>
          <a:noFill/>
        </p:spPr>
        <p:txBody>
          <a:bodyPr wrap="square" rtlCol="0">
            <a:spAutoFit/>
          </a:bodyPr>
          <a:lstStyle/>
          <a:p>
            <a:pPr algn="ctr"/>
            <a:r>
              <a:rPr lang="en-US" sz="2800" b="1" dirty="0">
                <a:solidFill>
                  <a:srgbClr val="CCCCFF"/>
                </a:solidFill>
                <a:latin typeface="Arial Nova" panose="020B0504020202020204" pitchFamily="34" charset="0"/>
              </a:rPr>
              <a:t>Forward Calculation</a:t>
            </a:r>
          </a:p>
        </p:txBody>
      </p:sp>
    </p:spTree>
    <p:extLst>
      <p:ext uri="{BB962C8B-B14F-4D97-AF65-F5344CB8AC3E}">
        <p14:creationId xmlns:p14="http://schemas.microsoft.com/office/powerpoint/2010/main" val="100050967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316A5661-2CFE-478C-BAC3-729F393F3C4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BC1DA2B-FE6F-1C6E-BFA0-9B15DC40309D}"/>
              </a:ext>
            </a:extLst>
          </p:cNvPr>
          <p:cNvSpPr>
            <a:spLocks noGrp="1"/>
          </p:cNvSpPr>
          <p:nvPr>
            <p:ph type="title"/>
          </p:nvPr>
        </p:nvSpPr>
        <p:spPr>
          <a:xfrm>
            <a:off x="2139081" y="92738"/>
            <a:ext cx="9514055" cy="1267138"/>
          </a:xfrm>
        </p:spPr>
        <p:txBody>
          <a:bodyPr anchor="ctr">
            <a:normAutofit/>
          </a:bodyPr>
          <a:lstStyle/>
          <a:p>
            <a:r>
              <a:rPr lang="en-US" sz="4000" dirty="0">
                <a:solidFill>
                  <a:schemeClr val="accent6">
                    <a:lumMod val="40000"/>
                    <a:lumOff val="60000"/>
                  </a:schemeClr>
                </a:solidFill>
                <a:latin typeface="Arial Rounded MT Bold" panose="020F0704030504030204" pitchFamily="34" charset="0"/>
              </a:rPr>
              <a:t>Project management tools</a:t>
            </a:r>
          </a:p>
        </p:txBody>
      </p:sp>
      <p:grpSp>
        <p:nvGrpSpPr>
          <p:cNvPr id="10" name="Group 9">
            <a:extLst>
              <a:ext uri="{FF2B5EF4-FFF2-40B4-BE49-F238E27FC236}">
                <a16:creationId xmlns:a16="http://schemas.microsoft.com/office/drawing/2014/main" id="{FB7BE8CD-E348-464A-82CC-7EF7AA82842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999771" y="649304"/>
            <a:ext cx="913428" cy="1315264"/>
            <a:chOff x="999771" y="649304"/>
            <a:chExt cx="913428" cy="1315264"/>
          </a:xfrm>
        </p:grpSpPr>
        <p:grpSp>
          <p:nvGrpSpPr>
            <p:cNvPr id="11" name="Group 10">
              <a:extLst>
                <a:ext uri="{FF2B5EF4-FFF2-40B4-BE49-F238E27FC236}">
                  <a16:creationId xmlns:a16="http://schemas.microsoft.com/office/drawing/2014/main" id="{B8CC82D2-4C4A-4C67-8483-5199F97B37A7}"/>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999771" y="932104"/>
              <a:ext cx="913428" cy="1032464"/>
              <a:chOff x="999771" y="932104"/>
              <a:chExt cx="913428" cy="1032464"/>
            </a:xfrm>
          </p:grpSpPr>
          <p:grpSp>
            <p:nvGrpSpPr>
              <p:cNvPr id="15" name="Group 14">
                <a:extLst>
                  <a:ext uri="{FF2B5EF4-FFF2-40B4-BE49-F238E27FC236}">
                    <a16:creationId xmlns:a16="http://schemas.microsoft.com/office/drawing/2014/main" id="{70D2391D-AA33-4F5E-BD96-B42D93DED226}"/>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rot="8100000" flipV="1">
                <a:off x="1047457" y="1290386"/>
                <a:ext cx="865742" cy="628383"/>
                <a:chOff x="558167" y="958515"/>
                <a:chExt cx="865742" cy="628383"/>
              </a:xfrm>
              <a:solidFill>
                <a:schemeClr val="accent3"/>
              </a:solidFill>
            </p:grpSpPr>
            <p:sp>
              <p:nvSpPr>
                <p:cNvPr id="22" name="Freeform: Shape 21">
                  <a:extLst>
                    <a:ext uri="{FF2B5EF4-FFF2-40B4-BE49-F238E27FC236}">
                      <a16:creationId xmlns:a16="http://schemas.microsoft.com/office/drawing/2014/main" id="{BE166DCE-539D-4C74-9C9D-AC000BA2F8A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8100000" flipH="1">
                  <a:off x="558167" y="1122160"/>
                  <a:ext cx="464738" cy="464738"/>
                </a:xfrm>
                <a:custGeom>
                  <a:avLst/>
                  <a:gdLst>
                    <a:gd name="connsiteX0" fmla="*/ 446142 w 464738"/>
                    <a:gd name="connsiteY0" fmla="*/ 464738 h 464738"/>
                    <a:gd name="connsiteX1" fmla="*/ 130673 w 464738"/>
                    <a:gd name="connsiteY1" fmla="*/ 334066 h 464738"/>
                    <a:gd name="connsiteX2" fmla="*/ 0 w 464738"/>
                    <a:gd name="connsiteY2" fmla="*/ 18596 h 464738"/>
                    <a:gd name="connsiteX3" fmla="*/ 836 w 464738"/>
                    <a:gd name="connsiteY3" fmla="*/ 1089 h 464738"/>
                    <a:gd name="connsiteX4" fmla="*/ 606 w 464738"/>
                    <a:gd name="connsiteY4" fmla="*/ 859 h 464738"/>
                    <a:gd name="connsiteX5" fmla="*/ 848 w 464738"/>
                    <a:gd name="connsiteY5" fmla="*/ 848 h 464738"/>
                    <a:gd name="connsiteX6" fmla="*/ 859 w 464738"/>
                    <a:gd name="connsiteY6" fmla="*/ 606 h 464738"/>
                    <a:gd name="connsiteX7" fmla="*/ 1089 w 464738"/>
                    <a:gd name="connsiteY7" fmla="*/ 836 h 464738"/>
                    <a:gd name="connsiteX8" fmla="*/ 18596 w 464738"/>
                    <a:gd name="connsiteY8" fmla="*/ 0 h 464738"/>
                    <a:gd name="connsiteX9" fmla="*/ 334066 w 464738"/>
                    <a:gd name="connsiteY9" fmla="*/ 130672 h 464738"/>
                    <a:gd name="connsiteX10" fmla="*/ 464738 w 464738"/>
                    <a:gd name="connsiteY10" fmla="*/ 446142 h 464738"/>
                    <a:gd name="connsiteX11" fmla="*/ 463902 w 464738"/>
                    <a:gd name="connsiteY11" fmla="*/ 463650 h 464738"/>
                    <a:gd name="connsiteX12" fmla="*/ 464132 w 464738"/>
                    <a:gd name="connsiteY12" fmla="*/ 463880 h 464738"/>
                    <a:gd name="connsiteX13" fmla="*/ 463891 w 464738"/>
                    <a:gd name="connsiteY13" fmla="*/ 463892 h 464738"/>
                    <a:gd name="connsiteX14" fmla="*/ 463879 w 464738"/>
                    <a:gd name="connsiteY14" fmla="*/ 464132 h 464738"/>
                    <a:gd name="connsiteX15" fmla="*/ 463650 w 464738"/>
                    <a:gd name="connsiteY15" fmla="*/ 463903 h 4647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64738" h="464738">
                      <a:moveTo>
                        <a:pt x="446142" y="464738"/>
                      </a:moveTo>
                      <a:cubicBezTo>
                        <a:pt x="331965" y="464738"/>
                        <a:pt x="217787" y="421181"/>
                        <a:pt x="130673" y="334066"/>
                      </a:cubicBezTo>
                      <a:cubicBezTo>
                        <a:pt x="43558" y="246952"/>
                        <a:pt x="1" y="132774"/>
                        <a:pt x="0" y="18596"/>
                      </a:cubicBezTo>
                      <a:lnTo>
                        <a:pt x="836" y="1089"/>
                      </a:lnTo>
                      <a:lnTo>
                        <a:pt x="606" y="859"/>
                      </a:lnTo>
                      <a:lnTo>
                        <a:pt x="848" y="848"/>
                      </a:lnTo>
                      <a:lnTo>
                        <a:pt x="859" y="606"/>
                      </a:lnTo>
                      <a:lnTo>
                        <a:pt x="1089" y="836"/>
                      </a:lnTo>
                      <a:lnTo>
                        <a:pt x="18596" y="0"/>
                      </a:lnTo>
                      <a:cubicBezTo>
                        <a:pt x="132774" y="0"/>
                        <a:pt x="246951" y="43557"/>
                        <a:pt x="334066" y="130672"/>
                      </a:cubicBezTo>
                      <a:cubicBezTo>
                        <a:pt x="421181" y="217787"/>
                        <a:pt x="464738" y="331964"/>
                        <a:pt x="464738" y="446142"/>
                      </a:cubicBezTo>
                      <a:lnTo>
                        <a:pt x="463902" y="463650"/>
                      </a:lnTo>
                      <a:lnTo>
                        <a:pt x="464132" y="463880"/>
                      </a:lnTo>
                      <a:lnTo>
                        <a:pt x="463891" y="463892"/>
                      </a:lnTo>
                      <a:lnTo>
                        <a:pt x="463879" y="464132"/>
                      </a:lnTo>
                      <a:lnTo>
                        <a:pt x="463650" y="463903"/>
                      </a:lnTo>
                      <a:close/>
                    </a:path>
                  </a:pathLst>
                </a:custGeom>
                <a:solidFill>
                  <a:schemeClr val="accent4">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3" name="Freeform: Shape 22">
                  <a:extLst>
                    <a:ext uri="{FF2B5EF4-FFF2-40B4-BE49-F238E27FC236}">
                      <a16:creationId xmlns:a16="http://schemas.microsoft.com/office/drawing/2014/main" id="{DCC6BEB5-DA1F-4F9E-BA5D-8F892A0FB8F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flipH="1">
                  <a:off x="959170" y="958515"/>
                  <a:ext cx="464739" cy="464739"/>
                </a:xfrm>
                <a:custGeom>
                  <a:avLst/>
                  <a:gdLst>
                    <a:gd name="connsiteX0" fmla="*/ 464132 w 464739"/>
                    <a:gd name="connsiteY0" fmla="*/ 463881 h 464739"/>
                    <a:gd name="connsiteX1" fmla="*/ 463891 w 464739"/>
                    <a:gd name="connsiteY1" fmla="*/ 463892 h 464739"/>
                    <a:gd name="connsiteX2" fmla="*/ 463880 w 464739"/>
                    <a:gd name="connsiteY2" fmla="*/ 464132 h 464739"/>
                    <a:gd name="connsiteX3" fmla="*/ 463651 w 464739"/>
                    <a:gd name="connsiteY3" fmla="*/ 463904 h 464739"/>
                    <a:gd name="connsiteX4" fmla="*/ 446142 w 464739"/>
                    <a:gd name="connsiteY4" fmla="*/ 464739 h 464739"/>
                    <a:gd name="connsiteX5" fmla="*/ 130673 w 464739"/>
                    <a:gd name="connsiteY5" fmla="*/ 334067 h 464739"/>
                    <a:gd name="connsiteX6" fmla="*/ 0 w 464739"/>
                    <a:gd name="connsiteY6" fmla="*/ 18597 h 464739"/>
                    <a:gd name="connsiteX7" fmla="*/ 836 w 464739"/>
                    <a:gd name="connsiteY7" fmla="*/ 1089 h 464739"/>
                    <a:gd name="connsiteX8" fmla="*/ 607 w 464739"/>
                    <a:gd name="connsiteY8" fmla="*/ 859 h 464739"/>
                    <a:gd name="connsiteX9" fmla="*/ 848 w 464739"/>
                    <a:gd name="connsiteY9" fmla="*/ 848 h 464739"/>
                    <a:gd name="connsiteX10" fmla="*/ 859 w 464739"/>
                    <a:gd name="connsiteY10" fmla="*/ 607 h 464739"/>
                    <a:gd name="connsiteX11" fmla="*/ 1089 w 464739"/>
                    <a:gd name="connsiteY11" fmla="*/ 836 h 464739"/>
                    <a:gd name="connsiteX12" fmla="*/ 18597 w 464739"/>
                    <a:gd name="connsiteY12" fmla="*/ 0 h 464739"/>
                    <a:gd name="connsiteX13" fmla="*/ 334067 w 464739"/>
                    <a:gd name="connsiteY13" fmla="*/ 130672 h 464739"/>
                    <a:gd name="connsiteX14" fmla="*/ 464739 w 464739"/>
                    <a:gd name="connsiteY14" fmla="*/ 446142 h 464739"/>
                    <a:gd name="connsiteX15" fmla="*/ 463903 w 464739"/>
                    <a:gd name="connsiteY15" fmla="*/ 463652 h 464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64739" h="464739">
                      <a:moveTo>
                        <a:pt x="464132" y="463881"/>
                      </a:moveTo>
                      <a:lnTo>
                        <a:pt x="463891" y="463892"/>
                      </a:lnTo>
                      <a:lnTo>
                        <a:pt x="463880" y="464132"/>
                      </a:lnTo>
                      <a:lnTo>
                        <a:pt x="463651" y="463904"/>
                      </a:lnTo>
                      <a:lnTo>
                        <a:pt x="446142" y="464739"/>
                      </a:lnTo>
                      <a:cubicBezTo>
                        <a:pt x="331965" y="464739"/>
                        <a:pt x="217787" y="421182"/>
                        <a:pt x="130673" y="334067"/>
                      </a:cubicBezTo>
                      <a:cubicBezTo>
                        <a:pt x="43558" y="246953"/>
                        <a:pt x="1" y="132775"/>
                        <a:pt x="0" y="18597"/>
                      </a:cubicBezTo>
                      <a:lnTo>
                        <a:pt x="836" y="1089"/>
                      </a:lnTo>
                      <a:lnTo>
                        <a:pt x="607" y="859"/>
                      </a:lnTo>
                      <a:lnTo>
                        <a:pt x="848" y="848"/>
                      </a:lnTo>
                      <a:lnTo>
                        <a:pt x="859" y="607"/>
                      </a:lnTo>
                      <a:lnTo>
                        <a:pt x="1089" y="836"/>
                      </a:lnTo>
                      <a:lnTo>
                        <a:pt x="18597" y="0"/>
                      </a:lnTo>
                      <a:cubicBezTo>
                        <a:pt x="132775" y="0"/>
                        <a:pt x="246952" y="43557"/>
                        <a:pt x="334067" y="130672"/>
                      </a:cubicBezTo>
                      <a:cubicBezTo>
                        <a:pt x="421182" y="217787"/>
                        <a:pt x="464739" y="331964"/>
                        <a:pt x="464739" y="446142"/>
                      </a:cubicBezTo>
                      <a:lnTo>
                        <a:pt x="463903" y="463652"/>
                      </a:lnTo>
                      <a:close/>
                    </a:path>
                  </a:pathLst>
                </a:custGeom>
                <a:solidFill>
                  <a:schemeClr val="accent4">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grpSp>
          <p:grpSp>
            <p:nvGrpSpPr>
              <p:cNvPr id="16" name="Group 15">
                <a:extLst>
                  <a:ext uri="{FF2B5EF4-FFF2-40B4-BE49-F238E27FC236}">
                    <a16:creationId xmlns:a16="http://schemas.microsoft.com/office/drawing/2014/main" id="{C0300EB9-093C-4C32-A212-821D7AC082B4}"/>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rot="10800000" flipH="1" flipV="1">
                <a:off x="999771" y="932104"/>
                <a:ext cx="864005" cy="1032464"/>
                <a:chOff x="2207971" y="2384401"/>
                <a:chExt cx="864005" cy="1032464"/>
              </a:xfrm>
            </p:grpSpPr>
            <p:sp>
              <p:nvSpPr>
                <p:cNvPr id="17" name="Freeform: Shape 16">
                  <a:extLst>
                    <a:ext uri="{FF2B5EF4-FFF2-40B4-BE49-F238E27FC236}">
                      <a16:creationId xmlns:a16="http://schemas.microsoft.com/office/drawing/2014/main" id="{AFC97B3C-CF0E-4C93-AA39-7A677A12C50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3500000">
                  <a:off x="2207971" y="2856305"/>
                  <a:ext cx="464739" cy="464739"/>
                </a:xfrm>
                <a:custGeom>
                  <a:avLst/>
                  <a:gdLst>
                    <a:gd name="connsiteX0" fmla="*/ 464132 w 464739"/>
                    <a:gd name="connsiteY0" fmla="*/ 463881 h 464739"/>
                    <a:gd name="connsiteX1" fmla="*/ 463891 w 464739"/>
                    <a:gd name="connsiteY1" fmla="*/ 463892 h 464739"/>
                    <a:gd name="connsiteX2" fmla="*/ 463880 w 464739"/>
                    <a:gd name="connsiteY2" fmla="*/ 464132 h 464739"/>
                    <a:gd name="connsiteX3" fmla="*/ 463651 w 464739"/>
                    <a:gd name="connsiteY3" fmla="*/ 463904 h 464739"/>
                    <a:gd name="connsiteX4" fmla="*/ 446142 w 464739"/>
                    <a:gd name="connsiteY4" fmla="*/ 464739 h 464739"/>
                    <a:gd name="connsiteX5" fmla="*/ 130673 w 464739"/>
                    <a:gd name="connsiteY5" fmla="*/ 334067 h 464739"/>
                    <a:gd name="connsiteX6" fmla="*/ 0 w 464739"/>
                    <a:gd name="connsiteY6" fmla="*/ 18597 h 464739"/>
                    <a:gd name="connsiteX7" fmla="*/ 836 w 464739"/>
                    <a:gd name="connsiteY7" fmla="*/ 1089 h 464739"/>
                    <a:gd name="connsiteX8" fmla="*/ 607 w 464739"/>
                    <a:gd name="connsiteY8" fmla="*/ 859 h 464739"/>
                    <a:gd name="connsiteX9" fmla="*/ 848 w 464739"/>
                    <a:gd name="connsiteY9" fmla="*/ 848 h 464739"/>
                    <a:gd name="connsiteX10" fmla="*/ 859 w 464739"/>
                    <a:gd name="connsiteY10" fmla="*/ 607 h 464739"/>
                    <a:gd name="connsiteX11" fmla="*/ 1089 w 464739"/>
                    <a:gd name="connsiteY11" fmla="*/ 836 h 464739"/>
                    <a:gd name="connsiteX12" fmla="*/ 18597 w 464739"/>
                    <a:gd name="connsiteY12" fmla="*/ 0 h 464739"/>
                    <a:gd name="connsiteX13" fmla="*/ 334067 w 464739"/>
                    <a:gd name="connsiteY13" fmla="*/ 130672 h 464739"/>
                    <a:gd name="connsiteX14" fmla="*/ 464739 w 464739"/>
                    <a:gd name="connsiteY14" fmla="*/ 446142 h 464739"/>
                    <a:gd name="connsiteX15" fmla="*/ 463903 w 464739"/>
                    <a:gd name="connsiteY15" fmla="*/ 463652 h 464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64739" h="464739">
                      <a:moveTo>
                        <a:pt x="464132" y="463881"/>
                      </a:moveTo>
                      <a:lnTo>
                        <a:pt x="463891" y="463892"/>
                      </a:lnTo>
                      <a:lnTo>
                        <a:pt x="463880" y="464132"/>
                      </a:lnTo>
                      <a:lnTo>
                        <a:pt x="463651" y="463904"/>
                      </a:lnTo>
                      <a:lnTo>
                        <a:pt x="446142" y="464739"/>
                      </a:lnTo>
                      <a:cubicBezTo>
                        <a:pt x="331965" y="464739"/>
                        <a:pt x="217787" y="421182"/>
                        <a:pt x="130673" y="334067"/>
                      </a:cubicBezTo>
                      <a:cubicBezTo>
                        <a:pt x="43558" y="246953"/>
                        <a:pt x="1" y="132775"/>
                        <a:pt x="0" y="18597"/>
                      </a:cubicBezTo>
                      <a:lnTo>
                        <a:pt x="836" y="1089"/>
                      </a:lnTo>
                      <a:lnTo>
                        <a:pt x="607" y="859"/>
                      </a:lnTo>
                      <a:lnTo>
                        <a:pt x="848" y="848"/>
                      </a:lnTo>
                      <a:lnTo>
                        <a:pt x="859" y="607"/>
                      </a:lnTo>
                      <a:lnTo>
                        <a:pt x="1089" y="836"/>
                      </a:lnTo>
                      <a:lnTo>
                        <a:pt x="18597" y="0"/>
                      </a:lnTo>
                      <a:cubicBezTo>
                        <a:pt x="132775" y="0"/>
                        <a:pt x="246952" y="43557"/>
                        <a:pt x="334067" y="130672"/>
                      </a:cubicBezTo>
                      <a:cubicBezTo>
                        <a:pt x="421182" y="217787"/>
                        <a:pt x="464739" y="331964"/>
                        <a:pt x="464739" y="446142"/>
                      </a:cubicBezTo>
                      <a:lnTo>
                        <a:pt x="463903" y="463652"/>
                      </a:lnTo>
                      <a:close/>
                    </a:path>
                  </a:pathLst>
                </a:cu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8" name="Freeform: Shape 17">
                  <a:extLst>
                    <a:ext uri="{FF2B5EF4-FFF2-40B4-BE49-F238E27FC236}">
                      <a16:creationId xmlns:a16="http://schemas.microsoft.com/office/drawing/2014/main" id="{0943F14E-6185-4A31-8318-2088A05F5C9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2607238" y="2688467"/>
                  <a:ext cx="464738" cy="464738"/>
                </a:xfrm>
                <a:custGeom>
                  <a:avLst/>
                  <a:gdLst>
                    <a:gd name="connsiteX0" fmla="*/ 446142 w 464738"/>
                    <a:gd name="connsiteY0" fmla="*/ 464738 h 464738"/>
                    <a:gd name="connsiteX1" fmla="*/ 130673 w 464738"/>
                    <a:gd name="connsiteY1" fmla="*/ 334066 h 464738"/>
                    <a:gd name="connsiteX2" fmla="*/ 0 w 464738"/>
                    <a:gd name="connsiteY2" fmla="*/ 18596 h 464738"/>
                    <a:gd name="connsiteX3" fmla="*/ 836 w 464738"/>
                    <a:gd name="connsiteY3" fmla="*/ 1089 h 464738"/>
                    <a:gd name="connsiteX4" fmla="*/ 606 w 464738"/>
                    <a:gd name="connsiteY4" fmla="*/ 859 h 464738"/>
                    <a:gd name="connsiteX5" fmla="*/ 848 w 464738"/>
                    <a:gd name="connsiteY5" fmla="*/ 848 h 464738"/>
                    <a:gd name="connsiteX6" fmla="*/ 859 w 464738"/>
                    <a:gd name="connsiteY6" fmla="*/ 606 h 464738"/>
                    <a:gd name="connsiteX7" fmla="*/ 1089 w 464738"/>
                    <a:gd name="connsiteY7" fmla="*/ 836 h 464738"/>
                    <a:gd name="connsiteX8" fmla="*/ 18596 w 464738"/>
                    <a:gd name="connsiteY8" fmla="*/ 0 h 464738"/>
                    <a:gd name="connsiteX9" fmla="*/ 334066 w 464738"/>
                    <a:gd name="connsiteY9" fmla="*/ 130672 h 464738"/>
                    <a:gd name="connsiteX10" fmla="*/ 464738 w 464738"/>
                    <a:gd name="connsiteY10" fmla="*/ 446142 h 464738"/>
                    <a:gd name="connsiteX11" fmla="*/ 463902 w 464738"/>
                    <a:gd name="connsiteY11" fmla="*/ 463650 h 464738"/>
                    <a:gd name="connsiteX12" fmla="*/ 464132 w 464738"/>
                    <a:gd name="connsiteY12" fmla="*/ 463880 h 464738"/>
                    <a:gd name="connsiteX13" fmla="*/ 463891 w 464738"/>
                    <a:gd name="connsiteY13" fmla="*/ 463892 h 464738"/>
                    <a:gd name="connsiteX14" fmla="*/ 463879 w 464738"/>
                    <a:gd name="connsiteY14" fmla="*/ 464132 h 464738"/>
                    <a:gd name="connsiteX15" fmla="*/ 463650 w 464738"/>
                    <a:gd name="connsiteY15" fmla="*/ 463903 h 4647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64738" h="464738">
                      <a:moveTo>
                        <a:pt x="446142" y="464738"/>
                      </a:moveTo>
                      <a:cubicBezTo>
                        <a:pt x="331965" y="464738"/>
                        <a:pt x="217787" y="421181"/>
                        <a:pt x="130673" y="334066"/>
                      </a:cubicBezTo>
                      <a:cubicBezTo>
                        <a:pt x="43558" y="246952"/>
                        <a:pt x="1" y="132774"/>
                        <a:pt x="0" y="18596"/>
                      </a:cubicBezTo>
                      <a:lnTo>
                        <a:pt x="836" y="1089"/>
                      </a:lnTo>
                      <a:lnTo>
                        <a:pt x="606" y="859"/>
                      </a:lnTo>
                      <a:lnTo>
                        <a:pt x="848" y="848"/>
                      </a:lnTo>
                      <a:lnTo>
                        <a:pt x="859" y="606"/>
                      </a:lnTo>
                      <a:lnTo>
                        <a:pt x="1089" y="836"/>
                      </a:lnTo>
                      <a:lnTo>
                        <a:pt x="18596" y="0"/>
                      </a:lnTo>
                      <a:cubicBezTo>
                        <a:pt x="132774" y="0"/>
                        <a:pt x="246951" y="43557"/>
                        <a:pt x="334066" y="130672"/>
                      </a:cubicBezTo>
                      <a:cubicBezTo>
                        <a:pt x="421181" y="217787"/>
                        <a:pt x="464738" y="331964"/>
                        <a:pt x="464738" y="446142"/>
                      </a:cubicBezTo>
                      <a:lnTo>
                        <a:pt x="463902" y="463650"/>
                      </a:lnTo>
                      <a:lnTo>
                        <a:pt x="464132" y="463880"/>
                      </a:lnTo>
                      <a:lnTo>
                        <a:pt x="463891" y="463892"/>
                      </a:lnTo>
                      <a:lnTo>
                        <a:pt x="463879" y="464132"/>
                      </a:lnTo>
                      <a:lnTo>
                        <a:pt x="463650" y="463903"/>
                      </a:lnTo>
                      <a:close/>
                    </a:path>
                  </a:pathLst>
                </a:cu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nvGrpSpPr>
                <p:cNvPr id="19" name="Group 18">
                  <a:extLst>
                    <a:ext uri="{FF2B5EF4-FFF2-40B4-BE49-F238E27FC236}">
                      <a16:creationId xmlns:a16="http://schemas.microsoft.com/office/drawing/2014/main" id="{F3B56658-371E-446B-B30D-D4EA2A88A973}"/>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2440769" y="2384401"/>
                  <a:ext cx="313009" cy="1032464"/>
                  <a:chOff x="2440769" y="2384401"/>
                  <a:chExt cx="313009" cy="1032464"/>
                </a:xfrm>
              </p:grpSpPr>
              <p:cxnSp>
                <p:nvCxnSpPr>
                  <p:cNvPr id="20" name="Straight Connector 19">
                    <a:extLst>
                      <a:ext uri="{FF2B5EF4-FFF2-40B4-BE49-F238E27FC236}">
                        <a16:creationId xmlns:a16="http://schemas.microsoft.com/office/drawing/2014/main" id="{068979FB-2943-4091-A490-D9F8695DF0D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rot="10800000" flipH="1">
                    <a:off x="2440769" y="2516865"/>
                    <a:ext cx="0" cy="900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B378C39C-3FC0-4521-8336-33A86391920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rot="8100000" flipH="1">
                    <a:off x="2753778" y="2384401"/>
                    <a:ext cx="0" cy="900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grpSp>
        <p:grpSp>
          <p:nvGrpSpPr>
            <p:cNvPr id="12" name="Group 11">
              <a:extLst>
                <a:ext uri="{FF2B5EF4-FFF2-40B4-BE49-F238E27FC236}">
                  <a16:creationId xmlns:a16="http://schemas.microsoft.com/office/drawing/2014/main" id="{72C6951D-2EAF-4333-B8A8-F473DC3BDF44}"/>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1437136" y="649304"/>
              <a:ext cx="388541" cy="388541"/>
              <a:chOff x="5752675" y="5440856"/>
              <a:chExt cx="388541" cy="388541"/>
            </a:xfrm>
          </p:grpSpPr>
          <p:sp>
            <p:nvSpPr>
              <p:cNvPr id="13" name="Oval 12">
                <a:extLst>
                  <a:ext uri="{FF2B5EF4-FFF2-40B4-BE49-F238E27FC236}">
                    <a16:creationId xmlns:a16="http://schemas.microsoft.com/office/drawing/2014/main" id="{63E77698-5758-433A-9DF3-3BE43B6FBDA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5800801" y="5488982"/>
                <a:ext cx="340415" cy="340415"/>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4" name="Oval 13">
                <a:extLst>
                  <a:ext uri="{FF2B5EF4-FFF2-40B4-BE49-F238E27FC236}">
                    <a16:creationId xmlns:a16="http://schemas.microsoft.com/office/drawing/2014/main" id="{FF47FF7F-75A9-438D-8BA7-428BF76974C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52675" y="5440856"/>
                <a:ext cx="340415" cy="340415"/>
              </a:xfrm>
              <a:prstGeom prst="ellipse">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grpSp>
      <p:sp>
        <p:nvSpPr>
          <p:cNvPr id="3" name="TextBox 2">
            <a:extLst>
              <a:ext uri="{FF2B5EF4-FFF2-40B4-BE49-F238E27FC236}">
                <a16:creationId xmlns:a16="http://schemas.microsoft.com/office/drawing/2014/main" id="{E1B3EC78-AF07-8A37-B218-94DF35BE2087}"/>
              </a:ext>
            </a:extLst>
          </p:cNvPr>
          <p:cNvSpPr txBox="1"/>
          <p:nvPr/>
        </p:nvSpPr>
        <p:spPr>
          <a:xfrm>
            <a:off x="9486900" y="5443538"/>
            <a:ext cx="184731" cy="369332"/>
          </a:xfrm>
          <a:prstGeom prst="rect">
            <a:avLst/>
          </a:prstGeom>
          <a:noFill/>
        </p:spPr>
        <p:txBody>
          <a:bodyPr wrap="none" rtlCol="0">
            <a:spAutoFit/>
          </a:bodyPr>
          <a:lstStyle/>
          <a:p>
            <a:endParaRPr lang="en-BD" dirty="0"/>
          </a:p>
        </p:txBody>
      </p:sp>
      <p:sp>
        <p:nvSpPr>
          <p:cNvPr id="25" name="TextBox 24">
            <a:extLst>
              <a:ext uri="{FF2B5EF4-FFF2-40B4-BE49-F238E27FC236}">
                <a16:creationId xmlns:a16="http://schemas.microsoft.com/office/drawing/2014/main" id="{D856AD59-8AD1-B85F-4827-7B31CC175126}"/>
              </a:ext>
            </a:extLst>
          </p:cNvPr>
          <p:cNvSpPr txBox="1"/>
          <p:nvPr/>
        </p:nvSpPr>
        <p:spPr>
          <a:xfrm>
            <a:off x="2187635" y="1319164"/>
            <a:ext cx="6096000" cy="523220"/>
          </a:xfrm>
          <a:prstGeom prst="rect">
            <a:avLst/>
          </a:prstGeom>
          <a:noFill/>
        </p:spPr>
        <p:txBody>
          <a:bodyPr wrap="square">
            <a:spAutoFit/>
          </a:bodyPr>
          <a:lstStyle/>
          <a:p>
            <a:r>
              <a:rPr lang="en-US" sz="2800" dirty="0">
                <a:solidFill>
                  <a:srgbClr val="FFFF00"/>
                </a:solidFill>
                <a:latin typeface="Arial Rounded MT Bold" panose="020F0704030504030204" pitchFamily="34" charset="0"/>
              </a:rPr>
              <a:t>Critical Path Analysis </a:t>
            </a:r>
          </a:p>
        </p:txBody>
      </p:sp>
      <p:grpSp>
        <p:nvGrpSpPr>
          <p:cNvPr id="5" name="Group 3">
            <a:extLst>
              <a:ext uri="{FF2B5EF4-FFF2-40B4-BE49-F238E27FC236}">
                <a16:creationId xmlns:a16="http://schemas.microsoft.com/office/drawing/2014/main" id="{9EF9C62D-21EC-A05B-678D-09881909D75F}"/>
              </a:ext>
            </a:extLst>
          </p:cNvPr>
          <p:cNvGrpSpPr>
            <a:grpSpLocks/>
          </p:cNvGrpSpPr>
          <p:nvPr/>
        </p:nvGrpSpPr>
        <p:grpSpPr bwMode="auto">
          <a:xfrm>
            <a:off x="3027417" y="2047210"/>
            <a:ext cx="6096000" cy="1569689"/>
            <a:chOff x="1027" y="1642"/>
            <a:chExt cx="3677" cy="836"/>
          </a:xfrm>
        </p:grpSpPr>
        <p:sp>
          <p:nvSpPr>
            <p:cNvPr id="7" name="Text Box 4">
              <a:extLst>
                <a:ext uri="{FF2B5EF4-FFF2-40B4-BE49-F238E27FC236}">
                  <a16:creationId xmlns:a16="http://schemas.microsoft.com/office/drawing/2014/main" id="{6AEC2EB2-ACB1-D3A8-0738-7DFBC8F7874C}"/>
                </a:ext>
              </a:extLst>
            </p:cNvPr>
            <p:cNvSpPr txBox="1">
              <a:spLocks noChangeArrowheads="1"/>
            </p:cNvSpPr>
            <p:nvPr/>
          </p:nvSpPr>
          <p:spPr bwMode="auto">
            <a:xfrm>
              <a:off x="1027" y="1867"/>
              <a:ext cx="1067"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eaLnBrk="1" hangingPunct="1">
                <a:spcBef>
                  <a:spcPct val="50000"/>
                </a:spcBef>
              </a:pPr>
              <a:endParaRPr lang="en-GB" altLang="en-US" sz="2400">
                <a:latin typeface="Arial Nova" panose="020B0504020202020204" pitchFamily="34" charset="0"/>
              </a:endParaRPr>
            </a:p>
          </p:txBody>
        </p:sp>
        <p:sp>
          <p:nvSpPr>
            <p:cNvPr id="9" name="Rectangle 5">
              <a:extLst>
                <a:ext uri="{FF2B5EF4-FFF2-40B4-BE49-F238E27FC236}">
                  <a16:creationId xmlns:a16="http://schemas.microsoft.com/office/drawing/2014/main" id="{E07F881F-2660-B8BD-EE97-601BAE788256}"/>
                </a:ext>
              </a:extLst>
            </p:cNvPr>
            <p:cNvSpPr>
              <a:spLocks noChangeArrowheads="1"/>
            </p:cNvSpPr>
            <p:nvPr/>
          </p:nvSpPr>
          <p:spPr bwMode="auto">
            <a:xfrm>
              <a:off x="1086" y="1867"/>
              <a:ext cx="1363" cy="611"/>
            </a:xfrm>
            <a:prstGeom prst="rect">
              <a:avLst/>
            </a:prstGeom>
            <a:solidFill>
              <a:srgbClr val="FFFF00"/>
            </a:solidFill>
            <a:ln w="12700" cap="sq">
              <a:solidFill>
                <a:schemeClr val="tx1"/>
              </a:solidFill>
              <a:miter lim="800000"/>
              <a:headEnd type="none" w="sm" len="sm"/>
              <a:tailEnd type="none" w="sm" len="sm"/>
            </a:ln>
            <a:effectLst>
              <a:outerShdw dist="35921" dir="2700000" algn="ctr" rotWithShape="0">
                <a:schemeClr val="bg2"/>
              </a:outerShdw>
            </a:effectLst>
          </p:spPr>
          <p:txBody>
            <a:bodyPr wrap="none" anchor="ct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algn="ctr" eaLnBrk="1" hangingPunct="1"/>
              <a:r>
                <a:rPr lang="en-US" altLang="en-US" sz="3600" b="1" dirty="0">
                  <a:solidFill>
                    <a:schemeClr val="bg1"/>
                  </a:solidFill>
                  <a:latin typeface="Arial Nova" panose="020B0504020202020204" pitchFamily="34" charset="0"/>
                </a:rPr>
                <a:t>D, 5</a:t>
              </a:r>
              <a:endParaRPr lang="en-US" altLang="en-US" sz="4000" dirty="0">
                <a:solidFill>
                  <a:schemeClr val="bg1"/>
                </a:solidFill>
                <a:latin typeface="Arial Nova" panose="020B0504020202020204" pitchFamily="34" charset="0"/>
              </a:endParaRPr>
            </a:p>
          </p:txBody>
        </p:sp>
        <p:sp>
          <p:nvSpPr>
            <p:cNvPr id="24" name="Text Box 6">
              <a:extLst>
                <a:ext uri="{FF2B5EF4-FFF2-40B4-BE49-F238E27FC236}">
                  <a16:creationId xmlns:a16="http://schemas.microsoft.com/office/drawing/2014/main" id="{FF0EBC21-45C9-932B-DFF2-2E76BDF37AB8}"/>
                </a:ext>
              </a:extLst>
            </p:cNvPr>
            <p:cNvSpPr txBox="1">
              <a:spLocks noChangeArrowheads="1"/>
            </p:cNvSpPr>
            <p:nvPr/>
          </p:nvSpPr>
          <p:spPr bwMode="auto">
            <a:xfrm>
              <a:off x="1114" y="1642"/>
              <a:ext cx="226"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eaLnBrk="1" hangingPunct="1"/>
              <a:r>
                <a:rPr lang="en-US" altLang="en-US" sz="2400" b="1" dirty="0">
                  <a:latin typeface="Arial Nova" panose="020B0504020202020204" pitchFamily="34" charset="0"/>
                </a:rPr>
                <a:t>4</a:t>
              </a:r>
              <a:endParaRPr lang="en-US" altLang="en-US" sz="3600" dirty="0">
                <a:latin typeface="Arial Nova" panose="020B0504020202020204" pitchFamily="34" charset="0"/>
              </a:endParaRPr>
            </a:p>
          </p:txBody>
        </p:sp>
        <p:sp>
          <p:nvSpPr>
            <p:cNvPr id="33" name="Text Box 14">
              <a:extLst>
                <a:ext uri="{FF2B5EF4-FFF2-40B4-BE49-F238E27FC236}">
                  <a16:creationId xmlns:a16="http://schemas.microsoft.com/office/drawing/2014/main" id="{07F2643A-DCB9-BCEB-ECF6-A143CB741896}"/>
                </a:ext>
              </a:extLst>
            </p:cNvPr>
            <p:cNvSpPr txBox="1">
              <a:spLocks noChangeArrowheads="1"/>
            </p:cNvSpPr>
            <p:nvPr/>
          </p:nvSpPr>
          <p:spPr bwMode="auto">
            <a:xfrm>
              <a:off x="3282" y="1867"/>
              <a:ext cx="1067"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eaLnBrk="1" hangingPunct="1">
                <a:spcBef>
                  <a:spcPct val="50000"/>
                </a:spcBef>
              </a:pPr>
              <a:endParaRPr lang="en-GB" altLang="en-US" sz="2400">
                <a:latin typeface="Arial Nova" panose="020B0504020202020204" pitchFamily="34" charset="0"/>
              </a:endParaRPr>
            </a:p>
          </p:txBody>
        </p:sp>
        <p:sp>
          <p:nvSpPr>
            <p:cNvPr id="34" name="Rectangle 15">
              <a:extLst>
                <a:ext uri="{FF2B5EF4-FFF2-40B4-BE49-F238E27FC236}">
                  <a16:creationId xmlns:a16="http://schemas.microsoft.com/office/drawing/2014/main" id="{8E57F07E-A35A-93A1-EACB-0511A15AE6A8}"/>
                </a:ext>
              </a:extLst>
            </p:cNvPr>
            <p:cNvSpPr>
              <a:spLocks noChangeArrowheads="1"/>
            </p:cNvSpPr>
            <p:nvPr/>
          </p:nvSpPr>
          <p:spPr bwMode="auto">
            <a:xfrm>
              <a:off x="3341" y="1867"/>
              <a:ext cx="1363" cy="611"/>
            </a:xfrm>
            <a:prstGeom prst="rect">
              <a:avLst/>
            </a:prstGeom>
            <a:solidFill>
              <a:srgbClr val="FFFF00"/>
            </a:solidFill>
            <a:ln w="12700" cap="sq">
              <a:solidFill>
                <a:schemeClr val="tx1"/>
              </a:solidFill>
              <a:miter lim="800000"/>
              <a:headEnd type="none" w="sm" len="sm"/>
              <a:tailEnd type="none" w="sm" len="sm"/>
            </a:ln>
            <a:effectLst>
              <a:outerShdw dist="35921" dir="2700000" algn="ctr" rotWithShape="0">
                <a:schemeClr val="bg2"/>
              </a:outerShdw>
            </a:effectLst>
          </p:spPr>
          <p:txBody>
            <a:bodyPr wrap="none" anchor="ct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algn="ctr"/>
              <a:r>
                <a:rPr lang="en-US" altLang="en-US" sz="3600" b="1" dirty="0">
                  <a:solidFill>
                    <a:schemeClr val="bg1"/>
                  </a:solidFill>
                  <a:latin typeface="Arial Nova" panose="020B0504020202020204" pitchFamily="34" charset="0"/>
                </a:rPr>
                <a:t>E, 3</a:t>
              </a:r>
              <a:endParaRPr lang="en-US" altLang="en-US" sz="4000" dirty="0">
                <a:solidFill>
                  <a:schemeClr val="bg1"/>
                </a:solidFill>
                <a:latin typeface="Arial Nova" panose="020B0504020202020204" pitchFamily="34" charset="0"/>
              </a:endParaRPr>
            </a:p>
          </p:txBody>
        </p:sp>
        <p:sp>
          <p:nvSpPr>
            <p:cNvPr id="43" name="Line 24">
              <a:extLst>
                <a:ext uri="{FF2B5EF4-FFF2-40B4-BE49-F238E27FC236}">
                  <a16:creationId xmlns:a16="http://schemas.microsoft.com/office/drawing/2014/main" id="{4596C38F-1B88-2C15-F291-91C4063B7E5A}"/>
                </a:ext>
              </a:extLst>
            </p:cNvPr>
            <p:cNvSpPr>
              <a:spLocks noChangeShapeType="1"/>
            </p:cNvSpPr>
            <p:nvPr/>
          </p:nvSpPr>
          <p:spPr bwMode="auto">
            <a:xfrm>
              <a:off x="2497" y="2162"/>
              <a:ext cx="767"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BD">
                <a:latin typeface="Arial Nova" panose="020B0504020202020204" pitchFamily="34" charset="0"/>
              </a:endParaRPr>
            </a:p>
          </p:txBody>
        </p:sp>
      </p:grpSp>
      <p:sp>
        <p:nvSpPr>
          <p:cNvPr id="46" name="Text Box 6">
            <a:extLst>
              <a:ext uri="{FF2B5EF4-FFF2-40B4-BE49-F238E27FC236}">
                <a16:creationId xmlns:a16="http://schemas.microsoft.com/office/drawing/2014/main" id="{F8DF97AD-3153-B113-4B72-2AAC93C5B5DA}"/>
              </a:ext>
            </a:extLst>
          </p:cNvPr>
          <p:cNvSpPr txBox="1">
            <a:spLocks noChangeArrowheads="1"/>
          </p:cNvSpPr>
          <p:nvPr/>
        </p:nvSpPr>
        <p:spPr bwMode="auto">
          <a:xfrm>
            <a:off x="4936808" y="2022560"/>
            <a:ext cx="35939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eaLnBrk="1" hangingPunct="1"/>
            <a:r>
              <a:rPr lang="en-US" altLang="en-US" sz="2400" b="1" dirty="0">
                <a:latin typeface="Arial Nova" panose="020B0504020202020204" pitchFamily="34" charset="0"/>
              </a:rPr>
              <a:t>9</a:t>
            </a:r>
            <a:endParaRPr lang="en-US" altLang="en-US" sz="3600" dirty="0">
              <a:latin typeface="Arial Nova" panose="020B0504020202020204" pitchFamily="34" charset="0"/>
            </a:endParaRPr>
          </a:p>
        </p:txBody>
      </p:sp>
      <p:sp>
        <p:nvSpPr>
          <p:cNvPr id="47" name="Text Box 6">
            <a:extLst>
              <a:ext uri="{FF2B5EF4-FFF2-40B4-BE49-F238E27FC236}">
                <a16:creationId xmlns:a16="http://schemas.microsoft.com/office/drawing/2014/main" id="{1A44C4CD-88B2-9B5A-8111-CB0C321CE588}"/>
              </a:ext>
            </a:extLst>
          </p:cNvPr>
          <p:cNvSpPr txBox="1">
            <a:spLocks noChangeArrowheads="1"/>
          </p:cNvSpPr>
          <p:nvPr/>
        </p:nvSpPr>
        <p:spPr bwMode="auto">
          <a:xfrm>
            <a:off x="3171879" y="3595752"/>
            <a:ext cx="53412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eaLnBrk="1" hangingPunct="1"/>
            <a:r>
              <a:rPr lang="en-US" altLang="en-US" sz="2400" b="1" dirty="0">
                <a:latin typeface="Arial Nova" panose="020B0504020202020204" pitchFamily="34" charset="0"/>
              </a:rPr>
              <a:t>31</a:t>
            </a:r>
            <a:endParaRPr lang="en-US" altLang="en-US" sz="3600" dirty="0">
              <a:latin typeface="Arial Nova" panose="020B0504020202020204" pitchFamily="34" charset="0"/>
            </a:endParaRPr>
          </a:p>
        </p:txBody>
      </p:sp>
      <p:sp>
        <p:nvSpPr>
          <p:cNvPr id="48" name="Text Box 6">
            <a:extLst>
              <a:ext uri="{FF2B5EF4-FFF2-40B4-BE49-F238E27FC236}">
                <a16:creationId xmlns:a16="http://schemas.microsoft.com/office/drawing/2014/main" id="{E10BD1BA-56B0-05A5-D1CF-792A159B043B}"/>
              </a:ext>
            </a:extLst>
          </p:cNvPr>
          <p:cNvSpPr txBox="1">
            <a:spLocks noChangeArrowheads="1"/>
          </p:cNvSpPr>
          <p:nvPr/>
        </p:nvSpPr>
        <p:spPr bwMode="auto">
          <a:xfrm>
            <a:off x="4863917" y="3595752"/>
            <a:ext cx="53412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eaLnBrk="1" hangingPunct="1"/>
            <a:r>
              <a:rPr lang="en-US" altLang="en-US" sz="2400" b="1" dirty="0">
                <a:latin typeface="Arial Nova" panose="020B0504020202020204" pitchFamily="34" charset="0"/>
              </a:rPr>
              <a:t>36</a:t>
            </a:r>
            <a:endParaRPr lang="en-US" altLang="en-US" sz="3600" dirty="0">
              <a:latin typeface="Arial Nova" panose="020B0504020202020204" pitchFamily="34" charset="0"/>
            </a:endParaRPr>
          </a:p>
        </p:txBody>
      </p:sp>
      <p:sp>
        <p:nvSpPr>
          <p:cNvPr id="49" name="Rectangle 15">
            <a:extLst>
              <a:ext uri="{FF2B5EF4-FFF2-40B4-BE49-F238E27FC236}">
                <a16:creationId xmlns:a16="http://schemas.microsoft.com/office/drawing/2014/main" id="{C2BD4A45-1587-F196-8D93-819BEF248F51}"/>
              </a:ext>
            </a:extLst>
          </p:cNvPr>
          <p:cNvSpPr>
            <a:spLocks noChangeArrowheads="1"/>
          </p:cNvSpPr>
          <p:nvPr/>
        </p:nvSpPr>
        <p:spPr bwMode="auto">
          <a:xfrm>
            <a:off x="3125231" y="4663837"/>
            <a:ext cx="2259681" cy="1147225"/>
          </a:xfrm>
          <a:prstGeom prst="rect">
            <a:avLst/>
          </a:prstGeom>
          <a:solidFill>
            <a:srgbClr val="FFFF00"/>
          </a:solidFill>
          <a:ln w="12700" cap="sq">
            <a:solidFill>
              <a:schemeClr val="tx1"/>
            </a:solidFill>
            <a:miter lim="800000"/>
            <a:headEnd type="none" w="sm" len="sm"/>
            <a:tailEnd type="none" w="sm" len="sm"/>
          </a:ln>
          <a:effectLst>
            <a:outerShdw dist="35921" dir="2700000" algn="ctr" rotWithShape="0">
              <a:schemeClr val="bg2"/>
            </a:outerShdw>
          </a:effectLst>
        </p:spPr>
        <p:txBody>
          <a:bodyPr wrap="none" anchor="ct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algn="ctr"/>
            <a:r>
              <a:rPr lang="en-US" altLang="en-US" sz="3600" b="1" dirty="0">
                <a:solidFill>
                  <a:schemeClr val="bg1"/>
                </a:solidFill>
                <a:latin typeface="Arial Nova" panose="020B0504020202020204" pitchFamily="34" charset="0"/>
              </a:rPr>
              <a:t>G, 2</a:t>
            </a:r>
            <a:endParaRPr lang="en-US" altLang="en-US" sz="4000" dirty="0">
              <a:solidFill>
                <a:schemeClr val="bg1"/>
              </a:solidFill>
              <a:latin typeface="Arial Nova" panose="020B0504020202020204" pitchFamily="34" charset="0"/>
            </a:endParaRPr>
          </a:p>
        </p:txBody>
      </p:sp>
      <p:sp>
        <p:nvSpPr>
          <p:cNvPr id="50" name="Text Box 6">
            <a:extLst>
              <a:ext uri="{FF2B5EF4-FFF2-40B4-BE49-F238E27FC236}">
                <a16:creationId xmlns:a16="http://schemas.microsoft.com/office/drawing/2014/main" id="{510BE6A1-5EB6-0405-450C-5078F3B67CEA}"/>
              </a:ext>
            </a:extLst>
          </p:cNvPr>
          <p:cNvSpPr txBox="1">
            <a:spLocks noChangeArrowheads="1"/>
          </p:cNvSpPr>
          <p:nvPr/>
        </p:nvSpPr>
        <p:spPr bwMode="auto">
          <a:xfrm>
            <a:off x="3091930" y="4216723"/>
            <a:ext cx="53412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eaLnBrk="1" hangingPunct="1"/>
            <a:r>
              <a:rPr lang="en-US" altLang="en-US" sz="2400" b="1" dirty="0">
                <a:latin typeface="Arial Nova" panose="020B0504020202020204" pitchFamily="34" charset="0"/>
              </a:rPr>
              <a:t>10</a:t>
            </a:r>
            <a:endParaRPr lang="en-US" altLang="en-US" sz="3600" dirty="0">
              <a:latin typeface="Arial Nova" panose="020B0504020202020204" pitchFamily="34" charset="0"/>
            </a:endParaRPr>
          </a:p>
        </p:txBody>
      </p:sp>
      <p:sp>
        <p:nvSpPr>
          <p:cNvPr id="51" name="Text Box 6">
            <a:extLst>
              <a:ext uri="{FF2B5EF4-FFF2-40B4-BE49-F238E27FC236}">
                <a16:creationId xmlns:a16="http://schemas.microsoft.com/office/drawing/2014/main" id="{FF699762-7415-FDE8-4017-40BE7B44A561}"/>
              </a:ext>
            </a:extLst>
          </p:cNvPr>
          <p:cNvSpPr txBox="1">
            <a:spLocks noChangeArrowheads="1"/>
          </p:cNvSpPr>
          <p:nvPr/>
        </p:nvSpPr>
        <p:spPr bwMode="auto">
          <a:xfrm>
            <a:off x="4951280" y="4231274"/>
            <a:ext cx="53412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eaLnBrk="1" hangingPunct="1"/>
            <a:r>
              <a:rPr lang="en-US" altLang="en-US" sz="2400" b="1" dirty="0">
                <a:latin typeface="Arial Nova" panose="020B0504020202020204" pitchFamily="34" charset="0"/>
              </a:rPr>
              <a:t>12</a:t>
            </a:r>
            <a:endParaRPr lang="en-US" altLang="en-US" sz="3600" dirty="0">
              <a:latin typeface="Arial Nova" panose="020B0504020202020204" pitchFamily="34" charset="0"/>
            </a:endParaRPr>
          </a:p>
        </p:txBody>
      </p:sp>
      <p:sp>
        <p:nvSpPr>
          <p:cNvPr id="52" name="Text Box 6">
            <a:extLst>
              <a:ext uri="{FF2B5EF4-FFF2-40B4-BE49-F238E27FC236}">
                <a16:creationId xmlns:a16="http://schemas.microsoft.com/office/drawing/2014/main" id="{3CD6A51B-7587-888D-6371-E14D9F19D0E2}"/>
              </a:ext>
            </a:extLst>
          </p:cNvPr>
          <p:cNvSpPr txBox="1">
            <a:spLocks noChangeArrowheads="1"/>
          </p:cNvSpPr>
          <p:nvPr/>
        </p:nvSpPr>
        <p:spPr bwMode="auto">
          <a:xfrm>
            <a:off x="3101910" y="5781960"/>
            <a:ext cx="53412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eaLnBrk="1" hangingPunct="1"/>
            <a:r>
              <a:rPr lang="en-US" altLang="en-US" sz="2400" b="1" dirty="0">
                <a:latin typeface="Arial Nova" panose="020B0504020202020204" pitchFamily="34" charset="0"/>
              </a:rPr>
              <a:t>34</a:t>
            </a:r>
            <a:endParaRPr lang="en-US" altLang="en-US" sz="3600" dirty="0">
              <a:latin typeface="Arial Nova" panose="020B0504020202020204" pitchFamily="34" charset="0"/>
            </a:endParaRPr>
          </a:p>
        </p:txBody>
      </p:sp>
      <p:sp>
        <p:nvSpPr>
          <p:cNvPr id="53" name="Text Box 6">
            <a:extLst>
              <a:ext uri="{FF2B5EF4-FFF2-40B4-BE49-F238E27FC236}">
                <a16:creationId xmlns:a16="http://schemas.microsoft.com/office/drawing/2014/main" id="{3836A8C7-59E4-0C0E-B60E-EBCD866247FB}"/>
              </a:ext>
            </a:extLst>
          </p:cNvPr>
          <p:cNvSpPr txBox="1">
            <a:spLocks noChangeArrowheads="1"/>
          </p:cNvSpPr>
          <p:nvPr/>
        </p:nvSpPr>
        <p:spPr bwMode="auto">
          <a:xfrm>
            <a:off x="4901035" y="5796511"/>
            <a:ext cx="53412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eaLnBrk="1" hangingPunct="1"/>
            <a:r>
              <a:rPr lang="en-US" altLang="en-US" sz="2400" b="1" dirty="0">
                <a:latin typeface="Arial Nova" panose="020B0504020202020204" pitchFamily="34" charset="0"/>
              </a:rPr>
              <a:t>36</a:t>
            </a:r>
            <a:endParaRPr lang="en-US" altLang="en-US" sz="3600" dirty="0">
              <a:latin typeface="Arial Nova" panose="020B0504020202020204" pitchFamily="34" charset="0"/>
            </a:endParaRPr>
          </a:p>
        </p:txBody>
      </p:sp>
      <p:sp>
        <p:nvSpPr>
          <p:cNvPr id="54" name="Line 24">
            <a:extLst>
              <a:ext uri="{FF2B5EF4-FFF2-40B4-BE49-F238E27FC236}">
                <a16:creationId xmlns:a16="http://schemas.microsoft.com/office/drawing/2014/main" id="{AA9C4EBA-D53E-8229-FB84-C2395F645E50}"/>
              </a:ext>
            </a:extLst>
          </p:cNvPr>
          <p:cNvSpPr>
            <a:spLocks noChangeShapeType="1"/>
          </p:cNvSpPr>
          <p:nvPr/>
        </p:nvSpPr>
        <p:spPr bwMode="auto">
          <a:xfrm flipV="1">
            <a:off x="5384912" y="3068810"/>
            <a:ext cx="1422177" cy="2227955"/>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BD">
              <a:latin typeface="Arial Nova" panose="020B0504020202020204" pitchFamily="34" charset="0"/>
            </a:endParaRPr>
          </a:p>
        </p:txBody>
      </p:sp>
      <p:sp>
        <p:nvSpPr>
          <p:cNvPr id="55" name="Text Box 6">
            <a:extLst>
              <a:ext uri="{FF2B5EF4-FFF2-40B4-BE49-F238E27FC236}">
                <a16:creationId xmlns:a16="http://schemas.microsoft.com/office/drawing/2014/main" id="{86389E2F-B89A-C016-B558-AF51BC7EEC03}"/>
              </a:ext>
            </a:extLst>
          </p:cNvPr>
          <p:cNvSpPr txBox="1">
            <a:spLocks noChangeArrowheads="1"/>
          </p:cNvSpPr>
          <p:nvPr/>
        </p:nvSpPr>
        <p:spPr bwMode="auto">
          <a:xfrm>
            <a:off x="6856547" y="2039915"/>
            <a:ext cx="53412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eaLnBrk="1" hangingPunct="1"/>
            <a:r>
              <a:rPr lang="en-US" altLang="en-US" sz="2400" b="1" dirty="0">
                <a:solidFill>
                  <a:srgbClr val="FF9966"/>
                </a:solidFill>
                <a:latin typeface="Arial Nova" panose="020B0504020202020204" pitchFamily="34" charset="0"/>
              </a:rPr>
              <a:t>12</a:t>
            </a:r>
            <a:endParaRPr lang="en-US" altLang="en-US" sz="3600" dirty="0">
              <a:solidFill>
                <a:srgbClr val="FF9966"/>
              </a:solidFill>
              <a:latin typeface="Arial Nova" panose="020B0504020202020204" pitchFamily="34" charset="0"/>
            </a:endParaRPr>
          </a:p>
        </p:txBody>
      </p:sp>
      <p:sp>
        <p:nvSpPr>
          <p:cNvPr id="56" name="Text Box 6">
            <a:extLst>
              <a:ext uri="{FF2B5EF4-FFF2-40B4-BE49-F238E27FC236}">
                <a16:creationId xmlns:a16="http://schemas.microsoft.com/office/drawing/2014/main" id="{4B8DD84F-230F-CA85-DE73-28AFDEA9FBE2}"/>
              </a:ext>
            </a:extLst>
          </p:cNvPr>
          <p:cNvSpPr txBox="1">
            <a:spLocks noChangeArrowheads="1"/>
          </p:cNvSpPr>
          <p:nvPr/>
        </p:nvSpPr>
        <p:spPr bwMode="auto">
          <a:xfrm>
            <a:off x="8572852" y="2043230"/>
            <a:ext cx="53412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eaLnBrk="1" hangingPunct="1"/>
            <a:r>
              <a:rPr lang="en-US" altLang="en-US" sz="2400" b="1" dirty="0">
                <a:latin typeface="Arial Nova" panose="020B0504020202020204" pitchFamily="34" charset="0"/>
              </a:rPr>
              <a:t>15</a:t>
            </a:r>
            <a:endParaRPr lang="en-US" altLang="en-US" sz="3600" dirty="0">
              <a:latin typeface="Arial Nova" panose="020B0504020202020204" pitchFamily="34" charset="0"/>
            </a:endParaRPr>
          </a:p>
        </p:txBody>
      </p:sp>
      <p:sp>
        <p:nvSpPr>
          <p:cNvPr id="4" name="TextBox 3">
            <a:extLst>
              <a:ext uri="{FF2B5EF4-FFF2-40B4-BE49-F238E27FC236}">
                <a16:creationId xmlns:a16="http://schemas.microsoft.com/office/drawing/2014/main" id="{FA2610A3-F6F9-34B7-BF0F-5B6FED717C8A}"/>
              </a:ext>
            </a:extLst>
          </p:cNvPr>
          <p:cNvSpPr txBox="1"/>
          <p:nvPr/>
        </p:nvSpPr>
        <p:spPr>
          <a:xfrm>
            <a:off x="6736080" y="4858630"/>
            <a:ext cx="4303060" cy="1384995"/>
          </a:xfrm>
          <a:prstGeom prst="rect">
            <a:avLst/>
          </a:prstGeom>
          <a:noFill/>
        </p:spPr>
        <p:txBody>
          <a:bodyPr wrap="square" rtlCol="0">
            <a:spAutoFit/>
          </a:bodyPr>
          <a:lstStyle/>
          <a:p>
            <a:pPr algn="ctr"/>
            <a:r>
              <a:rPr lang="en-US" sz="2800" b="1" dirty="0">
                <a:solidFill>
                  <a:srgbClr val="CCFFCC"/>
                </a:solidFill>
                <a:latin typeface="Arial Nova" panose="020B0504020202020204" pitchFamily="34" charset="0"/>
              </a:rPr>
              <a:t>Have to take the Higher EF for the Immediate Successor (E)</a:t>
            </a:r>
          </a:p>
        </p:txBody>
      </p:sp>
      <p:sp>
        <p:nvSpPr>
          <p:cNvPr id="39" name="TextBox 38">
            <a:extLst>
              <a:ext uri="{FF2B5EF4-FFF2-40B4-BE49-F238E27FC236}">
                <a16:creationId xmlns:a16="http://schemas.microsoft.com/office/drawing/2014/main" id="{BF97DDE7-224A-E14B-55A4-F48464D46B5C}"/>
              </a:ext>
            </a:extLst>
          </p:cNvPr>
          <p:cNvSpPr txBox="1"/>
          <p:nvPr/>
        </p:nvSpPr>
        <p:spPr>
          <a:xfrm>
            <a:off x="7350076" y="1321468"/>
            <a:ext cx="4303060" cy="523220"/>
          </a:xfrm>
          <a:prstGeom prst="rect">
            <a:avLst/>
          </a:prstGeom>
          <a:noFill/>
        </p:spPr>
        <p:txBody>
          <a:bodyPr wrap="square" rtlCol="0">
            <a:spAutoFit/>
          </a:bodyPr>
          <a:lstStyle/>
          <a:p>
            <a:pPr algn="ctr"/>
            <a:r>
              <a:rPr lang="en-US" sz="2800" b="1" dirty="0">
                <a:solidFill>
                  <a:srgbClr val="CCCCFF"/>
                </a:solidFill>
                <a:latin typeface="Arial Nova" panose="020B0504020202020204" pitchFamily="34" charset="0"/>
              </a:rPr>
              <a:t>Forward Calculation</a:t>
            </a:r>
          </a:p>
        </p:txBody>
      </p:sp>
    </p:spTree>
    <p:extLst>
      <p:ext uri="{BB962C8B-B14F-4D97-AF65-F5344CB8AC3E}">
        <p14:creationId xmlns:p14="http://schemas.microsoft.com/office/powerpoint/2010/main" val="340613759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316A5661-2CFE-478C-BAC3-729F393F3C4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BC1DA2B-FE6F-1C6E-BFA0-9B15DC40309D}"/>
              </a:ext>
            </a:extLst>
          </p:cNvPr>
          <p:cNvSpPr>
            <a:spLocks noGrp="1"/>
          </p:cNvSpPr>
          <p:nvPr>
            <p:ph type="title"/>
          </p:nvPr>
        </p:nvSpPr>
        <p:spPr>
          <a:xfrm>
            <a:off x="2139081" y="92738"/>
            <a:ext cx="9514055" cy="1267138"/>
          </a:xfrm>
        </p:spPr>
        <p:txBody>
          <a:bodyPr anchor="ctr">
            <a:normAutofit/>
          </a:bodyPr>
          <a:lstStyle/>
          <a:p>
            <a:r>
              <a:rPr lang="en-US" sz="4000" dirty="0">
                <a:solidFill>
                  <a:schemeClr val="accent6">
                    <a:lumMod val="40000"/>
                    <a:lumOff val="60000"/>
                  </a:schemeClr>
                </a:solidFill>
                <a:latin typeface="Arial Rounded MT Bold" panose="020F0704030504030204" pitchFamily="34" charset="0"/>
              </a:rPr>
              <a:t>Project management tools</a:t>
            </a:r>
          </a:p>
        </p:txBody>
      </p:sp>
      <p:grpSp>
        <p:nvGrpSpPr>
          <p:cNvPr id="10" name="Group 9">
            <a:extLst>
              <a:ext uri="{FF2B5EF4-FFF2-40B4-BE49-F238E27FC236}">
                <a16:creationId xmlns:a16="http://schemas.microsoft.com/office/drawing/2014/main" id="{FB7BE8CD-E348-464A-82CC-7EF7AA82842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999771" y="649304"/>
            <a:ext cx="913428" cy="1315264"/>
            <a:chOff x="999771" y="649304"/>
            <a:chExt cx="913428" cy="1315264"/>
          </a:xfrm>
        </p:grpSpPr>
        <p:grpSp>
          <p:nvGrpSpPr>
            <p:cNvPr id="11" name="Group 10">
              <a:extLst>
                <a:ext uri="{FF2B5EF4-FFF2-40B4-BE49-F238E27FC236}">
                  <a16:creationId xmlns:a16="http://schemas.microsoft.com/office/drawing/2014/main" id="{B8CC82D2-4C4A-4C67-8483-5199F97B37A7}"/>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999771" y="932104"/>
              <a:ext cx="913428" cy="1032464"/>
              <a:chOff x="999771" y="932104"/>
              <a:chExt cx="913428" cy="1032464"/>
            </a:xfrm>
          </p:grpSpPr>
          <p:grpSp>
            <p:nvGrpSpPr>
              <p:cNvPr id="15" name="Group 14">
                <a:extLst>
                  <a:ext uri="{FF2B5EF4-FFF2-40B4-BE49-F238E27FC236}">
                    <a16:creationId xmlns:a16="http://schemas.microsoft.com/office/drawing/2014/main" id="{70D2391D-AA33-4F5E-BD96-B42D93DED226}"/>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rot="8100000" flipV="1">
                <a:off x="1047457" y="1290386"/>
                <a:ext cx="865742" cy="628383"/>
                <a:chOff x="558167" y="958515"/>
                <a:chExt cx="865742" cy="628383"/>
              </a:xfrm>
              <a:solidFill>
                <a:schemeClr val="accent3"/>
              </a:solidFill>
            </p:grpSpPr>
            <p:sp>
              <p:nvSpPr>
                <p:cNvPr id="22" name="Freeform: Shape 21">
                  <a:extLst>
                    <a:ext uri="{FF2B5EF4-FFF2-40B4-BE49-F238E27FC236}">
                      <a16:creationId xmlns:a16="http://schemas.microsoft.com/office/drawing/2014/main" id="{BE166DCE-539D-4C74-9C9D-AC000BA2F8A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8100000" flipH="1">
                  <a:off x="558167" y="1122160"/>
                  <a:ext cx="464738" cy="464738"/>
                </a:xfrm>
                <a:custGeom>
                  <a:avLst/>
                  <a:gdLst>
                    <a:gd name="connsiteX0" fmla="*/ 446142 w 464738"/>
                    <a:gd name="connsiteY0" fmla="*/ 464738 h 464738"/>
                    <a:gd name="connsiteX1" fmla="*/ 130673 w 464738"/>
                    <a:gd name="connsiteY1" fmla="*/ 334066 h 464738"/>
                    <a:gd name="connsiteX2" fmla="*/ 0 w 464738"/>
                    <a:gd name="connsiteY2" fmla="*/ 18596 h 464738"/>
                    <a:gd name="connsiteX3" fmla="*/ 836 w 464738"/>
                    <a:gd name="connsiteY3" fmla="*/ 1089 h 464738"/>
                    <a:gd name="connsiteX4" fmla="*/ 606 w 464738"/>
                    <a:gd name="connsiteY4" fmla="*/ 859 h 464738"/>
                    <a:gd name="connsiteX5" fmla="*/ 848 w 464738"/>
                    <a:gd name="connsiteY5" fmla="*/ 848 h 464738"/>
                    <a:gd name="connsiteX6" fmla="*/ 859 w 464738"/>
                    <a:gd name="connsiteY6" fmla="*/ 606 h 464738"/>
                    <a:gd name="connsiteX7" fmla="*/ 1089 w 464738"/>
                    <a:gd name="connsiteY7" fmla="*/ 836 h 464738"/>
                    <a:gd name="connsiteX8" fmla="*/ 18596 w 464738"/>
                    <a:gd name="connsiteY8" fmla="*/ 0 h 464738"/>
                    <a:gd name="connsiteX9" fmla="*/ 334066 w 464738"/>
                    <a:gd name="connsiteY9" fmla="*/ 130672 h 464738"/>
                    <a:gd name="connsiteX10" fmla="*/ 464738 w 464738"/>
                    <a:gd name="connsiteY10" fmla="*/ 446142 h 464738"/>
                    <a:gd name="connsiteX11" fmla="*/ 463902 w 464738"/>
                    <a:gd name="connsiteY11" fmla="*/ 463650 h 464738"/>
                    <a:gd name="connsiteX12" fmla="*/ 464132 w 464738"/>
                    <a:gd name="connsiteY12" fmla="*/ 463880 h 464738"/>
                    <a:gd name="connsiteX13" fmla="*/ 463891 w 464738"/>
                    <a:gd name="connsiteY13" fmla="*/ 463892 h 464738"/>
                    <a:gd name="connsiteX14" fmla="*/ 463879 w 464738"/>
                    <a:gd name="connsiteY14" fmla="*/ 464132 h 464738"/>
                    <a:gd name="connsiteX15" fmla="*/ 463650 w 464738"/>
                    <a:gd name="connsiteY15" fmla="*/ 463903 h 4647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64738" h="464738">
                      <a:moveTo>
                        <a:pt x="446142" y="464738"/>
                      </a:moveTo>
                      <a:cubicBezTo>
                        <a:pt x="331965" y="464738"/>
                        <a:pt x="217787" y="421181"/>
                        <a:pt x="130673" y="334066"/>
                      </a:cubicBezTo>
                      <a:cubicBezTo>
                        <a:pt x="43558" y="246952"/>
                        <a:pt x="1" y="132774"/>
                        <a:pt x="0" y="18596"/>
                      </a:cubicBezTo>
                      <a:lnTo>
                        <a:pt x="836" y="1089"/>
                      </a:lnTo>
                      <a:lnTo>
                        <a:pt x="606" y="859"/>
                      </a:lnTo>
                      <a:lnTo>
                        <a:pt x="848" y="848"/>
                      </a:lnTo>
                      <a:lnTo>
                        <a:pt x="859" y="606"/>
                      </a:lnTo>
                      <a:lnTo>
                        <a:pt x="1089" y="836"/>
                      </a:lnTo>
                      <a:lnTo>
                        <a:pt x="18596" y="0"/>
                      </a:lnTo>
                      <a:cubicBezTo>
                        <a:pt x="132774" y="0"/>
                        <a:pt x="246951" y="43557"/>
                        <a:pt x="334066" y="130672"/>
                      </a:cubicBezTo>
                      <a:cubicBezTo>
                        <a:pt x="421181" y="217787"/>
                        <a:pt x="464738" y="331964"/>
                        <a:pt x="464738" y="446142"/>
                      </a:cubicBezTo>
                      <a:lnTo>
                        <a:pt x="463902" y="463650"/>
                      </a:lnTo>
                      <a:lnTo>
                        <a:pt x="464132" y="463880"/>
                      </a:lnTo>
                      <a:lnTo>
                        <a:pt x="463891" y="463892"/>
                      </a:lnTo>
                      <a:lnTo>
                        <a:pt x="463879" y="464132"/>
                      </a:lnTo>
                      <a:lnTo>
                        <a:pt x="463650" y="463903"/>
                      </a:lnTo>
                      <a:close/>
                    </a:path>
                  </a:pathLst>
                </a:custGeom>
                <a:solidFill>
                  <a:schemeClr val="accent4">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3" name="Freeform: Shape 22">
                  <a:extLst>
                    <a:ext uri="{FF2B5EF4-FFF2-40B4-BE49-F238E27FC236}">
                      <a16:creationId xmlns:a16="http://schemas.microsoft.com/office/drawing/2014/main" id="{DCC6BEB5-DA1F-4F9E-BA5D-8F892A0FB8F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flipH="1">
                  <a:off x="959170" y="958515"/>
                  <a:ext cx="464739" cy="464739"/>
                </a:xfrm>
                <a:custGeom>
                  <a:avLst/>
                  <a:gdLst>
                    <a:gd name="connsiteX0" fmla="*/ 464132 w 464739"/>
                    <a:gd name="connsiteY0" fmla="*/ 463881 h 464739"/>
                    <a:gd name="connsiteX1" fmla="*/ 463891 w 464739"/>
                    <a:gd name="connsiteY1" fmla="*/ 463892 h 464739"/>
                    <a:gd name="connsiteX2" fmla="*/ 463880 w 464739"/>
                    <a:gd name="connsiteY2" fmla="*/ 464132 h 464739"/>
                    <a:gd name="connsiteX3" fmla="*/ 463651 w 464739"/>
                    <a:gd name="connsiteY3" fmla="*/ 463904 h 464739"/>
                    <a:gd name="connsiteX4" fmla="*/ 446142 w 464739"/>
                    <a:gd name="connsiteY4" fmla="*/ 464739 h 464739"/>
                    <a:gd name="connsiteX5" fmla="*/ 130673 w 464739"/>
                    <a:gd name="connsiteY5" fmla="*/ 334067 h 464739"/>
                    <a:gd name="connsiteX6" fmla="*/ 0 w 464739"/>
                    <a:gd name="connsiteY6" fmla="*/ 18597 h 464739"/>
                    <a:gd name="connsiteX7" fmla="*/ 836 w 464739"/>
                    <a:gd name="connsiteY7" fmla="*/ 1089 h 464739"/>
                    <a:gd name="connsiteX8" fmla="*/ 607 w 464739"/>
                    <a:gd name="connsiteY8" fmla="*/ 859 h 464739"/>
                    <a:gd name="connsiteX9" fmla="*/ 848 w 464739"/>
                    <a:gd name="connsiteY9" fmla="*/ 848 h 464739"/>
                    <a:gd name="connsiteX10" fmla="*/ 859 w 464739"/>
                    <a:gd name="connsiteY10" fmla="*/ 607 h 464739"/>
                    <a:gd name="connsiteX11" fmla="*/ 1089 w 464739"/>
                    <a:gd name="connsiteY11" fmla="*/ 836 h 464739"/>
                    <a:gd name="connsiteX12" fmla="*/ 18597 w 464739"/>
                    <a:gd name="connsiteY12" fmla="*/ 0 h 464739"/>
                    <a:gd name="connsiteX13" fmla="*/ 334067 w 464739"/>
                    <a:gd name="connsiteY13" fmla="*/ 130672 h 464739"/>
                    <a:gd name="connsiteX14" fmla="*/ 464739 w 464739"/>
                    <a:gd name="connsiteY14" fmla="*/ 446142 h 464739"/>
                    <a:gd name="connsiteX15" fmla="*/ 463903 w 464739"/>
                    <a:gd name="connsiteY15" fmla="*/ 463652 h 464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64739" h="464739">
                      <a:moveTo>
                        <a:pt x="464132" y="463881"/>
                      </a:moveTo>
                      <a:lnTo>
                        <a:pt x="463891" y="463892"/>
                      </a:lnTo>
                      <a:lnTo>
                        <a:pt x="463880" y="464132"/>
                      </a:lnTo>
                      <a:lnTo>
                        <a:pt x="463651" y="463904"/>
                      </a:lnTo>
                      <a:lnTo>
                        <a:pt x="446142" y="464739"/>
                      </a:lnTo>
                      <a:cubicBezTo>
                        <a:pt x="331965" y="464739"/>
                        <a:pt x="217787" y="421182"/>
                        <a:pt x="130673" y="334067"/>
                      </a:cubicBezTo>
                      <a:cubicBezTo>
                        <a:pt x="43558" y="246953"/>
                        <a:pt x="1" y="132775"/>
                        <a:pt x="0" y="18597"/>
                      </a:cubicBezTo>
                      <a:lnTo>
                        <a:pt x="836" y="1089"/>
                      </a:lnTo>
                      <a:lnTo>
                        <a:pt x="607" y="859"/>
                      </a:lnTo>
                      <a:lnTo>
                        <a:pt x="848" y="848"/>
                      </a:lnTo>
                      <a:lnTo>
                        <a:pt x="859" y="607"/>
                      </a:lnTo>
                      <a:lnTo>
                        <a:pt x="1089" y="836"/>
                      </a:lnTo>
                      <a:lnTo>
                        <a:pt x="18597" y="0"/>
                      </a:lnTo>
                      <a:cubicBezTo>
                        <a:pt x="132775" y="0"/>
                        <a:pt x="246952" y="43557"/>
                        <a:pt x="334067" y="130672"/>
                      </a:cubicBezTo>
                      <a:cubicBezTo>
                        <a:pt x="421182" y="217787"/>
                        <a:pt x="464739" y="331964"/>
                        <a:pt x="464739" y="446142"/>
                      </a:cubicBezTo>
                      <a:lnTo>
                        <a:pt x="463903" y="463652"/>
                      </a:lnTo>
                      <a:close/>
                    </a:path>
                  </a:pathLst>
                </a:custGeom>
                <a:solidFill>
                  <a:schemeClr val="accent4">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grpSp>
          <p:grpSp>
            <p:nvGrpSpPr>
              <p:cNvPr id="16" name="Group 15">
                <a:extLst>
                  <a:ext uri="{FF2B5EF4-FFF2-40B4-BE49-F238E27FC236}">
                    <a16:creationId xmlns:a16="http://schemas.microsoft.com/office/drawing/2014/main" id="{C0300EB9-093C-4C32-A212-821D7AC082B4}"/>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rot="10800000" flipH="1" flipV="1">
                <a:off x="999771" y="932104"/>
                <a:ext cx="864005" cy="1032464"/>
                <a:chOff x="2207971" y="2384401"/>
                <a:chExt cx="864005" cy="1032464"/>
              </a:xfrm>
            </p:grpSpPr>
            <p:sp>
              <p:nvSpPr>
                <p:cNvPr id="17" name="Freeform: Shape 16">
                  <a:extLst>
                    <a:ext uri="{FF2B5EF4-FFF2-40B4-BE49-F238E27FC236}">
                      <a16:creationId xmlns:a16="http://schemas.microsoft.com/office/drawing/2014/main" id="{AFC97B3C-CF0E-4C93-AA39-7A677A12C50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3500000">
                  <a:off x="2207971" y="2856305"/>
                  <a:ext cx="464739" cy="464739"/>
                </a:xfrm>
                <a:custGeom>
                  <a:avLst/>
                  <a:gdLst>
                    <a:gd name="connsiteX0" fmla="*/ 464132 w 464739"/>
                    <a:gd name="connsiteY0" fmla="*/ 463881 h 464739"/>
                    <a:gd name="connsiteX1" fmla="*/ 463891 w 464739"/>
                    <a:gd name="connsiteY1" fmla="*/ 463892 h 464739"/>
                    <a:gd name="connsiteX2" fmla="*/ 463880 w 464739"/>
                    <a:gd name="connsiteY2" fmla="*/ 464132 h 464739"/>
                    <a:gd name="connsiteX3" fmla="*/ 463651 w 464739"/>
                    <a:gd name="connsiteY3" fmla="*/ 463904 h 464739"/>
                    <a:gd name="connsiteX4" fmla="*/ 446142 w 464739"/>
                    <a:gd name="connsiteY4" fmla="*/ 464739 h 464739"/>
                    <a:gd name="connsiteX5" fmla="*/ 130673 w 464739"/>
                    <a:gd name="connsiteY5" fmla="*/ 334067 h 464739"/>
                    <a:gd name="connsiteX6" fmla="*/ 0 w 464739"/>
                    <a:gd name="connsiteY6" fmla="*/ 18597 h 464739"/>
                    <a:gd name="connsiteX7" fmla="*/ 836 w 464739"/>
                    <a:gd name="connsiteY7" fmla="*/ 1089 h 464739"/>
                    <a:gd name="connsiteX8" fmla="*/ 607 w 464739"/>
                    <a:gd name="connsiteY8" fmla="*/ 859 h 464739"/>
                    <a:gd name="connsiteX9" fmla="*/ 848 w 464739"/>
                    <a:gd name="connsiteY9" fmla="*/ 848 h 464739"/>
                    <a:gd name="connsiteX10" fmla="*/ 859 w 464739"/>
                    <a:gd name="connsiteY10" fmla="*/ 607 h 464739"/>
                    <a:gd name="connsiteX11" fmla="*/ 1089 w 464739"/>
                    <a:gd name="connsiteY11" fmla="*/ 836 h 464739"/>
                    <a:gd name="connsiteX12" fmla="*/ 18597 w 464739"/>
                    <a:gd name="connsiteY12" fmla="*/ 0 h 464739"/>
                    <a:gd name="connsiteX13" fmla="*/ 334067 w 464739"/>
                    <a:gd name="connsiteY13" fmla="*/ 130672 h 464739"/>
                    <a:gd name="connsiteX14" fmla="*/ 464739 w 464739"/>
                    <a:gd name="connsiteY14" fmla="*/ 446142 h 464739"/>
                    <a:gd name="connsiteX15" fmla="*/ 463903 w 464739"/>
                    <a:gd name="connsiteY15" fmla="*/ 463652 h 464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64739" h="464739">
                      <a:moveTo>
                        <a:pt x="464132" y="463881"/>
                      </a:moveTo>
                      <a:lnTo>
                        <a:pt x="463891" y="463892"/>
                      </a:lnTo>
                      <a:lnTo>
                        <a:pt x="463880" y="464132"/>
                      </a:lnTo>
                      <a:lnTo>
                        <a:pt x="463651" y="463904"/>
                      </a:lnTo>
                      <a:lnTo>
                        <a:pt x="446142" y="464739"/>
                      </a:lnTo>
                      <a:cubicBezTo>
                        <a:pt x="331965" y="464739"/>
                        <a:pt x="217787" y="421182"/>
                        <a:pt x="130673" y="334067"/>
                      </a:cubicBezTo>
                      <a:cubicBezTo>
                        <a:pt x="43558" y="246953"/>
                        <a:pt x="1" y="132775"/>
                        <a:pt x="0" y="18597"/>
                      </a:cubicBezTo>
                      <a:lnTo>
                        <a:pt x="836" y="1089"/>
                      </a:lnTo>
                      <a:lnTo>
                        <a:pt x="607" y="859"/>
                      </a:lnTo>
                      <a:lnTo>
                        <a:pt x="848" y="848"/>
                      </a:lnTo>
                      <a:lnTo>
                        <a:pt x="859" y="607"/>
                      </a:lnTo>
                      <a:lnTo>
                        <a:pt x="1089" y="836"/>
                      </a:lnTo>
                      <a:lnTo>
                        <a:pt x="18597" y="0"/>
                      </a:lnTo>
                      <a:cubicBezTo>
                        <a:pt x="132775" y="0"/>
                        <a:pt x="246952" y="43557"/>
                        <a:pt x="334067" y="130672"/>
                      </a:cubicBezTo>
                      <a:cubicBezTo>
                        <a:pt x="421182" y="217787"/>
                        <a:pt x="464739" y="331964"/>
                        <a:pt x="464739" y="446142"/>
                      </a:cubicBezTo>
                      <a:lnTo>
                        <a:pt x="463903" y="463652"/>
                      </a:lnTo>
                      <a:close/>
                    </a:path>
                  </a:pathLst>
                </a:cu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8" name="Freeform: Shape 17">
                  <a:extLst>
                    <a:ext uri="{FF2B5EF4-FFF2-40B4-BE49-F238E27FC236}">
                      <a16:creationId xmlns:a16="http://schemas.microsoft.com/office/drawing/2014/main" id="{0943F14E-6185-4A31-8318-2088A05F5C9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2607238" y="2688467"/>
                  <a:ext cx="464738" cy="464738"/>
                </a:xfrm>
                <a:custGeom>
                  <a:avLst/>
                  <a:gdLst>
                    <a:gd name="connsiteX0" fmla="*/ 446142 w 464738"/>
                    <a:gd name="connsiteY0" fmla="*/ 464738 h 464738"/>
                    <a:gd name="connsiteX1" fmla="*/ 130673 w 464738"/>
                    <a:gd name="connsiteY1" fmla="*/ 334066 h 464738"/>
                    <a:gd name="connsiteX2" fmla="*/ 0 w 464738"/>
                    <a:gd name="connsiteY2" fmla="*/ 18596 h 464738"/>
                    <a:gd name="connsiteX3" fmla="*/ 836 w 464738"/>
                    <a:gd name="connsiteY3" fmla="*/ 1089 h 464738"/>
                    <a:gd name="connsiteX4" fmla="*/ 606 w 464738"/>
                    <a:gd name="connsiteY4" fmla="*/ 859 h 464738"/>
                    <a:gd name="connsiteX5" fmla="*/ 848 w 464738"/>
                    <a:gd name="connsiteY5" fmla="*/ 848 h 464738"/>
                    <a:gd name="connsiteX6" fmla="*/ 859 w 464738"/>
                    <a:gd name="connsiteY6" fmla="*/ 606 h 464738"/>
                    <a:gd name="connsiteX7" fmla="*/ 1089 w 464738"/>
                    <a:gd name="connsiteY7" fmla="*/ 836 h 464738"/>
                    <a:gd name="connsiteX8" fmla="*/ 18596 w 464738"/>
                    <a:gd name="connsiteY8" fmla="*/ 0 h 464738"/>
                    <a:gd name="connsiteX9" fmla="*/ 334066 w 464738"/>
                    <a:gd name="connsiteY9" fmla="*/ 130672 h 464738"/>
                    <a:gd name="connsiteX10" fmla="*/ 464738 w 464738"/>
                    <a:gd name="connsiteY10" fmla="*/ 446142 h 464738"/>
                    <a:gd name="connsiteX11" fmla="*/ 463902 w 464738"/>
                    <a:gd name="connsiteY11" fmla="*/ 463650 h 464738"/>
                    <a:gd name="connsiteX12" fmla="*/ 464132 w 464738"/>
                    <a:gd name="connsiteY12" fmla="*/ 463880 h 464738"/>
                    <a:gd name="connsiteX13" fmla="*/ 463891 w 464738"/>
                    <a:gd name="connsiteY13" fmla="*/ 463892 h 464738"/>
                    <a:gd name="connsiteX14" fmla="*/ 463879 w 464738"/>
                    <a:gd name="connsiteY14" fmla="*/ 464132 h 464738"/>
                    <a:gd name="connsiteX15" fmla="*/ 463650 w 464738"/>
                    <a:gd name="connsiteY15" fmla="*/ 463903 h 4647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64738" h="464738">
                      <a:moveTo>
                        <a:pt x="446142" y="464738"/>
                      </a:moveTo>
                      <a:cubicBezTo>
                        <a:pt x="331965" y="464738"/>
                        <a:pt x="217787" y="421181"/>
                        <a:pt x="130673" y="334066"/>
                      </a:cubicBezTo>
                      <a:cubicBezTo>
                        <a:pt x="43558" y="246952"/>
                        <a:pt x="1" y="132774"/>
                        <a:pt x="0" y="18596"/>
                      </a:cubicBezTo>
                      <a:lnTo>
                        <a:pt x="836" y="1089"/>
                      </a:lnTo>
                      <a:lnTo>
                        <a:pt x="606" y="859"/>
                      </a:lnTo>
                      <a:lnTo>
                        <a:pt x="848" y="848"/>
                      </a:lnTo>
                      <a:lnTo>
                        <a:pt x="859" y="606"/>
                      </a:lnTo>
                      <a:lnTo>
                        <a:pt x="1089" y="836"/>
                      </a:lnTo>
                      <a:lnTo>
                        <a:pt x="18596" y="0"/>
                      </a:lnTo>
                      <a:cubicBezTo>
                        <a:pt x="132774" y="0"/>
                        <a:pt x="246951" y="43557"/>
                        <a:pt x="334066" y="130672"/>
                      </a:cubicBezTo>
                      <a:cubicBezTo>
                        <a:pt x="421181" y="217787"/>
                        <a:pt x="464738" y="331964"/>
                        <a:pt x="464738" y="446142"/>
                      </a:cubicBezTo>
                      <a:lnTo>
                        <a:pt x="463902" y="463650"/>
                      </a:lnTo>
                      <a:lnTo>
                        <a:pt x="464132" y="463880"/>
                      </a:lnTo>
                      <a:lnTo>
                        <a:pt x="463891" y="463892"/>
                      </a:lnTo>
                      <a:lnTo>
                        <a:pt x="463879" y="464132"/>
                      </a:lnTo>
                      <a:lnTo>
                        <a:pt x="463650" y="463903"/>
                      </a:lnTo>
                      <a:close/>
                    </a:path>
                  </a:pathLst>
                </a:cu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nvGrpSpPr>
                <p:cNvPr id="19" name="Group 18">
                  <a:extLst>
                    <a:ext uri="{FF2B5EF4-FFF2-40B4-BE49-F238E27FC236}">
                      <a16:creationId xmlns:a16="http://schemas.microsoft.com/office/drawing/2014/main" id="{F3B56658-371E-446B-B30D-D4EA2A88A973}"/>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2440769" y="2384401"/>
                  <a:ext cx="313009" cy="1032464"/>
                  <a:chOff x="2440769" y="2384401"/>
                  <a:chExt cx="313009" cy="1032464"/>
                </a:xfrm>
              </p:grpSpPr>
              <p:cxnSp>
                <p:nvCxnSpPr>
                  <p:cNvPr id="20" name="Straight Connector 19">
                    <a:extLst>
                      <a:ext uri="{FF2B5EF4-FFF2-40B4-BE49-F238E27FC236}">
                        <a16:creationId xmlns:a16="http://schemas.microsoft.com/office/drawing/2014/main" id="{068979FB-2943-4091-A490-D9F8695DF0D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rot="10800000" flipH="1">
                    <a:off x="2440769" y="2516865"/>
                    <a:ext cx="0" cy="900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B378C39C-3FC0-4521-8336-33A86391920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rot="8100000" flipH="1">
                    <a:off x="2753778" y="2384401"/>
                    <a:ext cx="0" cy="900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grpSp>
        <p:grpSp>
          <p:nvGrpSpPr>
            <p:cNvPr id="12" name="Group 11">
              <a:extLst>
                <a:ext uri="{FF2B5EF4-FFF2-40B4-BE49-F238E27FC236}">
                  <a16:creationId xmlns:a16="http://schemas.microsoft.com/office/drawing/2014/main" id="{72C6951D-2EAF-4333-B8A8-F473DC3BDF44}"/>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1437136" y="649304"/>
              <a:ext cx="388541" cy="388541"/>
              <a:chOff x="5752675" y="5440856"/>
              <a:chExt cx="388541" cy="388541"/>
            </a:xfrm>
          </p:grpSpPr>
          <p:sp>
            <p:nvSpPr>
              <p:cNvPr id="13" name="Oval 12">
                <a:extLst>
                  <a:ext uri="{FF2B5EF4-FFF2-40B4-BE49-F238E27FC236}">
                    <a16:creationId xmlns:a16="http://schemas.microsoft.com/office/drawing/2014/main" id="{63E77698-5758-433A-9DF3-3BE43B6FBDA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5800801" y="5488982"/>
                <a:ext cx="340415" cy="340415"/>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4" name="Oval 13">
                <a:extLst>
                  <a:ext uri="{FF2B5EF4-FFF2-40B4-BE49-F238E27FC236}">
                    <a16:creationId xmlns:a16="http://schemas.microsoft.com/office/drawing/2014/main" id="{FF47FF7F-75A9-438D-8BA7-428BF76974C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52675" y="5440856"/>
                <a:ext cx="340415" cy="340415"/>
              </a:xfrm>
              <a:prstGeom prst="ellipse">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grpSp>
      <p:sp>
        <p:nvSpPr>
          <p:cNvPr id="3" name="TextBox 2">
            <a:extLst>
              <a:ext uri="{FF2B5EF4-FFF2-40B4-BE49-F238E27FC236}">
                <a16:creationId xmlns:a16="http://schemas.microsoft.com/office/drawing/2014/main" id="{E1B3EC78-AF07-8A37-B218-94DF35BE2087}"/>
              </a:ext>
            </a:extLst>
          </p:cNvPr>
          <p:cNvSpPr txBox="1"/>
          <p:nvPr/>
        </p:nvSpPr>
        <p:spPr>
          <a:xfrm>
            <a:off x="9486900" y="5443538"/>
            <a:ext cx="184731" cy="369332"/>
          </a:xfrm>
          <a:prstGeom prst="rect">
            <a:avLst/>
          </a:prstGeom>
          <a:noFill/>
        </p:spPr>
        <p:txBody>
          <a:bodyPr wrap="none" rtlCol="0">
            <a:spAutoFit/>
          </a:bodyPr>
          <a:lstStyle/>
          <a:p>
            <a:endParaRPr lang="en-BD" dirty="0"/>
          </a:p>
        </p:txBody>
      </p:sp>
      <p:sp>
        <p:nvSpPr>
          <p:cNvPr id="25" name="TextBox 24">
            <a:extLst>
              <a:ext uri="{FF2B5EF4-FFF2-40B4-BE49-F238E27FC236}">
                <a16:creationId xmlns:a16="http://schemas.microsoft.com/office/drawing/2014/main" id="{D856AD59-8AD1-B85F-4827-7B31CC175126}"/>
              </a:ext>
            </a:extLst>
          </p:cNvPr>
          <p:cNvSpPr txBox="1"/>
          <p:nvPr/>
        </p:nvSpPr>
        <p:spPr>
          <a:xfrm>
            <a:off x="2187635" y="1319164"/>
            <a:ext cx="6096000" cy="523220"/>
          </a:xfrm>
          <a:prstGeom prst="rect">
            <a:avLst/>
          </a:prstGeom>
          <a:noFill/>
        </p:spPr>
        <p:txBody>
          <a:bodyPr wrap="square">
            <a:spAutoFit/>
          </a:bodyPr>
          <a:lstStyle/>
          <a:p>
            <a:r>
              <a:rPr lang="en-US" sz="2800" dirty="0">
                <a:solidFill>
                  <a:srgbClr val="FFFF00"/>
                </a:solidFill>
                <a:latin typeface="Arial Rounded MT Bold" panose="020F0704030504030204" pitchFamily="34" charset="0"/>
              </a:rPr>
              <a:t>Critical Path Analysis </a:t>
            </a:r>
          </a:p>
        </p:txBody>
      </p:sp>
      <p:grpSp>
        <p:nvGrpSpPr>
          <p:cNvPr id="5" name="Group 3">
            <a:extLst>
              <a:ext uri="{FF2B5EF4-FFF2-40B4-BE49-F238E27FC236}">
                <a16:creationId xmlns:a16="http://schemas.microsoft.com/office/drawing/2014/main" id="{9EF9C62D-21EC-A05B-678D-09881909D75F}"/>
              </a:ext>
            </a:extLst>
          </p:cNvPr>
          <p:cNvGrpSpPr>
            <a:grpSpLocks/>
          </p:cNvGrpSpPr>
          <p:nvPr/>
        </p:nvGrpSpPr>
        <p:grpSpPr bwMode="auto">
          <a:xfrm>
            <a:off x="3027417" y="2047210"/>
            <a:ext cx="6096000" cy="1569689"/>
            <a:chOff x="1027" y="1642"/>
            <a:chExt cx="3677" cy="836"/>
          </a:xfrm>
        </p:grpSpPr>
        <p:sp>
          <p:nvSpPr>
            <p:cNvPr id="7" name="Text Box 4">
              <a:extLst>
                <a:ext uri="{FF2B5EF4-FFF2-40B4-BE49-F238E27FC236}">
                  <a16:creationId xmlns:a16="http://schemas.microsoft.com/office/drawing/2014/main" id="{6AEC2EB2-ACB1-D3A8-0738-7DFBC8F7874C}"/>
                </a:ext>
              </a:extLst>
            </p:cNvPr>
            <p:cNvSpPr txBox="1">
              <a:spLocks noChangeArrowheads="1"/>
            </p:cNvSpPr>
            <p:nvPr/>
          </p:nvSpPr>
          <p:spPr bwMode="auto">
            <a:xfrm>
              <a:off x="1027" y="1867"/>
              <a:ext cx="1067"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eaLnBrk="1" hangingPunct="1">
                <a:spcBef>
                  <a:spcPct val="50000"/>
                </a:spcBef>
              </a:pPr>
              <a:endParaRPr lang="en-GB" altLang="en-US" sz="2400">
                <a:latin typeface="Arial Nova" panose="020B0504020202020204" pitchFamily="34" charset="0"/>
              </a:endParaRPr>
            </a:p>
          </p:txBody>
        </p:sp>
        <p:sp>
          <p:nvSpPr>
            <p:cNvPr id="9" name="Rectangle 5">
              <a:extLst>
                <a:ext uri="{FF2B5EF4-FFF2-40B4-BE49-F238E27FC236}">
                  <a16:creationId xmlns:a16="http://schemas.microsoft.com/office/drawing/2014/main" id="{E07F881F-2660-B8BD-EE97-601BAE788256}"/>
                </a:ext>
              </a:extLst>
            </p:cNvPr>
            <p:cNvSpPr>
              <a:spLocks noChangeArrowheads="1"/>
            </p:cNvSpPr>
            <p:nvPr/>
          </p:nvSpPr>
          <p:spPr bwMode="auto">
            <a:xfrm>
              <a:off x="1086" y="1867"/>
              <a:ext cx="1363" cy="611"/>
            </a:xfrm>
            <a:prstGeom prst="rect">
              <a:avLst/>
            </a:prstGeom>
            <a:solidFill>
              <a:srgbClr val="FFFF00"/>
            </a:solidFill>
            <a:ln w="12700" cap="sq">
              <a:solidFill>
                <a:schemeClr val="tx1"/>
              </a:solidFill>
              <a:miter lim="800000"/>
              <a:headEnd type="none" w="sm" len="sm"/>
              <a:tailEnd type="none" w="sm" len="sm"/>
            </a:ln>
            <a:effectLst>
              <a:outerShdw dist="35921" dir="2700000" algn="ctr" rotWithShape="0">
                <a:schemeClr val="bg2"/>
              </a:outerShdw>
            </a:effectLst>
          </p:spPr>
          <p:txBody>
            <a:bodyPr wrap="none" anchor="ct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algn="ctr" eaLnBrk="1" hangingPunct="1"/>
              <a:r>
                <a:rPr lang="en-US" altLang="en-US" sz="3600" b="1" dirty="0">
                  <a:solidFill>
                    <a:schemeClr val="bg1"/>
                  </a:solidFill>
                  <a:latin typeface="Arial Nova" panose="020B0504020202020204" pitchFamily="34" charset="0"/>
                </a:rPr>
                <a:t>H, 16</a:t>
              </a:r>
              <a:endParaRPr lang="en-US" altLang="en-US" sz="4000" dirty="0">
                <a:solidFill>
                  <a:schemeClr val="bg1"/>
                </a:solidFill>
                <a:latin typeface="Arial Nova" panose="020B0504020202020204" pitchFamily="34" charset="0"/>
              </a:endParaRPr>
            </a:p>
          </p:txBody>
        </p:sp>
        <p:sp>
          <p:nvSpPr>
            <p:cNvPr id="24" name="Text Box 6">
              <a:extLst>
                <a:ext uri="{FF2B5EF4-FFF2-40B4-BE49-F238E27FC236}">
                  <a16:creationId xmlns:a16="http://schemas.microsoft.com/office/drawing/2014/main" id="{FF0EBC21-45C9-932B-DFF2-2E76BDF37AB8}"/>
                </a:ext>
              </a:extLst>
            </p:cNvPr>
            <p:cNvSpPr txBox="1">
              <a:spLocks noChangeArrowheads="1"/>
            </p:cNvSpPr>
            <p:nvPr/>
          </p:nvSpPr>
          <p:spPr bwMode="auto">
            <a:xfrm>
              <a:off x="1114" y="1642"/>
              <a:ext cx="322" cy="2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eaLnBrk="1" hangingPunct="1"/>
              <a:r>
                <a:rPr lang="en-US" altLang="en-US" sz="2400" b="1" dirty="0">
                  <a:latin typeface="Arial Nova" panose="020B0504020202020204" pitchFamily="34" charset="0"/>
                </a:rPr>
                <a:t>10</a:t>
              </a:r>
              <a:endParaRPr lang="en-US" altLang="en-US" sz="3600" dirty="0">
                <a:latin typeface="Arial Nova" panose="020B0504020202020204" pitchFamily="34" charset="0"/>
              </a:endParaRPr>
            </a:p>
          </p:txBody>
        </p:sp>
        <p:sp>
          <p:nvSpPr>
            <p:cNvPr id="33" name="Text Box 14">
              <a:extLst>
                <a:ext uri="{FF2B5EF4-FFF2-40B4-BE49-F238E27FC236}">
                  <a16:creationId xmlns:a16="http://schemas.microsoft.com/office/drawing/2014/main" id="{07F2643A-DCB9-BCEB-ECF6-A143CB741896}"/>
                </a:ext>
              </a:extLst>
            </p:cNvPr>
            <p:cNvSpPr txBox="1">
              <a:spLocks noChangeArrowheads="1"/>
            </p:cNvSpPr>
            <p:nvPr/>
          </p:nvSpPr>
          <p:spPr bwMode="auto">
            <a:xfrm>
              <a:off x="3282" y="1867"/>
              <a:ext cx="1067"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eaLnBrk="1" hangingPunct="1">
                <a:spcBef>
                  <a:spcPct val="50000"/>
                </a:spcBef>
              </a:pPr>
              <a:endParaRPr lang="en-GB" altLang="en-US" sz="2400">
                <a:latin typeface="Arial Nova" panose="020B0504020202020204" pitchFamily="34" charset="0"/>
              </a:endParaRPr>
            </a:p>
          </p:txBody>
        </p:sp>
        <p:sp>
          <p:nvSpPr>
            <p:cNvPr id="34" name="Rectangle 15">
              <a:extLst>
                <a:ext uri="{FF2B5EF4-FFF2-40B4-BE49-F238E27FC236}">
                  <a16:creationId xmlns:a16="http://schemas.microsoft.com/office/drawing/2014/main" id="{8E57F07E-A35A-93A1-EACB-0511A15AE6A8}"/>
                </a:ext>
              </a:extLst>
            </p:cNvPr>
            <p:cNvSpPr>
              <a:spLocks noChangeArrowheads="1"/>
            </p:cNvSpPr>
            <p:nvPr/>
          </p:nvSpPr>
          <p:spPr bwMode="auto">
            <a:xfrm>
              <a:off x="3341" y="1867"/>
              <a:ext cx="1363" cy="611"/>
            </a:xfrm>
            <a:prstGeom prst="rect">
              <a:avLst/>
            </a:prstGeom>
            <a:solidFill>
              <a:srgbClr val="FFFF00"/>
            </a:solidFill>
            <a:ln w="12700" cap="sq">
              <a:solidFill>
                <a:schemeClr val="tx1"/>
              </a:solidFill>
              <a:miter lim="800000"/>
              <a:headEnd type="none" w="sm" len="sm"/>
              <a:tailEnd type="none" w="sm" len="sm"/>
            </a:ln>
            <a:effectLst>
              <a:outerShdw dist="35921" dir="2700000" algn="ctr" rotWithShape="0">
                <a:schemeClr val="bg2"/>
              </a:outerShdw>
            </a:effectLst>
          </p:spPr>
          <p:txBody>
            <a:bodyPr wrap="none" anchor="ct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algn="ctr"/>
              <a:r>
                <a:rPr lang="en-US" altLang="en-US" sz="3600" b="1" dirty="0">
                  <a:solidFill>
                    <a:schemeClr val="bg1"/>
                  </a:solidFill>
                  <a:latin typeface="Arial Nova" panose="020B0504020202020204" pitchFamily="34" charset="0"/>
                </a:rPr>
                <a:t>I, 4</a:t>
              </a:r>
              <a:endParaRPr lang="en-US" altLang="en-US" sz="4000" dirty="0">
                <a:solidFill>
                  <a:schemeClr val="bg1"/>
                </a:solidFill>
                <a:latin typeface="Arial Nova" panose="020B0504020202020204" pitchFamily="34" charset="0"/>
              </a:endParaRPr>
            </a:p>
          </p:txBody>
        </p:sp>
        <p:sp>
          <p:nvSpPr>
            <p:cNvPr id="43" name="Line 24">
              <a:extLst>
                <a:ext uri="{FF2B5EF4-FFF2-40B4-BE49-F238E27FC236}">
                  <a16:creationId xmlns:a16="http://schemas.microsoft.com/office/drawing/2014/main" id="{4596C38F-1B88-2C15-F291-91C4063B7E5A}"/>
                </a:ext>
              </a:extLst>
            </p:cNvPr>
            <p:cNvSpPr>
              <a:spLocks noChangeShapeType="1"/>
            </p:cNvSpPr>
            <p:nvPr/>
          </p:nvSpPr>
          <p:spPr bwMode="auto">
            <a:xfrm>
              <a:off x="2497" y="2162"/>
              <a:ext cx="767"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BD">
                <a:latin typeface="Arial Nova" panose="020B0504020202020204" pitchFamily="34" charset="0"/>
              </a:endParaRPr>
            </a:p>
          </p:txBody>
        </p:sp>
      </p:grpSp>
      <p:sp>
        <p:nvSpPr>
          <p:cNvPr id="46" name="Text Box 6">
            <a:extLst>
              <a:ext uri="{FF2B5EF4-FFF2-40B4-BE49-F238E27FC236}">
                <a16:creationId xmlns:a16="http://schemas.microsoft.com/office/drawing/2014/main" id="{F8DF97AD-3153-B113-4B72-2AAC93C5B5DA}"/>
              </a:ext>
            </a:extLst>
          </p:cNvPr>
          <p:cNvSpPr txBox="1">
            <a:spLocks noChangeArrowheads="1"/>
          </p:cNvSpPr>
          <p:nvPr/>
        </p:nvSpPr>
        <p:spPr bwMode="auto">
          <a:xfrm>
            <a:off x="4936808" y="2022560"/>
            <a:ext cx="53412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eaLnBrk="1" hangingPunct="1"/>
            <a:r>
              <a:rPr lang="en-US" altLang="en-US" sz="2400" b="1" dirty="0">
                <a:latin typeface="Arial Nova" panose="020B0504020202020204" pitchFamily="34" charset="0"/>
              </a:rPr>
              <a:t>26</a:t>
            </a:r>
            <a:endParaRPr lang="en-US" altLang="en-US" sz="3600" dirty="0">
              <a:latin typeface="Arial Nova" panose="020B0504020202020204" pitchFamily="34" charset="0"/>
            </a:endParaRPr>
          </a:p>
        </p:txBody>
      </p:sp>
      <p:sp>
        <p:nvSpPr>
          <p:cNvPr id="47" name="Text Box 6">
            <a:extLst>
              <a:ext uri="{FF2B5EF4-FFF2-40B4-BE49-F238E27FC236}">
                <a16:creationId xmlns:a16="http://schemas.microsoft.com/office/drawing/2014/main" id="{1A44C4CD-88B2-9B5A-8111-CB0C321CE588}"/>
              </a:ext>
            </a:extLst>
          </p:cNvPr>
          <p:cNvSpPr txBox="1">
            <a:spLocks noChangeArrowheads="1"/>
          </p:cNvSpPr>
          <p:nvPr/>
        </p:nvSpPr>
        <p:spPr bwMode="auto">
          <a:xfrm>
            <a:off x="3171879" y="3595752"/>
            <a:ext cx="35298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eaLnBrk="1" hangingPunct="1"/>
            <a:r>
              <a:rPr lang="en-US" altLang="en-US" sz="2400" b="1" dirty="0">
                <a:latin typeface="Arial Nova" panose="020B0504020202020204" pitchFamily="34" charset="0"/>
              </a:rPr>
              <a:t>?</a:t>
            </a:r>
            <a:endParaRPr lang="en-US" altLang="en-US" sz="3600" dirty="0">
              <a:latin typeface="Arial Nova" panose="020B0504020202020204" pitchFamily="34" charset="0"/>
            </a:endParaRPr>
          </a:p>
        </p:txBody>
      </p:sp>
      <p:sp>
        <p:nvSpPr>
          <p:cNvPr id="48" name="Text Box 6">
            <a:extLst>
              <a:ext uri="{FF2B5EF4-FFF2-40B4-BE49-F238E27FC236}">
                <a16:creationId xmlns:a16="http://schemas.microsoft.com/office/drawing/2014/main" id="{E10BD1BA-56B0-05A5-D1CF-792A159B043B}"/>
              </a:ext>
            </a:extLst>
          </p:cNvPr>
          <p:cNvSpPr txBox="1">
            <a:spLocks noChangeArrowheads="1"/>
          </p:cNvSpPr>
          <p:nvPr/>
        </p:nvSpPr>
        <p:spPr bwMode="auto">
          <a:xfrm>
            <a:off x="4863917" y="3595752"/>
            <a:ext cx="35298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eaLnBrk="1" hangingPunct="1"/>
            <a:r>
              <a:rPr lang="en-US" altLang="en-US" sz="2400" b="1" dirty="0">
                <a:latin typeface="Arial Nova" panose="020B0504020202020204" pitchFamily="34" charset="0"/>
              </a:rPr>
              <a:t>?</a:t>
            </a:r>
            <a:endParaRPr lang="en-US" altLang="en-US" sz="3600" dirty="0">
              <a:latin typeface="Arial Nova" panose="020B0504020202020204" pitchFamily="34" charset="0"/>
            </a:endParaRPr>
          </a:p>
        </p:txBody>
      </p:sp>
      <p:sp>
        <p:nvSpPr>
          <p:cNvPr id="49" name="Rectangle 15">
            <a:extLst>
              <a:ext uri="{FF2B5EF4-FFF2-40B4-BE49-F238E27FC236}">
                <a16:creationId xmlns:a16="http://schemas.microsoft.com/office/drawing/2014/main" id="{C2BD4A45-1587-F196-8D93-819BEF248F51}"/>
              </a:ext>
            </a:extLst>
          </p:cNvPr>
          <p:cNvSpPr>
            <a:spLocks noChangeArrowheads="1"/>
          </p:cNvSpPr>
          <p:nvPr/>
        </p:nvSpPr>
        <p:spPr bwMode="auto">
          <a:xfrm>
            <a:off x="6856547" y="4656715"/>
            <a:ext cx="2259681" cy="1147225"/>
          </a:xfrm>
          <a:prstGeom prst="rect">
            <a:avLst/>
          </a:prstGeom>
          <a:solidFill>
            <a:srgbClr val="FFFF00"/>
          </a:solidFill>
          <a:ln w="12700" cap="sq">
            <a:solidFill>
              <a:schemeClr val="tx1"/>
            </a:solidFill>
            <a:miter lim="800000"/>
            <a:headEnd type="none" w="sm" len="sm"/>
            <a:tailEnd type="none" w="sm" len="sm"/>
          </a:ln>
          <a:effectLst>
            <a:outerShdw dist="35921" dir="2700000" algn="ctr" rotWithShape="0">
              <a:schemeClr val="bg2"/>
            </a:outerShdw>
          </a:effectLst>
        </p:spPr>
        <p:txBody>
          <a:bodyPr wrap="none" anchor="ct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algn="ctr"/>
            <a:r>
              <a:rPr lang="en-US" altLang="en-US" sz="3600" b="1" dirty="0">
                <a:solidFill>
                  <a:schemeClr val="bg1"/>
                </a:solidFill>
                <a:latin typeface="Arial Nova" panose="020B0504020202020204" pitchFamily="34" charset="0"/>
              </a:rPr>
              <a:t>J, 8</a:t>
            </a:r>
            <a:endParaRPr lang="en-US" altLang="en-US" sz="4000" dirty="0">
              <a:solidFill>
                <a:schemeClr val="bg1"/>
              </a:solidFill>
              <a:latin typeface="Arial Nova" panose="020B0504020202020204" pitchFamily="34" charset="0"/>
            </a:endParaRPr>
          </a:p>
        </p:txBody>
      </p:sp>
      <p:sp>
        <p:nvSpPr>
          <p:cNvPr id="50" name="Text Box 6">
            <a:extLst>
              <a:ext uri="{FF2B5EF4-FFF2-40B4-BE49-F238E27FC236}">
                <a16:creationId xmlns:a16="http://schemas.microsoft.com/office/drawing/2014/main" id="{510BE6A1-5EB6-0405-450C-5078F3B67CEA}"/>
              </a:ext>
            </a:extLst>
          </p:cNvPr>
          <p:cNvSpPr txBox="1">
            <a:spLocks noChangeArrowheads="1"/>
          </p:cNvSpPr>
          <p:nvPr/>
        </p:nvSpPr>
        <p:spPr bwMode="auto">
          <a:xfrm>
            <a:off x="6823246" y="4209601"/>
            <a:ext cx="53412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eaLnBrk="1" hangingPunct="1"/>
            <a:r>
              <a:rPr lang="en-US" altLang="en-US" sz="2400" b="1" dirty="0">
                <a:latin typeface="Arial Nova" panose="020B0504020202020204" pitchFamily="34" charset="0"/>
              </a:rPr>
              <a:t>26</a:t>
            </a:r>
            <a:endParaRPr lang="en-US" altLang="en-US" sz="3600" dirty="0">
              <a:latin typeface="Arial Nova" panose="020B0504020202020204" pitchFamily="34" charset="0"/>
            </a:endParaRPr>
          </a:p>
        </p:txBody>
      </p:sp>
      <p:sp>
        <p:nvSpPr>
          <p:cNvPr id="51" name="Text Box 6">
            <a:extLst>
              <a:ext uri="{FF2B5EF4-FFF2-40B4-BE49-F238E27FC236}">
                <a16:creationId xmlns:a16="http://schemas.microsoft.com/office/drawing/2014/main" id="{FF699762-7415-FDE8-4017-40BE7B44A561}"/>
              </a:ext>
            </a:extLst>
          </p:cNvPr>
          <p:cNvSpPr txBox="1">
            <a:spLocks noChangeArrowheads="1"/>
          </p:cNvSpPr>
          <p:nvPr/>
        </p:nvSpPr>
        <p:spPr bwMode="auto">
          <a:xfrm>
            <a:off x="8682596" y="4224152"/>
            <a:ext cx="53412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eaLnBrk="1" hangingPunct="1"/>
            <a:r>
              <a:rPr lang="en-US" altLang="en-US" sz="2400" b="1" dirty="0">
                <a:latin typeface="Arial Nova" panose="020B0504020202020204" pitchFamily="34" charset="0"/>
              </a:rPr>
              <a:t>34</a:t>
            </a:r>
            <a:endParaRPr lang="en-US" altLang="en-US" sz="3600" dirty="0">
              <a:latin typeface="Arial Nova" panose="020B0504020202020204" pitchFamily="34" charset="0"/>
            </a:endParaRPr>
          </a:p>
        </p:txBody>
      </p:sp>
      <p:sp>
        <p:nvSpPr>
          <p:cNvPr id="52" name="Text Box 6">
            <a:extLst>
              <a:ext uri="{FF2B5EF4-FFF2-40B4-BE49-F238E27FC236}">
                <a16:creationId xmlns:a16="http://schemas.microsoft.com/office/drawing/2014/main" id="{3CD6A51B-7587-888D-6371-E14D9F19D0E2}"/>
              </a:ext>
            </a:extLst>
          </p:cNvPr>
          <p:cNvSpPr txBox="1">
            <a:spLocks noChangeArrowheads="1"/>
          </p:cNvSpPr>
          <p:nvPr/>
        </p:nvSpPr>
        <p:spPr bwMode="auto">
          <a:xfrm>
            <a:off x="6833226" y="5774838"/>
            <a:ext cx="53412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eaLnBrk="1" hangingPunct="1"/>
            <a:r>
              <a:rPr lang="en-US" altLang="en-US" sz="2400" b="1" dirty="0">
                <a:latin typeface="Arial Nova" panose="020B0504020202020204" pitchFamily="34" charset="0"/>
              </a:rPr>
              <a:t>26</a:t>
            </a:r>
            <a:endParaRPr lang="en-US" altLang="en-US" sz="3600" dirty="0">
              <a:latin typeface="Arial Nova" panose="020B0504020202020204" pitchFamily="34" charset="0"/>
            </a:endParaRPr>
          </a:p>
        </p:txBody>
      </p:sp>
      <p:sp>
        <p:nvSpPr>
          <p:cNvPr id="53" name="Text Box 6">
            <a:extLst>
              <a:ext uri="{FF2B5EF4-FFF2-40B4-BE49-F238E27FC236}">
                <a16:creationId xmlns:a16="http://schemas.microsoft.com/office/drawing/2014/main" id="{3836A8C7-59E4-0C0E-B60E-EBCD866247FB}"/>
              </a:ext>
            </a:extLst>
          </p:cNvPr>
          <p:cNvSpPr txBox="1">
            <a:spLocks noChangeArrowheads="1"/>
          </p:cNvSpPr>
          <p:nvPr/>
        </p:nvSpPr>
        <p:spPr bwMode="auto">
          <a:xfrm>
            <a:off x="8632351" y="5789389"/>
            <a:ext cx="53412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eaLnBrk="1" hangingPunct="1"/>
            <a:r>
              <a:rPr lang="en-US" altLang="en-US" sz="2400" b="1" dirty="0">
                <a:latin typeface="Arial Nova" panose="020B0504020202020204" pitchFamily="34" charset="0"/>
              </a:rPr>
              <a:t>34</a:t>
            </a:r>
            <a:endParaRPr lang="en-US" altLang="en-US" sz="3600" dirty="0">
              <a:latin typeface="Arial Nova" panose="020B0504020202020204" pitchFamily="34" charset="0"/>
            </a:endParaRPr>
          </a:p>
        </p:txBody>
      </p:sp>
      <p:sp>
        <p:nvSpPr>
          <p:cNvPr id="54" name="Line 24">
            <a:extLst>
              <a:ext uri="{FF2B5EF4-FFF2-40B4-BE49-F238E27FC236}">
                <a16:creationId xmlns:a16="http://schemas.microsoft.com/office/drawing/2014/main" id="{AA9C4EBA-D53E-8229-FB84-C2395F645E50}"/>
              </a:ext>
            </a:extLst>
          </p:cNvPr>
          <p:cNvSpPr>
            <a:spLocks noChangeShapeType="1"/>
          </p:cNvSpPr>
          <p:nvPr/>
        </p:nvSpPr>
        <p:spPr bwMode="auto">
          <a:xfrm flipH="1" flipV="1">
            <a:off x="5464490" y="3098899"/>
            <a:ext cx="1329473" cy="2087820"/>
          </a:xfrm>
          <a:prstGeom prst="line">
            <a:avLst/>
          </a:prstGeom>
          <a:noFill/>
          <a:ln w="38100">
            <a:solidFill>
              <a:schemeClr val="tx1"/>
            </a:solidFill>
            <a:round/>
            <a:headEnd type="arrow" w="sm" len="sm"/>
            <a:tailEnd type="none" w="sm" len="sm"/>
          </a:ln>
          <a:extLst>
            <a:ext uri="{909E8E84-426E-40DD-AFC4-6F175D3DCCD1}">
              <a14:hiddenFill xmlns:a14="http://schemas.microsoft.com/office/drawing/2010/main">
                <a:noFill/>
              </a14:hiddenFill>
            </a:ext>
          </a:extLst>
        </p:spPr>
        <p:txBody>
          <a:bodyPr wrap="none" anchor="ctr"/>
          <a:lstStyle/>
          <a:p>
            <a:endParaRPr lang="en-BD">
              <a:latin typeface="Arial Nova" panose="020B0504020202020204" pitchFamily="34" charset="0"/>
            </a:endParaRPr>
          </a:p>
        </p:txBody>
      </p:sp>
      <p:sp>
        <p:nvSpPr>
          <p:cNvPr id="55" name="Text Box 6">
            <a:extLst>
              <a:ext uri="{FF2B5EF4-FFF2-40B4-BE49-F238E27FC236}">
                <a16:creationId xmlns:a16="http://schemas.microsoft.com/office/drawing/2014/main" id="{86389E2F-B89A-C016-B558-AF51BC7EEC03}"/>
              </a:ext>
            </a:extLst>
          </p:cNvPr>
          <p:cNvSpPr txBox="1">
            <a:spLocks noChangeArrowheads="1"/>
          </p:cNvSpPr>
          <p:nvPr/>
        </p:nvSpPr>
        <p:spPr bwMode="auto">
          <a:xfrm>
            <a:off x="6856547" y="2039915"/>
            <a:ext cx="53412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eaLnBrk="1" hangingPunct="1"/>
            <a:r>
              <a:rPr lang="en-US" altLang="en-US" sz="2400" b="1" dirty="0">
                <a:latin typeface="Arial Nova" panose="020B0504020202020204" pitchFamily="34" charset="0"/>
              </a:rPr>
              <a:t>26</a:t>
            </a:r>
            <a:endParaRPr lang="en-US" altLang="en-US" sz="3600" dirty="0">
              <a:latin typeface="Arial Nova" panose="020B0504020202020204" pitchFamily="34" charset="0"/>
            </a:endParaRPr>
          </a:p>
        </p:txBody>
      </p:sp>
      <p:sp>
        <p:nvSpPr>
          <p:cNvPr id="56" name="Text Box 6">
            <a:extLst>
              <a:ext uri="{FF2B5EF4-FFF2-40B4-BE49-F238E27FC236}">
                <a16:creationId xmlns:a16="http://schemas.microsoft.com/office/drawing/2014/main" id="{4B8DD84F-230F-CA85-DE73-28AFDEA9FBE2}"/>
              </a:ext>
            </a:extLst>
          </p:cNvPr>
          <p:cNvSpPr txBox="1">
            <a:spLocks noChangeArrowheads="1"/>
          </p:cNvSpPr>
          <p:nvPr/>
        </p:nvSpPr>
        <p:spPr bwMode="auto">
          <a:xfrm>
            <a:off x="8639578" y="2050696"/>
            <a:ext cx="53412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eaLnBrk="1" hangingPunct="1"/>
            <a:r>
              <a:rPr lang="en-US" altLang="en-US" sz="2400" b="1" dirty="0">
                <a:latin typeface="Arial Nova" panose="020B0504020202020204" pitchFamily="34" charset="0"/>
              </a:rPr>
              <a:t>30</a:t>
            </a:r>
            <a:endParaRPr lang="en-US" altLang="en-US" sz="3600" dirty="0">
              <a:latin typeface="Arial Nova" panose="020B0504020202020204" pitchFamily="34" charset="0"/>
            </a:endParaRPr>
          </a:p>
        </p:txBody>
      </p:sp>
      <p:sp>
        <p:nvSpPr>
          <p:cNvPr id="38" name="Text Box 6">
            <a:extLst>
              <a:ext uri="{FF2B5EF4-FFF2-40B4-BE49-F238E27FC236}">
                <a16:creationId xmlns:a16="http://schemas.microsoft.com/office/drawing/2014/main" id="{E5DF1B56-06BC-CF96-07DC-2EC922482664}"/>
              </a:ext>
            </a:extLst>
          </p:cNvPr>
          <p:cNvSpPr txBox="1">
            <a:spLocks noChangeArrowheads="1"/>
          </p:cNvSpPr>
          <p:nvPr/>
        </p:nvSpPr>
        <p:spPr bwMode="auto">
          <a:xfrm>
            <a:off x="6793963" y="3580522"/>
            <a:ext cx="53412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eaLnBrk="1" hangingPunct="1"/>
            <a:r>
              <a:rPr lang="en-US" altLang="en-US" sz="2400" b="1" dirty="0">
                <a:latin typeface="Arial Nova" panose="020B0504020202020204" pitchFamily="34" charset="0"/>
              </a:rPr>
              <a:t>36</a:t>
            </a:r>
            <a:endParaRPr lang="en-US" altLang="en-US" sz="3600" dirty="0">
              <a:latin typeface="Arial Nova" panose="020B0504020202020204" pitchFamily="34" charset="0"/>
            </a:endParaRPr>
          </a:p>
        </p:txBody>
      </p:sp>
      <p:sp>
        <p:nvSpPr>
          <p:cNvPr id="39" name="Text Box 6">
            <a:extLst>
              <a:ext uri="{FF2B5EF4-FFF2-40B4-BE49-F238E27FC236}">
                <a16:creationId xmlns:a16="http://schemas.microsoft.com/office/drawing/2014/main" id="{E6CE5E69-03FE-B560-AAA7-B3A568C19ED8}"/>
              </a:ext>
            </a:extLst>
          </p:cNvPr>
          <p:cNvSpPr txBox="1">
            <a:spLocks noChangeArrowheads="1"/>
          </p:cNvSpPr>
          <p:nvPr/>
        </p:nvSpPr>
        <p:spPr bwMode="auto">
          <a:xfrm>
            <a:off x="8653313" y="3595073"/>
            <a:ext cx="53412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eaLnBrk="1" hangingPunct="1"/>
            <a:r>
              <a:rPr lang="en-US" altLang="en-US" sz="2400" b="1" dirty="0">
                <a:latin typeface="Arial Nova" panose="020B0504020202020204" pitchFamily="34" charset="0"/>
              </a:rPr>
              <a:t>40</a:t>
            </a:r>
            <a:endParaRPr lang="en-US" altLang="en-US" sz="3600" dirty="0">
              <a:latin typeface="Arial Nova" panose="020B0504020202020204" pitchFamily="34" charset="0"/>
            </a:endParaRPr>
          </a:p>
        </p:txBody>
      </p:sp>
      <p:sp>
        <p:nvSpPr>
          <p:cNvPr id="40" name="TextBox 39">
            <a:extLst>
              <a:ext uri="{FF2B5EF4-FFF2-40B4-BE49-F238E27FC236}">
                <a16:creationId xmlns:a16="http://schemas.microsoft.com/office/drawing/2014/main" id="{4C6C399B-A680-805D-D4B6-503887AAC41A}"/>
              </a:ext>
            </a:extLst>
          </p:cNvPr>
          <p:cNvSpPr txBox="1"/>
          <p:nvPr/>
        </p:nvSpPr>
        <p:spPr>
          <a:xfrm>
            <a:off x="7350076" y="1321468"/>
            <a:ext cx="4303060" cy="523220"/>
          </a:xfrm>
          <a:prstGeom prst="rect">
            <a:avLst/>
          </a:prstGeom>
          <a:noFill/>
        </p:spPr>
        <p:txBody>
          <a:bodyPr wrap="square" rtlCol="0">
            <a:spAutoFit/>
          </a:bodyPr>
          <a:lstStyle/>
          <a:p>
            <a:pPr algn="ctr"/>
            <a:r>
              <a:rPr lang="en-US" sz="2800" b="1" dirty="0">
                <a:solidFill>
                  <a:srgbClr val="CCCCFF"/>
                </a:solidFill>
                <a:latin typeface="Arial Nova" panose="020B0504020202020204" pitchFamily="34" charset="0"/>
              </a:rPr>
              <a:t>Backward Calculation</a:t>
            </a:r>
          </a:p>
        </p:txBody>
      </p:sp>
    </p:spTree>
    <p:extLst>
      <p:ext uri="{BB962C8B-B14F-4D97-AF65-F5344CB8AC3E}">
        <p14:creationId xmlns:p14="http://schemas.microsoft.com/office/powerpoint/2010/main" val="253371258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316A5661-2CFE-478C-BAC3-729F393F3C4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BC1DA2B-FE6F-1C6E-BFA0-9B15DC40309D}"/>
              </a:ext>
            </a:extLst>
          </p:cNvPr>
          <p:cNvSpPr>
            <a:spLocks noGrp="1"/>
          </p:cNvSpPr>
          <p:nvPr>
            <p:ph type="title"/>
          </p:nvPr>
        </p:nvSpPr>
        <p:spPr>
          <a:xfrm>
            <a:off x="2139081" y="92738"/>
            <a:ext cx="9514055" cy="1267138"/>
          </a:xfrm>
        </p:spPr>
        <p:txBody>
          <a:bodyPr anchor="ctr">
            <a:normAutofit/>
          </a:bodyPr>
          <a:lstStyle/>
          <a:p>
            <a:r>
              <a:rPr lang="en-US" sz="4000" dirty="0">
                <a:solidFill>
                  <a:schemeClr val="accent6">
                    <a:lumMod val="40000"/>
                    <a:lumOff val="60000"/>
                  </a:schemeClr>
                </a:solidFill>
                <a:latin typeface="Arial Rounded MT Bold" panose="020F0704030504030204" pitchFamily="34" charset="0"/>
              </a:rPr>
              <a:t>Project management tools</a:t>
            </a:r>
          </a:p>
        </p:txBody>
      </p:sp>
      <p:grpSp>
        <p:nvGrpSpPr>
          <p:cNvPr id="10" name="Group 9">
            <a:extLst>
              <a:ext uri="{FF2B5EF4-FFF2-40B4-BE49-F238E27FC236}">
                <a16:creationId xmlns:a16="http://schemas.microsoft.com/office/drawing/2014/main" id="{FB7BE8CD-E348-464A-82CC-7EF7AA82842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999771" y="649304"/>
            <a:ext cx="913428" cy="1315264"/>
            <a:chOff x="999771" y="649304"/>
            <a:chExt cx="913428" cy="1315264"/>
          </a:xfrm>
        </p:grpSpPr>
        <p:grpSp>
          <p:nvGrpSpPr>
            <p:cNvPr id="11" name="Group 10">
              <a:extLst>
                <a:ext uri="{FF2B5EF4-FFF2-40B4-BE49-F238E27FC236}">
                  <a16:creationId xmlns:a16="http://schemas.microsoft.com/office/drawing/2014/main" id="{B8CC82D2-4C4A-4C67-8483-5199F97B37A7}"/>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999771" y="932104"/>
              <a:ext cx="913428" cy="1032464"/>
              <a:chOff x="999771" y="932104"/>
              <a:chExt cx="913428" cy="1032464"/>
            </a:xfrm>
          </p:grpSpPr>
          <p:grpSp>
            <p:nvGrpSpPr>
              <p:cNvPr id="15" name="Group 14">
                <a:extLst>
                  <a:ext uri="{FF2B5EF4-FFF2-40B4-BE49-F238E27FC236}">
                    <a16:creationId xmlns:a16="http://schemas.microsoft.com/office/drawing/2014/main" id="{70D2391D-AA33-4F5E-BD96-B42D93DED226}"/>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rot="8100000" flipV="1">
                <a:off x="1047457" y="1290386"/>
                <a:ext cx="865742" cy="628383"/>
                <a:chOff x="558167" y="958515"/>
                <a:chExt cx="865742" cy="628383"/>
              </a:xfrm>
              <a:solidFill>
                <a:schemeClr val="accent3"/>
              </a:solidFill>
            </p:grpSpPr>
            <p:sp>
              <p:nvSpPr>
                <p:cNvPr id="22" name="Freeform: Shape 21">
                  <a:extLst>
                    <a:ext uri="{FF2B5EF4-FFF2-40B4-BE49-F238E27FC236}">
                      <a16:creationId xmlns:a16="http://schemas.microsoft.com/office/drawing/2014/main" id="{BE166DCE-539D-4C74-9C9D-AC000BA2F8A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8100000" flipH="1">
                  <a:off x="558167" y="1122160"/>
                  <a:ext cx="464738" cy="464738"/>
                </a:xfrm>
                <a:custGeom>
                  <a:avLst/>
                  <a:gdLst>
                    <a:gd name="connsiteX0" fmla="*/ 446142 w 464738"/>
                    <a:gd name="connsiteY0" fmla="*/ 464738 h 464738"/>
                    <a:gd name="connsiteX1" fmla="*/ 130673 w 464738"/>
                    <a:gd name="connsiteY1" fmla="*/ 334066 h 464738"/>
                    <a:gd name="connsiteX2" fmla="*/ 0 w 464738"/>
                    <a:gd name="connsiteY2" fmla="*/ 18596 h 464738"/>
                    <a:gd name="connsiteX3" fmla="*/ 836 w 464738"/>
                    <a:gd name="connsiteY3" fmla="*/ 1089 h 464738"/>
                    <a:gd name="connsiteX4" fmla="*/ 606 w 464738"/>
                    <a:gd name="connsiteY4" fmla="*/ 859 h 464738"/>
                    <a:gd name="connsiteX5" fmla="*/ 848 w 464738"/>
                    <a:gd name="connsiteY5" fmla="*/ 848 h 464738"/>
                    <a:gd name="connsiteX6" fmla="*/ 859 w 464738"/>
                    <a:gd name="connsiteY6" fmla="*/ 606 h 464738"/>
                    <a:gd name="connsiteX7" fmla="*/ 1089 w 464738"/>
                    <a:gd name="connsiteY7" fmla="*/ 836 h 464738"/>
                    <a:gd name="connsiteX8" fmla="*/ 18596 w 464738"/>
                    <a:gd name="connsiteY8" fmla="*/ 0 h 464738"/>
                    <a:gd name="connsiteX9" fmla="*/ 334066 w 464738"/>
                    <a:gd name="connsiteY9" fmla="*/ 130672 h 464738"/>
                    <a:gd name="connsiteX10" fmla="*/ 464738 w 464738"/>
                    <a:gd name="connsiteY10" fmla="*/ 446142 h 464738"/>
                    <a:gd name="connsiteX11" fmla="*/ 463902 w 464738"/>
                    <a:gd name="connsiteY11" fmla="*/ 463650 h 464738"/>
                    <a:gd name="connsiteX12" fmla="*/ 464132 w 464738"/>
                    <a:gd name="connsiteY12" fmla="*/ 463880 h 464738"/>
                    <a:gd name="connsiteX13" fmla="*/ 463891 w 464738"/>
                    <a:gd name="connsiteY13" fmla="*/ 463892 h 464738"/>
                    <a:gd name="connsiteX14" fmla="*/ 463879 w 464738"/>
                    <a:gd name="connsiteY14" fmla="*/ 464132 h 464738"/>
                    <a:gd name="connsiteX15" fmla="*/ 463650 w 464738"/>
                    <a:gd name="connsiteY15" fmla="*/ 463903 h 4647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64738" h="464738">
                      <a:moveTo>
                        <a:pt x="446142" y="464738"/>
                      </a:moveTo>
                      <a:cubicBezTo>
                        <a:pt x="331965" y="464738"/>
                        <a:pt x="217787" y="421181"/>
                        <a:pt x="130673" y="334066"/>
                      </a:cubicBezTo>
                      <a:cubicBezTo>
                        <a:pt x="43558" y="246952"/>
                        <a:pt x="1" y="132774"/>
                        <a:pt x="0" y="18596"/>
                      </a:cubicBezTo>
                      <a:lnTo>
                        <a:pt x="836" y="1089"/>
                      </a:lnTo>
                      <a:lnTo>
                        <a:pt x="606" y="859"/>
                      </a:lnTo>
                      <a:lnTo>
                        <a:pt x="848" y="848"/>
                      </a:lnTo>
                      <a:lnTo>
                        <a:pt x="859" y="606"/>
                      </a:lnTo>
                      <a:lnTo>
                        <a:pt x="1089" y="836"/>
                      </a:lnTo>
                      <a:lnTo>
                        <a:pt x="18596" y="0"/>
                      </a:lnTo>
                      <a:cubicBezTo>
                        <a:pt x="132774" y="0"/>
                        <a:pt x="246951" y="43557"/>
                        <a:pt x="334066" y="130672"/>
                      </a:cubicBezTo>
                      <a:cubicBezTo>
                        <a:pt x="421181" y="217787"/>
                        <a:pt x="464738" y="331964"/>
                        <a:pt x="464738" y="446142"/>
                      </a:cubicBezTo>
                      <a:lnTo>
                        <a:pt x="463902" y="463650"/>
                      </a:lnTo>
                      <a:lnTo>
                        <a:pt x="464132" y="463880"/>
                      </a:lnTo>
                      <a:lnTo>
                        <a:pt x="463891" y="463892"/>
                      </a:lnTo>
                      <a:lnTo>
                        <a:pt x="463879" y="464132"/>
                      </a:lnTo>
                      <a:lnTo>
                        <a:pt x="463650" y="463903"/>
                      </a:lnTo>
                      <a:close/>
                    </a:path>
                  </a:pathLst>
                </a:custGeom>
                <a:solidFill>
                  <a:schemeClr val="accent4">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3" name="Freeform: Shape 22">
                  <a:extLst>
                    <a:ext uri="{FF2B5EF4-FFF2-40B4-BE49-F238E27FC236}">
                      <a16:creationId xmlns:a16="http://schemas.microsoft.com/office/drawing/2014/main" id="{DCC6BEB5-DA1F-4F9E-BA5D-8F892A0FB8F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flipH="1">
                  <a:off x="959170" y="958515"/>
                  <a:ext cx="464739" cy="464739"/>
                </a:xfrm>
                <a:custGeom>
                  <a:avLst/>
                  <a:gdLst>
                    <a:gd name="connsiteX0" fmla="*/ 464132 w 464739"/>
                    <a:gd name="connsiteY0" fmla="*/ 463881 h 464739"/>
                    <a:gd name="connsiteX1" fmla="*/ 463891 w 464739"/>
                    <a:gd name="connsiteY1" fmla="*/ 463892 h 464739"/>
                    <a:gd name="connsiteX2" fmla="*/ 463880 w 464739"/>
                    <a:gd name="connsiteY2" fmla="*/ 464132 h 464739"/>
                    <a:gd name="connsiteX3" fmla="*/ 463651 w 464739"/>
                    <a:gd name="connsiteY3" fmla="*/ 463904 h 464739"/>
                    <a:gd name="connsiteX4" fmla="*/ 446142 w 464739"/>
                    <a:gd name="connsiteY4" fmla="*/ 464739 h 464739"/>
                    <a:gd name="connsiteX5" fmla="*/ 130673 w 464739"/>
                    <a:gd name="connsiteY5" fmla="*/ 334067 h 464739"/>
                    <a:gd name="connsiteX6" fmla="*/ 0 w 464739"/>
                    <a:gd name="connsiteY6" fmla="*/ 18597 h 464739"/>
                    <a:gd name="connsiteX7" fmla="*/ 836 w 464739"/>
                    <a:gd name="connsiteY7" fmla="*/ 1089 h 464739"/>
                    <a:gd name="connsiteX8" fmla="*/ 607 w 464739"/>
                    <a:gd name="connsiteY8" fmla="*/ 859 h 464739"/>
                    <a:gd name="connsiteX9" fmla="*/ 848 w 464739"/>
                    <a:gd name="connsiteY9" fmla="*/ 848 h 464739"/>
                    <a:gd name="connsiteX10" fmla="*/ 859 w 464739"/>
                    <a:gd name="connsiteY10" fmla="*/ 607 h 464739"/>
                    <a:gd name="connsiteX11" fmla="*/ 1089 w 464739"/>
                    <a:gd name="connsiteY11" fmla="*/ 836 h 464739"/>
                    <a:gd name="connsiteX12" fmla="*/ 18597 w 464739"/>
                    <a:gd name="connsiteY12" fmla="*/ 0 h 464739"/>
                    <a:gd name="connsiteX13" fmla="*/ 334067 w 464739"/>
                    <a:gd name="connsiteY13" fmla="*/ 130672 h 464739"/>
                    <a:gd name="connsiteX14" fmla="*/ 464739 w 464739"/>
                    <a:gd name="connsiteY14" fmla="*/ 446142 h 464739"/>
                    <a:gd name="connsiteX15" fmla="*/ 463903 w 464739"/>
                    <a:gd name="connsiteY15" fmla="*/ 463652 h 464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64739" h="464739">
                      <a:moveTo>
                        <a:pt x="464132" y="463881"/>
                      </a:moveTo>
                      <a:lnTo>
                        <a:pt x="463891" y="463892"/>
                      </a:lnTo>
                      <a:lnTo>
                        <a:pt x="463880" y="464132"/>
                      </a:lnTo>
                      <a:lnTo>
                        <a:pt x="463651" y="463904"/>
                      </a:lnTo>
                      <a:lnTo>
                        <a:pt x="446142" y="464739"/>
                      </a:lnTo>
                      <a:cubicBezTo>
                        <a:pt x="331965" y="464739"/>
                        <a:pt x="217787" y="421182"/>
                        <a:pt x="130673" y="334067"/>
                      </a:cubicBezTo>
                      <a:cubicBezTo>
                        <a:pt x="43558" y="246953"/>
                        <a:pt x="1" y="132775"/>
                        <a:pt x="0" y="18597"/>
                      </a:cubicBezTo>
                      <a:lnTo>
                        <a:pt x="836" y="1089"/>
                      </a:lnTo>
                      <a:lnTo>
                        <a:pt x="607" y="859"/>
                      </a:lnTo>
                      <a:lnTo>
                        <a:pt x="848" y="848"/>
                      </a:lnTo>
                      <a:lnTo>
                        <a:pt x="859" y="607"/>
                      </a:lnTo>
                      <a:lnTo>
                        <a:pt x="1089" y="836"/>
                      </a:lnTo>
                      <a:lnTo>
                        <a:pt x="18597" y="0"/>
                      </a:lnTo>
                      <a:cubicBezTo>
                        <a:pt x="132775" y="0"/>
                        <a:pt x="246952" y="43557"/>
                        <a:pt x="334067" y="130672"/>
                      </a:cubicBezTo>
                      <a:cubicBezTo>
                        <a:pt x="421182" y="217787"/>
                        <a:pt x="464739" y="331964"/>
                        <a:pt x="464739" y="446142"/>
                      </a:cubicBezTo>
                      <a:lnTo>
                        <a:pt x="463903" y="463652"/>
                      </a:lnTo>
                      <a:close/>
                    </a:path>
                  </a:pathLst>
                </a:custGeom>
                <a:solidFill>
                  <a:schemeClr val="accent4">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grpSp>
          <p:grpSp>
            <p:nvGrpSpPr>
              <p:cNvPr id="16" name="Group 15">
                <a:extLst>
                  <a:ext uri="{FF2B5EF4-FFF2-40B4-BE49-F238E27FC236}">
                    <a16:creationId xmlns:a16="http://schemas.microsoft.com/office/drawing/2014/main" id="{C0300EB9-093C-4C32-A212-821D7AC082B4}"/>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rot="10800000" flipH="1" flipV="1">
                <a:off x="999771" y="932104"/>
                <a:ext cx="864005" cy="1032464"/>
                <a:chOff x="2207971" y="2384401"/>
                <a:chExt cx="864005" cy="1032464"/>
              </a:xfrm>
            </p:grpSpPr>
            <p:sp>
              <p:nvSpPr>
                <p:cNvPr id="17" name="Freeform: Shape 16">
                  <a:extLst>
                    <a:ext uri="{FF2B5EF4-FFF2-40B4-BE49-F238E27FC236}">
                      <a16:creationId xmlns:a16="http://schemas.microsoft.com/office/drawing/2014/main" id="{AFC97B3C-CF0E-4C93-AA39-7A677A12C50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3500000">
                  <a:off x="2207971" y="2856305"/>
                  <a:ext cx="464739" cy="464739"/>
                </a:xfrm>
                <a:custGeom>
                  <a:avLst/>
                  <a:gdLst>
                    <a:gd name="connsiteX0" fmla="*/ 464132 w 464739"/>
                    <a:gd name="connsiteY0" fmla="*/ 463881 h 464739"/>
                    <a:gd name="connsiteX1" fmla="*/ 463891 w 464739"/>
                    <a:gd name="connsiteY1" fmla="*/ 463892 h 464739"/>
                    <a:gd name="connsiteX2" fmla="*/ 463880 w 464739"/>
                    <a:gd name="connsiteY2" fmla="*/ 464132 h 464739"/>
                    <a:gd name="connsiteX3" fmla="*/ 463651 w 464739"/>
                    <a:gd name="connsiteY3" fmla="*/ 463904 h 464739"/>
                    <a:gd name="connsiteX4" fmla="*/ 446142 w 464739"/>
                    <a:gd name="connsiteY4" fmla="*/ 464739 h 464739"/>
                    <a:gd name="connsiteX5" fmla="*/ 130673 w 464739"/>
                    <a:gd name="connsiteY5" fmla="*/ 334067 h 464739"/>
                    <a:gd name="connsiteX6" fmla="*/ 0 w 464739"/>
                    <a:gd name="connsiteY6" fmla="*/ 18597 h 464739"/>
                    <a:gd name="connsiteX7" fmla="*/ 836 w 464739"/>
                    <a:gd name="connsiteY7" fmla="*/ 1089 h 464739"/>
                    <a:gd name="connsiteX8" fmla="*/ 607 w 464739"/>
                    <a:gd name="connsiteY8" fmla="*/ 859 h 464739"/>
                    <a:gd name="connsiteX9" fmla="*/ 848 w 464739"/>
                    <a:gd name="connsiteY9" fmla="*/ 848 h 464739"/>
                    <a:gd name="connsiteX10" fmla="*/ 859 w 464739"/>
                    <a:gd name="connsiteY10" fmla="*/ 607 h 464739"/>
                    <a:gd name="connsiteX11" fmla="*/ 1089 w 464739"/>
                    <a:gd name="connsiteY11" fmla="*/ 836 h 464739"/>
                    <a:gd name="connsiteX12" fmla="*/ 18597 w 464739"/>
                    <a:gd name="connsiteY12" fmla="*/ 0 h 464739"/>
                    <a:gd name="connsiteX13" fmla="*/ 334067 w 464739"/>
                    <a:gd name="connsiteY13" fmla="*/ 130672 h 464739"/>
                    <a:gd name="connsiteX14" fmla="*/ 464739 w 464739"/>
                    <a:gd name="connsiteY14" fmla="*/ 446142 h 464739"/>
                    <a:gd name="connsiteX15" fmla="*/ 463903 w 464739"/>
                    <a:gd name="connsiteY15" fmla="*/ 463652 h 464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64739" h="464739">
                      <a:moveTo>
                        <a:pt x="464132" y="463881"/>
                      </a:moveTo>
                      <a:lnTo>
                        <a:pt x="463891" y="463892"/>
                      </a:lnTo>
                      <a:lnTo>
                        <a:pt x="463880" y="464132"/>
                      </a:lnTo>
                      <a:lnTo>
                        <a:pt x="463651" y="463904"/>
                      </a:lnTo>
                      <a:lnTo>
                        <a:pt x="446142" y="464739"/>
                      </a:lnTo>
                      <a:cubicBezTo>
                        <a:pt x="331965" y="464739"/>
                        <a:pt x="217787" y="421182"/>
                        <a:pt x="130673" y="334067"/>
                      </a:cubicBezTo>
                      <a:cubicBezTo>
                        <a:pt x="43558" y="246953"/>
                        <a:pt x="1" y="132775"/>
                        <a:pt x="0" y="18597"/>
                      </a:cubicBezTo>
                      <a:lnTo>
                        <a:pt x="836" y="1089"/>
                      </a:lnTo>
                      <a:lnTo>
                        <a:pt x="607" y="859"/>
                      </a:lnTo>
                      <a:lnTo>
                        <a:pt x="848" y="848"/>
                      </a:lnTo>
                      <a:lnTo>
                        <a:pt x="859" y="607"/>
                      </a:lnTo>
                      <a:lnTo>
                        <a:pt x="1089" y="836"/>
                      </a:lnTo>
                      <a:lnTo>
                        <a:pt x="18597" y="0"/>
                      </a:lnTo>
                      <a:cubicBezTo>
                        <a:pt x="132775" y="0"/>
                        <a:pt x="246952" y="43557"/>
                        <a:pt x="334067" y="130672"/>
                      </a:cubicBezTo>
                      <a:cubicBezTo>
                        <a:pt x="421182" y="217787"/>
                        <a:pt x="464739" y="331964"/>
                        <a:pt x="464739" y="446142"/>
                      </a:cubicBezTo>
                      <a:lnTo>
                        <a:pt x="463903" y="463652"/>
                      </a:lnTo>
                      <a:close/>
                    </a:path>
                  </a:pathLst>
                </a:cu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8" name="Freeform: Shape 17">
                  <a:extLst>
                    <a:ext uri="{FF2B5EF4-FFF2-40B4-BE49-F238E27FC236}">
                      <a16:creationId xmlns:a16="http://schemas.microsoft.com/office/drawing/2014/main" id="{0943F14E-6185-4A31-8318-2088A05F5C9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2607238" y="2688467"/>
                  <a:ext cx="464738" cy="464738"/>
                </a:xfrm>
                <a:custGeom>
                  <a:avLst/>
                  <a:gdLst>
                    <a:gd name="connsiteX0" fmla="*/ 446142 w 464738"/>
                    <a:gd name="connsiteY0" fmla="*/ 464738 h 464738"/>
                    <a:gd name="connsiteX1" fmla="*/ 130673 w 464738"/>
                    <a:gd name="connsiteY1" fmla="*/ 334066 h 464738"/>
                    <a:gd name="connsiteX2" fmla="*/ 0 w 464738"/>
                    <a:gd name="connsiteY2" fmla="*/ 18596 h 464738"/>
                    <a:gd name="connsiteX3" fmla="*/ 836 w 464738"/>
                    <a:gd name="connsiteY3" fmla="*/ 1089 h 464738"/>
                    <a:gd name="connsiteX4" fmla="*/ 606 w 464738"/>
                    <a:gd name="connsiteY4" fmla="*/ 859 h 464738"/>
                    <a:gd name="connsiteX5" fmla="*/ 848 w 464738"/>
                    <a:gd name="connsiteY5" fmla="*/ 848 h 464738"/>
                    <a:gd name="connsiteX6" fmla="*/ 859 w 464738"/>
                    <a:gd name="connsiteY6" fmla="*/ 606 h 464738"/>
                    <a:gd name="connsiteX7" fmla="*/ 1089 w 464738"/>
                    <a:gd name="connsiteY7" fmla="*/ 836 h 464738"/>
                    <a:gd name="connsiteX8" fmla="*/ 18596 w 464738"/>
                    <a:gd name="connsiteY8" fmla="*/ 0 h 464738"/>
                    <a:gd name="connsiteX9" fmla="*/ 334066 w 464738"/>
                    <a:gd name="connsiteY9" fmla="*/ 130672 h 464738"/>
                    <a:gd name="connsiteX10" fmla="*/ 464738 w 464738"/>
                    <a:gd name="connsiteY10" fmla="*/ 446142 h 464738"/>
                    <a:gd name="connsiteX11" fmla="*/ 463902 w 464738"/>
                    <a:gd name="connsiteY11" fmla="*/ 463650 h 464738"/>
                    <a:gd name="connsiteX12" fmla="*/ 464132 w 464738"/>
                    <a:gd name="connsiteY12" fmla="*/ 463880 h 464738"/>
                    <a:gd name="connsiteX13" fmla="*/ 463891 w 464738"/>
                    <a:gd name="connsiteY13" fmla="*/ 463892 h 464738"/>
                    <a:gd name="connsiteX14" fmla="*/ 463879 w 464738"/>
                    <a:gd name="connsiteY14" fmla="*/ 464132 h 464738"/>
                    <a:gd name="connsiteX15" fmla="*/ 463650 w 464738"/>
                    <a:gd name="connsiteY15" fmla="*/ 463903 h 4647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64738" h="464738">
                      <a:moveTo>
                        <a:pt x="446142" y="464738"/>
                      </a:moveTo>
                      <a:cubicBezTo>
                        <a:pt x="331965" y="464738"/>
                        <a:pt x="217787" y="421181"/>
                        <a:pt x="130673" y="334066"/>
                      </a:cubicBezTo>
                      <a:cubicBezTo>
                        <a:pt x="43558" y="246952"/>
                        <a:pt x="1" y="132774"/>
                        <a:pt x="0" y="18596"/>
                      </a:cubicBezTo>
                      <a:lnTo>
                        <a:pt x="836" y="1089"/>
                      </a:lnTo>
                      <a:lnTo>
                        <a:pt x="606" y="859"/>
                      </a:lnTo>
                      <a:lnTo>
                        <a:pt x="848" y="848"/>
                      </a:lnTo>
                      <a:lnTo>
                        <a:pt x="859" y="606"/>
                      </a:lnTo>
                      <a:lnTo>
                        <a:pt x="1089" y="836"/>
                      </a:lnTo>
                      <a:lnTo>
                        <a:pt x="18596" y="0"/>
                      </a:lnTo>
                      <a:cubicBezTo>
                        <a:pt x="132774" y="0"/>
                        <a:pt x="246951" y="43557"/>
                        <a:pt x="334066" y="130672"/>
                      </a:cubicBezTo>
                      <a:cubicBezTo>
                        <a:pt x="421181" y="217787"/>
                        <a:pt x="464738" y="331964"/>
                        <a:pt x="464738" y="446142"/>
                      </a:cubicBezTo>
                      <a:lnTo>
                        <a:pt x="463902" y="463650"/>
                      </a:lnTo>
                      <a:lnTo>
                        <a:pt x="464132" y="463880"/>
                      </a:lnTo>
                      <a:lnTo>
                        <a:pt x="463891" y="463892"/>
                      </a:lnTo>
                      <a:lnTo>
                        <a:pt x="463879" y="464132"/>
                      </a:lnTo>
                      <a:lnTo>
                        <a:pt x="463650" y="463903"/>
                      </a:lnTo>
                      <a:close/>
                    </a:path>
                  </a:pathLst>
                </a:cu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nvGrpSpPr>
                <p:cNvPr id="19" name="Group 18">
                  <a:extLst>
                    <a:ext uri="{FF2B5EF4-FFF2-40B4-BE49-F238E27FC236}">
                      <a16:creationId xmlns:a16="http://schemas.microsoft.com/office/drawing/2014/main" id="{F3B56658-371E-446B-B30D-D4EA2A88A973}"/>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2440769" y="2384401"/>
                  <a:ext cx="313009" cy="1032464"/>
                  <a:chOff x="2440769" y="2384401"/>
                  <a:chExt cx="313009" cy="1032464"/>
                </a:xfrm>
              </p:grpSpPr>
              <p:cxnSp>
                <p:nvCxnSpPr>
                  <p:cNvPr id="20" name="Straight Connector 19">
                    <a:extLst>
                      <a:ext uri="{FF2B5EF4-FFF2-40B4-BE49-F238E27FC236}">
                        <a16:creationId xmlns:a16="http://schemas.microsoft.com/office/drawing/2014/main" id="{068979FB-2943-4091-A490-D9F8695DF0D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rot="10800000" flipH="1">
                    <a:off x="2440769" y="2516865"/>
                    <a:ext cx="0" cy="900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B378C39C-3FC0-4521-8336-33A86391920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rot="8100000" flipH="1">
                    <a:off x="2753778" y="2384401"/>
                    <a:ext cx="0" cy="900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grpSp>
        <p:grpSp>
          <p:nvGrpSpPr>
            <p:cNvPr id="12" name="Group 11">
              <a:extLst>
                <a:ext uri="{FF2B5EF4-FFF2-40B4-BE49-F238E27FC236}">
                  <a16:creationId xmlns:a16="http://schemas.microsoft.com/office/drawing/2014/main" id="{72C6951D-2EAF-4333-B8A8-F473DC3BDF44}"/>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1437136" y="649304"/>
              <a:ext cx="388541" cy="388541"/>
              <a:chOff x="5752675" y="5440856"/>
              <a:chExt cx="388541" cy="388541"/>
            </a:xfrm>
          </p:grpSpPr>
          <p:sp>
            <p:nvSpPr>
              <p:cNvPr id="13" name="Oval 12">
                <a:extLst>
                  <a:ext uri="{FF2B5EF4-FFF2-40B4-BE49-F238E27FC236}">
                    <a16:creationId xmlns:a16="http://schemas.microsoft.com/office/drawing/2014/main" id="{63E77698-5758-433A-9DF3-3BE43B6FBDA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5800801" y="5488982"/>
                <a:ext cx="340415" cy="340415"/>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4" name="Oval 13">
                <a:extLst>
                  <a:ext uri="{FF2B5EF4-FFF2-40B4-BE49-F238E27FC236}">
                    <a16:creationId xmlns:a16="http://schemas.microsoft.com/office/drawing/2014/main" id="{FF47FF7F-75A9-438D-8BA7-428BF76974C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52675" y="5440856"/>
                <a:ext cx="340415" cy="340415"/>
              </a:xfrm>
              <a:prstGeom prst="ellipse">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grpSp>
      <p:sp>
        <p:nvSpPr>
          <p:cNvPr id="3" name="TextBox 2">
            <a:extLst>
              <a:ext uri="{FF2B5EF4-FFF2-40B4-BE49-F238E27FC236}">
                <a16:creationId xmlns:a16="http://schemas.microsoft.com/office/drawing/2014/main" id="{E1B3EC78-AF07-8A37-B218-94DF35BE2087}"/>
              </a:ext>
            </a:extLst>
          </p:cNvPr>
          <p:cNvSpPr txBox="1"/>
          <p:nvPr/>
        </p:nvSpPr>
        <p:spPr>
          <a:xfrm>
            <a:off x="9486900" y="5443538"/>
            <a:ext cx="184731" cy="369332"/>
          </a:xfrm>
          <a:prstGeom prst="rect">
            <a:avLst/>
          </a:prstGeom>
          <a:noFill/>
        </p:spPr>
        <p:txBody>
          <a:bodyPr wrap="none" rtlCol="0">
            <a:spAutoFit/>
          </a:bodyPr>
          <a:lstStyle/>
          <a:p>
            <a:endParaRPr lang="en-BD" dirty="0"/>
          </a:p>
        </p:txBody>
      </p:sp>
      <p:sp>
        <p:nvSpPr>
          <p:cNvPr id="25" name="TextBox 24">
            <a:extLst>
              <a:ext uri="{FF2B5EF4-FFF2-40B4-BE49-F238E27FC236}">
                <a16:creationId xmlns:a16="http://schemas.microsoft.com/office/drawing/2014/main" id="{D856AD59-8AD1-B85F-4827-7B31CC175126}"/>
              </a:ext>
            </a:extLst>
          </p:cNvPr>
          <p:cNvSpPr txBox="1"/>
          <p:nvPr/>
        </p:nvSpPr>
        <p:spPr>
          <a:xfrm>
            <a:off x="2187635" y="1319164"/>
            <a:ext cx="6096000" cy="523220"/>
          </a:xfrm>
          <a:prstGeom prst="rect">
            <a:avLst/>
          </a:prstGeom>
          <a:noFill/>
        </p:spPr>
        <p:txBody>
          <a:bodyPr wrap="square">
            <a:spAutoFit/>
          </a:bodyPr>
          <a:lstStyle/>
          <a:p>
            <a:r>
              <a:rPr lang="en-US" sz="2800" dirty="0">
                <a:solidFill>
                  <a:srgbClr val="FFFF00"/>
                </a:solidFill>
                <a:latin typeface="Arial Rounded MT Bold" panose="020F0704030504030204" pitchFamily="34" charset="0"/>
              </a:rPr>
              <a:t>Critical Path Analysis </a:t>
            </a:r>
          </a:p>
        </p:txBody>
      </p:sp>
      <p:grpSp>
        <p:nvGrpSpPr>
          <p:cNvPr id="5" name="Group 3">
            <a:extLst>
              <a:ext uri="{FF2B5EF4-FFF2-40B4-BE49-F238E27FC236}">
                <a16:creationId xmlns:a16="http://schemas.microsoft.com/office/drawing/2014/main" id="{9EF9C62D-21EC-A05B-678D-09881909D75F}"/>
              </a:ext>
            </a:extLst>
          </p:cNvPr>
          <p:cNvGrpSpPr>
            <a:grpSpLocks/>
          </p:cNvGrpSpPr>
          <p:nvPr/>
        </p:nvGrpSpPr>
        <p:grpSpPr bwMode="auto">
          <a:xfrm>
            <a:off x="3027417" y="2047210"/>
            <a:ext cx="6096000" cy="1569689"/>
            <a:chOff x="1027" y="1642"/>
            <a:chExt cx="3677" cy="836"/>
          </a:xfrm>
        </p:grpSpPr>
        <p:sp>
          <p:nvSpPr>
            <p:cNvPr id="7" name="Text Box 4">
              <a:extLst>
                <a:ext uri="{FF2B5EF4-FFF2-40B4-BE49-F238E27FC236}">
                  <a16:creationId xmlns:a16="http://schemas.microsoft.com/office/drawing/2014/main" id="{6AEC2EB2-ACB1-D3A8-0738-7DFBC8F7874C}"/>
                </a:ext>
              </a:extLst>
            </p:cNvPr>
            <p:cNvSpPr txBox="1">
              <a:spLocks noChangeArrowheads="1"/>
            </p:cNvSpPr>
            <p:nvPr/>
          </p:nvSpPr>
          <p:spPr bwMode="auto">
            <a:xfrm>
              <a:off x="1027" y="1867"/>
              <a:ext cx="1067"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eaLnBrk="1" hangingPunct="1">
                <a:spcBef>
                  <a:spcPct val="50000"/>
                </a:spcBef>
              </a:pPr>
              <a:endParaRPr lang="en-GB" altLang="en-US" sz="2400">
                <a:latin typeface="Arial Nova" panose="020B0504020202020204" pitchFamily="34" charset="0"/>
              </a:endParaRPr>
            </a:p>
          </p:txBody>
        </p:sp>
        <p:sp>
          <p:nvSpPr>
            <p:cNvPr id="9" name="Rectangle 5">
              <a:extLst>
                <a:ext uri="{FF2B5EF4-FFF2-40B4-BE49-F238E27FC236}">
                  <a16:creationId xmlns:a16="http://schemas.microsoft.com/office/drawing/2014/main" id="{E07F881F-2660-B8BD-EE97-601BAE788256}"/>
                </a:ext>
              </a:extLst>
            </p:cNvPr>
            <p:cNvSpPr>
              <a:spLocks noChangeArrowheads="1"/>
            </p:cNvSpPr>
            <p:nvPr/>
          </p:nvSpPr>
          <p:spPr bwMode="auto">
            <a:xfrm>
              <a:off x="1086" y="1867"/>
              <a:ext cx="1363" cy="611"/>
            </a:xfrm>
            <a:prstGeom prst="rect">
              <a:avLst/>
            </a:prstGeom>
            <a:solidFill>
              <a:srgbClr val="FFFF00"/>
            </a:solidFill>
            <a:ln w="12700" cap="sq">
              <a:solidFill>
                <a:schemeClr val="tx1"/>
              </a:solidFill>
              <a:miter lim="800000"/>
              <a:headEnd type="none" w="sm" len="sm"/>
              <a:tailEnd type="none" w="sm" len="sm"/>
            </a:ln>
            <a:effectLst>
              <a:outerShdw dist="35921" dir="2700000" algn="ctr" rotWithShape="0">
                <a:schemeClr val="bg2"/>
              </a:outerShdw>
            </a:effectLst>
          </p:spPr>
          <p:txBody>
            <a:bodyPr wrap="none" anchor="ct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algn="ctr" eaLnBrk="1" hangingPunct="1"/>
              <a:r>
                <a:rPr lang="en-US" altLang="en-US" sz="3600" b="1" dirty="0">
                  <a:solidFill>
                    <a:schemeClr val="bg1"/>
                  </a:solidFill>
                  <a:latin typeface="Arial Nova" panose="020B0504020202020204" pitchFamily="34" charset="0"/>
                </a:rPr>
                <a:t>H, 16</a:t>
              </a:r>
              <a:endParaRPr lang="en-US" altLang="en-US" sz="4000" dirty="0">
                <a:solidFill>
                  <a:schemeClr val="bg1"/>
                </a:solidFill>
                <a:latin typeface="Arial Nova" panose="020B0504020202020204" pitchFamily="34" charset="0"/>
              </a:endParaRPr>
            </a:p>
          </p:txBody>
        </p:sp>
        <p:sp>
          <p:nvSpPr>
            <p:cNvPr id="24" name="Text Box 6">
              <a:extLst>
                <a:ext uri="{FF2B5EF4-FFF2-40B4-BE49-F238E27FC236}">
                  <a16:creationId xmlns:a16="http://schemas.microsoft.com/office/drawing/2014/main" id="{FF0EBC21-45C9-932B-DFF2-2E76BDF37AB8}"/>
                </a:ext>
              </a:extLst>
            </p:cNvPr>
            <p:cNvSpPr txBox="1">
              <a:spLocks noChangeArrowheads="1"/>
            </p:cNvSpPr>
            <p:nvPr/>
          </p:nvSpPr>
          <p:spPr bwMode="auto">
            <a:xfrm>
              <a:off x="1114" y="1642"/>
              <a:ext cx="322" cy="2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eaLnBrk="1" hangingPunct="1"/>
              <a:r>
                <a:rPr lang="en-US" altLang="en-US" sz="2400" b="1" dirty="0">
                  <a:latin typeface="Arial Nova" panose="020B0504020202020204" pitchFamily="34" charset="0"/>
                </a:rPr>
                <a:t>10</a:t>
              </a:r>
              <a:endParaRPr lang="en-US" altLang="en-US" sz="3600" dirty="0">
                <a:latin typeface="Arial Nova" panose="020B0504020202020204" pitchFamily="34" charset="0"/>
              </a:endParaRPr>
            </a:p>
          </p:txBody>
        </p:sp>
        <p:sp>
          <p:nvSpPr>
            <p:cNvPr id="33" name="Text Box 14">
              <a:extLst>
                <a:ext uri="{FF2B5EF4-FFF2-40B4-BE49-F238E27FC236}">
                  <a16:creationId xmlns:a16="http://schemas.microsoft.com/office/drawing/2014/main" id="{07F2643A-DCB9-BCEB-ECF6-A143CB741896}"/>
                </a:ext>
              </a:extLst>
            </p:cNvPr>
            <p:cNvSpPr txBox="1">
              <a:spLocks noChangeArrowheads="1"/>
            </p:cNvSpPr>
            <p:nvPr/>
          </p:nvSpPr>
          <p:spPr bwMode="auto">
            <a:xfrm>
              <a:off x="3282" y="1867"/>
              <a:ext cx="1067"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eaLnBrk="1" hangingPunct="1">
                <a:spcBef>
                  <a:spcPct val="50000"/>
                </a:spcBef>
              </a:pPr>
              <a:endParaRPr lang="en-GB" altLang="en-US" sz="2400">
                <a:latin typeface="Arial Nova" panose="020B0504020202020204" pitchFamily="34" charset="0"/>
              </a:endParaRPr>
            </a:p>
          </p:txBody>
        </p:sp>
        <p:sp>
          <p:nvSpPr>
            <p:cNvPr id="34" name="Rectangle 15">
              <a:extLst>
                <a:ext uri="{FF2B5EF4-FFF2-40B4-BE49-F238E27FC236}">
                  <a16:creationId xmlns:a16="http://schemas.microsoft.com/office/drawing/2014/main" id="{8E57F07E-A35A-93A1-EACB-0511A15AE6A8}"/>
                </a:ext>
              </a:extLst>
            </p:cNvPr>
            <p:cNvSpPr>
              <a:spLocks noChangeArrowheads="1"/>
            </p:cNvSpPr>
            <p:nvPr/>
          </p:nvSpPr>
          <p:spPr bwMode="auto">
            <a:xfrm>
              <a:off x="3341" y="1867"/>
              <a:ext cx="1363" cy="611"/>
            </a:xfrm>
            <a:prstGeom prst="rect">
              <a:avLst/>
            </a:prstGeom>
            <a:solidFill>
              <a:srgbClr val="FFFF00"/>
            </a:solidFill>
            <a:ln w="12700" cap="sq">
              <a:solidFill>
                <a:schemeClr val="tx1"/>
              </a:solidFill>
              <a:miter lim="800000"/>
              <a:headEnd type="none" w="sm" len="sm"/>
              <a:tailEnd type="none" w="sm" len="sm"/>
            </a:ln>
            <a:effectLst>
              <a:outerShdw dist="35921" dir="2700000" algn="ctr" rotWithShape="0">
                <a:schemeClr val="bg2"/>
              </a:outerShdw>
            </a:effectLst>
          </p:spPr>
          <p:txBody>
            <a:bodyPr wrap="none" anchor="ct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algn="ctr"/>
              <a:r>
                <a:rPr lang="en-US" altLang="en-US" sz="3600" b="1" dirty="0">
                  <a:solidFill>
                    <a:schemeClr val="bg1"/>
                  </a:solidFill>
                  <a:latin typeface="Arial Nova" panose="020B0504020202020204" pitchFamily="34" charset="0"/>
                </a:rPr>
                <a:t>I, 4</a:t>
              </a:r>
              <a:endParaRPr lang="en-US" altLang="en-US" sz="4000" dirty="0">
                <a:solidFill>
                  <a:schemeClr val="bg1"/>
                </a:solidFill>
                <a:latin typeface="Arial Nova" panose="020B0504020202020204" pitchFamily="34" charset="0"/>
              </a:endParaRPr>
            </a:p>
          </p:txBody>
        </p:sp>
        <p:sp>
          <p:nvSpPr>
            <p:cNvPr id="43" name="Line 24">
              <a:extLst>
                <a:ext uri="{FF2B5EF4-FFF2-40B4-BE49-F238E27FC236}">
                  <a16:creationId xmlns:a16="http://schemas.microsoft.com/office/drawing/2014/main" id="{4596C38F-1B88-2C15-F291-91C4063B7E5A}"/>
                </a:ext>
              </a:extLst>
            </p:cNvPr>
            <p:cNvSpPr>
              <a:spLocks noChangeShapeType="1"/>
            </p:cNvSpPr>
            <p:nvPr/>
          </p:nvSpPr>
          <p:spPr bwMode="auto">
            <a:xfrm>
              <a:off x="2497" y="2162"/>
              <a:ext cx="767"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BD">
                <a:latin typeface="Arial Nova" panose="020B0504020202020204" pitchFamily="34" charset="0"/>
              </a:endParaRPr>
            </a:p>
          </p:txBody>
        </p:sp>
      </p:grpSp>
      <p:sp>
        <p:nvSpPr>
          <p:cNvPr id="46" name="Text Box 6">
            <a:extLst>
              <a:ext uri="{FF2B5EF4-FFF2-40B4-BE49-F238E27FC236}">
                <a16:creationId xmlns:a16="http://schemas.microsoft.com/office/drawing/2014/main" id="{F8DF97AD-3153-B113-4B72-2AAC93C5B5DA}"/>
              </a:ext>
            </a:extLst>
          </p:cNvPr>
          <p:cNvSpPr txBox="1">
            <a:spLocks noChangeArrowheads="1"/>
          </p:cNvSpPr>
          <p:nvPr/>
        </p:nvSpPr>
        <p:spPr bwMode="auto">
          <a:xfrm>
            <a:off x="4936808" y="2022560"/>
            <a:ext cx="53412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eaLnBrk="1" hangingPunct="1"/>
            <a:r>
              <a:rPr lang="en-US" altLang="en-US" sz="2400" b="1" dirty="0">
                <a:latin typeface="Arial Nova" panose="020B0504020202020204" pitchFamily="34" charset="0"/>
              </a:rPr>
              <a:t>26</a:t>
            </a:r>
            <a:endParaRPr lang="en-US" altLang="en-US" sz="3600" dirty="0">
              <a:latin typeface="Arial Nova" panose="020B0504020202020204" pitchFamily="34" charset="0"/>
            </a:endParaRPr>
          </a:p>
        </p:txBody>
      </p:sp>
      <p:sp>
        <p:nvSpPr>
          <p:cNvPr id="47" name="Text Box 6">
            <a:extLst>
              <a:ext uri="{FF2B5EF4-FFF2-40B4-BE49-F238E27FC236}">
                <a16:creationId xmlns:a16="http://schemas.microsoft.com/office/drawing/2014/main" id="{1A44C4CD-88B2-9B5A-8111-CB0C321CE588}"/>
              </a:ext>
            </a:extLst>
          </p:cNvPr>
          <p:cNvSpPr txBox="1">
            <a:spLocks noChangeArrowheads="1"/>
          </p:cNvSpPr>
          <p:nvPr/>
        </p:nvSpPr>
        <p:spPr bwMode="auto">
          <a:xfrm>
            <a:off x="3171879" y="3595752"/>
            <a:ext cx="53412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eaLnBrk="1" hangingPunct="1"/>
            <a:r>
              <a:rPr lang="en-US" altLang="en-US" sz="2400" b="1" dirty="0">
                <a:latin typeface="Arial Nova" panose="020B0504020202020204" pitchFamily="34" charset="0"/>
              </a:rPr>
              <a:t>10</a:t>
            </a:r>
            <a:endParaRPr lang="en-US" altLang="en-US" sz="3600" dirty="0">
              <a:latin typeface="Arial Nova" panose="020B0504020202020204" pitchFamily="34" charset="0"/>
            </a:endParaRPr>
          </a:p>
        </p:txBody>
      </p:sp>
      <p:sp>
        <p:nvSpPr>
          <p:cNvPr id="48" name="Text Box 6">
            <a:extLst>
              <a:ext uri="{FF2B5EF4-FFF2-40B4-BE49-F238E27FC236}">
                <a16:creationId xmlns:a16="http://schemas.microsoft.com/office/drawing/2014/main" id="{E10BD1BA-56B0-05A5-D1CF-792A159B043B}"/>
              </a:ext>
            </a:extLst>
          </p:cNvPr>
          <p:cNvSpPr txBox="1">
            <a:spLocks noChangeArrowheads="1"/>
          </p:cNvSpPr>
          <p:nvPr/>
        </p:nvSpPr>
        <p:spPr bwMode="auto">
          <a:xfrm>
            <a:off x="4863917" y="3595752"/>
            <a:ext cx="53412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eaLnBrk="1" hangingPunct="1"/>
            <a:r>
              <a:rPr lang="en-US" altLang="en-US" sz="2400" b="1" dirty="0">
                <a:solidFill>
                  <a:srgbClr val="FF9966"/>
                </a:solidFill>
                <a:latin typeface="Arial Nova" panose="020B0504020202020204" pitchFamily="34" charset="0"/>
              </a:rPr>
              <a:t>26</a:t>
            </a:r>
            <a:endParaRPr lang="en-US" altLang="en-US" sz="3600" dirty="0">
              <a:solidFill>
                <a:srgbClr val="FF9966"/>
              </a:solidFill>
              <a:latin typeface="Arial Nova" panose="020B0504020202020204" pitchFamily="34" charset="0"/>
            </a:endParaRPr>
          </a:p>
        </p:txBody>
      </p:sp>
      <p:sp>
        <p:nvSpPr>
          <p:cNvPr id="49" name="Rectangle 15">
            <a:extLst>
              <a:ext uri="{FF2B5EF4-FFF2-40B4-BE49-F238E27FC236}">
                <a16:creationId xmlns:a16="http://schemas.microsoft.com/office/drawing/2014/main" id="{C2BD4A45-1587-F196-8D93-819BEF248F51}"/>
              </a:ext>
            </a:extLst>
          </p:cNvPr>
          <p:cNvSpPr>
            <a:spLocks noChangeArrowheads="1"/>
          </p:cNvSpPr>
          <p:nvPr/>
        </p:nvSpPr>
        <p:spPr bwMode="auto">
          <a:xfrm>
            <a:off x="6856547" y="4656715"/>
            <a:ext cx="2259681" cy="1147225"/>
          </a:xfrm>
          <a:prstGeom prst="rect">
            <a:avLst/>
          </a:prstGeom>
          <a:solidFill>
            <a:srgbClr val="FFFF00"/>
          </a:solidFill>
          <a:ln w="12700" cap="sq">
            <a:solidFill>
              <a:schemeClr val="tx1"/>
            </a:solidFill>
            <a:miter lim="800000"/>
            <a:headEnd type="none" w="sm" len="sm"/>
            <a:tailEnd type="none" w="sm" len="sm"/>
          </a:ln>
          <a:effectLst>
            <a:outerShdw dist="35921" dir="2700000" algn="ctr" rotWithShape="0">
              <a:schemeClr val="bg2"/>
            </a:outerShdw>
          </a:effectLst>
        </p:spPr>
        <p:txBody>
          <a:bodyPr wrap="none" anchor="ct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algn="ctr"/>
            <a:r>
              <a:rPr lang="en-US" altLang="en-US" sz="3600" b="1" dirty="0">
                <a:solidFill>
                  <a:schemeClr val="bg1"/>
                </a:solidFill>
                <a:latin typeface="Arial Nova" panose="020B0504020202020204" pitchFamily="34" charset="0"/>
              </a:rPr>
              <a:t>J, 8</a:t>
            </a:r>
            <a:endParaRPr lang="en-US" altLang="en-US" sz="4000" dirty="0">
              <a:solidFill>
                <a:schemeClr val="bg1"/>
              </a:solidFill>
              <a:latin typeface="Arial Nova" panose="020B0504020202020204" pitchFamily="34" charset="0"/>
            </a:endParaRPr>
          </a:p>
        </p:txBody>
      </p:sp>
      <p:sp>
        <p:nvSpPr>
          <p:cNvPr id="50" name="Text Box 6">
            <a:extLst>
              <a:ext uri="{FF2B5EF4-FFF2-40B4-BE49-F238E27FC236}">
                <a16:creationId xmlns:a16="http://schemas.microsoft.com/office/drawing/2014/main" id="{510BE6A1-5EB6-0405-450C-5078F3B67CEA}"/>
              </a:ext>
            </a:extLst>
          </p:cNvPr>
          <p:cNvSpPr txBox="1">
            <a:spLocks noChangeArrowheads="1"/>
          </p:cNvSpPr>
          <p:nvPr/>
        </p:nvSpPr>
        <p:spPr bwMode="auto">
          <a:xfrm>
            <a:off x="6823246" y="4209601"/>
            <a:ext cx="53412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eaLnBrk="1" hangingPunct="1"/>
            <a:r>
              <a:rPr lang="en-US" altLang="en-US" sz="2400" b="1" dirty="0">
                <a:latin typeface="Arial Nova" panose="020B0504020202020204" pitchFamily="34" charset="0"/>
              </a:rPr>
              <a:t>26</a:t>
            </a:r>
            <a:endParaRPr lang="en-US" altLang="en-US" sz="3600" dirty="0">
              <a:latin typeface="Arial Nova" panose="020B0504020202020204" pitchFamily="34" charset="0"/>
            </a:endParaRPr>
          </a:p>
        </p:txBody>
      </p:sp>
      <p:sp>
        <p:nvSpPr>
          <p:cNvPr id="51" name="Text Box 6">
            <a:extLst>
              <a:ext uri="{FF2B5EF4-FFF2-40B4-BE49-F238E27FC236}">
                <a16:creationId xmlns:a16="http://schemas.microsoft.com/office/drawing/2014/main" id="{FF699762-7415-FDE8-4017-40BE7B44A561}"/>
              </a:ext>
            </a:extLst>
          </p:cNvPr>
          <p:cNvSpPr txBox="1">
            <a:spLocks noChangeArrowheads="1"/>
          </p:cNvSpPr>
          <p:nvPr/>
        </p:nvSpPr>
        <p:spPr bwMode="auto">
          <a:xfrm>
            <a:off x="8682596" y="4224152"/>
            <a:ext cx="53412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eaLnBrk="1" hangingPunct="1"/>
            <a:r>
              <a:rPr lang="en-US" altLang="en-US" sz="2400" b="1" dirty="0">
                <a:latin typeface="Arial Nova" panose="020B0504020202020204" pitchFamily="34" charset="0"/>
              </a:rPr>
              <a:t>34</a:t>
            </a:r>
            <a:endParaRPr lang="en-US" altLang="en-US" sz="3600" dirty="0">
              <a:latin typeface="Arial Nova" panose="020B0504020202020204" pitchFamily="34" charset="0"/>
            </a:endParaRPr>
          </a:p>
        </p:txBody>
      </p:sp>
      <p:sp>
        <p:nvSpPr>
          <p:cNvPr id="52" name="Text Box 6">
            <a:extLst>
              <a:ext uri="{FF2B5EF4-FFF2-40B4-BE49-F238E27FC236}">
                <a16:creationId xmlns:a16="http://schemas.microsoft.com/office/drawing/2014/main" id="{3CD6A51B-7587-888D-6371-E14D9F19D0E2}"/>
              </a:ext>
            </a:extLst>
          </p:cNvPr>
          <p:cNvSpPr txBox="1">
            <a:spLocks noChangeArrowheads="1"/>
          </p:cNvSpPr>
          <p:nvPr/>
        </p:nvSpPr>
        <p:spPr bwMode="auto">
          <a:xfrm>
            <a:off x="6833226" y="5774838"/>
            <a:ext cx="53412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eaLnBrk="1" hangingPunct="1"/>
            <a:r>
              <a:rPr lang="en-US" altLang="en-US" sz="2400" b="1" dirty="0">
                <a:latin typeface="Arial Nova" panose="020B0504020202020204" pitchFamily="34" charset="0"/>
              </a:rPr>
              <a:t>26</a:t>
            </a:r>
            <a:endParaRPr lang="en-US" altLang="en-US" sz="3600" dirty="0">
              <a:latin typeface="Arial Nova" panose="020B0504020202020204" pitchFamily="34" charset="0"/>
            </a:endParaRPr>
          </a:p>
        </p:txBody>
      </p:sp>
      <p:sp>
        <p:nvSpPr>
          <p:cNvPr id="53" name="Text Box 6">
            <a:extLst>
              <a:ext uri="{FF2B5EF4-FFF2-40B4-BE49-F238E27FC236}">
                <a16:creationId xmlns:a16="http://schemas.microsoft.com/office/drawing/2014/main" id="{3836A8C7-59E4-0C0E-B60E-EBCD866247FB}"/>
              </a:ext>
            </a:extLst>
          </p:cNvPr>
          <p:cNvSpPr txBox="1">
            <a:spLocks noChangeArrowheads="1"/>
          </p:cNvSpPr>
          <p:nvPr/>
        </p:nvSpPr>
        <p:spPr bwMode="auto">
          <a:xfrm>
            <a:off x="8632351" y="5789389"/>
            <a:ext cx="53412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eaLnBrk="1" hangingPunct="1"/>
            <a:r>
              <a:rPr lang="en-US" altLang="en-US" sz="2400" b="1" dirty="0">
                <a:latin typeface="Arial Nova" panose="020B0504020202020204" pitchFamily="34" charset="0"/>
              </a:rPr>
              <a:t>34</a:t>
            </a:r>
            <a:endParaRPr lang="en-US" altLang="en-US" sz="3600" dirty="0">
              <a:latin typeface="Arial Nova" panose="020B0504020202020204" pitchFamily="34" charset="0"/>
            </a:endParaRPr>
          </a:p>
        </p:txBody>
      </p:sp>
      <p:sp>
        <p:nvSpPr>
          <p:cNvPr id="54" name="Line 24">
            <a:extLst>
              <a:ext uri="{FF2B5EF4-FFF2-40B4-BE49-F238E27FC236}">
                <a16:creationId xmlns:a16="http://schemas.microsoft.com/office/drawing/2014/main" id="{AA9C4EBA-D53E-8229-FB84-C2395F645E50}"/>
              </a:ext>
            </a:extLst>
          </p:cNvPr>
          <p:cNvSpPr>
            <a:spLocks noChangeShapeType="1"/>
          </p:cNvSpPr>
          <p:nvPr/>
        </p:nvSpPr>
        <p:spPr bwMode="auto">
          <a:xfrm flipH="1" flipV="1">
            <a:off x="5464490" y="3098899"/>
            <a:ext cx="1329473" cy="2087820"/>
          </a:xfrm>
          <a:prstGeom prst="line">
            <a:avLst/>
          </a:prstGeom>
          <a:noFill/>
          <a:ln w="38100">
            <a:solidFill>
              <a:schemeClr val="tx1"/>
            </a:solidFill>
            <a:round/>
            <a:headEnd type="arrow" w="sm" len="sm"/>
            <a:tailEnd type="none" w="sm" len="sm"/>
          </a:ln>
          <a:extLst>
            <a:ext uri="{909E8E84-426E-40DD-AFC4-6F175D3DCCD1}">
              <a14:hiddenFill xmlns:a14="http://schemas.microsoft.com/office/drawing/2010/main">
                <a:noFill/>
              </a14:hiddenFill>
            </a:ext>
          </a:extLst>
        </p:spPr>
        <p:txBody>
          <a:bodyPr wrap="none" anchor="ctr"/>
          <a:lstStyle/>
          <a:p>
            <a:endParaRPr lang="en-BD">
              <a:latin typeface="Arial Nova" panose="020B0504020202020204" pitchFamily="34" charset="0"/>
            </a:endParaRPr>
          </a:p>
        </p:txBody>
      </p:sp>
      <p:sp>
        <p:nvSpPr>
          <p:cNvPr id="55" name="Text Box 6">
            <a:extLst>
              <a:ext uri="{FF2B5EF4-FFF2-40B4-BE49-F238E27FC236}">
                <a16:creationId xmlns:a16="http://schemas.microsoft.com/office/drawing/2014/main" id="{86389E2F-B89A-C016-B558-AF51BC7EEC03}"/>
              </a:ext>
            </a:extLst>
          </p:cNvPr>
          <p:cNvSpPr txBox="1">
            <a:spLocks noChangeArrowheads="1"/>
          </p:cNvSpPr>
          <p:nvPr/>
        </p:nvSpPr>
        <p:spPr bwMode="auto">
          <a:xfrm>
            <a:off x="6856547" y="2039915"/>
            <a:ext cx="53412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eaLnBrk="1" hangingPunct="1"/>
            <a:r>
              <a:rPr lang="en-US" altLang="en-US" sz="2400" b="1" dirty="0">
                <a:latin typeface="Arial Nova" panose="020B0504020202020204" pitchFamily="34" charset="0"/>
              </a:rPr>
              <a:t>26</a:t>
            </a:r>
            <a:endParaRPr lang="en-US" altLang="en-US" sz="3600" dirty="0">
              <a:latin typeface="Arial Nova" panose="020B0504020202020204" pitchFamily="34" charset="0"/>
            </a:endParaRPr>
          </a:p>
        </p:txBody>
      </p:sp>
      <p:sp>
        <p:nvSpPr>
          <p:cNvPr id="56" name="Text Box 6">
            <a:extLst>
              <a:ext uri="{FF2B5EF4-FFF2-40B4-BE49-F238E27FC236}">
                <a16:creationId xmlns:a16="http://schemas.microsoft.com/office/drawing/2014/main" id="{4B8DD84F-230F-CA85-DE73-28AFDEA9FBE2}"/>
              </a:ext>
            </a:extLst>
          </p:cNvPr>
          <p:cNvSpPr txBox="1">
            <a:spLocks noChangeArrowheads="1"/>
          </p:cNvSpPr>
          <p:nvPr/>
        </p:nvSpPr>
        <p:spPr bwMode="auto">
          <a:xfrm>
            <a:off x="8639578" y="2050696"/>
            <a:ext cx="53412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eaLnBrk="1" hangingPunct="1"/>
            <a:r>
              <a:rPr lang="en-US" altLang="en-US" sz="2400" b="1" dirty="0">
                <a:latin typeface="Arial Nova" panose="020B0504020202020204" pitchFamily="34" charset="0"/>
              </a:rPr>
              <a:t>30</a:t>
            </a:r>
            <a:endParaRPr lang="en-US" altLang="en-US" sz="3600" dirty="0">
              <a:latin typeface="Arial Nova" panose="020B0504020202020204" pitchFamily="34" charset="0"/>
            </a:endParaRPr>
          </a:p>
        </p:txBody>
      </p:sp>
      <p:sp>
        <p:nvSpPr>
          <p:cNvPr id="38" name="Text Box 6">
            <a:extLst>
              <a:ext uri="{FF2B5EF4-FFF2-40B4-BE49-F238E27FC236}">
                <a16:creationId xmlns:a16="http://schemas.microsoft.com/office/drawing/2014/main" id="{E5DF1B56-06BC-CF96-07DC-2EC922482664}"/>
              </a:ext>
            </a:extLst>
          </p:cNvPr>
          <p:cNvSpPr txBox="1">
            <a:spLocks noChangeArrowheads="1"/>
          </p:cNvSpPr>
          <p:nvPr/>
        </p:nvSpPr>
        <p:spPr bwMode="auto">
          <a:xfrm>
            <a:off x="6793963" y="3580522"/>
            <a:ext cx="53412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eaLnBrk="1" hangingPunct="1"/>
            <a:r>
              <a:rPr lang="en-US" altLang="en-US" sz="2400" b="1" dirty="0">
                <a:latin typeface="Arial Nova" panose="020B0504020202020204" pitchFamily="34" charset="0"/>
              </a:rPr>
              <a:t>36</a:t>
            </a:r>
            <a:endParaRPr lang="en-US" altLang="en-US" sz="3600" dirty="0">
              <a:latin typeface="Arial Nova" panose="020B0504020202020204" pitchFamily="34" charset="0"/>
            </a:endParaRPr>
          </a:p>
        </p:txBody>
      </p:sp>
      <p:sp>
        <p:nvSpPr>
          <p:cNvPr id="39" name="Text Box 6">
            <a:extLst>
              <a:ext uri="{FF2B5EF4-FFF2-40B4-BE49-F238E27FC236}">
                <a16:creationId xmlns:a16="http://schemas.microsoft.com/office/drawing/2014/main" id="{E6CE5E69-03FE-B560-AAA7-B3A568C19ED8}"/>
              </a:ext>
            </a:extLst>
          </p:cNvPr>
          <p:cNvSpPr txBox="1">
            <a:spLocks noChangeArrowheads="1"/>
          </p:cNvSpPr>
          <p:nvPr/>
        </p:nvSpPr>
        <p:spPr bwMode="auto">
          <a:xfrm>
            <a:off x="8653313" y="3595073"/>
            <a:ext cx="53412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eaLnBrk="1" hangingPunct="1"/>
            <a:r>
              <a:rPr lang="en-US" altLang="en-US" sz="2400" b="1" dirty="0">
                <a:latin typeface="Arial Nova" panose="020B0504020202020204" pitchFamily="34" charset="0"/>
              </a:rPr>
              <a:t>40</a:t>
            </a:r>
            <a:endParaRPr lang="en-US" altLang="en-US" sz="3600" dirty="0">
              <a:latin typeface="Arial Nova" panose="020B0504020202020204" pitchFamily="34" charset="0"/>
            </a:endParaRPr>
          </a:p>
        </p:txBody>
      </p:sp>
      <p:sp>
        <p:nvSpPr>
          <p:cNvPr id="40" name="TextBox 39">
            <a:extLst>
              <a:ext uri="{FF2B5EF4-FFF2-40B4-BE49-F238E27FC236}">
                <a16:creationId xmlns:a16="http://schemas.microsoft.com/office/drawing/2014/main" id="{D92BBD99-2131-FD2B-5F86-4D20CE705BEC}"/>
              </a:ext>
            </a:extLst>
          </p:cNvPr>
          <p:cNvSpPr txBox="1"/>
          <p:nvPr/>
        </p:nvSpPr>
        <p:spPr>
          <a:xfrm>
            <a:off x="7350076" y="1321468"/>
            <a:ext cx="4303060" cy="523220"/>
          </a:xfrm>
          <a:prstGeom prst="rect">
            <a:avLst/>
          </a:prstGeom>
          <a:noFill/>
        </p:spPr>
        <p:txBody>
          <a:bodyPr wrap="square" rtlCol="0">
            <a:spAutoFit/>
          </a:bodyPr>
          <a:lstStyle/>
          <a:p>
            <a:pPr algn="ctr"/>
            <a:r>
              <a:rPr lang="en-US" sz="2800" b="1" dirty="0">
                <a:solidFill>
                  <a:srgbClr val="CCCCFF"/>
                </a:solidFill>
                <a:latin typeface="Arial Nova" panose="020B0504020202020204" pitchFamily="34" charset="0"/>
              </a:rPr>
              <a:t>Backward Calculation</a:t>
            </a:r>
          </a:p>
        </p:txBody>
      </p:sp>
      <p:sp>
        <p:nvSpPr>
          <p:cNvPr id="41" name="TextBox 40">
            <a:extLst>
              <a:ext uri="{FF2B5EF4-FFF2-40B4-BE49-F238E27FC236}">
                <a16:creationId xmlns:a16="http://schemas.microsoft.com/office/drawing/2014/main" id="{0BF9AFC5-B0EF-2750-55B3-D3FE1BFA4D36}"/>
              </a:ext>
            </a:extLst>
          </p:cNvPr>
          <p:cNvSpPr txBox="1"/>
          <p:nvPr/>
        </p:nvSpPr>
        <p:spPr>
          <a:xfrm>
            <a:off x="841002" y="4728426"/>
            <a:ext cx="4303060" cy="1384995"/>
          </a:xfrm>
          <a:prstGeom prst="rect">
            <a:avLst/>
          </a:prstGeom>
          <a:noFill/>
        </p:spPr>
        <p:txBody>
          <a:bodyPr wrap="square" rtlCol="0">
            <a:spAutoFit/>
          </a:bodyPr>
          <a:lstStyle/>
          <a:p>
            <a:pPr algn="ctr"/>
            <a:r>
              <a:rPr lang="en-US" sz="2800" b="1" dirty="0">
                <a:solidFill>
                  <a:srgbClr val="CCFFCC"/>
                </a:solidFill>
                <a:latin typeface="Arial Nova" panose="020B0504020202020204" pitchFamily="34" charset="0"/>
              </a:rPr>
              <a:t>Have to take the Lowest LS for the Immediate Predecessor (H)</a:t>
            </a:r>
          </a:p>
        </p:txBody>
      </p:sp>
    </p:spTree>
    <p:extLst>
      <p:ext uri="{BB962C8B-B14F-4D97-AF65-F5344CB8AC3E}">
        <p14:creationId xmlns:p14="http://schemas.microsoft.com/office/powerpoint/2010/main" val="132974629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316A5661-2CFE-478C-BAC3-729F393F3C4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BC1DA2B-FE6F-1C6E-BFA0-9B15DC40309D}"/>
              </a:ext>
            </a:extLst>
          </p:cNvPr>
          <p:cNvSpPr>
            <a:spLocks noGrp="1"/>
          </p:cNvSpPr>
          <p:nvPr>
            <p:ph type="title"/>
          </p:nvPr>
        </p:nvSpPr>
        <p:spPr>
          <a:xfrm>
            <a:off x="2139081" y="92738"/>
            <a:ext cx="9514055" cy="1267138"/>
          </a:xfrm>
        </p:spPr>
        <p:txBody>
          <a:bodyPr anchor="ctr">
            <a:normAutofit/>
          </a:bodyPr>
          <a:lstStyle/>
          <a:p>
            <a:r>
              <a:rPr lang="en-US" sz="4000" dirty="0">
                <a:solidFill>
                  <a:schemeClr val="accent6">
                    <a:lumMod val="40000"/>
                    <a:lumOff val="60000"/>
                  </a:schemeClr>
                </a:solidFill>
                <a:latin typeface="Arial Rounded MT Bold" panose="020F0704030504030204" pitchFamily="34" charset="0"/>
              </a:rPr>
              <a:t>Project management tools</a:t>
            </a:r>
          </a:p>
        </p:txBody>
      </p:sp>
      <p:grpSp>
        <p:nvGrpSpPr>
          <p:cNvPr id="10" name="Group 9">
            <a:extLst>
              <a:ext uri="{FF2B5EF4-FFF2-40B4-BE49-F238E27FC236}">
                <a16:creationId xmlns:a16="http://schemas.microsoft.com/office/drawing/2014/main" id="{FB7BE8CD-E348-464A-82CC-7EF7AA82842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999771" y="649304"/>
            <a:ext cx="913428" cy="1315264"/>
            <a:chOff x="999771" y="649304"/>
            <a:chExt cx="913428" cy="1315264"/>
          </a:xfrm>
        </p:grpSpPr>
        <p:grpSp>
          <p:nvGrpSpPr>
            <p:cNvPr id="11" name="Group 10">
              <a:extLst>
                <a:ext uri="{FF2B5EF4-FFF2-40B4-BE49-F238E27FC236}">
                  <a16:creationId xmlns:a16="http://schemas.microsoft.com/office/drawing/2014/main" id="{B8CC82D2-4C4A-4C67-8483-5199F97B37A7}"/>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999771" y="932104"/>
              <a:ext cx="913428" cy="1032464"/>
              <a:chOff x="999771" y="932104"/>
              <a:chExt cx="913428" cy="1032464"/>
            </a:xfrm>
          </p:grpSpPr>
          <p:grpSp>
            <p:nvGrpSpPr>
              <p:cNvPr id="15" name="Group 14">
                <a:extLst>
                  <a:ext uri="{FF2B5EF4-FFF2-40B4-BE49-F238E27FC236}">
                    <a16:creationId xmlns:a16="http://schemas.microsoft.com/office/drawing/2014/main" id="{70D2391D-AA33-4F5E-BD96-B42D93DED226}"/>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rot="8100000" flipV="1">
                <a:off x="1047457" y="1290386"/>
                <a:ext cx="865742" cy="628383"/>
                <a:chOff x="558167" y="958515"/>
                <a:chExt cx="865742" cy="628383"/>
              </a:xfrm>
              <a:solidFill>
                <a:schemeClr val="accent3"/>
              </a:solidFill>
            </p:grpSpPr>
            <p:sp>
              <p:nvSpPr>
                <p:cNvPr id="22" name="Freeform: Shape 21">
                  <a:extLst>
                    <a:ext uri="{FF2B5EF4-FFF2-40B4-BE49-F238E27FC236}">
                      <a16:creationId xmlns:a16="http://schemas.microsoft.com/office/drawing/2014/main" id="{BE166DCE-539D-4C74-9C9D-AC000BA2F8A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8100000" flipH="1">
                  <a:off x="558167" y="1122160"/>
                  <a:ext cx="464738" cy="464738"/>
                </a:xfrm>
                <a:custGeom>
                  <a:avLst/>
                  <a:gdLst>
                    <a:gd name="connsiteX0" fmla="*/ 446142 w 464738"/>
                    <a:gd name="connsiteY0" fmla="*/ 464738 h 464738"/>
                    <a:gd name="connsiteX1" fmla="*/ 130673 w 464738"/>
                    <a:gd name="connsiteY1" fmla="*/ 334066 h 464738"/>
                    <a:gd name="connsiteX2" fmla="*/ 0 w 464738"/>
                    <a:gd name="connsiteY2" fmla="*/ 18596 h 464738"/>
                    <a:gd name="connsiteX3" fmla="*/ 836 w 464738"/>
                    <a:gd name="connsiteY3" fmla="*/ 1089 h 464738"/>
                    <a:gd name="connsiteX4" fmla="*/ 606 w 464738"/>
                    <a:gd name="connsiteY4" fmla="*/ 859 h 464738"/>
                    <a:gd name="connsiteX5" fmla="*/ 848 w 464738"/>
                    <a:gd name="connsiteY5" fmla="*/ 848 h 464738"/>
                    <a:gd name="connsiteX6" fmla="*/ 859 w 464738"/>
                    <a:gd name="connsiteY6" fmla="*/ 606 h 464738"/>
                    <a:gd name="connsiteX7" fmla="*/ 1089 w 464738"/>
                    <a:gd name="connsiteY7" fmla="*/ 836 h 464738"/>
                    <a:gd name="connsiteX8" fmla="*/ 18596 w 464738"/>
                    <a:gd name="connsiteY8" fmla="*/ 0 h 464738"/>
                    <a:gd name="connsiteX9" fmla="*/ 334066 w 464738"/>
                    <a:gd name="connsiteY9" fmla="*/ 130672 h 464738"/>
                    <a:gd name="connsiteX10" fmla="*/ 464738 w 464738"/>
                    <a:gd name="connsiteY10" fmla="*/ 446142 h 464738"/>
                    <a:gd name="connsiteX11" fmla="*/ 463902 w 464738"/>
                    <a:gd name="connsiteY11" fmla="*/ 463650 h 464738"/>
                    <a:gd name="connsiteX12" fmla="*/ 464132 w 464738"/>
                    <a:gd name="connsiteY12" fmla="*/ 463880 h 464738"/>
                    <a:gd name="connsiteX13" fmla="*/ 463891 w 464738"/>
                    <a:gd name="connsiteY13" fmla="*/ 463892 h 464738"/>
                    <a:gd name="connsiteX14" fmla="*/ 463879 w 464738"/>
                    <a:gd name="connsiteY14" fmla="*/ 464132 h 464738"/>
                    <a:gd name="connsiteX15" fmla="*/ 463650 w 464738"/>
                    <a:gd name="connsiteY15" fmla="*/ 463903 h 4647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64738" h="464738">
                      <a:moveTo>
                        <a:pt x="446142" y="464738"/>
                      </a:moveTo>
                      <a:cubicBezTo>
                        <a:pt x="331965" y="464738"/>
                        <a:pt x="217787" y="421181"/>
                        <a:pt x="130673" y="334066"/>
                      </a:cubicBezTo>
                      <a:cubicBezTo>
                        <a:pt x="43558" y="246952"/>
                        <a:pt x="1" y="132774"/>
                        <a:pt x="0" y="18596"/>
                      </a:cubicBezTo>
                      <a:lnTo>
                        <a:pt x="836" y="1089"/>
                      </a:lnTo>
                      <a:lnTo>
                        <a:pt x="606" y="859"/>
                      </a:lnTo>
                      <a:lnTo>
                        <a:pt x="848" y="848"/>
                      </a:lnTo>
                      <a:lnTo>
                        <a:pt x="859" y="606"/>
                      </a:lnTo>
                      <a:lnTo>
                        <a:pt x="1089" y="836"/>
                      </a:lnTo>
                      <a:lnTo>
                        <a:pt x="18596" y="0"/>
                      </a:lnTo>
                      <a:cubicBezTo>
                        <a:pt x="132774" y="0"/>
                        <a:pt x="246951" y="43557"/>
                        <a:pt x="334066" y="130672"/>
                      </a:cubicBezTo>
                      <a:cubicBezTo>
                        <a:pt x="421181" y="217787"/>
                        <a:pt x="464738" y="331964"/>
                        <a:pt x="464738" y="446142"/>
                      </a:cubicBezTo>
                      <a:lnTo>
                        <a:pt x="463902" y="463650"/>
                      </a:lnTo>
                      <a:lnTo>
                        <a:pt x="464132" y="463880"/>
                      </a:lnTo>
                      <a:lnTo>
                        <a:pt x="463891" y="463892"/>
                      </a:lnTo>
                      <a:lnTo>
                        <a:pt x="463879" y="464132"/>
                      </a:lnTo>
                      <a:lnTo>
                        <a:pt x="463650" y="463903"/>
                      </a:lnTo>
                      <a:close/>
                    </a:path>
                  </a:pathLst>
                </a:custGeom>
                <a:solidFill>
                  <a:schemeClr val="accent4">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3" name="Freeform: Shape 22">
                  <a:extLst>
                    <a:ext uri="{FF2B5EF4-FFF2-40B4-BE49-F238E27FC236}">
                      <a16:creationId xmlns:a16="http://schemas.microsoft.com/office/drawing/2014/main" id="{DCC6BEB5-DA1F-4F9E-BA5D-8F892A0FB8F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flipH="1">
                  <a:off x="959170" y="958515"/>
                  <a:ext cx="464739" cy="464739"/>
                </a:xfrm>
                <a:custGeom>
                  <a:avLst/>
                  <a:gdLst>
                    <a:gd name="connsiteX0" fmla="*/ 464132 w 464739"/>
                    <a:gd name="connsiteY0" fmla="*/ 463881 h 464739"/>
                    <a:gd name="connsiteX1" fmla="*/ 463891 w 464739"/>
                    <a:gd name="connsiteY1" fmla="*/ 463892 h 464739"/>
                    <a:gd name="connsiteX2" fmla="*/ 463880 w 464739"/>
                    <a:gd name="connsiteY2" fmla="*/ 464132 h 464739"/>
                    <a:gd name="connsiteX3" fmla="*/ 463651 w 464739"/>
                    <a:gd name="connsiteY3" fmla="*/ 463904 h 464739"/>
                    <a:gd name="connsiteX4" fmla="*/ 446142 w 464739"/>
                    <a:gd name="connsiteY4" fmla="*/ 464739 h 464739"/>
                    <a:gd name="connsiteX5" fmla="*/ 130673 w 464739"/>
                    <a:gd name="connsiteY5" fmla="*/ 334067 h 464739"/>
                    <a:gd name="connsiteX6" fmla="*/ 0 w 464739"/>
                    <a:gd name="connsiteY6" fmla="*/ 18597 h 464739"/>
                    <a:gd name="connsiteX7" fmla="*/ 836 w 464739"/>
                    <a:gd name="connsiteY7" fmla="*/ 1089 h 464739"/>
                    <a:gd name="connsiteX8" fmla="*/ 607 w 464739"/>
                    <a:gd name="connsiteY8" fmla="*/ 859 h 464739"/>
                    <a:gd name="connsiteX9" fmla="*/ 848 w 464739"/>
                    <a:gd name="connsiteY9" fmla="*/ 848 h 464739"/>
                    <a:gd name="connsiteX10" fmla="*/ 859 w 464739"/>
                    <a:gd name="connsiteY10" fmla="*/ 607 h 464739"/>
                    <a:gd name="connsiteX11" fmla="*/ 1089 w 464739"/>
                    <a:gd name="connsiteY11" fmla="*/ 836 h 464739"/>
                    <a:gd name="connsiteX12" fmla="*/ 18597 w 464739"/>
                    <a:gd name="connsiteY12" fmla="*/ 0 h 464739"/>
                    <a:gd name="connsiteX13" fmla="*/ 334067 w 464739"/>
                    <a:gd name="connsiteY13" fmla="*/ 130672 h 464739"/>
                    <a:gd name="connsiteX14" fmla="*/ 464739 w 464739"/>
                    <a:gd name="connsiteY14" fmla="*/ 446142 h 464739"/>
                    <a:gd name="connsiteX15" fmla="*/ 463903 w 464739"/>
                    <a:gd name="connsiteY15" fmla="*/ 463652 h 464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64739" h="464739">
                      <a:moveTo>
                        <a:pt x="464132" y="463881"/>
                      </a:moveTo>
                      <a:lnTo>
                        <a:pt x="463891" y="463892"/>
                      </a:lnTo>
                      <a:lnTo>
                        <a:pt x="463880" y="464132"/>
                      </a:lnTo>
                      <a:lnTo>
                        <a:pt x="463651" y="463904"/>
                      </a:lnTo>
                      <a:lnTo>
                        <a:pt x="446142" y="464739"/>
                      </a:lnTo>
                      <a:cubicBezTo>
                        <a:pt x="331965" y="464739"/>
                        <a:pt x="217787" y="421182"/>
                        <a:pt x="130673" y="334067"/>
                      </a:cubicBezTo>
                      <a:cubicBezTo>
                        <a:pt x="43558" y="246953"/>
                        <a:pt x="1" y="132775"/>
                        <a:pt x="0" y="18597"/>
                      </a:cubicBezTo>
                      <a:lnTo>
                        <a:pt x="836" y="1089"/>
                      </a:lnTo>
                      <a:lnTo>
                        <a:pt x="607" y="859"/>
                      </a:lnTo>
                      <a:lnTo>
                        <a:pt x="848" y="848"/>
                      </a:lnTo>
                      <a:lnTo>
                        <a:pt x="859" y="607"/>
                      </a:lnTo>
                      <a:lnTo>
                        <a:pt x="1089" y="836"/>
                      </a:lnTo>
                      <a:lnTo>
                        <a:pt x="18597" y="0"/>
                      </a:lnTo>
                      <a:cubicBezTo>
                        <a:pt x="132775" y="0"/>
                        <a:pt x="246952" y="43557"/>
                        <a:pt x="334067" y="130672"/>
                      </a:cubicBezTo>
                      <a:cubicBezTo>
                        <a:pt x="421182" y="217787"/>
                        <a:pt x="464739" y="331964"/>
                        <a:pt x="464739" y="446142"/>
                      </a:cubicBezTo>
                      <a:lnTo>
                        <a:pt x="463903" y="463652"/>
                      </a:lnTo>
                      <a:close/>
                    </a:path>
                  </a:pathLst>
                </a:custGeom>
                <a:solidFill>
                  <a:schemeClr val="accent4">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grpSp>
          <p:grpSp>
            <p:nvGrpSpPr>
              <p:cNvPr id="16" name="Group 15">
                <a:extLst>
                  <a:ext uri="{FF2B5EF4-FFF2-40B4-BE49-F238E27FC236}">
                    <a16:creationId xmlns:a16="http://schemas.microsoft.com/office/drawing/2014/main" id="{C0300EB9-093C-4C32-A212-821D7AC082B4}"/>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rot="10800000" flipH="1" flipV="1">
                <a:off x="999771" y="932104"/>
                <a:ext cx="864005" cy="1032464"/>
                <a:chOff x="2207971" y="2384401"/>
                <a:chExt cx="864005" cy="1032464"/>
              </a:xfrm>
            </p:grpSpPr>
            <p:sp>
              <p:nvSpPr>
                <p:cNvPr id="17" name="Freeform: Shape 16">
                  <a:extLst>
                    <a:ext uri="{FF2B5EF4-FFF2-40B4-BE49-F238E27FC236}">
                      <a16:creationId xmlns:a16="http://schemas.microsoft.com/office/drawing/2014/main" id="{AFC97B3C-CF0E-4C93-AA39-7A677A12C50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3500000">
                  <a:off x="2207971" y="2856305"/>
                  <a:ext cx="464739" cy="464739"/>
                </a:xfrm>
                <a:custGeom>
                  <a:avLst/>
                  <a:gdLst>
                    <a:gd name="connsiteX0" fmla="*/ 464132 w 464739"/>
                    <a:gd name="connsiteY0" fmla="*/ 463881 h 464739"/>
                    <a:gd name="connsiteX1" fmla="*/ 463891 w 464739"/>
                    <a:gd name="connsiteY1" fmla="*/ 463892 h 464739"/>
                    <a:gd name="connsiteX2" fmla="*/ 463880 w 464739"/>
                    <a:gd name="connsiteY2" fmla="*/ 464132 h 464739"/>
                    <a:gd name="connsiteX3" fmla="*/ 463651 w 464739"/>
                    <a:gd name="connsiteY3" fmla="*/ 463904 h 464739"/>
                    <a:gd name="connsiteX4" fmla="*/ 446142 w 464739"/>
                    <a:gd name="connsiteY4" fmla="*/ 464739 h 464739"/>
                    <a:gd name="connsiteX5" fmla="*/ 130673 w 464739"/>
                    <a:gd name="connsiteY5" fmla="*/ 334067 h 464739"/>
                    <a:gd name="connsiteX6" fmla="*/ 0 w 464739"/>
                    <a:gd name="connsiteY6" fmla="*/ 18597 h 464739"/>
                    <a:gd name="connsiteX7" fmla="*/ 836 w 464739"/>
                    <a:gd name="connsiteY7" fmla="*/ 1089 h 464739"/>
                    <a:gd name="connsiteX8" fmla="*/ 607 w 464739"/>
                    <a:gd name="connsiteY8" fmla="*/ 859 h 464739"/>
                    <a:gd name="connsiteX9" fmla="*/ 848 w 464739"/>
                    <a:gd name="connsiteY9" fmla="*/ 848 h 464739"/>
                    <a:gd name="connsiteX10" fmla="*/ 859 w 464739"/>
                    <a:gd name="connsiteY10" fmla="*/ 607 h 464739"/>
                    <a:gd name="connsiteX11" fmla="*/ 1089 w 464739"/>
                    <a:gd name="connsiteY11" fmla="*/ 836 h 464739"/>
                    <a:gd name="connsiteX12" fmla="*/ 18597 w 464739"/>
                    <a:gd name="connsiteY12" fmla="*/ 0 h 464739"/>
                    <a:gd name="connsiteX13" fmla="*/ 334067 w 464739"/>
                    <a:gd name="connsiteY13" fmla="*/ 130672 h 464739"/>
                    <a:gd name="connsiteX14" fmla="*/ 464739 w 464739"/>
                    <a:gd name="connsiteY14" fmla="*/ 446142 h 464739"/>
                    <a:gd name="connsiteX15" fmla="*/ 463903 w 464739"/>
                    <a:gd name="connsiteY15" fmla="*/ 463652 h 464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64739" h="464739">
                      <a:moveTo>
                        <a:pt x="464132" y="463881"/>
                      </a:moveTo>
                      <a:lnTo>
                        <a:pt x="463891" y="463892"/>
                      </a:lnTo>
                      <a:lnTo>
                        <a:pt x="463880" y="464132"/>
                      </a:lnTo>
                      <a:lnTo>
                        <a:pt x="463651" y="463904"/>
                      </a:lnTo>
                      <a:lnTo>
                        <a:pt x="446142" y="464739"/>
                      </a:lnTo>
                      <a:cubicBezTo>
                        <a:pt x="331965" y="464739"/>
                        <a:pt x="217787" y="421182"/>
                        <a:pt x="130673" y="334067"/>
                      </a:cubicBezTo>
                      <a:cubicBezTo>
                        <a:pt x="43558" y="246953"/>
                        <a:pt x="1" y="132775"/>
                        <a:pt x="0" y="18597"/>
                      </a:cubicBezTo>
                      <a:lnTo>
                        <a:pt x="836" y="1089"/>
                      </a:lnTo>
                      <a:lnTo>
                        <a:pt x="607" y="859"/>
                      </a:lnTo>
                      <a:lnTo>
                        <a:pt x="848" y="848"/>
                      </a:lnTo>
                      <a:lnTo>
                        <a:pt x="859" y="607"/>
                      </a:lnTo>
                      <a:lnTo>
                        <a:pt x="1089" y="836"/>
                      </a:lnTo>
                      <a:lnTo>
                        <a:pt x="18597" y="0"/>
                      </a:lnTo>
                      <a:cubicBezTo>
                        <a:pt x="132775" y="0"/>
                        <a:pt x="246952" y="43557"/>
                        <a:pt x="334067" y="130672"/>
                      </a:cubicBezTo>
                      <a:cubicBezTo>
                        <a:pt x="421182" y="217787"/>
                        <a:pt x="464739" y="331964"/>
                        <a:pt x="464739" y="446142"/>
                      </a:cubicBezTo>
                      <a:lnTo>
                        <a:pt x="463903" y="463652"/>
                      </a:lnTo>
                      <a:close/>
                    </a:path>
                  </a:pathLst>
                </a:cu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8" name="Freeform: Shape 17">
                  <a:extLst>
                    <a:ext uri="{FF2B5EF4-FFF2-40B4-BE49-F238E27FC236}">
                      <a16:creationId xmlns:a16="http://schemas.microsoft.com/office/drawing/2014/main" id="{0943F14E-6185-4A31-8318-2088A05F5C9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2607238" y="2688467"/>
                  <a:ext cx="464738" cy="464738"/>
                </a:xfrm>
                <a:custGeom>
                  <a:avLst/>
                  <a:gdLst>
                    <a:gd name="connsiteX0" fmla="*/ 446142 w 464738"/>
                    <a:gd name="connsiteY0" fmla="*/ 464738 h 464738"/>
                    <a:gd name="connsiteX1" fmla="*/ 130673 w 464738"/>
                    <a:gd name="connsiteY1" fmla="*/ 334066 h 464738"/>
                    <a:gd name="connsiteX2" fmla="*/ 0 w 464738"/>
                    <a:gd name="connsiteY2" fmla="*/ 18596 h 464738"/>
                    <a:gd name="connsiteX3" fmla="*/ 836 w 464738"/>
                    <a:gd name="connsiteY3" fmla="*/ 1089 h 464738"/>
                    <a:gd name="connsiteX4" fmla="*/ 606 w 464738"/>
                    <a:gd name="connsiteY4" fmla="*/ 859 h 464738"/>
                    <a:gd name="connsiteX5" fmla="*/ 848 w 464738"/>
                    <a:gd name="connsiteY5" fmla="*/ 848 h 464738"/>
                    <a:gd name="connsiteX6" fmla="*/ 859 w 464738"/>
                    <a:gd name="connsiteY6" fmla="*/ 606 h 464738"/>
                    <a:gd name="connsiteX7" fmla="*/ 1089 w 464738"/>
                    <a:gd name="connsiteY7" fmla="*/ 836 h 464738"/>
                    <a:gd name="connsiteX8" fmla="*/ 18596 w 464738"/>
                    <a:gd name="connsiteY8" fmla="*/ 0 h 464738"/>
                    <a:gd name="connsiteX9" fmla="*/ 334066 w 464738"/>
                    <a:gd name="connsiteY9" fmla="*/ 130672 h 464738"/>
                    <a:gd name="connsiteX10" fmla="*/ 464738 w 464738"/>
                    <a:gd name="connsiteY10" fmla="*/ 446142 h 464738"/>
                    <a:gd name="connsiteX11" fmla="*/ 463902 w 464738"/>
                    <a:gd name="connsiteY11" fmla="*/ 463650 h 464738"/>
                    <a:gd name="connsiteX12" fmla="*/ 464132 w 464738"/>
                    <a:gd name="connsiteY12" fmla="*/ 463880 h 464738"/>
                    <a:gd name="connsiteX13" fmla="*/ 463891 w 464738"/>
                    <a:gd name="connsiteY13" fmla="*/ 463892 h 464738"/>
                    <a:gd name="connsiteX14" fmla="*/ 463879 w 464738"/>
                    <a:gd name="connsiteY14" fmla="*/ 464132 h 464738"/>
                    <a:gd name="connsiteX15" fmla="*/ 463650 w 464738"/>
                    <a:gd name="connsiteY15" fmla="*/ 463903 h 4647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64738" h="464738">
                      <a:moveTo>
                        <a:pt x="446142" y="464738"/>
                      </a:moveTo>
                      <a:cubicBezTo>
                        <a:pt x="331965" y="464738"/>
                        <a:pt x="217787" y="421181"/>
                        <a:pt x="130673" y="334066"/>
                      </a:cubicBezTo>
                      <a:cubicBezTo>
                        <a:pt x="43558" y="246952"/>
                        <a:pt x="1" y="132774"/>
                        <a:pt x="0" y="18596"/>
                      </a:cubicBezTo>
                      <a:lnTo>
                        <a:pt x="836" y="1089"/>
                      </a:lnTo>
                      <a:lnTo>
                        <a:pt x="606" y="859"/>
                      </a:lnTo>
                      <a:lnTo>
                        <a:pt x="848" y="848"/>
                      </a:lnTo>
                      <a:lnTo>
                        <a:pt x="859" y="606"/>
                      </a:lnTo>
                      <a:lnTo>
                        <a:pt x="1089" y="836"/>
                      </a:lnTo>
                      <a:lnTo>
                        <a:pt x="18596" y="0"/>
                      </a:lnTo>
                      <a:cubicBezTo>
                        <a:pt x="132774" y="0"/>
                        <a:pt x="246951" y="43557"/>
                        <a:pt x="334066" y="130672"/>
                      </a:cubicBezTo>
                      <a:cubicBezTo>
                        <a:pt x="421181" y="217787"/>
                        <a:pt x="464738" y="331964"/>
                        <a:pt x="464738" y="446142"/>
                      </a:cubicBezTo>
                      <a:lnTo>
                        <a:pt x="463902" y="463650"/>
                      </a:lnTo>
                      <a:lnTo>
                        <a:pt x="464132" y="463880"/>
                      </a:lnTo>
                      <a:lnTo>
                        <a:pt x="463891" y="463892"/>
                      </a:lnTo>
                      <a:lnTo>
                        <a:pt x="463879" y="464132"/>
                      </a:lnTo>
                      <a:lnTo>
                        <a:pt x="463650" y="463903"/>
                      </a:lnTo>
                      <a:close/>
                    </a:path>
                  </a:pathLst>
                </a:cu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nvGrpSpPr>
                <p:cNvPr id="19" name="Group 18">
                  <a:extLst>
                    <a:ext uri="{FF2B5EF4-FFF2-40B4-BE49-F238E27FC236}">
                      <a16:creationId xmlns:a16="http://schemas.microsoft.com/office/drawing/2014/main" id="{F3B56658-371E-446B-B30D-D4EA2A88A973}"/>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2440769" y="2384401"/>
                  <a:ext cx="313009" cy="1032464"/>
                  <a:chOff x="2440769" y="2384401"/>
                  <a:chExt cx="313009" cy="1032464"/>
                </a:xfrm>
              </p:grpSpPr>
              <p:cxnSp>
                <p:nvCxnSpPr>
                  <p:cNvPr id="20" name="Straight Connector 19">
                    <a:extLst>
                      <a:ext uri="{FF2B5EF4-FFF2-40B4-BE49-F238E27FC236}">
                        <a16:creationId xmlns:a16="http://schemas.microsoft.com/office/drawing/2014/main" id="{068979FB-2943-4091-A490-D9F8695DF0D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rot="10800000" flipH="1">
                    <a:off x="2440769" y="2516865"/>
                    <a:ext cx="0" cy="900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B378C39C-3FC0-4521-8336-33A86391920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rot="8100000" flipH="1">
                    <a:off x="2753778" y="2384401"/>
                    <a:ext cx="0" cy="900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grpSp>
        <p:grpSp>
          <p:nvGrpSpPr>
            <p:cNvPr id="12" name="Group 11">
              <a:extLst>
                <a:ext uri="{FF2B5EF4-FFF2-40B4-BE49-F238E27FC236}">
                  <a16:creationId xmlns:a16="http://schemas.microsoft.com/office/drawing/2014/main" id="{72C6951D-2EAF-4333-B8A8-F473DC3BDF44}"/>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1437136" y="649304"/>
              <a:ext cx="388541" cy="388541"/>
              <a:chOff x="5752675" y="5440856"/>
              <a:chExt cx="388541" cy="388541"/>
            </a:xfrm>
          </p:grpSpPr>
          <p:sp>
            <p:nvSpPr>
              <p:cNvPr id="13" name="Oval 12">
                <a:extLst>
                  <a:ext uri="{FF2B5EF4-FFF2-40B4-BE49-F238E27FC236}">
                    <a16:creationId xmlns:a16="http://schemas.microsoft.com/office/drawing/2014/main" id="{63E77698-5758-433A-9DF3-3BE43B6FBDA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5800801" y="5488982"/>
                <a:ext cx="340415" cy="340415"/>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4" name="Oval 13">
                <a:extLst>
                  <a:ext uri="{FF2B5EF4-FFF2-40B4-BE49-F238E27FC236}">
                    <a16:creationId xmlns:a16="http://schemas.microsoft.com/office/drawing/2014/main" id="{FF47FF7F-75A9-438D-8BA7-428BF76974C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52675" y="5440856"/>
                <a:ext cx="340415" cy="340415"/>
              </a:xfrm>
              <a:prstGeom prst="ellipse">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grpSp>
      <p:sp>
        <p:nvSpPr>
          <p:cNvPr id="25" name="TextBox 24">
            <a:extLst>
              <a:ext uri="{FF2B5EF4-FFF2-40B4-BE49-F238E27FC236}">
                <a16:creationId xmlns:a16="http://schemas.microsoft.com/office/drawing/2014/main" id="{D856AD59-8AD1-B85F-4827-7B31CC175126}"/>
              </a:ext>
            </a:extLst>
          </p:cNvPr>
          <p:cNvSpPr txBox="1"/>
          <p:nvPr/>
        </p:nvSpPr>
        <p:spPr>
          <a:xfrm>
            <a:off x="2187635" y="1319164"/>
            <a:ext cx="6096000" cy="523220"/>
          </a:xfrm>
          <a:prstGeom prst="rect">
            <a:avLst/>
          </a:prstGeom>
          <a:noFill/>
        </p:spPr>
        <p:txBody>
          <a:bodyPr wrap="square">
            <a:spAutoFit/>
          </a:bodyPr>
          <a:lstStyle/>
          <a:p>
            <a:r>
              <a:rPr lang="en-US" sz="2800" dirty="0">
                <a:solidFill>
                  <a:srgbClr val="FFFF00"/>
                </a:solidFill>
                <a:latin typeface="Arial Rounded MT Bold" panose="020F0704030504030204" pitchFamily="34" charset="0"/>
              </a:rPr>
              <a:t>Critical Path Analysis </a:t>
            </a:r>
          </a:p>
        </p:txBody>
      </p:sp>
      <p:sp>
        <p:nvSpPr>
          <p:cNvPr id="4" name="TextBox 3">
            <a:extLst>
              <a:ext uri="{FF2B5EF4-FFF2-40B4-BE49-F238E27FC236}">
                <a16:creationId xmlns:a16="http://schemas.microsoft.com/office/drawing/2014/main" id="{1D1EBD71-B577-0908-79BD-AB02DC387319}"/>
              </a:ext>
            </a:extLst>
          </p:cNvPr>
          <p:cNvSpPr txBox="1"/>
          <p:nvPr/>
        </p:nvSpPr>
        <p:spPr>
          <a:xfrm>
            <a:off x="413657" y="2154534"/>
            <a:ext cx="11364686" cy="523220"/>
          </a:xfrm>
          <a:prstGeom prst="rect">
            <a:avLst/>
          </a:prstGeom>
          <a:noFill/>
        </p:spPr>
        <p:txBody>
          <a:bodyPr wrap="square">
            <a:spAutoFit/>
          </a:bodyPr>
          <a:lstStyle/>
          <a:p>
            <a:pPr algn="just"/>
            <a:r>
              <a:rPr lang="en-US" sz="2800" b="1" dirty="0">
                <a:solidFill>
                  <a:srgbClr val="80EFFF"/>
                </a:solidFill>
                <a:latin typeface="Arial Nova Light" panose="020B0304020202020204" pitchFamily="34" charset="0"/>
              </a:rPr>
              <a:t>Sample Problem #1</a:t>
            </a:r>
          </a:p>
        </p:txBody>
      </p:sp>
      <p:graphicFrame>
        <p:nvGraphicFramePr>
          <p:cNvPr id="46" name="Table 45">
            <a:extLst>
              <a:ext uri="{FF2B5EF4-FFF2-40B4-BE49-F238E27FC236}">
                <a16:creationId xmlns:a16="http://schemas.microsoft.com/office/drawing/2014/main" id="{34BCE682-56EF-C814-1702-A47A9229CDA9}"/>
              </a:ext>
            </a:extLst>
          </p:cNvPr>
          <p:cNvGraphicFramePr>
            <a:graphicFrameLocks noGrp="1"/>
          </p:cNvGraphicFramePr>
          <p:nvPr>
            <p:extLst>
              <p:ext uri="{D42A27DB-BD31-4B8C-83A1-F6EECF244321}">
                <p14:modId xmlns:p14="http://schemas.microsoft.com/office/powerpoint/2010/main" val="1647458334"/>
              </p:ext>
            </p:extLst>
          </p:nvPr>
        </p:nvGraphicFramePr>
        <p:xfrm>
          <a:off x="546841" y="2797158"/>
          <a:ext cx="11364685" cy="2743200"/>
        </p:xfrm>
        <a:graphic>
          <a:graphicData uri="http://schemas.openxmlformats.org/drawingml/2006/table">
            <a:tbl>
              <a:tblPr firstRow="1" firstCol="1" lastRow="1" lastCol="1" bandRow="1" bandCol="1">
                <a:tableStyleId>{17292A2E-F333-43FB-9621-5CBBE7FDCDCB}</a:tableStyleId>
              </a:tblPr>
              <a:tblGrid>
                <a:gridCol w="1079414">
                  <a:extLst>
                    <a:ext uri="{9D8B030D-6E8A-4147-A177-3AD203B41FA5}">
                      <a16:colId xmlns:a16="http://schemas.microsoft.com/office/drawing/2014/main" val="2438337212"/>
                    </a:ext>
                  </a:extLst>
                </a:gridCol>
                <a:gridCol w="2750319">
                  <a:extLst>
                    <a:ext uri="{9D8B030D-6E8A-4147-A177-3AD203B41FA5}">
                      <a16:colId xmlns:a16="http://schemas.microsoft.com/office/drawing/2014/main" val="2281864735"/>
                    </a:ext>
                  </a:extLst>
                </a:gridCol>
                <a:gridCol w="1814878">
                  <a:extLst>
                    <a:ext uri="{9D8B030D-6E8A-4147-A177-3AD203B41FA5}">
                      <a16:colId xmlns:a16="http://schemas.microsoft.com/office/drawing/2014/main" val="1594187936"/>
                    </a:ext>
                  </a:extLst>
                </a:gridCol>
                <a:gridCol w="432653">
                  <a:extLst>
                    <a:ext uri="{9D8B030D-6E8A-4147-A177-3AD203B41FA5}">
                      <a16:colId xmlns:a16="http://schemas.microsoft.com/office/drawing/2014/main" val="4018859751"/>
                    </a:ext>
                  </a:extLst>
                </a:gridCol>
                <a:gridCol w="1574655">
                  <a:extLst>
                    <a:ext uri="{9D8B030D-6E8A-4147-A177-3AD203B41FA5}">
                      <a16:colId xmlns:a16="http://schemas.microsoft.com/office/drawing/2014/main" val="3154749218"/>
                    </a:ext>
                  </a:extLst>
                </a:gridCol>
                <a:gridCol w="2133080">
                  <a:extLst>
                    <a:ext uri="{9D8B030D-6E8A-4147-A177-3AD203B41FA5}">
                      <a16:colId xmlns:a16="http://schemas.microsoft.com/office/drawing/2014/main" val="3093390047"/>
                    </a:ext>
                  </a:extLst>
                </a:gridCol>
                <a:gridCol w="1579686">
                  <a:extLst>
                    <a:ext uri="{9D8B030D-6E8A-4147-A177-3AD203B41FA5}">
                      <a16:colId xmlns:a16="http://schemas.microsoft.com/office/drawing/2014/main" val="1302050557"/>
                    </a:ext>
                  </a:extLst>
                </a:gridCol>
              </a:tblGrid>
              <a:tr h="279400">
                <a:tc>
                  <a:txBody>
                    <a:bodyPr/>
                    <a:lstStyle/>
                    <a:p>
                      <a:pPr algn="ctr"/>
                      <a:r>
                        <a:rPr lang="en-US" sz="2000">
                          <a:solidFill>
                            <a:schemeClr val="tx1"/>
                          </a:solidFill>
                          <a:effectLst/>
                          <a:latin typeface="Arial Nova" panose="020B0504020202020204" pitchFamily="34" charset="0"/>
                        </a:rPr>
                        <a:t>Activity</a:t>
                      </a:r>
                      <a:endParaRPr lang="en-BD" sz="2000">
                        <a:solidFill>
                          <a:schemeClr val="tx1"/>
                        </a:solidFill>
                        <a:effectLst/>
                        <a:latin typeface="Arial Nova" panose="020B0504020202020204" pitchFamily="34" charset="0"/>
                        <a:ea typeface="Times New Roman" panose="02020603050405020304" pitchFamily="18" charset="0"/>
                      </a:endParaRPr>
                    </a:p>
                  </a:txBody>
                  <a:tcPr marL="68580" marR="68580" marT="0" marB="0"/>
                </a:tc>
                <a:tc>
                  <a:txBody>
                    <a:bodyPr/>
                    <a:lstStyle/>
                    <a:p>
                      <a:pPr algn="ctr"/>
                      <a:r>
                        <a:rPr lang="en-US" sz="2000" dirty="0">
                          <a:solidFill>
                            <a:schemeClr val="tx1"/>
                          </a:solidFill>
                          <a:effectLst/>
                          <a:latin typeface="Arial Nova" panose="020B0504020202020204" pitchFamily="34" charset="0"/>
                        </a:rPr>
                        <a:t>Immediate Predecessor(s)</a:t>
                      </a:r>
                      <a:endParaRPr lang="en-BD" sz="2000" dirty="0">
                        <a:solidFill>
                          <a:schemeClr val="tx1"/>
                        </a:solidFill>
                        <a:effectLst/>
                        <a:latin typeface="Arial Nova" panose="020B0504020202020204" pitchFamily="34" charset="0"/>
                        <a:ea typeface="Times New Roman" panose="02020603050405020304" pitchFamily="18" charset="0"/>
                      </a:endParaRPr>
                    </a:p>
                  </a:txBody>
                  <a:tcPr marL="68580" marR="68580" marT="0" marB="0"/>
                </a:tc>
                <a:tc>
                  <a:txBody>
                    <a:bodyPr/>
                    <a:lstStyle/>
                    <a:p>
                      <a:pPr algn="ctr"/>
                      <a:r>
                        <a:rPr lang="en-US" sz="2000">
                          <a:solidFill>
                            <a:schemeClr val="tx1"/>
                          </a:solidFill>
                          <a:effectLst/>
                          <a:latin typeface="Arial Nova" panose="020B0504020202020204" pitchFamily="34" charset="0"/>
                        </a:rPr>
                        <a:t>Duration</a:t>
                      </a:r>
                      <a:endParaRPr lang="en-BD" sz="2000">
                        <a:solidFill>
                          <a:schemeClr val="tx1"/>
                        </a:solidFill>
                        <a:effectLst/>
                        <a:latin typeface="Arial Nova" panose="020B0504020202020204" pitchFamily="34" charset="0"/>
                      </a:endParaRPr>
                    </a:p>
                    <a:p>
                      <a:pPr algn="ctr"/>
                      <a:r>
                        <a:rPr lang="en-US" sz="2000">
                          <a:solidFill>
                            <a:schemeClr val="tx1"/>
                          </a:solidFill>
                          <a:effectLst/>
                          <a:latin typeface="Arial Nova" panose="020B0504020202020204" pitchFamily="34" charset="0"/>
                        </a:rPr>
                        <a:t>(Weeks)</a:t>
                      </a:r>
                      <a:endParaRPr lang="en-BD" sz="2000">
                        <a:solidFill>
                          <a:schemeClr val="tx1"/>
                        </a:solidFill>
                        <a:effectLst/>
                        <a:latin typeface="Arial Nova" panose="020B0504020202020204" pitchFamily="34" charset="0"/>
                        <a:ea typeface="Times New Roman" panose="02020603050405020304" pitchFamily="18" charset="0"/>
                      </a:endParaRPr>
                    </a:p>
                  </a:txBody>
                  <a:tcPr marL="68580" marR="68580" marT="0" marB="0"/>
                </a:tc>
                <a:tc>
                  <a:txBody>
                    <a:bodyPr/>
                    <a:lstStyle/>
                    <a:p>
                      <a:pPr algn="ctr"/>
                      <a:r>
                        <a:rPr lang="en-US" sz="2000">
                          <a:solidFill>
                            <a:schemeClr val="tx1"/>
                          </a:solidFill>
                          <a:effectLst/>
                          <a:latin typeface="Arial Nova" panose="020B0504020202020204" pitchFamily="34" charset="0"/>
                        </a:rPr>
                        <a:t> </a:t>
                      </a:r>
                      <a:endParaRPr lang="en-BD" sz="2000">
                        <a:solidFill>
                          <a:schemeClr val="tx1"/>
                        </a:solidFill>
                        <a:effectLst/>
                        <a:latin typeface="Arial Nova" panose="020B0504020202020204" pitchFamily="34" charset="0"/>
                        <a:ea typeface="Times New Roman" panose="02020603050405020304" pitchFamily="18" charset="0"/>
                      </a:endParaRPr>
                    </a:p>
                  </a:txBody>
                  <a:tcPr marL="68580" marR="68580" marT="0" marB="0"/>
                </a:tc>
                <a:tc>
                  <a:txBody>
                    <a:bodyPr/>
                    <a:lstStyle/>
                    <a:p>
                      <a:pPr algn="ctr"/>
                      <a:r>
                        <a:rPr lang="en-US" sz="2000">
                          <a:solidFill>
                            <a:schemeClr val="tx1"/>
                          </a:solidFill>
                          <a:effectLst/>
                          <a:latin typeface="Arial Nova" panose="020B0504020202020204" pitchFamily="34" charset="0"/>
                        </a:rPr>
                        <a:t>Activity</a:t>
                      </a:r>
                      <a:endParaRPr lang="en-BD" sz="2000">
                        <a:solidFill>
                          <a:schemeClr val="tx1"/>
                        </a:solidFill>
                        <a:effectLst/>
                        <a:latin typeface="Arial Nova" panose="020B0504020202020204" pitchFamily="34" charset="0"/>
                        <a:ea typeface="Times New Roman" panose="02020603050405020304" pitchFamily="18" charset="0"/>
                      </a:endParaRPr>
                    </a:p>
                  </a:txBody>
                  <a:tcPr marL="68580" marR="68580" marT="0" marB="0"/>
                </a:tc>
                <a:tc>
                  <a:txBody>
                    <a:bodyPr/>
                    <a:lstStyle/>
                    <a:p>
                      <a:pPr algn="ctr"/>
                      <a:r>
                        <a:rPr lang="en-US" sz="2000">
                          <a:solidFill>
                            <a:schemeClr val="tx1"/>
                          </a:solidFill>
                          <a:effectLst/>
                          <a:latin typeface="Arial Nova" panose="020B0504020202020204" pitchFamily="34" charset="0"/>
                        </a:rPr>
                        <a:t>Immediate Predecessor(s)</a:t>
                      </a:r>
                      <a:endParaRPr lang="en-BD" sz="2000">
                        <a:solidFill>
                          <a:schemeClr val="tx1"/>
                        </a:solidFill>
                        <a:effectLst/>
                        <a:latin typeface="Arial Nova" panose="020B0504020202020204" pitchFamily="34" charset="0"/>
                        <a:ea typeface="Times New Roman" panose="02020603050405020304" pitchFamily="18" charset="0"/>
                      </a:endParaRPr>
                    </a:p>
                  </a:txBody>
                  <a:tcPr marL="68580" marR="68580" marT="0" marB="0"/>
                </a:tc>
                <a:tc>
                  <a:txBody>
                    <a:bodyPr/>
                    <a:lstStyle/>
                    <a:p>
                      <a:pPr algn="ctr"/>
                      <a:r>
                        <a:rPr lang="en-US" sz="2000">
                          <a:solidFill>
                            <a:schemeClr val="tx1"/>
                          </a:solidFill>
                          <a:effectLst/>
                          <a:latin typeface="Arial Nova" panose="020B0504020202020204" pitchFamily="34" charset="0"/>
                        </a:rPr>
                        <a:t>Duration</a:t>
                      </a:r>
                      <a:endParaRPr lang="en-BD" sz="2000">
                        <a:solidFill>
                          <a:schemeClr val="tx1"/>
                        </a:solidFill>
                        <a:effectLst/>
                        <a:latin typeface="Arial Nova" panose="020B0504020202020204" pitchFamily="34" charset="0"/>
                      </a:endParaRPr>
                    </a:p>
                    <a:p>
                      <a:pPr algn="ctr"/>
                      <a:r>
                        <a:rPr lang="en-US" sz="2000">
                          <a:solidFill>
                            <a:schemeClr val="tx1"/>
                          </a:solidFill>
                          <a:effectLst/>
                          <a:latin typeface="Arial Nova" panose="020B0504020202020204" pitchFamily="34" charset="0"/>
                        </a:rPr>
                        <a:t>(Weeks)</a:t>
                      </a:r>
                      <a:endParaRPr lang="en-BD" sz="2000">
                        <a:solidFill>
                          <a:schemeClr val="tx1"/>
                        </a:solidFill>
                        <a:effectLst/>
                        <a:latin typeface="Arial Nova" panose="020B0504020202020204" pitchFamily="34" charset="0"/>
                        <a:ea typeface="Times New Roman" panose="02020603050405020304" pitchFamily="18" charset="0"/>
                      </a:endParaRPr>
                    </a:p>
                  </a:txBody>
                  <a:tcPr marL="68580" marR="68580" marT="0" marB="0"/>
                </a:tc>
                <a:extLst>
                  <a:ext uri="{0D108BD9-81ED-4DB2-BD59-A6C34878D82A}">
                    <a16:rowId xmlns:a16="http://schemas.microsoft.com/office/drawing/2014/main" val="1011786674"/>
                  </a:ext>
                </a:extLst>
              </a:tr>
              <a:tr h="186055">
                <a:tc>
                  <a:txBody>
                    <a:bodyPr/>
                    <a:lstStyle/>
                    <a:p>
                      <a:pPr algn="ctr"/>
                      <a:r>
                        <a:rPr lang="en-US" sz="2000" dirty="0">
                          <a:solidFill>
                            <a:schemeClr val="tx1"/>
                          </a:solidFill>
                          <a:effectLst/>
                          <a:latin typeface="Arial Nova" panose="020B0504020202020204" pitchFamily="34" charset="0"/>
                        </a:rPr>
                        <a:t>N</a:t>
                      </a:r>
                      <a:endParaRPr lang="en-BD" sz="2000" dirty="0">
                        <a:solidFill>
                          <a:schemeClr val="tx1"/>
                        </a:solidFill>
                        <a:effectLst/>
                        <a:latin typeface="Arial Nova" panose="020B0504020202020204" pitchFamily="34" charset="0"/>
                        <a:ea typeface="Times New Roman" panose="02020603050405020304" pitchFamily="18" charset="0"/>
                      </a:endParaRPr>
                    </a:p>
                  </a:txBody>
                  <a:tcPr marL="68580" marR="68580" marT="0" marB="0"/>
                </a:tc>
                <a:tc>
                  <a:txBody>
                    <a:bodyPr/>
                    <a:lstStyle/>
                    <a:p>
                      <a:pPr algn="ctr"/>
                      <a:r>
                        <a:rPr lang="en-US" sz="2000">
                          <a:solidFill>
                            <a:schemeClr val="tx1"/>
                          </a:solidFill>
                          <a:effectLst/>
                          <a:latin typeface="Arial Nova" panose="020B0504020202020204" pitchFamily="34" charset="0"/>
                        </a:rPr>
                        <a:t> </a:t>
                      </a:r>
                      <a:endParaRPr lang="en-BD" sz="2000">
                        <a:solidFill>
                          <a:schemeClr val="tx1"/>
                        </a:solidFill>
                        <a:effectLst/>
                        <a:latin typeface="Arial Nova" panose="020B0504020202020204" pitchFamily="34" charset="0"/>
                        <a:ea typeface="Times New Roman" panose="02020603050405020304" pitchFamily="18" charset="0"/>
                      </a:endParaRPr>
                    </a:p>
                  </a:txBody>
                  <a:tcPr marL="68580" marR="68580" marT="0" marB="0"/>
                </a:tc>
                <a:tc>
                  <a:txBody>
                    <a:bodyPr/>
                    <a:lstStyle/>
                    <a:p>
                      <a:pPr algn="ctr"/>
                      <a:r>
                        <a:rPr lang="en-US" sz="2000" dirty="0">
                          <a:solidFill>
                            <a:schemeClr val="tx1"/>
                          </a:solidFill>
                          <a:effectLst/>
                          <a:latin typeface="Arial Nova" panose="020B0504020202020204" pitchFamily="34" charset="0"/>
                        </a:rPr>
                        <a:t>5</a:t>
                      </a:r>
                      <a:endParaRPr lang="en-BD" sz="2000" dirty="0">
                        <a:solidFill>
                          <a:schemeClr val="tx1"/>
                        </a:solidFill>
                        <a:effectLst/>
                        <a:latin typeface="Arial Nova" panose="020B0504020202020204" pitchFamily="34" charset="0"/>
                        <a:ea typeface="Times New Roman" panose="02020603050405020304" pitchFamily="18" charset="0"/>
                      </a:endParaRPr>
                    </a:p>
                  </a:txBody>
                  <a:tcPr marL="68580" marR="68580" marT="0" marB="0"/>
                </a:tc>
                <a:tc>
                  <a:txBody>
                    <a:bodyPr/>
                    <a:lstStyle/>
                    <a:p>
                      <a:pPr algn="ctr"/>
                      <a:r>
                        <a:rPr lang="en-US" sz="2000">
                          <a:solidFill>
                            <a:schemeClr val="tx1"/>
                          </a:solidFill>
                          <a:effectLst/>
                          <a:latin typeface="Arial Nova" panose="020B0504020202020204" pitchFamily="34" charset="0"/>
                        </a:rPr>
                        <a:t> </a:t>
                      </a:r>
                      <a:endParaRPr lang="en-BD" sz="2000">
                        <a:solidFill>
                          <a:schemeClr val="tx1"/>
                        </a:solidFill>
                        <a:effectLst/>
                        <a:latin typeface="Arial Nova" panose="020B0504020202020204" pitchFamily="34" charset="0"/>
                        <a:ea typeface="Times New Roman" panose="02020603050405020304" pitchFamily="18" charset="0"/>
                      </a:endParaRPr>
                    </a:p>
                  </a:txBody>
                  <a:tcPr marL="68580" marR="68580" marT="0" marB="0"/>
                </a:tc>
                <a:tc>
                  <a:txBody>
                    <a:bodyPr/>
                    <a:lstStyle/>
                    <a:p>
                      <a:pPr algn="ctr">
                        <a:tabLst>
                          <a:tab pos="674370" algn="ctr"/>
                          <a:tab pos="1348740" algn="r"/>
                        </a:tabLst>
                      </a:pPr>
                      <a:r>
                        <a:rPr lang="en-US" sz="2000">
                          <a:solidFill>
                            <a:schemeClr val="tx1"/>
                          </a:solidFill>
                          <a:effectLst/>
                          <a:latin typeface="Arial Nova" panose="020B0504020202020204" pitchFamily="34" charset="0"/>
                        </a:rPr>
                        <a:t>G</a:t>
                      </a:r>
                      <a:endParaRPr lang="en-BD" sz="2000">
                        <a:solidFill>
                          <a:schemeClr val="tx1"/>
                        </a:solidFill>
                        <a:effectLst/>
                        <a:latin typeface="Arial Nova" panose="020B0504020202020204" pitchFamily="34" charset="0"/>
                        <a:ea typeface="Times New Roman" panose="02020603050405020304" pitchFamily="18" charset="0"/>
                      </a:endParaRPr>
                    </a:p>
                  </a:txBody>
                  <a:tcPr marL="68580" marR="68580" marT="0" marB="0"/>
                </a:tc>
                <a:tc>
                  <a:txBody>
                    <a:bodyPr/>
                    <a:lstStyle/>
                    <a:p>
                      <a:pPr algn="ctr"/>
                      <a:r>
                        <a:rPr lang="en-US" sz="2000">
                          <a:solidFill>
                            <a:schemeClr val="tx1"/>
                          </a:solidFill>
                          <a:effectLst/>
                          <a:latin typeface="Arial Nova" panose="020B0504020202020204" pitchFamily="34" charset="0"/>
                        </a:rPr>
                        <a:t>B</a:t>
                      </a:r>
                      <a:endParaRPr lang="en-BD" sz="2000">
                        <a:solidFill>
                          <a:schemeClr val="tx1"/>
                        </a:solidFill>
                        <a:effectLst/>
                        <a:latin typeface="Arial Nova" panose="020B0504020202020204" pitchFamily="34" charset="0"/>
                        <a:ea typeface="Times New Roman" panose="02020603050405020304" pitchFamily="18" charset="0"/>
                      </a:endParaRPr>
                    </a:p>
                  </a:txBody>
                  <a:tcPr marL="68580" marR="68580" marT="0" marB="0"/>
                </a:tc>
                <a:tc>
                  <a:txBody>
                    <a:bodyPr/>
                    <a:lstStyle/>
                    <a:p>
                      <a:pPr algn="ctr"/>
                      <a:r>
                        <a:rPr lang="en-US" sz="2000">
                          <a:solidFill>
                            <a:schemeClr val="tx1"/>
                          </a:solidFill>
                          <a:effectLst/>
                          <a:latin typeface="Arial Nova" panose="020B0504020202020204" pitchFamily="34" charset="0"/>
                        </a:rPr>
                        <a:t>2</a:t>
                      </a:r>
                      <a:endParaRPr lang="en-BD" sz="2000">
                        <a:solidFill>
                          <a:schemeClr val="tx1"/>
                        </a:solidFill>
                        <a:effectLst/>
                        <a:latin typeface="Arial Nova" panose="020B0504020202020204" pitchFamily="34" charset="0"/>
                        <a:ea typeface="Times New Roman" panose="02020603050405020304" pitchFamily="18" charset="0"/>
                      </a:endParaRPr>
                    </a:p>
                  </a:txBody>
                  <a:tcPr marL="68580" marR="68580" marT="0" marB="0"/>
                </a:tc>
                <a:extLst>
                  <a:ext uri="{0D108BD9-81ED-4DB2-BD59-A6C34878D82A}">
                    <a16:rowId xmlns:a16="http://schemas.microsoft.com/office/drawing/2014/main" val="2723754676"/>
                  </a:ext>
                </a:extLst>
              </a:tr>
              <a:tr h="186055">
                <a:tc>
                  <a:txBody>
                    <a:bodyPr/>
                    <a:lstStyle/>
                    <a:p>
                      <a:pPr algn="ctr"/>
                      <a:r>
                        <a:rPr lang="en-US" sz="2000">
                          <a:solidFill>
                            <a:schemeClr val="tx1"/>
                          </a:solidFill>
                          <a:effectLst/>
                          <a:latin typeface="Arial Nova" panose="020B0504020202020204" pitchFamily="34" charset="0"/>
                        </a:rPr>
                        <a:t>A</a:t>
                      </a:r>
                      <a:endParaRPr lang="en-BD" sz="2000">
                        <a:solidFill>
                          <a:schemeClr val="tx1"/>
                        </a:solidFill>
                        <a:effectLst/>
                        <a:latin typeface="Arial Nova" panose="020B0504020202020204" pitchFamily="34" charset="0"/>
                        <a:ea typeface="Times New Roman" panose="02020603050405020304" pitchFamily="18" charset="0"/>
                      </a:endParaRPr>
                    </a:p>
                  </a:txBody>
                  <a:tcPr marL="68580" marR="68580" marT="0" marB="0"/>
                </a:tc>
                <a:tc>
                  <a:txBody>
                    <a:bodyPr/>
                    <a:lstStyle/>
                    <a:p>
                      <a:pPr algn="ctr"/>
                      <a:r>
                        <a:rPr lang="en-US" sz="2000" dirty="0">
                          <a:solidFill>
                            <a:schemeClr val="tx1"/>
                          </a:solidFill>
                          <a:effectLst/>
                          <a:latin typeface="Arial Nova" panose="020B0504020202020204" pitchFamily="34" charset="0"/>
                        </a:rPr>
                        <a:t>N</a:t>
                      </a:r>
                      <a:endParaRPr lang="en-BD" sz="2000" dirty="0">
                        <a:solidFill>
                          <a:schemeClr val="tx1"/>
                        </a:solidFill>
                        <a:effectLst/>
                        <a:latin typeface="Arial Nova" panose="020B0504020202020204" pitchFamily="34" charset="0"/>
                        <a:ea typeface="Times New Roman" panose="02020603050405020304" pitchFamily="18" charset="0"/>
                      </a:endParaRPr>
                    </a:p>
                  </a:txBody>
                  <a:tcPr marL="68580" marR="68580" marT="0" marB="0"/>
                </a:tc>
                <a:tc>
                  <a:txBody>
                    <a:bodyPr/>
                    <a:lstStyle/>
                    <a:p>
                      <a:pPr algn="ctr"/>
                      <a:r>
                        <a:rPr lang="en-US" sz="2000">
                          <a:solidFill>
                            <a:schemeClr val="tx1"/>
                          </a:solidFill>
                          <a:effectLst/>
                          <a:latin typeface="Arial Nova" panose="020B0504020202020204" pitchFamily="34" charset="0"/>
                        </a:rPr>
                        <a:t>4</a:t>
                      </a:r>
                      <a:endParaRPr lang="en-BD" sz="2000">
                        <a:solidFill>
                          <a:schemeClr val="tx1"/>
                        </a:solidFill>
                        <a:effectLst/>
                        <a:latin typeface="Arial Nova" panose="020B0504020202020204" pitchFamily="34" charset="0"/>
                        <a:ea typeface="Times New Roman" panose="02020603050405020304" pitchFamily="18" charset="0"/>
                      </a:endParaRPr>
                    </a:p>
                  </a:txBody>
                  <a:tcPr marL="68580" marR="68580" marT="0" marB="0"/>
                </a:tc>
                <a:tc>
                  <a:txBody>
                    <a:bodyPr/>
                    <a:lstStyle/>
                    <a:p>
                      <a:pPr algn="ctr"/>
                      <a:r>
                        <a:rPr lang="en-US" sz="2000">
                          <a:solidFill>
                            <a:schemeClr val="tx1"/>
                          </a:solidFill>
                          <a:effectLst/>
                          <a:latin typeface="Arial Nova" panose="020B0504020202020204" pitchFamily="34" charset="0"/>
                        </a:rPr>
                        <a:t> </a:t>
                      </a:r>
                      <a:endParaRPr lang="en-BD" sz="2000">
                        <a:solidFill>
                          <a:schemeClr val="tx1"/>
                        </a:solidFill>
                        <a:effectLst/>
                        <a:latin typeface="Arial Nova" panose="020B0504020202020204" pitchFamily="34" charset="0"/>
                        <a:ea typeface="Times New Roman" panose="02020603050405020304" pitchFamily="18" charset="0"/>
                      </a:endParaRPr>
                    </a:p>
                  </a:txBody>
                  <a:tcPr marL="68580" marR="68580" marT="0" marB="0"/>
                </a:tc>
                <a:tc>
                  <a:txBody>
                    <a:bodyPr/>
                    <a:lstStyle/>
                    <a:p>
                      <a:pPr algn="ctr"/>
                      <a:r>
                        <a:rPr lang="en-US" sz="2000">
                          <a:solidFill>
                            <a:schemeClr val="tx1"/>
                          </a:solidFill>
                          <a:effectLst/>
                          <a:latin typeface="Arial Nova" panose="020B0504020202020204" pitchFamily="34" charset="0"/>
                        </a:rPr>
                        <a:t>H</a:t>
                      </a:r>
                      <a:endParaRPr lang="en-BD" sz="2000">
                        <a:solidFill>
                          <a:schemeClr val="tx1"/>
                        </a:solidFill>
                        <a:effectLst/>
                        <a:latin typeface="Arial Nova" panose="020B0504020202020204" pitchFamily="34" charset="0"/>
                        <a:ea typeface="Times New Roman" panose="02020603050405020304" pitchFamily="18" charset="0"/>
                      </a:endParaRPr>
                    </a:p>
                  </a:txBody>
                  <a:tcPr marL="68580" marR="68580" marT="0" marB="0"/>
                </a:tc>
                <a:tc>
                  <a:txBody>
                    <a:bodyPr/>
                    <a:lstStyle/>
                    <a:p>
                      <a:pPr algn="ctr"/>
                      <a:r>
                        <a:rPr lang="en-US" sz="2000">
                          <a:solidFill>
                            <a:schemeClr val="tx1"/>
                          </a:solidFill>
                          <a:effectLst/>
                          <a:latin typeface="Arial Nova" panose="020B0504020202020204" pitchFamily="34" charset="0"/>
                        </a:rPr>
                        <a:t>B</a:t>
                      </a:r>
                      <a:endParaRPr lang="en-BD" sz="2000">
                        <a:solidFill>
                          <a:schemeClr val="tx1"/>
                        </a:solidFill>
                        <a:effectLst/>
                        <a:latin typeface="Arial Nova" panose="020B0504020202020204" pitchFamily="34" charset="0"/>
                        <a:ea typeface="Times New Roman" panose="02020603050405020304" pitchFamily="18" charset="0"/>
                      </a:endParaRPr>
                    </a:p>
                  </a:txBody>
                  <a:tcPr marL="68580" marR="68580" marT="0" marB="0"/>
                </a:tc>
                <a:tc>
                  <a:txBody>
                    <a:bodyPr/>
                    <a:lstStyle/>
                    <a:p>
                      <a:pPr algn="ctr"/>
                      <a:r>
                        <a:rPr lang="en-US" sz="2000">
                          <a:solidFill>
                            <a:schemeClr val="tx1"/>
                          </a:solidFill>
                          <a:effectLst/>
                          <a:latin typeface="Arial Nova" panose="020B0504020202020204" pitchFamily="34" charset="0"/>
                        </a:rPr>
                        <a:t>16</a:t>
                      </a:r>
                      <a:endParaRPr lang="en-BD" sz="2000">
                        <a:solidFill>
                          <a:schemeClr val="tx1"/>
                        </a:solidFill>
                        <a:effectLst/>
                        <a:latin typeface="Arial Nova" panose="020B0504020202020204" pitchFamily="34" charset="0"/>
                        <a:ea typeface="Times New Roman" panose="02020603050405020304" pitchFamily="18" charset="0"/>
                      </a:endParaRPr>
                    </a:p>
                  </a:txBody>
                  <a:tcPr marL="68580" marR="68580" marT="0" marB="0"/>
                </a:tc>
                <a:extLst>
                  <a:ext uri="{0D108BD9-81ED-4DB2-BD59-A6C34878D82A}">
                    <a16:rowId xmlns:a16="http://schemas.microsoft.com/office/drawing/2014/main" val="1148672733"/>
                  </a:ext>
                </a:extLst>
              </a:tr>
              <a:tr h="186055">
                <a:tc>
                  <a:txBody>
                    <a:bodyPr/>
                    <a:lstStyle/>
                    <a:p>
                      <a:pPr algn="ctr"/>
                      <a:r>
                        <a:rPr lang="en-US" sz="2000">
                          <a:solidFill>
                            <a:schemeClr val="tx1"/>
                          </a:solidFill>
                          <a:effectLst/>
                          <a:latin typeface="Arial Nova" panose="020B0504020202020204" pitchFamily="34" charset="0"/>
                        </a:rPr>
                        <a:t>B</a:t>
                      </a:r>
                      <a:endParaRPr lang="en-BD" sz="2000">
                        <a:solidFill>
                          <a:schemeClr val="tx1"/>
                        </a:solidFill>
                        <a:effectLst/>
                        <a:latin typeface="Arial Nova" panose="020B0504020202020204" pitchFamily="34" charset="0"/>
                        <a:ea typeface="Times New Roman" panose="02020603050405020304" pitchFamily="18" charset="0"/>
                      </a:endParaRPr>
                    </a:p>
                  </a:txBody>
                  <a:tcPr marL="68580" marR="68580" marT="0" marB="0"/>
                </a:tc>
                <a:tc>
                  <a:txBody>
                    <a:bodyPr/>
                    <a:lstStyle/>
                    <a:p>
                      <a:pPr algn="ctr"/>
                      <a:r>
                        <a:rPr lang="en-US" sz="2000">
                          <a:solidFill>
                            <a:schemeClr val="tx1"/>
                          </a:solidFill>
                          <a:effectLst/>
                          <a:latin typeface="Arial Nova" panose="020B0504020202020204" pitchFamily="34" charset="0"/>
                        </a:rPr>
                        <a:t>N</a:t>
                      </a:r>
                      <a:endParaRPr lang="en-BD" sz="2000">
                        <a:solidFill>
                          <a:schemeClr val="tx1"/>
                        </a:solidFill>
                        <a:effectLst/>
                        <a:latin typeface="Arial Nova" panose="020B0504020202020204" pitchFamily="34" charset="0"/>
                        <a:ea typeface="Times New Roman" panose="02020603050405020304" pitchFamily="18" charset="0"/>
                      </a:endParaRPr>
                    </a:p>
                  </a:txBody>
                  <a:tcPr marL="68580" marR="68580" marT="0" marB="0"/>
                </a:tc>
                <a:tc>
                  <a:txBody>
                    <a:bodyPr/>
                    <a:lstStyle/>
                    <a:p>
                      <a:pPr algn="ctr"/>
                      <a:r>
                        <a:rPr lang="en-US" sz="2000">
                          <a:solidFill>
                            <a:schemeClr val="tx1"/>
                          </a:solidFill>
                          <a:effectLst/>
                          <a:latin typeface="Arial Nova" panose="020B0504020202020204" pitchFamily="34" charset="0"/>
                        </a:rPr>
                        <a:t>10</a:t>
                      </a:r>
                      <a:endParaRPr lang="en-BD" sz="2000">
                        <a:solidFill>
                          <a:schemeClr val="tx1"/>
                        </a:solidFill>
                        <a:effectLst/>
                        <a:latin typeface="Arial Nova" panose="020B0504020202020204" pitchFamily="34" charset="0"/>
                        <a:ea typeface="Times New Roman" panose="02020603050405020304" pitchFamily="18" charset="0"/>
                      </a:endParaRPr>
                    </a:p>
                  </a:txBody>
                  <a:tcPr marL="68580" marR="68580" marT="0" marB="0"/>
                </a:tc>
                <a:tc>
                  <a:txBody>
                    <a:bodyPr/>
                    <a:lstStyle/>
                    <a:p>
                      <a:pPr algn="ctr"/>
                      <a:r>
                        <a:rPr lang="en-US" sz="2000">
                          <a:solidFill>
                            <a:schemeClr val="tx1"/>
                          </a:solidFill>
                          <a:effectLst/>
                          <a:latin typeface="Arial Nova" panose="020B0504020202020204" pitchFamily="34" charset="0"/>
                        </a:rPr>
                        <a:t> </a:t>
                      </a:r>
                      <a:endParaRPr lang="en-BD" sz="2000">
                        <a:solidFill>
                          <a:schemeClr val="tx1"/>
                        </a:solidFill>
                        <a:effectLst/>
                        <a:latin typeface="Arial Nova" panose="020B0504020202020204" pitchFamily="34" charset="0"/>
                        <a:ea typeface="Times New Roman" panose="02020603050405020304" pitchFamily="18" charset="0"/>
                      </a:endParaRPr>
                    </a:p>
                  </a:txBody>
                  <a:tcPr marL="68580" marR="68580" marT="0" marB="0"/>
                </a:tc>
                <a:tc>
                  <a:txBody>
                    <a:bodyPr/>
                    <a:lstStyle/>
                    <a:p>
                      <a:pPr algn="ctr"/>
                      <a:r>
                        <a:rPr lang="en-US" sz="2000">
                          <a:solidFill>
                            <a:schemeClr val="tx1"/>
                          </a:solidFill>
                          <a:effectLst/>
                          <a:latin typeface="Arial Nova" panose="020B0504020202020204" pitchFamily="34" charset="0"/>
                        </a:rPr>
                        <a:t>I</a:t>
                      </a:r>
                      <a:endParaRPr lang="en-BD" sz="2000">
                        <a:solidFill>
                          <a:schemeClr val="tx1"/>
                        </a:solidFill>
                        <a:effectLst/>
                        <a:latin typeface="Arial Nova" panose="020B0504020202020204" pitchFamily="34" charset="0"/>
                        <a:ea typeface="Times New Roman" panose="02020603050405020304" pitchFamily="18" charset="0"/>
                      </a:endParaRPr>
                    </a:p>
                  </a:txBody>
                  <a:tcPr marL="68580" marR="68580" marT="0" marB="0"/>
                </a:tc>
                <a:tc>
                  <a:txBody>
                    <a:bodyPr/>
                    <a:lstStyle/>
                    <a:p>
                      <a:pPr algn="ctr"/>
                      <a:r>
                        <a:rPr lang="en-US" sz="2000">
                          <a:solidFill>
                            <a:schemeClr val="tx1"/>
                          </a:solidFill>
                          <a:effectLst/>
                          <a:latin typeface="Arial Nova" panose="020B0504020202020204" pitchFamily="34" charset="0"/>
                        </a:rPr>
                        <a:t>H</a:t>
                      </a:r>
                      <a:endParaRPr lang="en-BD" sz="2000">
                        <a:solidFill>
                          <a:schemeClr val="tx1"/>
                        </a:solidFill>
                        <a:effectLst/>
                        <a:latin typeface="Arial Nova" panose="020B0504020202020204" pitchFamily="34" charset="0"/>
                        <a:ea typeface="Times New Roman" panose="02020603050405020304" pitchFamily="18" charset="0"/>
                      </a:endParaRPr>
                    </a:p>
                  </a:txBody>
                  <a:tcPr marL="68580" marR="68580" marT="0" marB="0"/>
                </a:tc>
                <a:tc>
                  <a:txBody>
                    <a:bodyPr/>
                    <a:lstStyle/>
                    <a:p>
                      <a:pPr algn="ctr"/>
                      <a:r>
                        <a:rPr lang="en-US" sz="2000">
                          <a:solidFill>
                            <a:schemeClr val="tx1"/>
                          </a:solidFill>
                          <a:effectLst/>
                          <a:latin typeface="Arial Nova" panose="020B0504020202020204" pitchFamily="34" charset="0"/>
                        </a:rPr>
                        <a:t>4</a:t>
                      </a:r>
                      <a:endParaRPr lang="en-BD" sz="2000">
                        <a:solidFill>
                          <a:schemeClr val="tx1"/>
                        </a:solidFill>
                        <a:effectLst/>
                        <a:latin typeface="Arial Nova" panose="020B0504020202020204" pitchFamily="34" charset="0"/>
                        <a:ea typeface="Times New Roman" panose="02020603050405020304" pitchFamily="18" charset="0"/>
                      </a:endParaRPr>
                    </a:p>
                  </a:txBody>
                  <a:tcPr marL="68580" marR="68580" marT="0" marB="0"/>
                </a:tc>
                <a:extLst>
                  <a:ext uri="{0D108BD9-81ED-4DB2-BD59-A6C34878D82A}">
                    <a16:rowId xmlns:a16="http://schemas.microsoft.com/office/drawing/2014/main" val="2793450613"/>
                  </a:ext>
                </a:extLst>
              </a:tr>
              <a:tr h="186055">
                <a:tc>
                  <a:txBody>
                    <a:bodyPr/>
                    <a:lstStyle/>
                    <a:p>
                      <a:pPr algn="ctr"/>
                      <a:r>
                        <a:rPr lang="en-US" sz="2000">
                          <a:solidFill>
                            <a:schemeClr val="tx1"/>
                          </a:solidFill>
                          <a:effectLst/>
                          <a:latin typeface="Arial Nova" panose="020B0504020202020204" pitchFamily="34" charset="0"/>
                        </a:rPr>
                        <a:t>C</a:t>
                      </a:r>
                      <a:endParaRPr lang="en-BD" sz="2000">
                        <a:solidFill>
                          <a:schemeClr val="tx1"/>
                        </a:solidFill>
                        <a:effectLst/>
                        <a:latin typeface="Arial Nova" panose="020B0504020202020204" pitchFamily="34" charset="0"/>
                        <a:ea typeface="Times New Roman" panose="02020603050405020304" pitchFamily="18" charset="0"/>
                      </a:endParaRPr>
                    </a:p>
                  </a:txBody>
                  <a:tcPr marL="68580" marR="68580" marT="0" marB="0"/>
                </a:tc>
                <a:tc>
                  <a:txBody>
                    <a:bodyPr/>
                    <a:lstStyle/>
                    <a:p>
                      <a:pPr algn="ctr"/>
                      <a:r>
                        <a:rPr lang="en-US" sz="2000">
                          <a:solidFill>
                            <a:schemeClr val="tx1"/>
                          </a:solidFill>
                          <a:effectLst/>
                          <a:latin typeface="Arial Nova" panose="020B0504020202020204" pitchFamily="34" charset="0"/>
                        </a:rPr>
                        <a:t>N</a:t>
                      </a:r>
                      <a:endParaRPr lang="en-BD" sz="2000">
                        <a:solidFill>
                          <a:schemeClr val="tx1"/>
                        </a:solidFill>
                        <a:effectLst/>
                        <a:latin typeface="Arial Nova" panose="020B0504020202020204" pitchFamily="34" charset="0"/>
                        <a:ea typeface="Times New Roman" panose="02020603050405020304" pitchFamily="18" charset="0"/>
                      </a:endParaRPr>
                    </a:p>
                  </a:txBody>
                  <a:tcPr marL="68580" marR="68580" marT="0" marB="0"/>
                </a:tc>
                <a:tc>
                  <a:txBody>
                    <a:bodyPr/>
                    <a:lstStyle/>
                    <a:p>
                      <a:pPr algn="ctr"/>
                      <a:r>
                        <a:rPr lang="en-US" sz="2000">
                          <a:solidFill>
                            <a:schemeClr val="tx1"/>
                          </a:solidFill>
                          <a:effectLst/>
                          <a:latin typeface="Arial Nova" panose="020B0504020202020204" pitchFamily="34" charset="0"/>
                        </a:rPr>
                        <a:t>7</a:t>
                      </a:r>
                      <a:endParaRPr lang="en-BD" sz="2000">
                        <a:solidFill>
                          <a:schemeClr val="tx1"/>
                        </a:solidFill>
                        <a:effectLst/>
                        <a:latin typeface="Arial Nova" panose="020B0504020202020204" pitchFamily="34" charset="0"/>
                        <a:ea typeface="Times New Roman" panose="02020603050405020304" pitchFamily="18" charset="0"/>
                      </a:endParaRPr>
                    </a:p>
                  </a:txBody>
                  <a:tcPr marL="68580" marR="68580" marT="0" marB="0"/>
                </a:tc>
                <a:tc>
                  <a:txBody>
                    <a:bodyPr/>
                    <a:lstStyle/>
                    <a:p>
                      <a:pPr algn="ctr"/>
                      <a:r>
                        <a:rPr lang="en-US" sz="2000">
                          <a:solidFill>
                            <a:schemeClr val="tx1"/>
                          </a:solidFill>
                          <a:effectLst/>
                          <a:latin typeface="Arial Nova" panose="020B0504020202020204" pitchFamily="34" charset="0"/>
                        </a:rPr>
                        <a:t> </a:t>
                      </a:r>
                      <a:endParaRPr lang="en-BD" sz="2000">
                        <a:solidFill>
                          <a:schemeClr val="tx1"/>
                        </a:solidFill>
                        <a:effectLst/>
                        <a:latin typeface="Arial Nova" panose="020B0504020202020204" pitchFamily="34" charset="0"/>
                        <a:ea typeface="Times New Roman" panose="02020603050405020304" pitchFamily="18" charset="0"/>
                      </a:endParaRPr>
                    </a:p>
                  </a:txBody>
                  <a:tcPr marL="68580" marR="68580" marT="0" marB="0"/>
                </a:tc>
                <a:tc>
                  <a:txBody>
                    <a:bodyPr/>
                    <a:lstStyle/>
                    <a:p>
                      <a:pPr algn="ctr"/>
                      <a:r>
                        <a:rPr lang="en-US" sz="2000">
                          <a:solidFill>
                            <a:schemeClr val="tx1"/>
                          </a:solidFill>
                          <a:effectLst/>
                          <a:latin typeface="Arial Nova" panose="020B0504020202020204" pitchFamily="34" charset="0"/>
                        </a:rPr>
                        <a:t>J</a:t>
                      </a:r>
                      <a:endParaRPr lang="en-BD" sz="2000">
                        <a:solidFill>
                          <a:schemeClr val="tx1"/>
                        </a:solidFill>
                        <a:effectLst/>
                        <a:latin typeface="Arial Nova" panose="020B0504020202020204" pitchFamily="34" charset="0"/>
                        <a:ea typeface="Times New Roman" panose="02020603050405020304" pitchFamily="18" charset="0"/>
                      </a:endParaRPr>
                    </a:p>
                  </a:txBody>
                  <a:tcPr marL="68580" marR="68580" marT="0" marB="0"/>
                </a:tc>
                <a:tc>
                  <a:txBody>
                    <a:bodyPr/>
                    <a:lstStyle/>
                    <a:p>
                      <a:pPr algn="ctr"/>
                      <a:r>
                        <a:rPr lang="en-US" sz="2000">
                          <a:solidFill>
                            <a:schemeClr val="tx1"/>
                          </a:solidFill>
                          <a:effectLst/>
                          <a:latin typeface="Arial Nova" panose="020B0504020202020204" pitchFamily="34" charset="0"/>
                        </a:rPr>
                        <a:t>H</a:t>
                      </a:r>
                      <a:endParaRPr lang="en-BD" sz="2000">
                        <a:solidFill>
                          <a:schemeClr val="tx1"/>
                        </a:solidFill>
                        <a:effectLst/>
                        <a:latin typeface="Arial Nova" panose="020B0504020202020204" pitchFamily="34" charset="0"/>
                        <a:ea typeface="Times New Roman" panose="02020603050405020304" pitchFamily="18" charset="0"/>
                      </a:endParaRPr>
                    </a:p>
                  </a:txBody>
                  <a:tcPr marL="68580" marR="68580" marT="0" marB="0"/>
                </a:tc>
                <a:tc>
                  <a:txBody>
                    <a:bodyPr/>
                    <a:lstStyle/>
                    <a:p>
                      <a:pPr algn="ctr"/>
                      <a:r>
                        <a:rPr lang="en-US" sz="2000">
                          <a:solidFill>
                            <a:schemeClr val="tx1"/>
                          </a:solidFill>
                          <a:effectLst/>
                          <a:latin typeface="Arial Nova" panose="020B0504020202020204" pitchFamily="34" charset="0"/>
                        </a:rPr>
                        <a:t>8</a:t>
                      </a:r>
                      <a:endParaRPr lang="en-BD" sz="2000">
                        <a:solidFill>
                          <a:schemeClr val="tx1"/>
                        </a:solidFill>
                        <a:effectLst/>
                        <a:latin typeface="Arial Nova" panose="020B0504020202020204" pitchFamily="34" charset="0"/>
                        <a:ea typeface="Times New Roman" panose="02020603050405020304" pitchFamily="18" charset="0"/>
                      </a:endParaRPr>
                    </a:p>
                  </a:txBody>
                  <a:tcPr marL="68580" marR="68580" marT="0" marB="0"/>
                </a:tc>
                <a:extLst>
                  <a:ext uri="{0D108BD9-81ED-4DB2-BD59-A6C34878D82A}">
                    <a16:rowId xmlns:a16="http://schemas.microsoft.com/office/drawing/2014/main" val="966009282"/>
                  </a:ext>
                </a:extLst>
              </a:tr>
              <a:tr h="186055">
                <a:tc>
                  <a:txBody>
                    <a:bodyPr/>
                    <a:lstStyle/>
                    <a:p>
                      <a:pPr algn="ctr"/>
                      <a:r>
                        <a:rPr lang="en-US" sz="2000">
                          <a:solidFill>
                            <a:schemeClr val="tx1"/>
                          </a:solidFill>
                          <a:effectLst/>
                          <a:latin typeface="Arial Nova" panose="020B0504020202020204" pitchFamily="34" charset="0"/>
                        </a:rPr>
                        <a:t>D</a:t>
                      </a:r>
                      <a:endParaRPr lang="en-BD" sz="2000">
                        <a:solidFill>
                          <a:schemeClr val="tx1"/>
                        </a:solidFill>
                        <a:effectLst/>
                        <a:latin typeface="Arial Nova" panose="020B0504020202020204" pitchFamily="34" charset="0"/>
                        <a:ea typeface="Times New Roman" panose="02020603050405020304" pitchFamily="18" charset="0"/>
                      </a:endParaRPr>
                    </a:p>
                  </a:txBody>
                  <a:tcPr marL="68580" marR="68580" marT="0" marB="0"/>
                </a:tc>
                <a:tc>
                  <a:txBody>
                    <a:bodyPr/>
                    <a:lstStyle/>
                    <a:p>
                      <a:pPr algn="ctr"/>
                      <a:r>
                        <a:rPr lang="en-US" sz="2000">
                          <a:solidFill>
                            <a:schemeClr val="tx1"/>
                          </a:solidFill>
                          <a:effectLst/>
                          <a:latin typeface="Arial Nova" panose="020B0504020202020204" pitchFamily="34" charset="0"/>
                        </a:rPr>
                        <a:t>A</a:t>
                      </a:r>
                      <a:endParaRPr lang="en-BD" sz="2000">
                        <a:solidFill>
                          <a:schemeClr val="tx1"/>
                        </a:solidFill>
                        <a:effectLst/>
                        <a:latin typeface="Arial Nova" panose="020B0504020202020204" pitchFamily="34" charset="0"/>
                        <a:ea typeface="Times New Roman" panose="02020603050405020304" pitchFamily="18" charset="0"/>
                      </a:endParaRPr>
                    </a:p>
                  </a:txBody>
                  <a:tcPr marL="68580" marR="68580" marT="0" marB="0"/>
                </a:tc>
                <a:tc>
                  <a:txBody>
                    <a:bodyPr/>
                    <a:lstStyle/>
                    <a:p>
                      <a:pPr algn="ctr"/>
                      <a:r>
                        <a:rPr lang="en-US" sz="2000">
                          <a:solidFill>
                            <a:schemeClr val="tx1"/>
                          </a:solidFill>
                          <a:effectLst/>
                          <a:latin typeface="Arial Nova" panose="020B0504020202020204" pitchFamily="34" charset="0"/>
                        </a:rPr>
                        <a:t>5</a:t>
                      </a:r>
                      <a:endParaRPr lang="en-BD" sz="2000">
                        <a:solidFill>
                          <a:schemeClr val="tx1"/>
                        </a:solidFill>
                        <a:effectLst/>
                        <a:latin typeface="Arial Nova" panose="020B0504020202020204" pitchFamily="34" charset="0"/>
                        <a:ea typeface="Times New Roman" panose="02020603050405020304" pitchFamily="18" charset="0"/>
                      </a:endParaRPr>
                    </a:p>
                  </a:txBody>
                  <a:tcPr marL="68580" marR="68580" marT="0" marB="0"/>
                </a:tc>
                <a:tc>
                  <a:txBody>
                    <a:bodyPr/>
                    <a:lstStyle/>
                    <a:p>
                      <a:pPr algn="ctr"/>
                      <a:r>
                        <a:rPr lang="en-US" sz="2000">
                          <a:solidFill>
                            <a:schemeClr val="tx1"/>
                          </a:solidFill>
                          <a:effectLst/>
                          <a:latin typeface="Arial Nova" panose="020B0504020202020204" pitchFamily="34" charset="0"/>
                        </a:rPr>
                        <a:t> </a:t>
                      </a:r>
                      <a:endParaRPr lang="en-BD" sz="2000">
                        <a:solidFill>
                          <a:schemeClr val="tx1"/>
                        </a:solidFill>
                        <a:effectLst/>
                        <a:latin typeface="Arial Nova" panose="020B0504020202020204" pitchFamily="34" charset="0"/>
                        <a:ea typeface="Times New Roman" panose="02020603050405020304" pitchFamily="18" charset="0"/>
                      </a:endParaRPr>
                    </a:p>
                  </a:txBody>
                  <a:tcPr marL="68580" marR="68580" marT="0" marB="0"/>
                </a:tc>
                <a:tc>
                  <a:txBody>
                    <a:bodyPr/>
                    <a:lstStyle/>
                    <a:p>
                      <a:pPr algn="ctr"/>
                      <a:r>
                        <a:rPr lang="en-US" sz="2000">
                          <a:solidFill>
                            <a:schemeClr val="tx1"/>
                          </a:solidFill>
                          <a:effectLst/>
                          <a:latin typeface="Arial Nova" panose="020B0504020202020204" pitchFamily="34" charset="0"/>
                        </a:rPr>
                        <a:t>K</a:t>
                      </a:r>
                      <a:endParaRPr lang="en-BD" sz="2000">
                        <a:solidFill>
                          <a:schemeClr val="tx1"/>
                        </a:solidFill>
                        <a:effectLst/>
                        <a:latin typeface="Arial Nova" panose="020B0504020202020204" pitchFamily="34" charset="0"/>
                        <a:ea typeface="Times New Roman" panose="02020603050405020304" pitchFamily="18" charset="0"/>
                      </a:endParaRPr>
                    </a:p>
                  </a:txBody>
                  <a:tcPr marL="68580" marR="68580" marT="0" marB="0"/>
                </a:tc>
                <a:tc>
                  <a:txBody>
                    <a:bodyPr/>
                    <a:lstStyle/>
                    <a:p>
                      <a:pPr algn="ctr"/>
                      <a:r>
                        <a:rPr lang="en-US" sz="2000">
                          <a:solidFill>
                            <a:schemeClr val="tx1"/>
                          </a:solidFill>
                          <a:effectLst/>
                          <a:latin typeface="Arial Nova" panose="020B0504020202020204" pitchFamily="34" charset="0"/>
                        </a:rPr>
                        <a:t>I, J, L</a:t>
                      </a:r>
                      <a:endParaRPr lang="en-BD" sz="2000">
                        <a:solidFill>
                          <a:schemeClr val="tx1"/>
                        </a:solidFill>
                        <a:effectLst/>
                        <a:latin typeface="Arial Nova" panose="020B0504020202020204" pitchFamily="34" charset="0"/>
                        <a:ea typeface="Times New Roman" panose="02020603050405020304" pitchFamily="18" charset="0"/>
                      </a:endParaRPr>
                    </a:p>
                  </a:txBody>
                  <a:tcPr marL="68580" marR="68580" marT="0" marB="0"/>
                </a:tc>
                <a:tc>
                  <a:txBody>
                    <a:bodyPr/>
                    <a:lstStyle/>
                    <a:p>
                      <a:pPr algn="ctr"/>
                      <a:r>
                        <a:rPr lang="en-US" sz="2000">
                          <a:solidFill>
                            <a:schemeClr val="tx1"/>
                          </a:solidFill>
                          <a:effectLst/>
                          <a:latin typeface="Arial Nova" panose="020B0504020202020204" pitchFamily="34" charset="0"/>
                        </a:rPr>
                        <a:t>5</a:t>
                      </a:r>
                      <a:endParaRPr lang="en-BD" sz="2000">
                        <a:solidFill>
                          <a:schemeClr val="tx1"/>
                        </a:solidFill>
                        <a:effectLst/>
                        <a:latin typeface="Arial Nova" panose="020B0504020202020204" pitchFamily="34" charset="0"/>
                        <a:ea typeface="Times New Roman" panose="02020603050405020304" pitchFamily="18" charset="0"/>
                      </a:endParaRPr>
                    </a:p>
                  </a:txBody>
                  <a:tcPr marL="68580" marR="68580" marT="0" marB="0"/>
                </a:tc>
                <a:extLst>
                  <a:ext uri="{0D108BD9-81ED-4DB2-BD59-A6C34878D82A}">
                    <a16:rowId xmlns:a16="http://schemas.microsoft.com/office/drawing/2014/main" val="436704120"/>
                  </a:ext>
                </a:extLst>
              </a:tr>
              <a:tr h="186055">
                <a:tc>
                  <a:txBody>
                    <a:bodyPr/>
                    <a:lstStyle/>
                    <a:p>
                      <a:pPr algn="ctr"/>
                      <a:r>
                        <a:rPr lang="en-US" sz="2000">
                          <a:solidFill>
                            <a:schemeClr val="tx1"/>
                          </a:solidFill>
                          <a:effectLst/>
                          <a:latin typeface="Arial Nova" panose="020B0504020202020204" pitchFamily="34" charset="0"/>
                        </a:rPr>
                        <a:t>E</a:t>
                      </a:r>
                      <a:endParaRPr lang="en-BD" sz="2000">
                        <a:solidFill>
                          <a:schemeClr val="tx1"/>
                        </a:solidFill>
                        <a:effectLst/>
                        <a:latin typeface="Arial Nova" panose="020B0504020202020204" pitchFamily="34" charset="0"/>
                        <a:ea typeface="Times New Roman" panose="02020603050405020304" pitchFamily="18" charset="0"/>
                      </a:endParaRPr>
                    </a:p>
                  </a:txBody>
                  <a:tcPr marL="68580" marR="68580" marT="0" marB="0"/>
                </a:tc>
                <a:tc>
                  <a:txBody>
                    <a:bodyPr/>
                    <a:lstStyle/>
                    <a:p>
                      <a:pPr algn="ctr"/>
                      <a:r>
                        <a:rPr lang="en-US" sz="2000">
                          <a:solidFill>
                            <a:schemeClr val="tx1"/>
                          </a:solidFill>
                          <a:effectLst/>
                          <a:latin typeface="Arial Nova" panose="020B0504020202020204" pitchFamily="34" charset="0"/>
                        </a:rPr>
                        <a:t>D, G</a:t>
                      </a:r>
                      <a:endParaRPr lang="en-BD" sz="2000">
                        <a:solidFill>
                          <a:schemeClr val="tx1"/>
                        </a:solidFill>
                        <a:effectLst/>
                        <a:latin typeface="Arial Nova" panose="020B0504020202020204" pitchFamily="34" charset="0"/>
                        <a:ea typeface="Times New Roman" panose="02020603050405020304" pitchFamily="18" charset="0"/>
                      </a:endParaRPr>
                    </a:p>
                  </a:txBody>
                  <a:tcPr marL="68580" marR="68580" marT="0" marB="0"/>
                </a:tc>
                <a:tc>
                  <a:txBody>
                    <a:bodyPr/>
                    <a:lstStyle/>
                    <a:p>
                      <a:pPr algn="ctr"/>
                      <a:r>
                        <a:rPr lang="en-US" sz="2000">
                          <a:solidFill>
                            <a:schemeClr val="tx1"/>
                          </a:solidFill>
                          <a:effectLst/>
                          <a:latin typeface="Arial Nova" panose="020B0504020202020204" pitchFamily="34" charset="0"/>
                        </a:rPr>
                        <a:t>3</a:t>
                      </a:r>
                      <a:endParaRPr lang="en-BD" sz="2000">
                        <a:solidFill>
                          <a:schemeClr val="tx1"/>
                        </a:solidFill>
                        <a:effectLst/>
                        <a:latin typeface="Arial Nova" panose="020B0504020202020204" pitchFamily="34" charset="0"/>
                        <a:ea typeface="Times New Roman" panose="02020603050405020304" pitchFamily="18" charset="0"/>
                      </a:endParaRPr>
                    </a:p>
                  </a:txBody>
                  <a:tcPr marL="68580" marR="68580" marT="0" marB="0"/>
                </a:tc>
                <a:tc>
                  <a:txBody>
                    <a:bodyPr/>
                    <a:lstStyle/>
                    <a:p>
                      <a:pPr algn="ctr"/>
                      <a:r>
                        <a:rPr lang="en-US" sz="2000">
                          <a:solidFill>
                            <a:schemeClr val="tx1"/>
                          </a:solidFill>
                          <a:effectLst/>
                          <a:latin typeface="Arial Nova" panose="020B0504020202020204" pitchFamily="34" charset="0"/>
                        </a:rPr>
                        <a:t> </a:t>
                      </a:r>
                      <a:endParaRPr lang="en-BD" sz="2000">
                        <a:solidFill>
                          <a:schemeClr val="tx1"/>
                        </a:solidFill>
                        <a:effectLst/>
                        <a:latin typeface="Arial Nova" panose="020B0504020202020204" pitchFamily="34" charset="0"/>
                        <a:ea typeface="Times New Roman" panose="02020603050405020304" pitchFamily="18" charset="0"/>
                      </a:endParaRPr>
                    </a:p>
                  </a:txBody>
                  <a:tcPr marL="68580" marR="68580" marT="0" marB="0"/>
                </a:tc>
                <a:tc>
                  <a:txBody>
                    <a:bodyPr/>
                    <a:lstStyle/>
                    <a:p>
                      <a:pPr algn="ctr"/>
                      <a:r>
                        <a:rPr lang="en-US" sz="2000">
                          <a:solidFill>
                            <a:schemeClr val="tx1"/>
                          </a:solidFill>
                          <a:effectLst/>
                          <a:latin typeface="Arial Nova" panose="020B0504020202020204" pitchFamily="34" charset="0"/>
                        </a:rPr>
                        <a:t>L</a:t>
                      </a:r>
                      <a:endParaRPr lang="en-BD" sz="2000">
                        <a:solidFill>
                          <a:schemeClr val="tx1"/>
                        </a:solidFill>
                        <a:effectLst/>
                        <a:latin typeface="Arial Nova" panose="020B0504020202020204" pitchFamily="34" charset="0"/>
                        <a:ea typeface="Times New Roman" panose="02020603050405020304" pitchFamily="18" charset="0"/>
                      </a:endParaRPr>
                    </a:p>
                  </a:txBody>
                  <a:tcPr marL="68580" marR="68580" marT="0" marB="0"/>
                </a:tc>
                <a:tc>
                  <a:txBody>
                    <a:bodyPr/>
                    <a:lstStyle/>
                    <a:p>
                      <a:pPr algn="ctr"/>
                      <a:r>
                        <a:rPr lang="en-US" sz="2000">
                          <a:solidFill>
                            <a:schemeClr val="tx1"/>
                          </a:solidFill>
                          <a:effectLst/>
                          <a:latin typeface="Arial Nova" panose="020B0504020202020204" pitchFamily="34" charset="0"/>
                        </a:rPr>
                        <a:t>C</a:t>
                      </a:r>
                      <a:endParaRPr lang="en-BD" sz="2000">
                        <a:solidFill>
                          <a:schemeClr val="tx1"/>
                        </a:solidFill>
                        <a:effectLst/>
                        <a:latin typeface="Arial Nova" panose="020B0504020202020204" pitchFamily="34" charset="0"/>
                        <a:ea typeface="Times New Roman" panose="02020603050405020304" pitchFamily="18" charset="0"/>
                      </a:endParaRPr>
                    </a:p>
                  </a:txBody>
                  <a:tcPr marL="68580" marR="68580" marT="0" marB="0"/>
                </a:tc>
                <a:tc>
                  <a:txBody>
                    <a:bodyPr/>
                    <a:lstStyle/>
                    <a:p>
                      <a:pPr algn="ctr"/>
                      <a:r>
                        <a:rPr lang="en-US" sz="2000">
                          <a:solidFill>
                            <a:schemeClr val="tx1"/>
                          </a:solidFill>
                          <a:effectLst/>
                          <a:latin typeface="Arial Nova" panose="020B0504020202020204" pitchFamily="34" charset="0"/>
                        </a:rPr>
                        <a:t>9</a:t>
                      </a:r>
                      <a:endParaRPr lang="en-BD" sz="2000">
                        <a:solidFill>
                          <a:schemeClr val="tx1"/>
                        </a:solidFill>
                        <a:effectLst/>
                        <a:latin typeface="Arial Nova" panose="020B0504020202020204" pitchFamily="34" charset="0"/>
                        <a:ea typeface="Times New Roman" panose="02020603050405020304" pitchFamily="18" charset="0"/>
                      </a:endParaRPr>
                    </a:p>
                  </a:txBody>
                  <a:tcPr marL="68580" marR="68580" marT="0" marB="0"/>
                </a:tc>
                <a:extLst>
                  <a:ext uri="{0D108BD9-81ED-4DB2-BD59-A6C34878D82A}">
                    <a16:rowId xmlns:a16="http://schemas.microsoft.com/office/drawing/2014/main" val="2655774072"/>
                  </a:ext>
                </a:extLst>
              </a:tr>
              <a:tr h="186055">
                <a:tc>
                  <a:txBody>
                    <a:bodyPr/>
                    <a:lstStyle/>
                    <a:p>
                      <a:pPr algn="ctr"/>
                      <a:r>
                        <a:rPr lang="en-US" sz="2000">
                          <a:solidFill>
                            <a:schemeClr val="tx1"/>
                          </a:solidFill>
                          <a:effectLst/>
                          <a:latin typeface="Arial Nova" panose="020B0504020202020204" pitchFamily="34" charset="0"/>
                        </a:rPr>
                        <a:t>F</a:t>
                      </a:r>
                      <a:endParaRPr lang="en-BD" sz="2000">
                        <a:solidFill>
                          <a:schemeClr val="tx1"/>
                        </a:solidFill>
                        <a:effectLst/>
                        <a:latin typeface="Arial Nova" panose="020B0504020202020204" pitchFamily="34" charset="0"/>
                        <a:ea typeface="Times New Roman" panose="02020603050405020304" pitchFamily="18" charset="0"/>
                      </a:endParaRPr>
                    </a:p>
                  </a:txBody>
                  <a:tcPr marL="68580" marR="68580" marT="0" marB="0"/>
                </a:tc>
                <a:tc>
                  <a:txBody>
                    <a:bodyPr/>
                    <a:lstStyle/>
                    <a:p>
                      <a:pPr algn="ctr"/>
                      <a:r>
                        <a:rPr lang="en-US" sz="2000">
                          <a:solidFill>
                            <a:schemeClr val="tx1"/>
                          </a:solidFill>
                          <a:effectLst/>
                          <a:latin typeface="Arial Nova" panose="020B0504020202020204" pitchFamily="34" charset="0"/>
                        </a:rPr>
                        <a:t>E</a:t>
                      </a:r>
                      <a:endParaRPr lang="en-BD" sz="2000">
                        <a:solidFill>
                          <a:schemeClr val="tx1"/>
                        </a:solidFill>
                        <a:effectLst/>
                        <a:latin typeface="Arial Nova" panose="020B0504020202020204" pitchFamily="34" charset="0"/>
                        <a:ea typeface="Times New Roman" panose="02020603050405020304" pitchFamily="18" charset="0"/>
                      </a:endParaRPr>
                    </a:p>
                  </a:txBody>
                  <a:tcPr marL="68580" marR="68580" marT="0" marB="0"/>
                </a:tc>
                <a:tc>
                  <a:txBody>
                    <a:bodyPr/>
                    <a:lstStyle/>
                    <a:p>
                      <a:pPr algn="ctr"/>
                      <a:r>
                        <a:rPr lang="en-US" sz="2000" dirty="0">
                          <a:solidFill>
                            <a:schemeClr val="tx1"/>
                          </a:solidFill>
                          <a:effectLst/>
                          <a:latin typeface="Arial Nova" panose="020B0504020202020204" pitchFamily="34" charset="0"/>
                        </a:rPr>
                        <a:t>6</a:t>
                      </a:r>
                      <a:endParaRPr lang="en-BD" sz="2000" dirty="0">
                        <a:solidFill>
                          <a:schemeClr val="tx1"/>
                        </a:solidFill>
                        <a:effectLst/>
                        <a:latin typeface="Arial Nova" panose="020B0504020202020204" pitchFamily="34" charset="0"/>
                        <a:ea typeface="Times New Roman" panose="02020603050405020304" pitchFamily="18" charset="0"/>
                      </a:endParaRPr>
                    </a:p>
                  </a:txBody>
                  <a:tcPr marL="68580" marR="68580" marT="0" marB="0"/>
                </a:tc>
                <a:tc>
                  <a:txBody>
                    <a:bodyPr/>
                    <a:lstStyle/>
                    <a:p>
                      <a:pPr algn="ctr"/>
                      <a:r>
                        <a:rPr lang="en-US" sz="2000">
                          <a:solidFill>
                            <a:schemeClr val="tx1"/>
                          </a:solidFill>
                          <a:effectLst/>
                          <a:latin typeface="Arial Nova" panose="020B0504020202020204" pitchFamily="34" charset="0"/>
                        </a:rPr>
                        <a:t> </a:t>
                      </a:r>
                      <a:endParaRPr lang="en-BD" sz="2000">
                        <a:solidFill>
                          <a:schemeClr val="tx1"/>
                        </a:solidFill>
                        <a:effectLst/>
                        <a:latin typeface="Arial Nova" panose="020B0504020202020204" pitchFamily="34" charset="0"/>
                        <a:ea typeface="Times New Roman" panose="02020603050405020304" pitchFamily="18" charset="0"/>
                      </a:endParaRPr>
                    </a:p>
                  </a:txBody>
                  <a:tcPr marL="68580" marR="68580" marT="0" marB="0"/>
                </a:tc>
                <a:tc>
                  <a:txBody>
                    <a:bodyPr/>
                    <a:lstStyle/>
                    <a:p>
                      <a:pPr algn="ctr"/>
                      <a:r>
                        <a:rPr lang="en-US" sz="2000">
                          <a:solidFill>
                            <a:schemeClr val="tx1"/>
                          </a:solidFill>
                          <a:effectLst/>
                          <a:latin typeface="Arial Nova" panose="020B0504020202020204" pitchFamily="34" charset="0"/>
                        </a:rPr>
                        <a:t>M</a:t>
                      </a:r>
                      <a:endParaRPr lang="en-BD" sz="2000">
                        <a:solidFill>
                          <a:schemeClr val="tx1"/>
                        </a:solidFill>
                        <a:effectLst/>
                        <a:latin typeface="Arial Nova" panose="020B0504020202020204" pitchFamily="34" charset="0"/>
                        <a:ea typeface="Times New Roman" panose="02020603050405020304" pitchFamily="18" charset="0"/>
                      </a:endParaRPr>
                    </a:p>
                  </a:txBody>
                  <a:tcPr marL="68580" marR="68580" marT="0" marB="0"/>
                </a:tc>
                <a:tc>
                  <a:txBody>
                    <a:bodyPr/>
                    <a:lstStyle/>
                    <a:p>
                      <a:pPr algn="ctr"/>
                      <a:r>
                        <a:rPr lang="en-US" sz="2000">
                          <a:solidFill>
                            <a:schemeClr val="tx1"/>
                          </a:solidFill>
                          <a:effectLst/>
                          <a:latin typeface="Arial Nova" panose="020B0504020202020204" pitchFamily="34" charset="0"/>
                        </a:rPr>
                        <a:t>J, L</a:t>
                      </a:r>
                      <a:endParaRPr lang="en-BD" sz="2000">
                        <a:solidFill>
                          <a:schemeClr val="tx1"/>
                        </a:solidFill>
                        <a:effectLst/>
                        <a:latin typeface="Arial Nova" panose="020B0504020202020204" pitchFamily="34" charset="0"/>
                        <a:ea typeface="Times New Roman" panose="02020603050405020304" pitchFamily="18" charset="0"/>
                      </a:endParaRPr>
                    </a:p>
                  </a:txBody>
                  <a:tcPr marL="68580" marR="68580" marT="0" marB="0"/>
                </a:tc>
                <a:tc>
                  <a:txBody>
                    <a:bodyPr/>
                    <a:lstStyle/>
                    <a:p>
                      <a:pPr algn="ctr"/>
                      <a:r>
                        <a:rPr lang="en-US" sz="2000" dirty="0">
                          <a:solidFill>
                            <a:schemeClr val="tx1"/>
                          </a:solidFill>
                          <a:effectLst/>
                          <a:latin typeface="Arial Nova" panose="020B0504020202020204" pitchFamily="34" charset="0"/>
                        </a:rPr>
                        <a:t>10</a:t>
                      </a:r>
                      <a:endParaRPr lang="en-BD" sz="2000" dirty="0">
                        <a:solidFill>
                          <a:schemeClr val="tx1"/>
                        </a:solidFill>
                        <a:effectLst/>
                        <a:latin typeface="Arial Nova" panose="020B0504020202020204" pitchFamily="34" charset="0"/>
                        <a:ea typeface="Times New Roman" panose="02020603050405020304" pitchFamily="18" charset="0"/>
                      </a:endParaRPr>
                    </a:p>
                  </a:txBody>
                  <a:tcPr marL="68580" marR="68580" marT="0" marB="0"/>
                </a:tc>
                <a:extLst>
                  <a:ext uri="{0D108BD9-81ED-4DB2-BD59-A6C34878D82A}">
                    <a16:rowId xmlns:a16="http://schemas.microsoft.com/office/drawing/2014/main" val="1879771075"/>
                  </a:ext>
                </a:extLst>
              </a:tr>
            </a:tbl>
          </a:graphicData>
        </a:graphic>
      </p:graphicFrame>
    </p:spTree>
    <p:extLst>
      <p:ext uri="{BB962C8B-B14F-4D97-AF65-F5344CB8AC3E}">
        <p14:creationId xmlns:p14="http://schemas.microsoft.com/office/powerpoint/2010/main" val="285295963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316A5661-2CFE-478C-BAC3-729F393F3C4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BC1DA2B-FE6F-1C6E-BFA0-9B15DC40309D}"/>
              </a:ext>
            </a:extLst>
          </p:cNvPr>
          <p:cNvSpPr>
            <a:spLocks noGrp="1"/>
          </p:cNvSpPr>
          <p:nvPr>
            <p:ph type="title"/>
          </p:nvPr>
        </p:nvSpPr>
        <p:spPr>
          <a:xfrm>
            <a:off x="2139081" y="92738"/>
            <a:ext cx="9514055" cy="1267138"/>
          </a:xfrm>
        </p:spPr>
        <p:txBody>
          <a:bodyPr anchor="ctr">
            <a:normAutofit/>
          </a:bodyPr>
          <a:lstStyle/>
          <a:p>
            <a:r>
              <a:rPr lang="en-US" sz="4000" dirty="0">
                <a:solidFill>
                  <a:schemeClr val="accent6">
                    <a:lumMod val="40000"/>
                    <a:lumOff val="60000"/>
                  </a:schemeClr>
                </a:solidFill>
                <a:latin typeface="Arial Rounded MT Bold" panose="020F0704030504030204" pitchFamily="34" charset="0"/>
              </a:rPr>
              <a:t>Project management tools</a:t>
            </a:r>
          </a:p>
        </p:txBody>
      </p:sp>
      <p:grpSp>
        <p:nvGrpSpPr>
          <p:cNvPr id="10" name="Group 9">
            <a:extLst>
              <a:ext uri="{FF2B5EF4-FFF2-40B4-BE49-F238E27FC236}">
                <a16:creationId xmlns:a16="http://schemas.microsoft.com/office/drawing/2014/main" id="{FB7BE8CD-E348-464A-82CC-7EF7AA82842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999771" y="649304"/>
            <a:ext cx="913428" cy="1315264"/>
            <a:chOff x="999771" y="649304"/>
            <a:chExt cx="913428" cy="1315264"/>
          </a:xfrm>
        </p:grpSpPr>
        <p:grpSp>
          <p:nvGrpSpPr>
            <p:cNvPr id="11" name="Group 10">
              <a:extLst>
                <a:ext uri="{FF2B5EF4-FFF2-40B4-BE49-F238E27FC236}">
                  <a16:creationId xmlns:a16="http://schemas.microsoft.com/office/drawing/2014/main" id="{B8CC82D2-4C4A-4C67-8483-5199F97B37A7}"/>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999771" y="932104"/>
              <a:ext cx="913428" cy="1032464"/>
              <a:chOff x="999771" y="932104"/>
              <a:chExt cx="913428" cy="1032464"/>
            </a:xfrm>
          </p:grpSpPr>
          <p:grpSp>
            <p:nvGrpSpPr>
              <p:cNvPr id="15" name="Group 14">
                <a:extLst>
                  <a:ext uri="{FF2B5EF4-FFF2-40B4-BE49-F238E27FC236}">
                    <a16:creationId xmlns:a16="http://schemas.microsoft.com/office/drawing/2014/main" id="{70D2391D-AA33-4F5E-BD96-B42D93DED226}"/>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rot="8100000" flipV="1">
                <a:off x="1047457" y="1290386"/>
                <a:ext cx="865742" cy="628383"/>
                <a:chOff x="558167" y="958515"/>
                <a:chExt cx="865742" cy="628383"/>
              </a:xfrm>
              <a:solidFill>
                <a:schemeClr val="accent3"/>
              </a:solidFill>
            </p:grpSpPr>
            <p:sp>
              <p:nvSpPr>
                <p:cNvPr id="22" name="Freeform: Shape 21">
                  <a:extLst>
                    <a:ext uri="{FF2B5EF4-FFF2-40B4-BE49-F238E27FC236}">
                      <a16:creationId xmlns:a16="http://schemas.microsoft.com/office/drawing/2014/main" id="{BE166DCE-539D-4C74-9C9D-AC000BA2F8A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8100000" flipH="1">
                  <a:off x="558167" y="1122160"/>
                  <a:ext cx="464738" cy="464738"/>
                </a:xfrm>
                <a:custGeom>
                  <a:avLst/>
                  <a:gdLst>
                    <a:gd name="connsiteX0" fmla="*/ 446142 w 464738"/>
                    <a:gd name="connsiteY0" fmla="*/ 464738 h 464738"/>
                    <a:gd name="connsiteX1" fmla="*/ 130673 w 464738"/>
                    <a:gd name="connsiteY1" fmla="*/ 334066 h 464738"/>
                    <a:gd name="connsiteX2" fmla="*/ 0 w 464738"/>
                    <a:gd name="connsiteY2" fmla="*/ 18596 h 464738"/>
                    <a:gd name="connsiteX3" fmla="*/ 836 w 464738"/>
                    <a:gd name="connsiteY3" fmla="*/ 1089 h 464738"/>
                    <a:gd name="connsiteX4" fmla="*/ 606 w 464738"/>
                    <a:gd name="connsiteY4" fmla="*/ 859 h 464738"/>
                    <a:gd name="connsiteX5" fmla="*/ 848 w 464738"/>
                    <a:gd name="connsiteY5" fmla="*/ 848 h 464738"/>
                    <a:gd name="connsiteX6" fmla="*/ 859 w 464738"/>
                    <a:gd name="connsiteY6" fmla="*/ 606 h 464738"/>
                    <a:gd name="connsiteX7" fmla="*/ 1089 w 464738"/>
                    <a:gd name="connsiteY7" fmla="*/ 836 h 464738"/>
                    <a:gd name="connsiteX8" fmla="*/ 18596 w 464738"/>
                    <a:gd name="connsiteY8" fmla="*/ 0 h 464738"/>
                    <a:gd name="connsiteX9" fmla="*/ 334066 w 464738"/>
                    <a:gd name="connsiteY9" fmla="*/ 130672 h 464738"/>
                    <a:gd name="connsiteX10" fmla="*/ 464738 w 464738"/>
                    <a:gd name="connsiteY10" fmla="*/ 446142 h 464738"/>
                    <a:gd name="connsiteX11" fmla="*/ 463902 w 464738"/>
                    <a:gd name="connsiteY11" fmla="*/ 463650 h 464738"/>
                    <a:gd name="connsiteX12" fmla="*/ 464132 w 464738"/>
                    <a:gd name="connsiteY12" fmla="*/ 463880 h 464738"/>
                    <a:gd name="connsiteX13" fmla="*/ 463891 w 464738"/>
                    <a:gd name="connsiteY13" fmla="*/ 463892 h 464738"/>
                    <a:gd name="connsiteX14" fmla="*/ 463879 w 464738"/>
                    <a:gd name="connsiteY14" fmla="*/ 464132 h 464738"/>
                    <a:gd name="connsiteX15" fmla="*/ 463650 w 464738"/>
                    <a:gd name="connsiteY15" fmla="*/ 463903 h 4647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64738" h="464738">
                      <a:moveTo>
                        <a:pt x="446142" y="464738"/>
                      </a:moveTo>
                      <a:cubicBezTo>
                        <a:pt x="331965" y="464738"/>
                        <a:pt x="217787" y="421181"/>
                        <a:pt x="130673" y="334066"/>
                      </a:cubicBezTo>
                      <a:cubicBezTo>
                        <a:pt x="43558" y="246952"/>
                        <a:pt x="1" y="132774"/>
                        <a:pt x="0" y="18596"/>
                      </a:cubicBezTo>
                      <a:lnTo>
                        <a:pt x="836" y="1089"/>
                      </a:lnTo>
                      <a:lnTo>
                        <a:pt x="606" y="859"/>
                      </a:lnTo>
                      <a:lnTo>
                        <a:pt x="848" y="848"/>
                      </a:lnTo>
                      <a:lnTo>
                        <a:pt x="859" y="606"/>
                      </a:lnTo>
                      <a:lnTo>
                        <a:pt x="1089" y="836"/>
                      </a:lnTo>
                      <a:lnTo>
                        <a:pt x="18596" y="0"/>
                      </a:lnTo>
                      <a:cubicBezTo>
                        <a:pt x="132774" y="0"/>
                        <a:pt x="246951" y="43557"/>
                        <a:pt x="334066" y="130672"/>
                      </a:cubicBezTo>
                      <a:cubicBezTo>
                        <a:pt x="421181" y="217787"/>
                        <a:pt x="464738" y="331964"/>
                        <a:pt x="464738" y="446142"/>
                      </a:cubicBezTo>
                      <a:lnTo>
                        <a:pt x="463902" y="463650"/>
                      </a:lnTo>
                      <a:lnTo>
                        <a:pt x="464132" y="463880"/>
                      </a:lnTo>
                      <a:lnTo>
                        <a:pt x="463891" y="463892"/>
                      </a:lnTo>
                      <a:lnTo>
                        <a:pt x="463879" y="464132"/>
                      </a:lnTo>
                      <a:lnTo>
                        <a:pt x="463650" y="463903"/>
                      </a:lnTo>
                      <a:close/>
                    </a:path>
                  </a:pathLst>
                </a:custGeom>
                <a:solidFill>
                  <a:schemeClr val="accent4">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3" name="Freeform: Shape 22">
                  <a:extLst>
                    <a:ext uri="{FF2B5EF4-FFF2-40B4-BE49-F238E27FC236}">
                      <a16:creationId xmlns:a16="http://schemas.microsoft.com/office/drawing/2014/main" id="{DCC6BEB5-DA1F-4F9E-BA5D-8F892A0FB8F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flipH="1">
                  <a:off x="959170" y="958515"/>
                  <a:ext cx="464739" cy="464739"/>
                </a:xfrm>
                <a:custGeom>
                  <a:avLst/>
                  <a:gdLst>
                    <a:gd name="connsiteX0" fmla="*/ 464132 w 464739"/>
                    <a:gd name="connsiteY0" fmla="*/ 463881 h 464739"/>
                    <a:gd name="connsiteX1" fmla="*/ 463891 w 464739"/>
                    <a:gd name="connsiteY1" fmla="*/ 463892 h 464739"/>
                    <a:gd name="connsiteX2" fmla="*/ 463880 w 464739"/>
                    <a:gd name="connsiteY2" fmla="*/ 464132 h 464739"/>
                    <a:gd name="connsiteX3" fmla="*/ 463651 w 464739"/>
                    <a:gd name="connsiteY3" fmla="*/ 463904 h 464739"/>
                    <a:gd name="connsiteX4" fmla="*/ 446142 w 464739"/>
                    <a:gd name="connsiteY4" fmla="*/ 464739 h 464739"/>
                    <a:gd name="connsiteX5" fmla="*/ 130673 w 464739"/>
                    <a:gd name="connsiteY5" fmla="*/ 334067 h 464739"/>
                    <a:gd name="connsiteX6" fmla="*/ 0 w 464739"/>
                    <a:gd name="connsiteY6" fmla="*/ 18597 h 464739"/>
                    <a:gd name="connsiteX7" fmla="*/ 836 w 464739"/>
                    <a:gd name="connsiteY7" fmla="*/ 1089 h 464739"/>
                    <a:gd name="connsiteX8" fmla="*/ 607 w 464739"/>
                    <a:gd name="connsiteY8" fmla="*/ 859 h 464739"/>
                    <a:gd name="connsiteX9" fmla="*/ 848 w 464739"/>
                    <a:gd name="connsiteY9" fmla="*/ 848 h 464739"/>
                    <a:gd name="connsiteX10" fmla="*/ 859 w 464739"/>
                    <a:gd name="connsiteY10" fmla="*/ 607 h 464739"/>
                    <a:gd name="connsiteX11" fmla="*/ 1089 w 464739"/>
                    <a:gd name="connsiteY11" fmla="*/ 836 h 464739"/>
                    <a:gd name="connsiteX12" fmla="*/ 18597 w 464739"/>
                    <a:gd name="connsiteY12" fmla="*/ 0 h 464739"/>
                    <a:gd name="connsiteX13" fmla="*/ 334067 w 464739"/>
                    <a:gd name="connsiteY13" fmla="*/ 130672 h 464739"/>
                    <a:gd name="connsiteX14" fmla="*/ 464739 w 464739"/>
                    <a:gd name="connsiteY14" fmla="*/ 446142 h 464739"/>
                    <a:gd name="connsiteX15" fmla="*/ 463903 w 464739"/>
                    <a:gd name="connsiteY15" fmla="*/ 463652 h 464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64739" h="464739">
                      <a:moveTo>
                        <a:pt x="464132" y="463881"/>
                      </a:moveTo>
                      <a:lnTo>
                        <a:pt x="463891" y="463892"/>
                      </a:lnTo>
                      <a:lnTo>
                        <a:pt x="463880" y="464132"/>
                      </a:lnTo>
                      <a:lnTo>
                        <a:pt x="463651" y="463904"/>
                      </a:lnTo>
                      <a:lnTo>
                        <a:pt x="446142" y="464739"/>
                      </a:lnTo>
                      <a:cubicBezTo>
                        <a:pt x="331965" y="464739"/>
                        <a:pt x="217787" y="421182"/>
                        <a:pt x="130673" y="334067"/>
                      </a:cubicBezTo>
                      <a:cubicBezTo>
                        <a:pt x="43558" y="246953"/>
                        <a:pt x="1" y="132775"/>
                        <a:pt x="0" y="18597"/>
                      </a:cubicBezTo>
                      <a:lnTo>
                        <a:pt x="836" y="1089"/>
                      </a:lnTo>
                      <a:lnTo>
                        <a:pt x="607" y="859"/>
                      </a:lnTo>
                      <a:lnTo>
                        <a:pt x="848" y="848"/>
                      </a:lnTo>
                      <a:lnTo>
                        <a:pt x="859" y="607"/>
                      </a:lnTo>
                      <a:lnTo>
                        <a:pt x="1089" y="836"/>
                      </a:lnTo>
                      <a:lnTo>
                        <a:pt x="18597" y="0"/>
                      </a:lnTo>
                      <a:cubicBezTo>
                        <a:pt x="132775" y="0"/>
                        <a:pt x="246952" y="43557"/>
                        <a:pt x="334067" y="130672"/>
                      </a:cubicBezTo>
                      <a:cubicBezTo>
                        <a:pt x="421182" y="217787"/>
                        <a:pt x="464739" y="331964"/>
                        <a:pt x="464739" y="446142"/>
                      </a:cubicBezTo>
                      <a:lnTo>
                        <a:pt x="463903" y="463652"/>
                      </a:lnTo>
                      <a:close/>
                    </a:path>
                  </a:pathLst>
                </a:custGeom>
                <a:solidFill>
                  <a:schemeClr val="accent4">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grpSp>
          <p:grpSp>
            <p:nvGrpSpPr>
              <p:cNvPr id="16" name="Group 15">
                <a:extLst>
                  <a:ext uri="{FF2B5EF4-FFF2-40B4-BE49-F238E27FC236}">
                    <a16:creationId xmlns:a16="http://schemas.microsoft.com/office/drawing/2014/main" id="{C0300EB9-093C-4C32-A212-821D7AC082B4}"/>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rot="10800000" flipH="1" flipV="1">
                <a:off x="999771" y="932104"/>
                <a:ext cx="864005" cy="1032464"/>
                <a:chOff x="2207971" y="2384401"/>
                <a:chExt cx="864005" cy="1032464"/>
              </a:xfrm>
            </p:grpSpPr>
            <p:sp>
              <p:nvSpPr>
                <p:cNvPr id="17" name="Freeform: Shape 16">
                  <a:extLst>
                    <a:ext uri="{FF2B5EF4-FFF2-40B4-BE49-F238E27FC236}">
                      <a16:creationId xmlns:a16="http://schemas.microsoft.com/office/drawing/2014/main" id="{AFC97B3C-CF0E-4C93-AA39-7A677A12C50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3500000">
                  <a:off x="2207971" y="2856305"/>
                  <a:ext cx="464739" cy="464739"/>
                </a:xfrm>
                <a:custGeom>
                  <a:avLst/>
                  <a:gdLst>
                    <a:gd name="connsiteX0" fmla="*/ 464132 w 464739"/>
                    <a:gd name="connsiteY0" fmla="*/ 463881 h 464739"/>
                    <a:gd name="connsiteX1" fmla="*/ 463891 w 464739"/>
                    <a:gd name="connsiteY1" fmla="*/ 463892 h 464739"/>
                    <a:gd name="connsiteX2" fmla="*/ 463880 w 464739"/>
                    <a:gd name="connsiteY2" fmla="*/ 464132 h 464739"/>
                    <a:gd name="connsiteX3" fmla="*/ 463651 w 464739"/>
                    <a:gd name="connsiteY3" fmla="*/ 463904 h 464739"/>
                    <a:gd name="connsiteX4" fmla="*/ 446142 w 464739"/>
                    <a:gd name="connsiteY4" fmla="*/ 464739 h 464739"/>
                    <a:gd name="connsiteX5" fmla="*/ 130673 w 464739"/>
                    <a:gd name="connsiteY5" fmla="*/ 334067 h 464739"/>
                    <a:gd name="connsiteX6" fmla="*/ 0 w 464739"/>
                    <a:gd name="connsiteY6" fmla="*/ 18597 h 464739"/>
                    <a:gd name="connsiteX7" fmla="*/ 836 w 464739"/>
                    <a:gd name="connsiteY7" fmla="*/ 1089 h 464739"/>
                    <a:gd name="connsiteX8" fmla="*/ 607 w 464739"/>
                    <a:gd name="connsiteY8" fmla="*/ 859 h 464739"/>
                    <a:gd name="connsiteX9" fmla="*/ 848 w 464739"/>
                    <a:gd name="connsiteY9" fmla="*/ 848 h 464739"/>
                    <a:gd name="connsiteX10" fmla="*/ 859 w 464739"/>
                    <a:gd name="connsiteY10" fmla="*/ 607 h 464739"/>
                    <a:gd name="connsiteX11" fmla="*/ 1089 w 464739"/>
                    <a:gd name="connsiteY11" fmla="*/ 836 h 464739"/>
                    <a:gd name="connsiteX12" fmla="*/ 18597 w 464739"/>
                    <a:gd name="connsiteY12" fmla="*/ 0 h 464739"/>
                    <a:gd name="connsiteX13" fmla="*/ 334067 w 464739"/>
                    <a:gd name="connsiteY13" fmla="*/ 130672 h 464739"/>
                    <a:gd name="connsiteX14" fmla="*/ 464739 w 464739"/>
                    <a:gd name="connsiteY14" fmla="*/ 446142 h 464739"/>
                    <a:gd name="connsiteX15" fmla="*/ 463903 w 464739"/>
                    <a:gd name="connsiteY15" fmla="*/ 463652 h 464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64739" h="464739">
                      <a:moveTo>
                        <a:pt x="464132" y="463881"/>
                      </a:moveTo>
                      <a:lnTo>
                        <a:pt x="463891" y="463892"/>
                      </a:lnTo>
                      <a:lnTo>
                        <a:pt x="463880" y="464132"/>
                      </a:lnTo>
                      <a:lnTo>
                        <a:pt x="463651" y="463904"/>
                      </a:lnTo>
                      <a:lnTo>
                        <a:pt x="446142" y="464739"/>
                      </a:lnTo>
                      <a:cubicBezTo>
                        <a:pt x="331965" y="464739"/>
                        <a:pt x="217787" y="421182"/>
                        <a:pt x="130673" y="334067"/>
                      </a:cubicBezTo>
                      <a:cubicBezTo>
                        <a:pt x="43558" y="246953"/>
                        <a:pt x="1" y="132775"/>
                        <a:pt x="0" y="18597"/>
                      </a:cubicBezTo>
                      <a:lnTo>
                        <a:pt x="836" y="1089"/>
                      </a:lnTo>
                      <a:lnTo>
                        <a:pt x="607" y="859"/>
                      </a:lnTo>
                      <a:lnTo>
                        <a:pt x="848" y="848"/>
                      </a:lnTo>
                      <a:lnTo>
                        <a:pt x="859" y="607"/>
                      </a:lnTo>
                      <a:lnTo>
                        <a:pt x="1089" y="836"/>
                      </a:lnTo>
                      <a:lnTo>
                        <a:pt x="18597" y="0"/>
                      </a:lnTo>
                      <a:cubicBezTo>
                        <a:pt x="132775" y="0"/>
                        <a:pt x="246952" y="43557"/>
                        <a:pt x="334067" y="130672"/>
                      </a:cubicBezTo>
                      <a:cubicBezTo>
                        <a:pt x="421182" y="217787"/>
                        <a:pt x="464739" y="331964"/>
                        <a:pt x="464739" y="446142"/>
                      </a:cubicBezTo>
                      <a:lnTo>
                        <a:pt x="463903" y="463652"/>
                      </a:lnTo>
                      <a:close/>
                    </a:path>
                  </a:pathLst>
                </a:cu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8" name="Freeform: Shape 17">
                  <a:extLst>
                    <a:ext uri="{FF2B5EF4-FFF2-40B4-BE49-F238E27FC236}">
                      <a16:creationId xmlns:a16="http://schemas.microsoft.com/office/drawing/2014/main" id="{0943F14E-6185-4A31-8318-2088A05F5C9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2607238" y="2688467"/>
                  <a:ext cx="464738" cy="464738"/>
                </a:xfrm>
                <a:custGeom>
                  <a:avLst/>
                  <a:gdLst>
                    <a:gd name="connsiteX0" fmla="*/ 446142 w 464738"/>
                    <a:gd name="connsiteY0" fmla="*/ 464738 h 464738"/>
                    <a:gd name="connsiteX1" fmla="*/ 130673 w 464738"/>
                    <a:gd name="connsiteY1" fmla="*/ 334066 h 464738"/>
                    <a:gd name="connsiteX2" fmla="*/ 0 w 464738"/>
                    <a:gd name="connsiteY2" fmla="*/ 18596 h 464738"/>
                    <a:gd name="connsiteX3" fmla="*/ 836 w 464738"/>
                    <a:gd name="connsiteY3" fmla="*/ 1089 h 464738"/>
                    <a:gd name="connsiteX4" fmla="*/ 606 w 464738"/>
                    <a:gd name="connsiteY4" fmla="*/ 859 h 464738"/>
                    <a:gd name="connsiteX5" fmla="*/ 848 w 464738"/>
                    <a:gd name="connsiteY5" fmla="*/ 848 h 464738"/>
                    <a:gd name="connsiteX6" fmla="*/ 859 w 464738"/>
                    <a:gd name="connsiteY6" fmla="*/ 606 h 464738"/>
                    <a:gd name="connsiteX7" fmla="*/ 1089 w 464738"/>
                    <a:gd name="connsiteY7" fmla="*/ 836 h 464738"/>
                    <a:gd name="connsiteX8" fmla="*/ 18596 w 464738"/>
                    <a:gd name="connsiteY8" fmla="*/ 0 h 464738"/>
                    <a:gd name="connsiteX9" fmla="*/ 334066 w 464738"/>
                    <a:gd name="connsiteY9" fmla="*/ 130672 h 464738"/>
                    <a:gd name="connsiteX10" fmla="*/ 464738 w 464738"/>
                    <a:gd name="connsiteY10" fmla="*/ 446142 h 464738"/>
                    <a:gd name="connsiteX11" fmla="*/ 463902 w 464738"/>
                    <a:gd name="connsiteY11" fmla="*/ 463650 h 464738"/>
                    <a:gd name="connsiteX12" fmla="*/ 464132 w 464738"/>
                    <a:gd name="connsiteY12" fmla="*/ 463880 h 464738"/>
                    <a:gd name="connsiteX13" fmla="*/ 463891 w 464738"/>
                    <a:gd name="connsiteY13" fmla="*/ 463892 h 464738"/>
                    <a:gd name="connsiteX14" fmla="*/ 463879 w 464738"/>
                    <a:gd name="connsiteY14" fmla="*/ 464132 h 464738"/>
                    <a:gd name="connsiteX15" fmla="*/ 463650 w 464738"/>
                    <a:gd name="connsiteY15" fmla="*/ 463903 h 4647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64738" h="464738">
                      <a:moveTo>
                        <a:pt x="446142" y="464738"/>
                      </a:moveTo>
                      <a:cubicBezTo>
                        <a:pt x="331965" y="464738"/>
                        <a:pt x="217787" y="421181"/>
                        <a:pt x="130673" y="334066"/>
                      </a:cubicBezTo>
                      <a:cubicBezTo>
                        <a:pt x="43558" y="246952"/>
                        <a:pt x="1" y="132774"/>
                        <a:pt x="0" y="18596"/>
                      </a:cubicBezTo>
                      <a:lnTo>
                        <a:pt x="836" y="1089"/>
                      </a:lnTo>
                      <a:lnTo>
                        <a:pt x="606" y="859"/>
                      </a:lnTo>
                      <a:lnTo>
                        <a:pt x="848" y="848"/>
                      </a:lnTo>
                      <a:lnTo>
                        <a:pt x="859" y="606"/>
                      </a:lnTo>
                      <a:lnTo>
                        <a:pt x="1089" y="836"/>
                      </a:lnTo>
                      <a:lnTo>
                        <a:pt x="18596" y="0"/>
                      </a:lnTo>
                      <a:cubicBezTo>
                        <a:pt x="132774" y="0"/>
                        <a:pt x="246951" y="43557"/>
                        <a:pt x="334066" y="130672"/>
                      </a:cubicBezTo>
                      <a:cubicBezTo>
                        <a:pt x="421181" y="217787"/>
                        <a:pt x="464738" y="331964"/>
                        <a:pt x="464738" y="446142"/>
                      </a:cubicBezTo>
                      <a:lnTo>
                        <a:pt x="463902" y="463650"/>
                      </a:lnTo>
                      <a:lnTo>
                        <a:pt x="464132" y="463880"/>
                      </a:lnTo>
                      <a:lnTo>
                        <a:pt x="463891" y="463892"/>
                      </a:lnTo>
                      <a:lnTo>
                        <a:pt x="463879" y="464132"/>
                      </a:lnTo>
                      <a:lnTo>
                        <a:pt x="463650" y="463903"/>
                      </a:lnTo>
                      <a:close/>
                    </a:path>
                  </a:pathLst>
                </a:cu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nvGrpSpPr>
                <p:cNvPr id="19" name="Group 18">
                  <a:extLst>
                    <a:ext uri="{FF2B5EF4-FFF2-40B4-BE49-F238E27FC236}">
                      <a16:creationId xmlns:a16="http://schemas.microsoft.com/office/drawing/2014/main" id="{F3B56658-371E-446B-B30D-D4EA2A88A973}"/>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2440769" y="2384401"/>
                  <a:ext cx="313009" cy="1032464"/>
                  <a:chOff x="2440769" y="2384401"/>
                  <a:chExt cx="313009" cy="1032464"/>
                </a:xfrm>
              </p:grpSpPr>
              <p:cxnSp>
                <p:nvCxnSpPr>
                  <p:cNvPr id="20" name="Straight Connector 19">
                    <a:extLst>
                      <a:ext uri="{FF2B5EF4-FFF2-40B4-BE49-F238E27FC236}">
                        <a16:creationId xmlns:a16="http://schemas.microsoft.com/office/drawing/2014/main" id="{068979FB-2943-4091-A490-D9F8695DF0D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rot="10800000" flipH="1">
                    <a:off x="2440769" y="2516865"/>
                    <a:ext cx="0" cy="900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B378C39C-3FC0-4521-8336-33A86391920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rot="8100000" flipH="1">
                    <a:off x="2753778" y="2384401"/>
                    <a:ext cx="0" cy="900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grpSp>
        <p:grpSp>
          <p:nvGrpSpPr>
            <p:cNvPr id="12" name="Group 11">
              <a:extLst>
                <a:ext uri="{FF2B5EF4-FFF2-40B4-BE49-F238E27FC236}">
                  <a16:creationId xmlns:a16="http://schemas.microsoft.com/office/drawing/2014/main" id="{72C6951D-2EAF-4333-B8A8-F473DC3BDF44}"/>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1437136" y="649304"/>
              <a:ext cx="388541" cy="388541"/>
              <a:chOff x="5752675" y="5440856"/>
              <a:chExt cx="388541" cy="388541"/>
            </a:xfrm>
          </p:grpSpPr>
          <p:sp>
            <p:nvSpPr>
              <p:cNvPr id="13" name="Oval 12">
                <a:extLst>
                  <a:ext uri="{FF2B5EF4-FFF2-40B4-BE49-F238E27FC236}">
                    <a16:creationId xmlns:a16="http://schemas.microsoft.com/office/drawing/2014/main" id="{63E77698-5758-433A-9DF3-3BE43B6FBDA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5800801" y="5488982"/>
                <a:ext cx="340415" cy="340415"/>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4" name="Oval 13">
                <a:extLst>
                  <a:ext uri="{FF2B5EF4-FFF2-40B4-BE49-F238E27FC236}">
                    <a16:creationId xmlns:a16="http://schemas.microsoft.com/office/drawing/2014/main" id="{FF47FF7F-75A9-438D-8BA7-428BF76974C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52675" y="5440856"/>
                <a:ext cx="340415" cy="340415"/>
              </a:xfrm>
              <a:prstGeom prst="ellipse">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grpSp>
      <p:sp>
        <p:nvSpPr>
          <p:cNvPr id="25" name="TextBox 24">
            <a:extLst>
              <a:ext uri="{FF2B5EF4-FFF2-40B4-BE49-F238E27FC236}">
                <a16:creationId xmlns:a16="http://schemas.microsoft.com/office/drawing/2014/main" id="{D856AD59-8AD1-B85F-4827-7B31CC175126}"/>
              </a:ext>
            </a:extLst>
          </p:cNvPr>
          <p:cNvSpPr txBox="1"/>
          <p:nvPr/>
        </p:nvSpPr>
        <p:spPr>
          <a:xfrm>
            <a:off x="2187635" y="1319164"/>
            <a:ext cx="6096000" cy="523220"/>
          </a:xfrm>
          <a:prstGeom prst="rect">
            <a:avLst/>
          </a:prstGeom>
          <a:noFill/>
        </p:spPr>
        <p:txBody>
          <a:bodyPr wrap="square">
            <a:spAutoFit/>
          </a:bodyPr>
          <a:lstStyle/>
          <a:p>
            <a:r>
              <a:rPr lang="en-US" sz="2800" dirty="0">
                <a:solidFill>
                  <a:srgbClr val="FFFF00"/>
                </a:solidFill>
                <a:latin typeface="Arial Rounded MT Bold" panose="020F0704030504030204" pitchFamily="34" charset="0"/>
              </a:rPr>
              <a:t>Critical Path Analysis </a:t>
            </a:r>
          </a:p>
        </p:txBody>
      </p:sp>
      <p:sp>
        <p:nvSpPr>
          <p:cNvPr id="4" name="TextBox 3">
            <a:extLst>
              <a:ext uri="{FF2B5EF4-FFF2-40B4-BE49-F238E27FC236}">
                <a16:creationId xmlns:a16="http://schemas.microsoft.com/office/drawing/2014/main" id="{1D1EBD71-B577-0908-79BD-AB02DC387319}"/>
              </a:ext>
            </a:extLst>
          </p:cNvPr>
          <p:cNvSpPr txBox="1"/>
          <p:nvPr/>
        </p:nvSpPr>
        <p:spPr>
          <a:xfrm>
            <a:off x="413657" y="2154534"/>
            <a:ext cx="11364686" cy="523220"/>
          </a:xfrm>
          <a:prstGeom prst="rect">
            <a:avLst/>
          </a:prstGeom>
          <a:noFill/>
        </p:spPr>
        <p:txBody>
          <a:bodyPr wrap="square">
            <a:spAutoFit/>
          </a:bodyPr>
          <a:lstStyle/>
          <a:p>
            <a:pPr algn="just"/>
            <a:r>
              <a:rPr lang="en-US" sz="2800" b="1" dirty="0">
                <a:solidFill>
                  <a:srgbClr val="80EFFF"/>
                </a:solidFill>
                <a:latin typeface="Arial Nova Light" panose="020B0304020202020204" pitchFamily="34" charset="0"/>
              </a:rPr>
              <a:t>Sample Problem #1</a:t>
            </a:r>
          </a:p>
        </p:txBody>
      </p:sp>
      <p:sp>
        <p:nvSpPr>
          <p:cNvPr id="24" name="TextBox 23">
            <a:extLst>
              <a:ext uri="{FF2B5EF4-FFF2-40B4-BE49-F238E27FC236}">
                <a16:creationId xmlns:a16="http://schemas.microsoft.com/office/drawing/2014/main" id="{4546B23A-CEC3-DF5F-FB11-951B99936476}"/>
              </a:ext>
            </a:extLst>
          </p:cNvPr>
          <p:cNvSpPr txBox="1"/>
          <p:nvPr/>
        </p:nvSpPr>
        <p:spPr>
          <a:xfrm>
            <a:off x="413656" y="2756527"/>
            <a:ext cx="11364685" cy="3785652"/>
          </a:xfrm>
          <a:prstGeom prst="rect">
            <a:avLst/>
          </a:prstGeom>
          <a:noFill/>
        </p:spPr>
        <p:txBody>
          <a:bodyPr wrap="square">
            <a:spAutoFit/>
          </a:bodyPr>
          <a:lstStyle/>
          <a:p>
            <a:r>
              <a:rPr lang="en-US" sz="2400" dirty="0">
                <a:latin typeface="Arial Nova" panose="020B0504020202020204" pitchFamily="34" charset="0"/>
              </a:rPr>
              <a:t>a) Draw the network diagram and find the critical path and project completion time. </a:t>
            </a:r>
          </a:p>
          <a:p>
            <a:r>
              <a:rPr lang="en-US" sz="2400" dirty="0">
                <a:latin typeface="Arial Nova" panose="020B0504020202020204" pitchFamily="34" charset="0"/>
              </a:rPr>
              <a:t>b) Calculate float/ slack of the all activities. </a:t>
            </a:r>
          </a:p>
          <a:p>
            <a:r>
              <a:rPr lang="en-US" sz="2400" dirty="0">
                <a:latin typeface="Arial Nova" panose="020B0504020202020204" pitchFamily="34" charset="0"/>
              </a:rPr>
              <a:t>c) Can activity I be delayed without delaying the project completion time? If so, how many weeks? How much dollar can be saved by keeping the project completion time unchanged, if $2500 can be saved for each delayed week of activity I? </a:t>
            </a:r>
          </a:p>
          <a:p>
            <a:r>
              <a:rPr lang="en-US" sz="2400" dirty="0">
                <a:latin typeface="Arial Nova" panose="020B0504020202020204" pitchFamily="34" charset="0"/>
              </a:rPr>
              <a:t>d) What is the impact on the project if activity F needs a delayed time 2 weeks and extra time 5 weeks? </a:t>
            </a:r>
          </a:p>
          <a:p>
            <a:r>
              <a:rPr lang="en-US" sz="2400" dirty="0">
                <a:latin typeface="Arial Nova" panose="020B0504020202020204" pitchFamily="34" charset="0"/>
              </a:rPr>
              <a:t>e) The PM wants to delay the duration of the activity M from 10 weeks to 16 weeks. What is the impact on the project completion time?</a:t>
            </a:r>
          </a:p>
        </p:txBody>
      </p:sp>
    </p:spTree>
    <p:extLst>
      <p:ext uri="{BB962C8B-B14F-4D97-AF65-F5344CB8AC3E}">
        <p14:creationId xmlns:p14="http://schemas.microsoft.com/office/powerpoint/2010/main" val="1002970372"/>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316A5661-2CFE-478C-BAC3-729F393F3C4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BC1DA2B-FE6F-1C6E-BFA0-9B15DC40309D}"/>
              </a:ext>
            </a:extLst>
          </p:cNvPr>
          <p:cNvSpPr>
            <a:spLocks noGrp="1"/>
          </p:cNvSpPr>
          <p:nvPr>
            <p:ph type="title"/>
          </p:nvPr>
        </p:nvSpPr>
        <p:spPr>
          <a:xfrm>
            <a:off x="2139081" y="92738"/>
            <a:ext cx="9514055" cy="727957"/>
          </a:xfrm>
        </p:spPr>
        <p:txBody>
          <a:bodyPr anchor="ctr">
            <a:normAutofit/>
          </a:bodyPr>
          <a:lstStyle/>
          <a:p>
            <a:r>
              <a:rPr lang="en-US" sz="3200" dirty="0">
                <a:solidFill>
                  <a:schemeClr val="accent6">
                    <a:lumMod val="40000"/>
                    <a:lumOff val="60000"/>
                  </a:schemeClr>
                </a:solidFill>
                <a:latin typeface="Arial Rounded MT Bold" panose="020F0704030504030204" pitchFamily="34" charset="0"/>
              </a:rPr>
              <a:t>Project management tools</a:t>
            </a:r>
          </a:p>
        </p:txBody>
      </p:sp>
      <p:grpSp>
        <p:nvGrpSpPr>
          <p:cNvPr id="10" name="Group 9">
            <a:extLst>
              <a:ext uri="{FF2B5EF4-FFF2-40B4-BE49-F238E27FC236}">
                <a16:creationId xmlns:a16="http://schemas.microsoft.com/office/drawing/2014/main" id="{FB7BE8CD-E348-464A-82CC-7EF7AA82842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999771" y="649304"/>
            <a:ext cx="913428" cy="1315264"/>
            <a:chOff x="999771" y="649304"/>
            <a:chExt cx="913428" cy="1315264"/>
          </a:xfrm>
        </p:grpSpPr>
        <p:grpSp>
          <p:nvGrpSpPr>
            <p:cNvPr id="11" name="Group 10">
              <a:extLst>
                <a:ext uri="{FF2B5EF4-FFF2-40B4-BE49-F238E27FC236}">
                  <a16:creationId xmlns:a16="http://schemas.microsoft.com/office/drawing/2014/main" id="{B8CC82D2-4C4A-4C67-8483-5199F97B37A7}"/>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999771" y="932104"/>
              <a:ext cx="913428" cy="1032464"/>
              <a:chOff x="999771" y="932104"/>
              <a:chExt cx="913428" cy="1032464"/>
            </a:xfrm>
          </p:grpSpPr>
          <p:grpSp>
            <p:nvGrpSpPr>
              <p:cNvPr id="15" name="Group 14">
                <a:extLst>
                  <a:ext uri="{FF2B5EF4-FFF2-40B4-BE49-F238E27FC236}">
                    <a16:creationId xmlns:a16="http://schemas.microsoft.com/office/drawing/2014/main" id="{70D2391D-AA33-4F5E-BD96-B42D93DED226}"/>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rot="8100000" flipV="1">
                <a:off x="1047457" y="1290386"/>
                <a:ext cx="865742" cy="628383"/>
                <a:chOff x="558167" y="958515"/>
                <a:chExt cx="865742" cy="628383"/>
              </a:xfrm>
              <a:solidFill>
                <a:schemeClr val="accent3"/>
              </a:solidFill>
            </p:grpSpPr>
            <p:sp>
              <p:nvSpPr>
                <p:cNvPr id="22" name="Freeform: Shape 21">
                  <a:extLst>
                    <a:ext uri="{FF2B5EF4-FFF2-40B4-BE49-F238E27FC236}">
                      <a16:creationId xmlns:a16="http://schemas.microsoft.com/office/drawing/2014/main" id="{BE166DCE-539D-4C74-9C9D-AC000BA2F8A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8100000" flipH="1">
                  <a:off x="558167" y="1122160"/>
                  <a:ext cx="464738" cy="464738"/>
                </a:xfrm>
                <a:custGeom>
                  <a:avLst/>
                  <a:gdLst>
                    <a:gd name="connsiteX0" fmla="*/ 446142 w 464738"/>
                    <a:gd name="connsiteY0" fmla="*/ 464738 h 464738"/>
                    <a:gd name="connsiteX1" fmla="*/ 130673 w 464738"/>
                    <a:gd name="connsiteY1" fmla="*/ 334066 h 464738"/>
                    <a:gd name="connsiteX2" fmla="*/ 0 w 464738"/>
                    <a:gd name="connsiteY2" fmla="*/ 18596 h 464738"/>
                    <a:gd name="connsiteX3" fmla="*/ 836 w 464738"/>
                    <a:gd name="connsiteY3" fmla="*/ 1089 h 464738"/>
                    <a:gd name="connsiteX4" fmla="*/ 606 w 464738"/>
                    <a:gd name="connsiteY4" fmla="*/ 859 h 464738"/>
                    <a:gd name="connsiteX5" fmla="*/ 848 w 464738"/>
                    <a:gd name="connsiteY5" fmla="*/ 848 h 464738"/>
                    <a:gd name="connsiteX6" fmla="*/ 859 w 464738"/>
                    <a:gd name="connsiteY6" fmla="*/ 606 h 464738"/>
                    <a:gd name="connsiteX7" fmla="*/ 1089 w 464738"/>
                    <a:gd name="connsiteY7" fmla="*/ 836 h 464738"/>
                    <a:gd name="connsiteX8" fmla="*/ 18596 w 464738"/>
                    <a:gd name="connsiteY8" fmla="*/ 0 h 464738"/>
                    <a:gd name="connsiteX9" fmla="*/ 334066 w 464738"/>
                    <a:gd name="connsiteY9" fmla="*/ 130672 h 464738"/>
                    <a:gd name="connsiteX10" fmla="*/ 464738 w 464738"/>
                    <a:gd name="connsiteY10" fmla="*/ 446142 h 464738"/>
                    <a:gd name="connsiteX11" fmla="*/ 463902 w 464738"/>
                    <a:gd name="connsiteY11" fmla="*/ 463650 h 464738"/>
                    <a:gd name="connsiteX12" fmla="*/ 464132 w 464738"/>
                    <a:gd name="connsiteY12" fmla="*/ 463880 h 464738"/>
                    <a:gd name="connsiteX13" fmla="*/ 463891 w 464738"/>
                    <a:gd name="connsiteY13" fmla="*/ 463892 h 464738"/>
                    <a:gd name="connsiteX14" fmla="*/ 463879 w 464738"/>
                    <a:gd name="connsiteY14" fmla="*/ 464132 h 464738"/>
                    <a:gd name="connsiteX15" fmla="*/ 463650 w 464738"/>
                    <a:gd name="connsiteY15" fmla="*/ 463903 h 4647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64738" h="464738">
                      <a:moveTo>
                        <a:pt x="446142" y="464738"/>
                      </a:moveTo>
                      <a:cubicBezTo>
                        <a:pt x="331965" y="464738"/>
                        <a:pt x="217787" y="421181"/>
                        <a:pt x="130673" y="334066"/>
                      </a:cubicBezTo>
                      <a:cubicBezTo>
                        <a:pt x="43558" y="246952"/>
                        <a:pt x="1" y="132774"/>
                        <a:pt x="0" y="18596"/>
                      </a:cubicBezTo>
                      <a:lnTo>
                        <a:pt x="836" y="1089"/>
                      </a:lnTo>
                      <a:lnTo>
                        <a:pt x="606" y="859"/>
                      </a:lnTo>
                      <a:lnTo>
                        <a:pt x="848" y="848"/>
                      </a:lnTo>
                      <a:lnTo>
                        <a:pt x="859" y="606"/>
                      </a:lnTo>
                      <a:lnTo>
                        <a:pt x="1089" y="836"/>
                      </a:lnTo>
                      <a:lnTo>
                        <a:pt x="18596" y="0"/>
                      </a:lnTo>
                      <a:cubicBezTo>
                        <a:pt x="132774" y="0"/>
                        <a:pt x="246951" y="43557"/>
                        <a:pt x="334066" y="130672"/>
                      </a:cubicBezTo>
                      <a:cubicBezTo>
                        <a:pt x="421181" y="217787"/>
                        <a:pt x="464738" y="331964"/>
                        <a:pt x="464738" y="446142"/>
                      </a:cubicBezTo>
                      <a:lnTo>
                        <a:pt x="463902" y="463650"/>
                      </a:lnTo>
                      <a:lnTo>
                        <a:pt x="464132" y="463880"/>
                      </a:lnTo>
                      <a:lnTo>
                        <a:pt x="463891" y="463892"/>
                      </a:lnTo>
                      <a:lnTo>
                        <a:pt x="463879" y="464132"/>
                      </a:lnTo>
                      <a:lnTo>
                        <a:pt x="463650" y="463903"/>
                      </a:lnTo>
                      <a:close/>
                    </a:path>
                  </a:pathLst>
                </a:custGeom>
                <a:solidFill>
                  <a:schemeClr val="accent4">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3" name="Freeform: Shape 22">
                  <a:extLst>
                    <a:ext uri="{FF2B5EF4-FFF2-40B4-BE49-F238E27FC236}">
                      <a16:creationId xmlns:a16="http://schemas.microsoft.com/office/drawing/2014/main" id="{DCC6BEB5-DA1F-4F9E-BA5D-8F892A0FB8F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flipH="1">
                  <a:off x="959170" y="958515"/>
                  <a:ext cx="464739" cy="464739"/>
                </a:xfrm>
                <a:custGeom>
                  <a:avLst/>
                  <a:gdLst>
                    <a:gd name="connsiteX0" fmla="*/ 464132 w 464739"/>
                    <a:gd name="connsiteY0" fmla="*/ 463881 h 464739"/>
                    <a:gd name="connsiteX1" fmla="*/ 463891 w 464739"/>
                    <a:gd name="connsiteY1" fmla="*/ 463892 h 464739"/>
                    <a:gd name="connsiteX2" fmla="*/ 463880 w 464739"/>
                    <a:gd name="connsiteY2" fmla="*/ 464132 h 464739"/>
                    <a:gd name="connsiteX3" fmla="*/ 463651 w 464739"/>
                    <a:gd name="connsiteY3" fmla="*/ 463904 h 464739"/>
                    <a:gd name="connsiteX4" fmla="*/ 446142 w 464739"/>
                    <a:gd name="connsiteY4" fmla="*/ 464739 h 464739"/>
                    <a:gd name="connsiteX5" fmla="*/ 130673 w 464739"/>
                    <a:gd name="connsiteY5" fmla="*/ 334067 h 464739"/>
                    <a:gd name="connsiteX6" fmla="*/ 0 w 464739"/>
                    <a:gd name="connsiteY6" fmla="*/ 18597 h 464739"/>
                    <a:gd name="connsiteX7" fmla="*/ 836 w 464739"/>
                    <a:gd name="connsiteY7" fmla="*/ 1089 h 464739"/>
                    <a:gd name="connsiteX8" fmla="*/ 607 w 464739"/>
                    <a:gd name="connsiteY8" fmla="*/ 859 h 464739"/>
                    <a:gd name="connsiteX9" fmla="*/ 848 w 464739"/>
                    <a:gd name="connsiteY9" fmla="*/ 848 h 464739"/>
                    <a:gd name="connsiteX10" fmla="*/ 859 w 464739"/>
                    <a:gd name="connsiteY10" fmla="*/ 607 h 464739"/>
                    <a:gd name="connsiteX11" fmla="*/ 1089 w 464739"/>
                    <a:gd name="connsiteY11" fmla="*/ 836 h 464739"/>
                    <a:gd name="connsiteX12" fmla="*/ 18597 w 464739"/>
                    <a:gd name="connsiteY12" fmla="*/ 0 h 464739"/>
                    <a:gd name="connsiteX13" fmla="*/ 334067 w 464739"/>
                    <a:gd name="connsiteY13" fmla="*/ 130672 h 464739"/>
                    <a:gd name="connsiteX14" fmla="*/ 464739 w 464739"/>
                    <a:gd name="connsiteY14" fmla="*/ 446142 h 464739"/>
                    <a:gd name="connsiteX15" fmla="*/ 463903 w 464739"/>
                    <a:gd name="connsiteY15" fmla="*/ 463652 h 464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64739" h="464739">
                      <a:moveTo>
                        <a:pt x="464132" y="463881"/>
                      </a:moveTo>
                      <a:lnTo>
                        <a:pt x="463891" y="463892"/>
                      </a:lnTo>
                      <a:lnTo>
                        <a:pt x="463880" y="464132"/>
                      </a:lnTo>
                      <a:lnTo>
                        <a:pt x="463651" y="463904"/>
                      </a:lnTo>
                      <a:lnTo>
                        <a:pt x="446142" y="464739"/>
                      </a:lnTo>
                      <a:cubicBezTo>
                        <a:pt x="331965" y="464739"/>
                        <a:pt x="217787" y="421182"/>
                        <a:pt x="130673" y="334067"/>
                      </a:cubicBezTo>
                      <a:cubicBezTo>
                        <a:pt x="43558" y="246953"/>
                        <a:pt x="1" y="132775"/>
                        <a:pt x="0" y="18597"/>
                      </a:cubicBezTo>
                      <a:lnTo>
                        <a:pt x="836" y="1089"/>
                      </a:lnTo>
                      <a:lnTo>
                        <a:pt x="607" y="859"/>
                      </a:lnTo>
                      <a:lnTo>
                        <a:pt x="848" y="848"/>
                      </a:lnTo>
                      <a:lnTo>
                        <a:pt x="859" y="607"/>
                      </a:lnTo>
                      <a:lnTo>
                        <a:pt x="1089" y="836"/>
                      </a:lnTo>
                      <a:lnTo>
                        <a:pt x="18597" y="0"/>
                      </a:lnTo>
                      <a:cubicBezTo>
                        <a:pt x="132775" y="0"/>
                        <a:pt x="246952" y="43557"/>
                        <a:pt x="334067" y="130672"/>
                      </a:cubicBezTo>
                      <a:cubicBezTo>
                        <a:pt x="421182" y="217787"/>
                        <a:pt x="464739" y="331964"/>
                        <a:pt x="464739" y="446142"/>
                      </a:cubicBezTo>
                      <a:lnTo>
                        <a:pt x="463903" y="463652"/>
                      </a:lnTo>
                      <a:close/>
                    </a:path>
                  </a:pathLst>
                </a:custGeom>
                <a:solidFill>
                  <a:schemeClr val="accent4">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grpSp>
          <p:grpSp>
            <p:nvGrpSpPr>
              <p:cNvPr id="16" name="Group 15">
                <a:extLst>
                  <a:ext uri="{FF2B5EF4-FFF2-40B4-BE49-F238E27FC236}">
                    <a16:creationId xmlns:a16="http://schemas.microsoft.com/office/drawing/2014/main" id="{C0300EB9-093C-4C32-A212-821D7AC082B4}"/>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rot="10800000" flipH="1" flipV="1">
                <a:off x="999771" y="932104"/>
                <a:ext cx="864005" cy="1032464"/>
                <a:chOff x="2207971" y="2384401"/>
                <a:chExt cx="864005" cy="1032464"/>
              </a:xfrm>
            </p:grpSpPr>
            <p:sp>
              <p:nvSpPr>
                <p:cNvPr id="17" name="Freeform: Shape 16">
                  <a:extLst>
                    <a:ext uri="{FF2B5EF4-FFF2-40B4-BE49-F238E27FC236}">
                      <a16:creationId xmlns:a16="http://schemas.microsoft.com/office/drawing/2014/main" id="{AFC97B3C-CF0E-4C93-AA39-7A677A12C50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3500000">
                  <a:off x="2207971" y="2856305"/>
                  <a:ext cx="464739" cy="464739"/>
                </a:xfrm>
                <a:custGeom>
                  <a:avLst/>
                  <a:gdLst>
                    <a:gd name="connsiteX0" fmla="*/ 464132 w 464739"/>
                    <a:gd name="connsiteY0" fmla="*/ 463881 h 464739"/>
                    <a:gd name="connsiteX1" fmla="*/ 463891 w 464739"/>
                    <a:gd name="connsiteY1" fmla="*/ 463892 h 464739"/>
                    <a:gd name="connsiteX2" fmla="*/ 463880 w 464739"/>
                    <a:gd name="connsiteY2" fmla="*/ 464132 h 464739"/>
                    <a:gd name="connsiteX3" fmla="*/ 463651 w 464739"/>
                    <a:gd name="connsiteY3" fmla="*/ 463904 h 464739"/>
                    <a:gd name="connsiteX4" fmla="*/ 446142 w 464739"/>
                    <a:gd name="connsiteY4" fmla="*/ 464739 h 464739"/>
                    <a:gd name="connsiteX5" fmla="*/ 130673 w 464739"/>
                    <a:gd name="connsiteY5" fmla="*/ 334067 h 464739"/>
                    <a:gd name="connsiteX6" fmla="*/ 0 w 464739"/>
                    <a:gd name="connsiteY6" fmla="*/ 18597 h 464739"/>
                    <a:gd name="connsiteX7" fmla="*/ 836 w 464739"/>
                    <a:gd name="connsiteY7" fmla="*/ 1089 h 464739"/>
                    <a:gd name="connsiteX8" fmla="*/ 607 w 464739"/>
                    <a:gd name="connsiteY8" fmla="*/ 859 h 464739"/>
                    <a:gd name="connsiteX9" fmla="*/ 848 w 464739"/>
                    <a:gd name="connsiteY9" fmla="*/ 848 h 464739"/>
                    <a:gd name="connsiteX10" fmla="*/ 859 w 464739"/>
                    <a:gd name="connsiteY10" fmla="*/ 607 h 464739"/>
                    <a:gd name="connsiteX11" fmla="*/ 1089 w 464739"/>
                    <a:gd name="connsiteY11" fmla="*/ 836 h 464739"/>
                    <a:gd name="connsiteX12" fmla="*/ 18597 w 464739"/>
                    <a:gd name="connsiteY12" fmla="*/ 0 h 464739"/>
                    <a:gd name="connsiteX13" fmla="*/ 334067 w 464739"/>
                    <a:gd name="connsiteY13" fmla="*/ 130672 h 464739"/>
                    <a:gd name="connsiteX14" fmla="*/ 464739 w 464739"/>
                    <a:gd name="connsiteY14" fmla="*/ 446142 h 464739"/>
                    <a:gd name="connsiteX15" fmla="*/ 463903 w 464739"/>
                    <a:gd name="connsiteY15" fmla="*/ 463652 h 464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64739" h="464739">
                      <a:moveTo>
                        <a:pt x="464132" y="463881"/>
                      </a:moveTo>
                      <a:lnTo>
                        <a:pt x="463891" y="463892"/>
                      </a:lnTo>
                      <a:lnTo>
                        <a:pt x="463880" y="464132"/>
                      </a:lnTo>
                      <a:lnTo>
                        <a:pt x="463651" y="463904"/>
                      </a:lnTo>
                      <a:lnTo>
                        <a:pt x="446142" y="464739"/>
                      </a:lnTo>
                      <a:cubicBezTo>
                        <a:pt x="331965" y="464739"/>
                        <a:pt x="217787" y="421182"/>
                        <a:pt x="130673" y="334067"/>
                      </a:cubicBezTo>
                      <a:cubicBezTo>
                        <a:pt x="43558" y="246953"/>
                        <a:pt x="1" y="132775"/>
                        <a:pt x="0" y="18597"/>
                      </a:cubicBezTo>
                      <a:lnTo>
                        <a:pt x="836" y="1089"/>
                      </a:lnTo>
                      <a:lnTo>
                        <a:pt x="607" y="859"/>
                      </a:lnTo>
                      <a:lnTo>
                        <a:pt x="848" y="848"/>
                      </a:lnTo>
                      <a:lnTo>
                        <a:pt x="859" y="607"/>
                      </a:lnTo>
                      <a:lnTo>
                        <a:pt x="1089" y="836"/>
                      </a:lnTo>
                      <a:lnTo>
                        <a:pt x="18597" y="0"/>
                      </a:lnTo>
                      <a:cubicBezTo>
                        <a:pt x="132775" y="0"/>
                        <a:pt x="246952" y="43557"/>
                        <a:pt x="334067" y="130672"/>
                      </a:cubicBezTo>
                      <a:cubicBezTo>
                        <a:pt x="421182" y="217787"/>
                        <a:pt x="464739" y="331964"/>
                        <a:pt x="464739" y="446142"/>
                      </a:cubicBezTo>
                      <a:lnTo>
                        <a:pt x="463903" y="463652"/>
                      </a:lnTo>
                      <a:close/>
                    </a:path>
                  </a:pathLst>
                </a:cu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8" name="Freeform: Shape 17">
                  <a:extLst>
                    <a:ext uri="{FF2B5EF4-FFF2-40B4-BE49-F238E27FC236}">
                      <a16:creationId xmlns:a16="http://schemas.microsoft.com/office/drawing/2014/main" id="{0943F14E-6185-4A31-8318-2088A05F5C9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2607238" y="2688467"/>
                  <a:ext cx="464738" cy="464738"/>
                </a:xfrm>
                <a:custGeom>
                  <a:avLst/>
                  <a:gdLst>
                    <a:gd name="connsiteX0" fmla="*/ 446142 w 464738"/>
                    <a:gd name="connsiteY0" fmla="*/ 464738 h 464738"/>
                    <a:gd name="connsiteX1" fmla="*/ 130673 w 464738"/>
                    <a:gd name="connsiteY1" fmla="*/ 334066 h 464738"/>
                    <a:gd name="connsiteX2" fmla="*/ 0 w 464738"/>
                    <a:gd name="connsiteY2" fmla="*/ 18596 h 464738"/>
                    <a:gd name="connsiteX3" fmla="*/ 836 w 464738"/>
                    <a:gd name="connsiteY3" fmla="*/ 1089 h 464738"/>
                    <a:gd name="connsiteX4" fmla="*/ 606 w 464738"/>
                    <a:gd name="connsiteY4" fmla="*/ 859 h 464738"/>
                    <a:gd name="connsiteX5" fmla="*/ 848 w 464738"/>
                    <a:gd name="connsiteY5" fmla="*/ 848 h 464738"/>
                    <a:gd name="connsiteX6" fmla="*/ 859 w 464738"/>
                    <a:gd name="connsiteY6" fmla="*/ 606 h 464738"/>
                    <a:gd name="connsiteX7" fmla="*/ 1089 w 464738"/>
                    <a:gd name="connsiteY7" fmla="*/ 836 h 464738"/>
                    <a:gd name="connsiteX8" fmla="*/ 18596 w 464738"/>
                    <a:gd name="connsiteY8" fmla="*/ 0 h 464738"/>
                    <a:gd name="connsiteX9" fmla="*/ 334066 w 464738"/>
                    <a:gd name="connsiteY9" fmla="*/ 130672 h 464738"/>
                    <a:gd name="connsiteX10" fmla="*/ 464738 w 464738"/>
                    <a:gd name="connsiteY10" fmla="*/ 446142 h 464738"/>
                    <a:gd name="connsiteX11" fmla="*/ 463902 w 464738"/>
                    <a:gd name="connsiteY11" fmla="*/ 463650 h 464738"/>
                    <a:gd name="connsiteX12" fmla="*/ 464132 w 464738"/>
                    <a:gd name="connsiteY12" fmla="*/ 463880 h 464738"/>
                    <a:gd name="connsiteX13" fmla="*/ 463891 w 464738"/>
                    <a:gd name="connsiteY13" fmla="*/ 463892 h 464738"/>
                    <a:gd name="connsiteX14" fmla="*/ 463879 w 464738"/>
                    <a:gd name="connsiteY14" fmla="*/ 464132 h 464738"/>
                    <a:gd name="connsiteX15" fmla="*/ 463650 w 464738"/>
                    <a:gd name="connsiteY15" fmla="*/ 463903 h 4647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64738" h="464738">
                      <a:moveTo>
                        <a:pt x="446142" y="464738"/>
                      </a:moveTo>
                      <a:cubicBezTo>
                        <a:pt x="331965" y="464738"/>
                        <a:pt x="217787" y="421181"/>
                        <a:pt x="130673" y="334066"/>
                      </a:cubicBezTo>
                      <a:cubicBezTo>
                        <a:pt x="43558" y="246952"/>
                        <a:pt x="1" y="132774"/>
                        <a:pt x="0" y="18596"/>
                      </a:cubicBezTo>
                      <a:lnTo>
                        <a:pt x="836" y="1089"/>
                      </a:lnTo>
                      <a:lnTo>
                        <a:pt x="606" y="859"/>
                      </a:lnTo>
                      <a:lnTo>
                        <a:pt x="848" y="848"/>
                      </a:lnTo>
                      <a:lnTo>
                        <a:pt x="859" y="606"/>
                      </a:lnTo>
                      <a:lnTo>
                        <a:pt x="1089" y="836"/>
                      </a:lnTo>
                      <a:lnTo>
                        <a:pt x="18596" y="0"/>
                      </a:lnTo>
                      <a:cubicBezTo>
                        <a:pt x="132774" y="0"/>
                        <a:pt x="246951" y="43557"/>
                        <a:pt x="334066" y="130672"/>
                      </a:cubicBezTo>
                      <a:cubicBezTo>
                        <a:pt x="421181" y="217787"/>
                        <a:pt x="464738" y="331964"/>
                        <a:pt x="464738" y="446142"/>
                      </a:cubicBezTo>
                      <a:lnTo>
                        <a:pt x="463902" y="463650"/>
                      </a:lnTo>
                      <a:lnTo>
                        <a:pt x="464132" y="463880"/>
                      </a:lnTo>
                      <a:lnTo>
                        <a:pt x="463891" y="463892"/>
                      </a:lnTo>
                      <a:lnTo>
                        <a:pt x="463879" y="464132"/>
                      </a:lnTo>
                      <a:lnTo>
                        <a:pt x="463650" y="463903"/>
                      </a:lnTo>
                      <a:close/>
                    </a:path>
                  </a:pathLst>
                </a:cu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nvGrpSpPr>
                <p:cNvPr id="19" name="Group 18">
                  <a:extLst>
                    <a:ext uri="{FF2B5EF4-FFF2-40B4-BE49-F238E27FC236}">
                      <a16:creationId xmlns:a16="http://schemas.microsoft.com/office/drawing/2014/main" id="{F3B56658-371E-446B-B30D-D4EA2A88A973}"/>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2440769" y="2384401"/>
                  <a:ext cx="313009" cy="1032464"/>
                  <a:chOff x="2440769" y="2384401"/>
                  <a:chExt cx="313009" cy="1032464"/>
                </a:xfrm>
              </p:grpSpPr>
              <p:cxnSp>
                <p:nvCxnSpPr>
                  <p:cNvPr id="20" name="Straight Connector 19">
                    <a:extLst>
                      <a:ext uri="{FF2B5EF4-FFF2-40B4-BE49-F238E27FC236}">
                        <a16:creationId xmlns:a16="http://schemas.microsoft.com/office/drawing/2014/main" id="{068979FB-2943-4091-A490-D9F8695DF0D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rot="10800000" flipH="1">
                    <a:off x="2440769" y="2516865"/>
                    <a:ext cx="0" cy="900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B378C39C-3FC0-4521-8336-33A86391920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rot="8100000" flipH="1">
                    <a:off x="2753778" y="2384401"/>
                    <a:ext cx="0" cy="900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grpSp>
        <p:grpSp>
          <p:nvGrpSpPr>
            <p:cNvPr id="12" name="Group 11">
              <a:extLst>
                <a:ext uri="{FF2B5EF4-FFF2-40B4-BE49-F238E27FC236}">
                  <a16:creationId xmlns:a16="http://schemas.microsoft.com/office/drawing/2014/main" id="{72C6951D-2EAF-4333-B8A8-F473DC3BDF44}"/>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1437136" y="649304"/>
              <a:ext cx="388541" cy="388541"/>
              <a:chOff x="5752675" y="5440856"/>
              <a:chExt cx="388541" cy="388541"/>
            </a:xfrm>
          </p:grpSpPr>
          <p:sp>
            <p:nvSpPr>
              <p:cNvPr id="13" name="Oval 12">
                <a:extLst>
                  <a:ext uri="{FF2B5EF4-FFF2-40B4-BE49-F238E27FC236}">
                    <a16:creationId xmlns:a16="http://schemas.microsoft.com/office/drawing/2014/main" id="{63E77698-5758-433A-9DF3-3BE43B6FBDA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5800801" y="5488982"/>
                <a:ext cx="340415" cy="340415"/>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4" name="Oval 13">
                <a:extLst>
                  <a:ext uri="{FF2B5EF4-FFF2-40B4-BE49-F238E27FC236}">
                    <a16:creationId xmlns:a16="http://schemas.microsoft.com/office/drawing/2014/main" id="{FF47FF7F-75A9-438D-8BA7-428BF76974C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52675" y="5440856"/>
                <a:ext cx="340415" cy="340415"/>
              </a:xfrm>
              <a:prstGeom prst="ellipse">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grpSp>
      <p:sp>
        <p:nvSpPr>
          <p:cNvPr id="25" name="TextBox 24">
            <a:extLst>
              <a:ext uri="{FF2B5EF4-FFF2-40B4-BE49-F238E27FC236}">
                <a16:creationId xmlns:a16="http://schemas.microsoft.com/office/drawing/2014/main" id="{D856AD59-8AD1-B85F-4827-7B31CC175126}"/>
              </a:ext>
            </a:extLst>
          </p:cNvPr>
          <p:cNvSpPr txBox="1"/>
          <p:nvPr/>
        </p:nvSpPr>
        <p:spPr>
          <a:xfrm>
            <a:off x="2030244" y="634297"/>
            <a:ext cx="6096000" cy="523220"/>
          </a:xfrm>
          <a:prstGeom prst="rect">
            <a:avLst/>
          </a:prstGeom>
          <a:noFill/>
        </p:spPr>
        <p:txBody>
          <a:bodyPr wrap="square">
            <a:spAutoFit/>
          </a:bodyPr>
          <a:lstStyle/>
          <a:p>
            <a:r>
              <a:rPr lang="en-US" sz="2800" dirty="0">
                <a:solidFill>
                  <a:srgbClr val="FFFF00"/>
                </a:solidFill>
                <a:latin typeface="Arial Rounded MT Bold" panose="020F0704030504030204" pitchFamily="34" charset="0"/>
              </a:rPr>
              <a:t>Critical Path Analysis </a:t>
            </a:r>
          </a:p>
        </p:txBody>
      </p:sp>
      <p:sp>
        <p:nvSpPr>
          <p:cNvPr id="3" name="Rectangle 2">
            <a:extLst>
              <a:ext uri="{FF2B5EF4-FFF2-40B4-BE49-F238E27FC236}">
                <a16:creationId xmlns:a16="http://schemas.microsoft.com/office/drawing/2014/main" id="{22678479-6982-0640-FED1-4C99EF92124D}"/>
              </a:ext>
            </a:extLst>
          </p:cNvPr>
          <p:cNvSpPr/>
          <p:nvPr/>
        </p:nvSpPr>
        <p:spPr>
          <a:xfrm>
            <a:off x="290032" y="3854837"/>
            <a:ext cx="1147104" cy="66874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BD" b="1" dirty="0">
                <a:solidFill>
                  <a:schemeClr val="bg1"/>
                </a:solidFill>
                <a:latin typeface="Arial Nova" panose="020B0504020202020204" pitchFamily="34" charset="0"/>
              </a:rPr>
              <a:t>Start</a:t>
            </a:r>
          </a:p>
        </p:txBody>
      </p:sp>
      <p:sp>
        <p:nvSpPr>
          <p:cNvPr id="5" name="Rectangle 4">
            <a:extLst>
              <a:ext uri="{FF2B5EF4-FFF2-40B4-BE49-F238E27FC236}">
                <a16:creationId xmlns:a16="http://schemas.microsoft.com/office/drawing/2014/main" id="{12D100C2-ACF3-D465-0C62-E73CF3BECEEF}"/>
              </a:ext>
            </a:extLst>
          </p:cNvPr>
          <p:cNvSpPr/>
          <p:nvPr/>
        </p:nvSpPr>
        <p:spPr>
          <a:xfrm>
            <a:off x="1912331" y="3854837"/>
            <a:ext cx="1147104" cy="66874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BD" sz="2400" b="1" dirty="0"/>
              <a:t>N,5</a:t>
            </a:r>
          </a:p>
        </p:txBody>
      </p:sp>
      <p:sp>
        <p:nvSpPr>
          <p:cNvPr id="6" name="Rectangle 5">
            <a:extLst>
              <a:ext uri="{FF2B5EF4-FFF2-40B4-BE49-F238E27FC236}">
                <a16:creationId xmlns:a16="http://schemas.microsoft.com/office/drawing/2014/main" id="{64B1276E-BA45-6442-B26A-39DCBF97369A}"/>
              </a:ext>
            </a:extLst>
          </p:cNvPr>
          <p:cNvSpPr/>
          <p:nvPr/>
        </p:nvSpPr>
        <p:spPr>
          <a:xfrm>
            <a:off x="3543671" y="1920841"/>
            <a:ext cx="1147104" cy="66874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BD" sz="2400" b="1" dirty="0"/>
              <a:t>A,4</a:t>
            </a:r>
          </a:p>
        </p:txBody>
      </p:sp>
      <p:sp>
        <p:nvSpPr>
          <p:cNvPr id="7" name="Rectangle 6">
            <a:extLst>
              <a:ext uri="{FF2B5EF4-FFF2-40B4-BE49-F238E27FC236}">
                <a16:creationId xmlns:a16="http://schemas.microsoft.com/office/drawing/2014/main" id="{F64195FC-F36F-83B6-6758-4E094EA9F4C6}"/>
              </a:ext>
            </a:extLst>
          </p:cNvPr>
          <p:cNvSpPr/>
          <p:nvPr/>
        </p:nvSpPr>
        <p:spPr>
          <a:xfrm>
            <a:off x="3534630" y="3854836"/>
            <a:ext cx="1147104" cy="66874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BD" sz="2400" b="1" dirty="0"/>
              <a:t>B,10</a:t>
            </a:r>
          </a:p>
        </p:txBody>
      </p:sp>
      <p:sp>
        <p:nvSpPr>
          <p:cNvPr id="9" name="Rectangle 8">
            <a:extLst>
              <a:ext uri="{FF2B5EF4-FFF2-40B4-BE49-F238E27FC236}">
                <a16:creationId xmlns:a16="http://schemas.microsoft.com/office/drawing/2014/main" id="{494B9C95-D98D-136C-D6AC-0AAC3C8D312F}"/>
              </a:ext>
            </a:extLst>
          </p:cNvPr>
          <p:cNvSpPr/>
          <p:nvPr/>
        </p:nvSpPr>
        <p:spPr>
          <a:xfrm>
            <a:off x="3536703" y="6106475"/>
            <a:ext cx="1147104" cy="66874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BD" sz="2400" b="1" dirty="0"/>
              <a:t>C,7</a:t>
            </a:r>
          </a:p>
        </p:txBody>
      </p:sp>
      <p:sp>
        <p:nvSpPr>
          <p:cNvPr id="24" name="Rectangle 23">
            <a:extLst>
              <a:ext uri="{FF2B5EF4-FFF2-40B4-BE49-F238E27FC236}">
                <a16:creationId xmlns:a16="http://schemas.microsoft.com/office/drawing/2014/main" id="{8BCCAD03-6700-2CAC-CBDA-A5BB9BC36A49}"/>
              </a:ext>
            </a:extLst>
          </p:cNvPr>
          <p:cNvSpPr/>
          <p:nvPr/>
        </p:nvSpPr>
        <p:spPr>
          <a:xfrm>
            <a:off x="5495704" y="1911304"/>
            <a:ext cx="1147104" cy="66874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BD" sz="2400" b="1" dirty="0"/>
              <a:t>D,5</a:t>
            </a:r>
          </a:p>
        </p:txBody>
      </p:sp>
      <p:sp>
        <p:nvSpPr>
          <p:cNvPr id="26" name="Rectangle 25">
            <a:extLst>
              <a:ext uri="{FF2B5EF4-FFF2-40B4-BE49-F238E27FC236}">
                <a16:creationId xmlns:a16="http://schemas.microsoft.com/office/drawing/2014/main" id="{A925F98B-B8D6-38E4-3D38-64A6E511E46A}"/>
              </a:ext>
            </a:extLst>
          </p:cNvPr>
          <p:cNvSpPr/>
          <p:nvPr/>
        </p:nvSpPr>
        <p:spPr>
          <a:xfrm>
            <a:off x="5495704" y="3071384"/>
            <a:ext cx="1147104" cy="668741"/>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BD" sz="2400" b="1" dirty="0"/>
              <a:t>G,2</a:t>
            </a:r>
          </a:p>
        </p:txBody>
      </p:sp>
      <p:sp>
        <p:nvSpPr>
          <p:cNvPr id="27" name="Rectangle 26">
            <a:extLst>
              <a:ext uri="{FF2B5EF4-FFF2-40B4-BE49-F238E27FC236}">
                <a16:creationId xmlns:a16="http://schemas.microsoft.com/office/drawing/2014/main" id="{A42FE439-5F76-6887-4650-34EB9380ED35}"/>
              </a:ext>
            </a:extLst>
          </p:cNvPr>
          <p:cNvSpPr/>
          <p:nvPr/>
        </p:nvSpPr>
        <p:spPr>
          <a:xfrm>
            <a:off x="7135093" y="2421136"/>
            <a:ext cx="1147104" cy="66874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BD" sz="2400" b="1" dirty="0"/>
              <a:t>E,3</a:t>
            </a:r>
          </a:p>
        </p:txBody>
      </p:sp>
      <p:sp>
        <p:nvSpPr>
          <p:cNvPr id="28" name="Rectangle 27">
            <a:extLst>
              <a:ext uri="{FF2B5EF4-FFF2-40B4-BE49-F238E27FC236}">
                <a16:creationId xmlns:a16="http://schemas.microsoft.com/office/drawing/2014/main" id="{21D39EEF-0AC8-2CC8-3708-857749077089}"/>
              </a:ext>
            </a:extLst>
          </p:cNvPr>
          <p:cNvSpPr/>
          <p:nvPr/>
        </p:nvSpPr>
        <p:spPr>
          <a:xfrm>
            <a:off x="5503157" y="4361440"/>
            <a:ext cx="1147104" cy="66874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BD" sz="2400" b="1" dirty="0"/>
              <a:t>H,16</a:t>
            </a:r>
          </a:p>
        </p:txBody>
      </p:sp>
      <p:sp>
        <p:nvSpPr>
          <p:cNvPr id="29" name="Rectangle 28">
            <a:extLst>
              <a:ext uri="{FF2B5EF4-FFF2-40B4-BE49-F238E27FC236}">
                <a16:creationId xmlns:a16="http://schemas.microsoft.com/office/drawing/2014/main" id="{7948FFB7-38E8-DA7A-2A9C-75CE7E6B5FBA}"/>
              </a:ext>
            </a:extLst>
          </p:cNvPr>
          <p:cNvSpPr/>
          <p:nvPr/>
        </p:nvSpPr>
        <p:spPr>
          <a:xfrm>
            <a:off x="7135093" y="3610890"/>
            <a:ext cx="1147104" cy="66874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BD" sz="2400" b="1" dirty="0"/>
              <a:t>I,4</a:t>
            </a:r>
          </a:p>
        </p:txBody>
      </p:sp>
      <p:sp>
        <p:nvSpPr>
          <p:cNvPr id="30" name="Rectangle 29">
            <a:extLst>
              <a:ext uri="{FF2B5EF4-FFF2-40B4-BE49-F238E27FC236}">
                <a16:creationId xmlns:a16="http://schemas.microsoft.com/office/drawing/2014/main" id="{A8FA4E22-F1A7-B683-29DD-676A616E729B}"/>
              </a:ext>
            </a:extLst>
          </p:cNvPr>
          <p:cNvSpPr/>
          <p:nvPr/>
        </p:nvSpPr>
        <p:spPr>
          <a:xfrm>
            <a:off x="7154528" y="4814065"/>
            <a:ext cx="1147104" cy="66874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BD" sz="2400" b="1" dirty="0"/>
              <a:t>J,8</a:t>
            </a:r>
          </a:p>
        </p:txBody>
      </p:sp>
      <p:sp>
        <p:nvSpPr>
          <p:cNvPr id="31" name="Rectangle 30">
            <a:extLst>
              <a:ext uri="{FF2B5EF4-FFF2-40B4-BE49-F238E27FC236}">
                <a16:creationId xmlns:a16="http://schemas.microsoft.com/office/drawing/2014/main" id="{2BD0817A-FF06-061C-1F86-E815B049AA84}"/>
              </a:ext>
            </a:extLst>
          </p:cNvPr>
          <p:cNvSpPr/>
          <p:nvPr/>
        </p:nvSpPr>
        <p:spPr>
          <a:xfrm>
            <a:off x="7118534" y="6089148"/>
            <a:ext cx="1147104" cy="66874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BD" sz="2400" b="1" dirty="0"/>
              <a:t>L,9</a:t>
            </a:r>
          </a:p>
        </p:txBody>
      </p:sp>
      <p:sp>
        <p:nvSpPr>
          <p:cNvPr id="32" name="Rectangle 31">
            <a:extLst>
              <a:ext uri="{FF2B5EF4-FFF2-40B4-BE49-F238E27FC236}">
                <a16:creationId xmlns:a16="http://schemas.microsoft.com/office/drawing/2014/main" id="{893F9A6A-19A9-242F-DEDD-F82161D57097}"/>
              </a:ext>
            </a:extLst>
          </p:cNvPr>
          <p:cNvSpPr/>
          <p:nvPr/>
        </p:nvSpPr>
        <p:spPr>
          <a:xfrm>
            <a:off x="9053495" y="3898218"/>
            <a:ext cx="1147104" cy="66874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BD" sz="2400" b="1" dirty="0"/>
              <a:t>K,5</a:t>
            </a:r>
          </a:p>
        </p:txBody>
      </p:sp>
      <p:sp>
        <p:nvSpPr>
          <p:cNvPr id="33" name="Rectangle 32">
            <a:extLst>
              <a:ext uri="{FF2B5EF4-FFF2-40B4-BE49-F238E27FC236}">
                <a16:creationId xmlns:a16="http://schemas.microsoft.com/office/drawing/2014/main" id="{80E3ADB8-D254-94C7-3746-745EC21DE1E4}"/>
              </a:ext>
            </a:extLst>
          </p:cNvPr>
          <p:cNvSpPr/>
          <p:nvPr/>
        </p:nvSpPr>
        <p:spPr>
          <a:xfrm>
            <a:off x="9081838" y="6099970"/>
            <a:ext cx="1147104" cy="66874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BD" sz="2400" b="1" dirty="0"/>
              <a:t>M,10</a:t>
            </a:r>
          </a:p>
        </p:txBody>
      </p:sp>
      <p:sp>
        <p:nvSpPr>
          <p:cNvPr id="34" name="Rectangle 33">
            <a:extLst>
              <a:ext uri="{FF2B5EF4-FFF2-40B4-BE49-F238E27FC236}">
                <a16:creationId xmlns:a16="http://schemas.microsoft.com/office/drawing/2014/main" id="{429B219A-3C4F-AE70-0635-D4F76C29D3ED}"/>
              </a:ext>
            </a:extLst>
          </p:cNvPr>
          <p:cNvSpPr/>
          <p:nvPr/>
        </p:nvSpPr>
        <p:spPr>
          <a:xfrm>
            <a:off x="9016476" y="2389851"/>
            <a:ext cx="1147104" cy="66874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BD" sz="2400" b="1" dirty="0"/>
              <a:t>F,6</a:t>
            </a:r>
          </a:p>
        </p:txBody>
      </p:sp>
      <p:sp>
        <p:nvSpPr>
          <p:cNvPr id="35" name="Rectangle 34">
            <a:extLst>
              <a:ext uri="{FF2B5EF4-FFF2-40B4-BE49-F238E27FC236}">
                <a16:creationId xmlns:a16="http://schemas.microsoft.com/office/drawing/2014/main" id="{3046C4AC-C0EA-758D-6D65-7E8F5B9C4788}"/>
              </a:ext>
            </a:extLst>
          </p:cNvPr>
          <p:cNvSpPr/>
          <p:nvPr/>
        </p:nvSpPr>
        <p:spPr>
          <a:xfrm>
            <a:off x="10937237" y="3870062"/>
            <a:ext cx="1147104" cy="66874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BD" b="1" dirty="0">
                <a:solidFill>
                  <a:schemeClr val="bg1"/>
                </a:solidFill>
                <a:latin typeface="Arial Nova" panose="020B0504020202020204" pitchFamily="34" charset="0"/>
              </a:rPr>
              <a:t>End</a:t>
            </a:r>
          </a:p>
        </p:txBody>
      </p:sp>
      <p:cxnSp>
        <p:nvCxnSpPr>
          <p:cNvPr id="37" name="Straight Arrow Connector 36">
            <a:extLst>
              <a:ext uri="{FF2B5EF4-FFF2-40B4-BE49-F238E27FC236}">
                <a16:creationId xmlns:a16="http://schemas.microsoft.com/office/drawing/2014/main" id="{AC4FE2A2-6D5F-BBF4-9992-40397FC5463B}"/>
              </a:ext>
            </a:extLst>
          </p:cNvPr>
          <p:cNvCxnSpPr>
            <a:cxnSpLocks/>
            <a:endCxn id="5" idx="1"/>
          </p:cNvCxnSpPr>
          <p:nvPr/>
        </p:nvCxnSpPr>
        <p:spPr>
          <a:xfrm flipV="1">
            <a:off x="1428135" y="4189208"/>
            <a:ext cx="484196" cy="757"/>
          </a:xfrm>
          <a:prstGeom prst="straightConnector1">
            <a:avLst/>
          </a:prstGeom>
          <a:ln w="34925">
            <a:tailEnd type="triangle"/>
          </a:ln>
        </p:spPr>
        <p:style>
          <a:lnRef idx="1">
            <a:schemeClr val="accent1"/>
          </a:lnRef>
          <a:fillRef idx="0">
            <a:schemeClr val="accent1"/>
          </a:fillRef>
          <a:effectRef idx="0">
            <a:schemeClr val="accent1"/>
          </a:effectRef>
          <a:fontRef idx="minor">
            <a:schemeClr val="tx1"/>
          </a:fontRef>
        </p:style>
      </p:cxnSp>
      <p:cxnSp>
        <p:nvCxnSpPr>
          <p:cNvPr id="39" name="Straight Arrow Connector 38">
            <a:extLst>
              <a:ext uri="{FF2B5EF4-FFF2-40B4-BE49-F238E27FC236}">
                <a16:creationId xmlns:a16="http://schemas.microsoft.com/office/drawing/2014/main" id="{637E6820-3442-8127-014F-F050099ECBCD}"/>
              </a:ext>
            </a:extLst>
          </p:cNvPr>
          <p:cNvCxnSpPr>
            <a:cxnSpLocks/>
          </p:cNvCxnSpPr>
          <p:nvPr/>
        </p:nvCxnSpPr>
        <p:spPr>
          <a:xfrm flipV="1">
            <a:off x="3054935" y="4187960"/>
            <a:ext cx="484196" cy="757"/>
          </a:xfrm>
          <a:prstGeom prst="straightConnector1">
            <a:avLst/>
          </a:prstGeom>
          <a:ln w="34925">
            <a:tailEnd type="triangle"/>
          </a:ln>
        </p:spPr>
        <p:style>
          <a:lnRef idx="1">
            <a:schemeClr val="accent1"/>
          </a:lnRef>
          <a:fillRef idx="0">
            <a:schemeClr val="accent1"/>
          </a:fillRef>
          <a:effectRef idx="0">
            <a:schemeClr val="accent1"/>
          </a:effectRef>
          <a:fontRef idx="minor">
            <a:schemeClr val="tx1"/>
          </a:fontRef>
        </p:style>
      </p:cxnSp>
      <p:cxnSp>
        <p:nvCxnSpPr>
          <p:cNvPr id="40" name="Straight Arrow Connector 39">
            <a:extLst>
              <a:ext uri="{FF2B5EF4-FFF2-40B4-BE49-F238E27FC236}">
                <a16:creationId xmlns:a16="http://schemas.microsoft.com/office/drawing/2014/main" id="{87A16DD3-57D0-F0B1-C926-122099DD464F}"/>
              </a:ext>
            </a:extLst>
          </p:cNvPr>
          <p:cNvCxnSpPr>
            <a:cxnSpLocks/>
            <a:endCxn id="6" idx="1"/>
          </p:cNvCxnSpPr>
          <p:nvPr/>
        </p:nvCxnSpPr>
        <p:spPr>
          <a:xfrm flipV="1">
            <a:off x="3085272" y="2255212"/>
            <a:ext cx="458399" cy="1941952"/>
          </a:xfrm>
          <a:prstGeom prst="straightConnector1">
            <a:avLst/>
          </a:prstGeom>
          <a:ln w="34925">
            <a:tailEnd type="triangle"/>
          </a:ln>
        </p:spPr>
        <p:style>
          <a:lnRef idx="1">
            <a:schemeClr val="accent1"/>
          </a:lnRef>
          <a:fillRef idx="0">
            <a:schemeClr val="accent1"/>
          </a:fillRef>
          <a:effectRef idx="0">
            <a:schemeClr val="accent1"/>
          </a:effectRef>
          <a:fontRef idx="minor">
            <a:schemeClr val="tx1"/>
          </a:fontRef>
        </p:style>
      </p:cxnSp>
      <p:cxnSp>
        <p:nvCxnSpPr>
          <p:cNvPr id="43" name="Straight Arrow Connector 42">
            <a:extLst>
              <a:ext uri="{FF2B5EF4-FFF2-40B4-BE49-F238E27FC236}">
                <a16:creationId xmlns:a16="http://schemas.microsoft.com/office/drawing/2014/main" id="{B88F28A1-19B1-8665-0320-234B8DF566EC}"/>
              </a:ext>
            </a:extLst>
          </p:cNvPr>
          <p:cNvCxnSpPr>
            <a:cxnSpLocks/>
            <a:endCxn id="9" idx="1"/>
          </p:cNvCxnSpPr>
          <p:nvPr/>
        </p:nvCxnSpPr>
        <p:spPr>
          <a:xfrm>
            <a:off x="3044918" y="4413325"/>
            <a:ext cx="491785" cy="2027521"/>
          </a:xfrm>
          <a:prstGeom prst="straightConnector1">
            <a:avLst/>
          </a:prstGeom>
          <a:ln w="34925">
            <a:tailEnd type="triangle"/>
          </a:ln>
        </p:spPr>
        <p:style>
          <a:lnRef idx="1">
            <a:schemeClr val="accent1"/>
          </a:lnRef>
          <a:fillRef idx="0">
            <a:schemeClr val="accent1"/>
          </a:fillRef>
          <a:effectRef idx="0">
            <a:schemeClr val="accent1"/>
          </a:effectRef>
          <a:fontRef idx="minor">
            <a:schemeClr val="tx1"/>
          </a:fontRef>
        </p:style>
      </p:cxnSp>
      <p:cxnSp>
        <p:nvCxnSpPr>
          <p:cNvPr id="52" name="Straight Arrow Connector 51">
            <a:extLst>
              <a:ext uri="{FF2B5EF4-FFF2-40B4-BE49-F238E27FC236}">
                <a16:creationId xmlns:a16="http://schemas.microsoft.com/office/drawing/2014/main" id="{841DF68A-C41F-E4D8-DD89-C001C120BE6E}"/>
              </a:ext>
            </a:extLst>
          </p:cNvPr>
          <p:cNvCxnSpPr>
            <a:cxnSpLocks/>
            <a:endCxn id="26" idx="1"/>
          </p:cNvCxnSpPr>
          <p:nvPr/>
        </p:nvCxnSpPr>
        <p:spPr>
          <a:xfrm flipV="1">
            <a:off x="4628490" y="3405755"/>
            <a:ext cx="867214" cy="791560"/>
          </a:xfrm>
          <a:prstGeom prst="straightConnector1">
            <a:avLst/>
          </a:prstGeom>
          <a:ln w="34925">
            <a:tailEnd type="triangle"/>
          </a:ln>
        </p:spPr>
        <p:style>
          <a:lnRef idx="1">
            <a:schemeClr val="accent1"/>
          </a:lnRef>
          <a:fillRef idx="0">
            <a:schemeClr val="accent1"/>
          </a:fillRef>
          <a:effectRef idx="0">
            <a:schemeClr val="accent1"/>
          </a:effectRef>
          <a:fontRef idx="minor">
            <a:schemeClr val="tx1"/>
          </a:fontRef>
        </p:style>
      </p:cxnSp>
      <p:cxnSp>
        <p:nvCxnSpPr>
          <p:cNvPr id="54" name="Straight Arrow Connector 53">
            <a:extLst>
              <a:ext uri="{FF2B5EF4-FFF2-40B4-BE49-F238E27FC236}">
                <a16:creationId xmlns:a16="http://schemas.microsoft.com/office/drawing/2014/main" id="{B296FA35-2074-C0DC-57D9-089928D3E44E}"/>
              </a:ext>
            </a:extLst>
          </p:cNvPr>
          <p:cNvCxnSpPr>
            <a:cxnSpLocks/>
            <a:endCxn id="28" idx="1"/>
          </p:cNvCxnSpPr>
          <p:nvPr/>
        </p:nvCxnSpPr>
        <p:spPr>
          <a:xfrm>
            <a:off x="4677233" y="4162435"/>
            <a:ext cx="825924" cy="533376"/>
          </a:xfrm>
          <a:prstGeom prst="straightConnector1">
            <a:avLst/>
          </a:prstGeom>
          <a:ln w="34925">
            <a:tailEnd type="triangle"/>
          </a:ln>
        </p:spPr>
        <p:style>
          <a:lnRef idx="1">
            <a:schemeClr val="accent1"/>
          </a:lnRef>
          <a:fillRef idx="0">
            <a:schemeClr val="accent1"/>
          </a:fillRef>
          <a:effectRef idx="0">
            <a:schemeClr val="accent1"/>
          </a:effectRef>
          <a:fontRef idx="minor">
            <a:schemeClr val="tx1"/>
          </a:fontRef>
        </p:style>
      </p:cxnSp>
      <p:cxnSp>
        <p:nvCxnSpPr>
          <p:cNvPr id="61" name="Straight Arrow Connector 60">
            <a:extLst>
              <a:ext uri="{FF2B5EF4-FFF2-40B4-BE49-F238E27FC236}">
                <a16:creationId xmlns:a16="http://schemas.microsoft.com/office/drawing/2014/main" id="{FA6168B2-41A6-DE74-59F5-226A5223EB51}"/>
              </a:ext>
            </a:extLst>
          </p:cNvPr>
          <p:cNvCxnSpPr>
            <a:cxnSpLocks/>
            <a:endCxn id="34" idx="1"/>
          </p:cNvCxnSpPr>
          <p:nvPr/>
        </p:nvCxnSpPr>
        <p:spPr>
          <a:xfrm>
            <a:off x="8282197" y="2724221"/>
            <a:ext cx="734279" cy="1"/>
          </a:xfrm>
          <a:prstGeom prst="straightConnector1">
            <a:avLst/>
          </a:prstGeom>
          <a:ln w="34925">
            <a:tailEnd type="triangle"/>
          </a:ln>
        </p:spPr>
        <p:style>
          <a:lnRef idx="1">
            <a:schemeClr val="accent1"/>
          </a:lnRef>
          <a:fillRef idx="0">
            <a:schemeClr val="accent1"/>
          </a:fillRef>
          <a:effectRef idx="0">
            <a:schemeClr val="accent1"/>
          </a:effectRef>
          <a:fontRef idx="minor">
            <a:schemeClr val="tx1"/>
          </a:fontRef>
        </p:style>
      </p:cxnSp>
      <p:cxnSp>
        <p:nvCxnSpPr>
          <p:cNvPr id="63" name="Straight Arrow Connector 62">
            <a:extLst>
              <a:ext uri="{FF2B5EF4-FFF2-40B4-BE49-F238E27FC236}">
                <a16:creationId xmlns:a16="http://schemas.microsoft.com/office/drawing/2014/main" id="{3167A8A4-1FA0-C3DB-6A2C-D73615B064B8}"/>
              </a:ext>
            </a:extLst>
          </p:cNvPr>
          <p:cNvCxnSpPr>
            <a:cxnSpLocks/>
            <a:endCxn id="35" idx="1"/>
          </p:cNvCxnSpPr>
          <p:nvPr/>
        </p:nvCxnSpPr>
        <p:spPr>
          <a:xfrm>
            <a:off x="10177438" y="2851153"/>
            <a:ext cx="759799" cy="1353279"/>
          </a:xfrm>
          <a:prstGeom prst="straightConnector1">
            <a:avLst/>
          </a:prstGeom>
          <a:ln w="34925">
            <a:tailEnd type="triangle"/>
          </a:ln>
        </p:spPr>
        <p:style>
          <a:lnRef idx="1">
            <a:schemeClr val="accent1"/>
          </a:lnRef>
          <a:fillRef idx="0">
            <a:schemeClr val="accent1"/>
          </a:fillRef>
          <a:effectRef idx="0">
            <a:schemeClr val="accent1"/>
          </a:effectRef>
          <a:fontRef idx="minor">
            <a:schemeClr val="tx1"/>
          </a:fontRef>
        </p:style>
      </p:cxnSp>
      <p:cxnSp>
        <p:nvCxnSpPr>
          <p:cNvPr id="67" name="Straight Arrow Connector 66">
            <a:extLst>
              <a:ext uri="{FF2B5EF4-FFF2-40B4-BE49-F238E27FC236}">
                <a16:creationId xmlns:a16="http://schemas.microsoft.com/office/drawing/2014/main" id="{661D751D-5A0B-689E-D127-5C5CC2F8D20F}"/>
              </a:ext>
            </a:extLst>
          </p:cNvPr>
          <p:cNvCxnSpPr>
            <a:cxnSpLocks/>
          </p:cNvCxnSpPr>
          <p:nvPr/>
        </p:nvCxnSpPr>
        <p:spPr>
          <a:xfrm flipV="1">
            <a:off x="4676387" y="6457567"/>
            <a:ext cx="2445770" cy="756"/>
          </a:xfrm>
          <a:prstGeom prst="straightConnector1">
            <a:avLst/>
          </a:prstGeom>
          <a:ln w="34925">
            <a:tailEnd type="triangle"/>
          </a:ln>
        </p:spPr>
        <p:style>
          <a:lnRef idx="1">
            <a:schemeClr val="accent1"/>
          </a:lnRef>
          <a:fillRef idx="0">
            <a:schemeClr val="accent1"/>
          </a:fillRef>
          <a:effectRef idx="0">
            <a:schemeClr val="accent1"/>
          </a:effectRef>
          <a:fontRef idx="minor">
            <a:schemeClr val="tx1"/>
          </a:fontRef>
        </p:style>
      </p:cxnSp>
      <p:cxnSp>
        <p:nvCxnSpPr>
          <p:cNvPr id="69" name="Straight Arrow Connector 68">
            <a:extLst>
              <a:ext uri="{FF2B5EF4-FFF2-40B4-BE49-F238E27FC236}">
                <a16:creationId xmlns:a16="http://schemas.microsoft.com/office/drawing/2014/main" id="{3D49F545-30CE-9514-0F7A-9A1FE2A7E7A9}"/>
              </a:ext>
            </a:extLst>
          </p:cNvPr>
          <p:cNvCxnSpPr>
            <a:cxnSpLocks/>
            <a:stCxn id="31" idx="3"/>
            <a:endCxn id="33" idx="1"/>
          </p:cNvCxnSpPr>
          <p:nvPr/>
        </p:nvCxnSpPr>
        <p:spPr>
          <a:xfrm>
            <a:off x="8265638" y="6423519"/>
            <a:ext cx="816200" cy="10822"/>
          </a:xfrm>
          <a:prstGeom prst="straightConnector1">
            <a:avLst/>
          </a:prstGeom>
          <a:ln w="34925">
            <a:tailEnd type="triangle"/>
          </a:ln>
        </p:spPr>
        <p:style>
          <a:lnRef idx="1">
            <a:schemeClr val="accent1"/>
          </a:lnRef>
          <a:fillRef idx="0">
            <a:schemeClr val="accent1"/>
          </a:fillRef>
          <a:effectRef idx="0">
            <a:schemeClr val="accent1"/>
          </a:effectRef>
          <a:fontRef idx="minor">
            <a:schemeClr val="tx1"/>
          </a:fontRef>
        </p:style>
      </p:cxnSp>
      <p:cxnSp>
        <p:nvCxnSpPr>
          <p:cNvPr id="72" name="Straight Arrow Connector 71">
            <a:extLst>
              <a:ext uri="{FF2B5EF4-FFF2-40B4-BE49-F238E27FC236}">
                <a16:creationId xmlns:a16="http://schemas.microsoft.com/office/drawing/2014/main" id="{9000156F-3CAB-7409-ACB6-57CC7FB1EC55}"/>
              </a:ext>
            </a:extLst>
          </p:cNvPr>
          <p:cNvCxnSpPr>
            <a:cxnSpLocks/>
            <a:endCxn id="30" idx="1"/>
          </p:cNvCxnSpPr>
          <p:nvPr/>
        </p:nvCxnSpPr>
        <p:spPr>
          <a:xfrm>
            <a:off x="6655901" y="4729514"/>
            <a:ext cx="498627" cy="418922"/>
          </a:xfrm>
          <a:prstGeom prst="straightConnector1">
            <a:avLst/>
          </a:prstGeom>
          <a:ln w="34925">
            <a:tailEnd type="triangle"/>
          </a:ln>
        </p:spPr>
        <p:style>
          <a:lnRef idx="1">
            <a:schemeClr val="accent1"/>
          </a:lnRef>
          <a:fillRef idx="0">
            <a:schemeClr val="accent1"/>
          </a:fillRef>
          <a:effectRef idx="0">
            <a:schemeClr val="accent1"/>
          </a:effectRef>
          <a:fontRef idx="minor">
            <a:schemeClr val="tx1"/>
          </a:fontRef>
        </p:style>
      </p:cxnSp>
      <p:cxnSp>
        <p:nvCxnSpPr>
          <p:cNvPr id="74" name="Straight Arrow Connector 73">
            <a:extLst>
              <a:ext uri="{FF2B5EF4-FFF2-40B4-BE49-F238E27FC236}">
                <a16:creationId xmlns:a16="http://schemas.microsoft.com/office/drawing/2014/main" id="{488970DA-93A6-11E0-4CEE-0BAC849799CD}"/>
              </a:ext>
            </a:extLst>
          </p:cNvPr>
          <p:cNvCxnSpPr>
            <a:cxnSpLocks/>
            <a:endCxn id="29" idx="1"/>
          </p:cNvCxnSpPr>
          <p:nvPr/>
        </p:nvCxnSpPr>
        <p:spPr>
          <a:xfrm flipV="1">
            <a:off x="6648527" y="3945261"/>
            <a:ext cx="486566" cy="756490"/>
          </a:xfrm>
          <a:prstGeom prst="straightConnector1">
            <a:avLst/>
          </a:prstGeom>
          <a:ln w="34925">
            <a:tailEnd type="triangle"/>
          </a:ln>
        </p:spPr>
        <p:style>
          <a:lnRef idx="1">
            <a:schemeClr val="accent1"/>
          </a:lnRef>
          <a:fillRef idx="0">
            <a:schemeClr val="accent1"/>
          </a:fillRef>
          <a:effectRef idx="0">
            <a:schemeClr val="accent1"/>
          </a:effectRef>
          <a:fontRef idx="minor">
            <a:schemeClr val="tx1"/>
          </a:fontRef>
        </p:style>
      </p:cxnSp>
      <p:cxnSp>
        <p:nvCxnSpPr>
          <p:cNvPr id="77" name="Straight Arrow Connector 76">
            <a:extLst>
              <a:ext uri="{FF2B5EF4-FFF2-40B4-BE49-F238E27FC236}">
                <a16:creationId xmlns:a16="http://schemas.microsoft.com/office/drawing/2014/main" id="{6A4832EB-8FE7-83CA-1A74-7FC4EC3431DB}"/>
              </a:ext>
            </a:extLst>
          </p:cNvPr>
          <p:cNvCxnSpPr>
            <a:cxnSpLocks/>
          </p:cNvCxnSpPr>
          <p:nvPr/>
        </p:nvCxnSpPr>
        <p:spPr>
          <a:xfrm flipV="1">
            <a:off x="6652825" y="2739970"/>
            <a:ext cx="486566" cy="756490"/>
          </a:xfrm>
          <a:prstGeom prst="straightConnector1">
            <a:avLst/>
          </a:prstGeom>
          <a:ln w="34925">
            <a:tailEnd type="triangle"/>
          </a:ln>
        </p:spPr>
        <p:style>
          <a:lnRef idx="1">
            <a:schemeClr val="accent1"/>
          </a:lnRef>
          <a:fillRef idx="0">
            <a:schemeClr val="accent1"/>
          </a:fillRef>
          <a:effectRef idx="0">
            <a:schemeClr val="accent1"/>
          </a:effectRef>
          <a:fontRef idx="minor">
            <a:schemeClr val="tx1"/>
          </a:fontRef>
        </p:style>
      </p:cxnSp>
      <p:cxnSp>
        <p:nvCxnSpPr>
          <p:cNvPr id="78" name="Straight Arrow Connector 77">
            <a:extLst>
              <a:ext uri="{FF2B5EF4-FFF2-40B4-BE49-F238E27FC236}">
                <a16:creationId xmlns:a16="http://schemas.microsoft.com/office/drawing/2014/main" id="{D41507B2-267D-4959-302C-5523DCA51436}"/>
              </a:ext>
            </a:extLst>
          </p:cNvPr>
          <p:cNvCxnSpPr>
            <a:cxnSpLocks/>
            <a:endCxn id="27" idx="1"/>
          </p:cNvCxnSpPr>
          <p:nvPr/>
        </p:nvCxnSpPr>
        <p:spPr>
          <a:xfrm>
            <a:off x="6558819" y="2220201"/>
            <a:ext cx="576274" cy="535306"/>
          </a:xfrm>
          <a:prstGeom prst="straightConnector1">
            <a:avLst/>
          </a:prstGeom>
          <a:ln w="34925">
            <a:tailEnd type="triangle"/>
          </a:ln>
        </p:spPr>
        <p:style>
          <a:lnRef idx="1">
            <a:schemeClr val="accent1"/>
          </a:lnRef>
          <a:fillRef idx="0">
            <a:schemeClr val="accent1"/>
          </a:fillRef>
          <a:effectRef idx="0">
            <a:schemeClr val="accent1"/>
          </a:effectRef>
          <a:fontRef idx="minor">
            <a:schemeClr val="tx1"/>
          </a:fontRef>
        </p:style>
      </p:cxnSp>
      <p:cxnSp>
        <p:nvCxnSpPr>
          <p:cNvPr id="80" name="Straight Arrow Connector 79">
            <a:extLst>
              <a:ext uri="{FF2B5EF4-FFF2-40B4-BE49-F238E27FC236}">
                <a16:creationId xmlns:a16="http://schemas.microsoft.com/office/drawing/2014/main" id="{6EBCAF43-70E8-3293-3BCB-EA2EB1F5FE32}"/>
              </a:ext>
            </a:extLst>
          </p:cNvPr>
          <p:cNvCxnSpPr>
            <a:cxnSpLocks/>
            <a:stCxn id="29" idx="3"/>
            <a:endCxn id="32" idx="1"/>
          </p:cNvCxnSpPr>
          <p:nvPr/>
        </p:nvCxnSpPr>
        <p:spPr>
          <a:xfrm>
            <a:off x="8282197" y="3945261"/>
            <a:ext cx="771298" cy="287328"/>
          </a:xfrm>
          <a:prstGeom prst="straightConnector1">
            <a:avLst/>
          </a:prstGeom>
          <a:ln w="34925">
            <a:tailEnd type="triangle"/>
          </a:ln>
        </p:spPr>
        <p:style>
          <a:lnRef idx="1">
            <a:schemeClr val="accent1"/>
          </a:lnRef>
          <a:fillRef idx="0">
            <a:schemeClr val="accent1"/>
          </a:fillRef>
          <a:effectRef idx="0">
            <a:schemeClr val="accent1"/>
          </a:effectRef>
          <a:fontRef idx="minor">
            <a:schemeClr val="tx1"/>
          </a:fontRef>
        </p:style>
      </p:cxnSp>
      <p:cxnSp>
        <p:nvCxnSpPr>
          <p:cNvPr id="82" name="Straight Arrow Connector 81">
            <a:extLst>
              <a:ext uri="{FF2B5EF4-FFF2-40B4-BE49-F238E27FC236}">
                <a16:creationId xmlns:a16="http://schemas.microsoft.com/office/drawing/2014/main" id="{E08FF52B-3A24-0D84-1047-93029B31526B}"/>
              </a:ext>
            </a:extLst>
          </p:cNvPr>
          <p:cNvCxnSpPr>
            <a:cxnSpLocks/>
            <a:stCxn id="30" idx="3"/>
            <a:endCxn id="32" idx="1"/>
          </p:cNvCxnSpPr>
          <p:nvPr/>
        </p:nvCxnSpPr>
        <p:spPr>
          <a:xfrm flipV="1">
            <a:off x="8301632" y="4232589"/>
            <a:ext cx="751863" cy="915847"/>
          </a:xfrm>
          <a:prstGeom prst="straightConnector1">
            <a:avLst/>
          </a:prstGeom>
          <a:ln w="34925">
            <a:tailEnd type="triangle"/>
          </a:ln>
        </p:spPr>
        <p:style>
          <a:lnRef idx="1">
            <a:schemeClr val="accent1"/>
          </a:lnRef>
          <a:fillRef idx="0">
            <a:schemeClr val="accent1"/>
          </a:fillRef>
          <a:effectRef idx="0">
            <a:schemeClr val="accent1"/>
          </a:effectRef>
          <a:fontRef idx="minor">
            <a:schemeClr val="tx1"/>
          </a:fontRef>
        </p:style>
      </p:cxnSp>
      <p:cxnSp>
        <p:nvCxnSpPr>
          <p:cNvPr id="84" name="Straight Arrow Connector 83">
            <a:extLst>
              <a:ext uri="{FF2B5EF4-FFF2-40B4-BE49-F238E27FC236}">
                <a16:creationId xmlns:a16="http://schemas.microsoft.com/office/drawing/2014/main" id="{69DF27FB-CC44-618D-2996-39A47D83D3B4}"/>
              </a:ext>
            </a:extLst>
          </p:cNvPr>
          <p:cNvCxnSpPr>
            <a:cxnSpLocks/>
            <a:stCxn id="31" idx="3"/>
            <a:endCxn id="32" idx="1"/>
          </p:cNvCxnSpPr>
          <p:nvPr/>
        </p:nvCxnSpPr>
        <p:spPr>
          <a:xfrm flipV="1">
            <a:off x="8265638" y="4232589"/>
            <a:ext cx="787857" cy="2190930"/>
          </a:xfrm>
          <a:prstGeom prst="straightConnector1">
            <a:avLst/>
          </a:prstGeom>
          <a:ln w="34925">
            <a:tailEnd type="triangle"/>
          </a:ln>
        </p:spPr>
        <p:style>
          <a:lnRef idx="1">
            <a:schemeClr val="accent1"/>
          </a:lnRef>
          <a:fillRef idx="0">
            <a:schemeClr val="accent1"/>
          </a:fillRef>
          <a:effectRef idx="0">
            <a:schemeClr val="accent1"/>
          </a:effectRef>
          <a:fontRef idx="minor">
            <a:schemeClr val="tx1"/>
          </a:fontRef>
        </p:style>
      </p:cxnSp>
      <p:cxnSp>
        <p:nvCxnSpPr>
          <p:cNvPr id="86" name="Straight Arrow Connector 85">
            <a:extLst>
              <a:ext uri="{FF2B5EF4-FFF2-40B4-BE49-F238E27FC236}">
                <a16:creationId xmlns:a16="http://schemas.microsoft.com/office/drawing/2014/main" id="{F174DF5A-E979-6C6D-9996-667ADBB71EF9}"/>
              </a:ext>
            </a:extLst>
          </p:cNvPr>
          <p:cNvCxnSpPr>
            <a:cxnSpLocks/>
            <a:stCxn id="30" idx="3"/>
            <a:endCxn id="33" idx="1"/>
          </p:cNvCxnSpPr>
          <p:nvPr/>
        </p:nvCxnSpPr>
        <p:spPr>
          <a:xfrm>
            <a:off x="8301632" y="5148436"/>
            <a:ext cx="780206" cy="1285905"/>
          </a:xfrm>
          <a:prstGeom prst="straightConnector1">
            <a:avLst/>
          </a:prstGeom>
          <a:ln w="34925">
            <a:tailEnd type="triangle"/>
          </a:ln>
        </p:spPr>
        <p:style>
          <a:lnRef idx="1">
            <a:schemeClr val="accent1"/>
          </a:lnRef>
          <a:fillRef idx="0">
            <a:schemeClr val="accent1"/>
          </a:fillRef>
          <a:effectRef idx="0">
            <a:schemeClr val="accent1"/>
          </a:effectRef>
          <a:fontRef idx="minor">
            <a:schemeClr val="tx1"/>
          </a:fontRef>
        </p:style>
      </p:cxnSp>
      <p:cxnSp>
        <p:nvCxnSpPr>
          <p:cNvPr id="97" name="Straight Arrow Connector 96">
            <a:extLst>
              <a:ext uri="{FF2B5EF4-FFF2-40B4-BE49-F238E27FC236}">
                <a16:creationId xmlns:a16="http://schemas.microsoft.com/office/drawing/2014/main" id="{335AF94D-4016-0B02-F407-E4428B8873B2}"/>
              </a:ext>
            </a:extLst>
          </p:cNvPr>
          <p:cNvCxnSpPr>
            <a:cxnSpLocks/>
            <a:stCxn id="33" idx="3"/>
            <a:endCxn id="35" idx="1"/>
          </p:cNvCxnSpPr>
          <p:nvPr/>
        </p:nvCxnSpPr>
        <p:spPr>
          <a:xfrm flipV="1">
            <a:off x="10228942" y="4204432"/>
            <a:ext cx="708295" cy="2229909"/>
          </a:xfrm>
          <a:prstGeom prst="straightConnector1">
            <a:avLst/>
          </a:prstGeom>
          <a:ln w="34925">
            <a:tailEnd type="triangle"/>
          </a:ln>
        </p:spPr>
        <p:style>
          <a:lnRef idx="1">
            <a:schemeClr val="accent1"/>
          </a:lnRef>
          <a:fillRef idx="0">
            <a:schemeClr val="accent1"/>
          </a:fillRef>
          <a:effectRef idx="0">
            <a:schemeClr val="accent1"/>
          </a:effectRef>
          <a:fontRef idx="minor">
            <a:schemeClr val="tx1"/>
          </a:fontRef>
        </p:style>
      </p:cxnSp>
      <p:sp>
        <p:nvSpPr>
          <p:cNvPr id="99" name="TextBox 98">
            <a:extLst>
              <a:ext uri="{FF2B5EF4-FFF2-40B4-BE49-F238E27FC236}">
                <a16:creationId xmlns:a16="http://schemas.microsoft.com/office/drawing/2014/main" id="{BBE4139B-56EC-7FD2-1ABE-0FFE46BEDB0E}"/>
              </a:ext>
            </a:extLst>
          </p:cNvPr>
          <p:cNvSpPr txBox="1"/>
          <p:nvPr/>
        </p:nvSpPr>
        <p:spPr>
          <a:xfrm>
            <a:off x="133814" y="3430760"/>
            <a:ext cx="533186" cy="523220"/>
          </a:xfrm>
          <a:prstGeom prst="rect">
            <a:avLst/>
          </a:prstGeom>
          <a:noFill/>
        </p:spPr>
        <p:txBody>
          <a:bodyPr wrap="square" rtlCol="0">
            <a:spAutoFit/>
          </a:bodyPr>
          <a:lstStyle/>
          <a:p>
            <a:pPr algn="ctr"/>
            <a:r>
              <a:rPr lang="en-BD" sz="2800" b="1" dirty="0">
                <a:latin typeface="Arial Nova" panose="020B0504020202020204" pitchFamily="34" charset="0"/>
              </a:rPr>
              <a:t>0</a:t>
            </a:r>
          </a:p>
        </p:txBody>
      </p:sp>
      <p:sp>
        <p:nvSpPr>
          <p:cNvPr id="100" name="TextBox 99">
            <a:extLst>
              <a:ext uri="{FF2B5EF4-FFF2-40B4-BE49-F238E27FC236}">
                <a16:creationId xmlns:a16="http://schemas.microsoft.com/office/drawing/2014/main" id="{77EC195C-D467-BE32-C740-B26ED1A7DDB4}"/>
              </a:ext>
            </a:extLst>
          </p:cNvPr>
          <p:cNvSpPr txBox="1"/>
          <p:nvPr/>
        </p:nvSpPr>
        <p:spPr>
          <a:xfrm>
            <a:off x="1071285" y="3422020"/>
            <a:ext cx="533186" cy="523220"/>
          </a:xfrm>
          <a:prstGeom prst="rect">
            <a:avLst/>
          </a:prstGeom>
          <a:noFill/>
        </p:spPr>
        <p:txBody>
          <a:bodyPr wrap="square" rtlCol="0">
            <a:spAutoFit/>
          </a:bodyPr>
          <a:lstStyle/>
          <a:p>
            <a:pPr algn="ctr"/>
            <a:r>
              <a:rPr lang="en-BD" sz="2800" b="1" dirty="0">
                <a:latin typeface="Arial Nova" panose="020B0504020202020204" pitchFamily="34" charset="0"/>
              </a:rPr>
              <a:t>0</a:t>
            </a:r>
          </a:p>
        </p:txBody>
      </p:sp>
      <p:sp>
        <p:nvSpPr>
          <p:cNvPr id="101" name="TextBox 100">
            <a:extLst>
              <a:ext uri="{FF2B5EF4-FFF2-40B4-BE49-F238E27FC236}">
                <a16:creationId xmlns:a16="http://schemas.microsoft.com/office/drawing/2014/main" id="{D155AAD5-7DC1-9065-184F-CE250A810087}"/>
              </a:ext>
            </a:extLst>
          </p:cNvPr>
          <p:cNvSpPr txBox="1"/>
          <p:nvPr/>
        </p:nvSpPr>
        <p:spPr>
          <a:xfrm>
            <a:off x="1705882" y="3424487"/>
            <a:ext cx="533186" cy="523220"/>
          </a:xfrm>
          <a:prstGeom prst="rect">
            <a:avLst/>
          </a:prstGeom>
          <a:noFill/>
        </p:spPr>
        <p:txBody>
          <a:bodyPr wrap="square" rtlCol="0">
            <a:spAutoFit/>
          </a:bodyPr>
          <a:lstStyle/>
          <a:p>
            <a:pPr algn="ctr"/>
            <a:r>
              <a:rPr lang="en-BD" sz="2800" b="1" dirty="0">
                <a:latin typeface="Arial Nova" panose="020B0504020202020204" pitchFamily="34" charset="0"/>
              </a:rPr>
              <a:t>0</a:t>
            </a:r>
          </a:p>
        </p:txBody>
      </p:sp>
      <p:sp>
        <p:nvSpPr>
          <p:cNvPr id="102" name="TextBox 101">
            <a:extLst>
              <a:ext uri="{FF2B5EF4-FFF2-40B4-BE49-F238E27FC236}">
                <a16:creationId xmlns:a16="http://schemas.microsoft.com/office/drawing/2014/main" id="{AB617828-F51D-D812-8AD6-97654F2B70B9}"/>
              </a:ext>
            </a:extLst>
          </p:cNvPr>
          <p:cNvSpPr txBox="1"/>
          <p:nvPr/>
        </p:nvSpPr>
        <p:spPr>
          <a:xfrm>
            <a:off x="2637318" y="3377541"/>
            <a:ext cx="533186" cy="523220"/>
          </a:xfrm>
          <a:prstGeom prst="rect">
            <a:avLst/>
          </a:prstGeom>
          <a:noFill/>
        </p:spPr>
        <p:txBody>
          <a:bodyPr wrap="square" rtlCol="0">
            <a:spAutoFit/>
          </a:bodyPr>
          <a:lstStyle/>
          <a:p>
            <a:pPr algn="ctr"/>
            <a:r>
              <a:rPr lang="en-BD" sz="2800" b="1" dirty="0">
                <a:latin typeface="Arial Nova" panose="020B0504020202020204" pitchFamily="34" charset="0"/>
              </a:rPr>
              <a:t>5</a:t>
            </a:r>
          </a:p>
        </p:txBody>
      </p:sp>
      <p:sp>
        <p:nvSpPr>
          <p:cNvPr id="103" name="TextBox 102">
            <a:extLst>
              <a:ext uri="{FF2B5EF4-FFF2-40B4-BE49-F238E27FC236}">
                <a16:creationId xmlns:a16="http://schemas.microsoft.com/office/drawing/2014/main" id="{1D20C9A3-C688-B235-9A65-1A97FDC14A3D}"/>
              </a:ext>
            </a:extLst>
          </p:cNvPr>
          <p:cNvSpPr txBox="1"/>
          <p:nvPr/>
        </p:nvSpPr>
        <p:spPr>
          <a:xfrm>
            <a:off x="3409698" y="1492897"/>
            <a:ext cx="533186" cy="523220"/>
          </a:xfrm>
          <a:prstGeom prst="rect">
            <a:avLst/>
          </a:prstGeom>
          <a:noFill/>
        </p:spPr>
        <p:txBody>
          <a:bodyPr wrap="square" rtlCol="0">
            <a:spAutoFit/>
          </a:bodyPr>
          <a:lstStyle/>
          <a:p>
            <a:pPr algn="ctr"/>
            <a:r>
              <a:rPr lang="en-BD" sz="2800" b="1" dirty="0">
                <a:latin typeface="Arial Nova" panose="020B0504020202020204" pitchFamily="34" charset="0"/>
              </a:rPr>
              <a:t>5</a:t>
            </a:r>
          </a:p>
        </p:txBody>
      </p:sp>
      <p:sp>
        <p:nvSpPr>
          <p:cNvPr id="104" name="TextBox 103">
            <a:extLst>
              <a:ext uri="{FF2B5EF4-FFF2-40B4-BE49-F238E27FC236}">
                <a16:creationId xmlns:a16="http://schemas.microsoft.com/office/drawing/2014/main" id="{8502DB29-17E0-D27B-C41B-427ADF585587}"/>
              </a:ext>
            </a:extLst>
          </p:cNvPr>
          <p:cNvSpPr txBox="1"/>
          <p:nvPr/>
        </p:nvSpPr>
        <p:spPr>
          <a:xfrm>
            <a:off x="4361897" y="1492897"/>
            <a:ext cx="533186" cy="523220"/>
          </a:xfrm>
          <a:prstGeom prst="rect">
            <a:avLst/>
          </a:prstGeom>
          <a:noFill/>
        </p:spPr>
        <p:txBody>
          <a:bodyPr wrap="square" rtlCol="0">
            <a:spAutoFit/>
          </a:bodyPr>
          <a:lstStyle/>
          <a:p>
            <a:pPr algn="ctr"/>
            <a:r>
              <a:rPr lang="en-BD" sz="2800" b="1" dirty="0">
                <a:latin typeface="Arial Nova" panose="020B0504020202020204" pitchFamily="34" charset="0"/>
              </a:rPr>
              <a:t>9</a:t>
            </a:r>
          </a:p>
        </p:txBody>
      </p:sp>
      <p:sp>
        <p:nvSpPr>
          <p:cNvPr id="105" name="TextBox 104">
            <a:extLst>
              <a:ext uri="{FF2B5EF4-FFF2-40B4-BE49-F238E27FC236}">
                <a16:creationId xmlns:a16="http://schemas.microsoft.com/office/drawing/2014/main" id="{80FDBD4D-40C9-7AB0-9F37-CDBDEC0E3F1D}"/>
              </a:ext>
            </a:extLst>
          </p:cNvPr>
          <p:cNvSpPr txBox="1"/>
          <p:nvPr/>
        </p:nvSpPr>
        <p:spPr>
          <a:xfrm>
            <a:off x="5320193" y="1438539"/>
            <a:ext cx="533186" cy="523220"/>
          </a:xfrm>
          <a:prstGeom prst="rect">
            <a:avLst/>
          </a:prstGeom>
          <a:noFill/>
        </p:spPr>
        <p:txBody>
          <a:bodyPr wrap="square" rtlCol="0">
            <a:spAutoFit/>
          </a:bodyPr>
          <a:lstStyle/>
          <a:p>
            <a:pPr algn="ctr"/>
            <a:r>
              <a:rPr lang="en-BD" sz="2800" b="1" dirty="0">
                <a:latin typeface="Arial Nova" panose="020B0504020202020204" pitchFamily="34" charset="0"/>
              </a:rPr>
              <a:t>9</a:t>
            </a:r>
          </a:p>
        </p:txBody>
      </p:sp>
      <p:sp>
        <p:nvSpPr>
          <p:cNvPr id="106" name="TextBox 105">
            <a:extLst>
              <a:ext uri="{FF2B5EF4-FFF2-40B4-BE49-F238E27FC236}">
                <a16:creationId xmlns:a16="http://schemas.microsoft.com/office/drawing/2014/main" id="{4F8C3766-21C8-E2B4-6E37-40C17177AF58}"/>
              </a:ext>
            </a:extLst>
          </p:cNvPr>
          <p:cNvSpPr txBox="1"/>
          <p:nvPr/>
        </p:nvSpPr>
        <p:spPr>
          <a:xfrm>
            <a:off x="6081739" y="1428289"/>
            <a:ext cx="667411" cy="523220"/>
          </a:xfrm>
          <a:prstGeom prst="rect">
            <a:avLst/>
          </a:prstGeom>
          <a:noFill/>
        </p:spPr>
        <p:txBody>
          <a:bodyPr wrap="square" rtlCol="0">
            <a:spAutoFit/>
          </a:bodyPr>
          <a:lstStyle/>
          <a:p>
            <a:pPr algn="ctr"/>
            <a:r>
              <a:rPr lang="en-BD" sz="2800" b="1" dirty="0">
                <a:latin typeface="Arial Nova" panose="020B0504020202020204" pitchFamily="34" charset="0"/>
              </a:rPr>
              <a:t>14</a:t>
            </a:r>
          </a:p>
        </p:txBody>
      </p:sp>
      <p:sp>
        <p:nvSpPr>
          <p:cNvPr id="107" name="TextBox 106">
            <a:extLst>
              <a:ext uri="{FF2B5EF4-FFF2-40B4-BE49-F238E27FC236}">
                <a16:creationId xmlns:a16="http://schemas.microsoft.com/office/drawing/2014/main" id="{3D50180C-58E8-1A36-5F06-5F6DFCD647A7}"/>
              </a:ext>
            </a:extLst>
          </p:cNvPr>
          <p:cNvSpPr txBox="1"/>
          <p:nvPr/>
        </p:nvSpPr>
        <p:spPr>
          <a:xfrm>
            <a:off x="7028298" y="1925299"/>
            <a:ext cx="667411" cy="523220"/>
          </a:xfrm>
          <a:prstGeom prst="rect">
            <a:avLst/>
          </a:prstGeom>
          <a:noFill/>
        </p:spPr>
        <p:txBody>
          <a:bodyPr wrap="square" rtlCol="0">
            <a:spAutoFit/>
          </a:bodyPr>
          <a:lstStyle/>
          <a:p>
            <a:pPr algn="ctr"/>
            <a:r>
              <a:rPr lang="en-BD" sz="2800" b="1" dirty="0">
                <a:solidFill>
                  <a:srgbClr val="FF0000"/>
                </a:solidFill>
                <a:latin typeface="Arial Nova" panose="020B0504020202020204" pitchFamily="34" charset="0"/>
              </a:rPr>
              <a:t>17</a:t>
            </a:r>
          </a:p>
        </p:txBody>
      </p:sp>
      <p:sp>
        <p:nvSpPr>
          <p:cNvPr id="108" name="TextBox 107">
            <a:extLst>
              <a:ext uri="{FF2B5EF4-FFF2-40B4-BE49-F238E27FC236}">
                <a16:creationId xmlns:a16="http://schemas.microsoft.com/office/drawing/2014/main" id="{02FBD9E3-18EE-FD65-DAA9-ACC32E344066}"/>
              </a:ext>
            </a:extLst>
          </p:cNvPr>
          <p:cNvSpPr txBox="1"/>
          <p:nvPr/>
        </p:nvSpPr>
        <p:spPr>
          <a:xfrm>
            <a:off x="7732814" y="1925299"/>
            <a:ext cx="667411" cy="523220"/>
          </a:xfrm>
          <a:prstGeom prst="rect">
            <a:avLst/>
          </a:prstGeom>
          <a:noFill/>
        </p:spPr>
        <p:txBody>
          <a:bodyPr wrap="square" rtlCol="0">
            <a:spAutoFit/>
          </a:bodyPr>
          <a:lstStyle/>
          <a:p>
            <a:pPr algn="ctr"/>
            <a:r>
              <a:rPr lang="en-BD" sz="2800" b="1" dirty="0">
                <a:latin typeface="Arial Nova" panose="020B0504020202020204" pitchFamily="34" charset="0"/>
              </a:rPr>
              <a:t>20</a:t>
            </a:r>
          </a:p>
        </p:txBody>
      </p:sp>
      <p:sp>
        <p:nvSpPr>
          <p:cNvPr id="109" name="TextBox 108">
            <a:extLst>
              <a:ext uri="{FF2B5EF4-FFF2-40B4-BE49-F238E27FC236}">
                <a16:creationId xmlns:a16="http://schemas.microsoft.com/office/drawing/2014/main" id="{FD3024FB-0DCD-51DC-1218-0DDC857ED961}"/>
              </a:ext>
            </a:extLst>
          </p:cNvPr>
          <p:cNvSpPr txBox="1"/>
          <p:nvPr/>
        </p:nvSpPr>
        <p:spPr>
          <a:xfrm>
            <a:off x="3403421" y="3405754"/>
            <a:ext cx="533186" cy="523220"/>
          </a:xfrm>
          <a:prstGeom prst="rect">
            <a:avLst/>
          </a:prstGeom>
          <a:noFill/>
        </p:spPr>
        <p:txBody>
          <a:bodyPr wrap="square" rtlCol="0">
            <a:spAutoFit/>
          </a:bodyPr>
          <a:lstStyle/>
          <a:p>
            <a:pPr algn="ctr"/>
            <a:r>
              <a:rPr lang="en-BD" sz="2800" b="1" dirty="0">
                <a:latin typeface="Arial Nova" panose="020B0504020202020204" pitchFamily="34" charset="0"/>
              </a:rPr>
              <a:t>5</a:t>
            </a:r>
          </a:p>
        </p:txBody>
      </p:sp>
      <p:sp>
        <p:nvSpPr>
          <p:cNvPr id="110" name="TextBox 109">
            <a:extLst>
              <a:ext uri="{FF2B5EF4-FFF2-40B4-BE49-F238E27FC236}">
                <a16:creationId xmlns:a16="http://schemas.microsoft.com/office/drawing/2014/main" id="{3116C79E-84B3-D988-5CAA-7B6F276EE80F}"/>
              </a:ext>
            </a:extLst>
          </p:cNvPr>
          <p:cNvSpPr txBox="1"/>
          <p:nvPr/>
        </p:nvSpPr>
        <p:spPr>
          <a:xfrm>
            <a:off x="3448388" y="5598018"/>
            <a:ext cx="533186" cy="523220"/>
          </a:xfrm>
          <a:prstGeom prst="rect">
            <a:avLst/>
          </a:prstGeom>
          <a:noFill/>
        </p:spPr>
        <p:txBody>
          <a:bodyPr wrap="square" rtlCol="0">
            <a:spAutoFit/>
          </a:bodyPr>
          <a:lstStyle/>
          <a:p>
            <a:pPr algn="ctr"/>
            <a:r>
              <a:rPr lang="en-BD" sz="2800" b="1" dirty="0">
                <a:latin typeface="Arial Nova" panose="020B0504020202020204" pitchFamily="34" charset="0"/>
              </a:rPr>
              <a:t>5</a:t>
            </a:r>
          </a:p>
        </p:txBody>
      </p:sp>
      <p:sp>
        <p:nvSpPr>
          <p:cNvPr id="111" name="TextBox 110">
            <a:extLst>
              <a:ext uri="{FF2B5EF4-FFF2-40B4-BE49-F238E27FC236}">
                <a16:creationId xmlns:a16="http://schemas.microsoft.com/office/drawing/2014/main" id="{F8A07354-29BC-16D2-982E-0B9EFCD5D1F0}"/>
              </a:ext>
            </a:extLst>
          </p:cNvPr>
          <p:cNvSpPr txBox="1"/>
          <p:nvPr/>
        </p:nvSpPr>
        <p:spPr>
          <a:xfrm>
            <a:off x="4152409" y="3397855"/>
            <a:ext cx="667411" cy="523220"/>
          </a:xfrm>
          <a:prstGeom prst="rect">
            <a:avLst/>
          </a:prstGeom>
          <a:noFill/>
        </p:spPr>
        <p:txBody>
          <a:bodyPr wrap="square" rtlCol="0">
            <a:spAutoFit/>
          </a:bodyPr>
          <a:lstStyle/>
          <a:p>
            <a:pPr algn="ctr"/>
            <a:r>
              <a:rPr lang="en-BD" sz="2800" b="1" dirty="0">
                <a:latin typeface="Arial Nova" panose="020B0504020202020204" pitchFamily="34" charset="0"/>
              </a:rPr>
              <a:t>15</a:t>
            </a:r>
          </a:p>
        </p:txBody>
      </p:sp>
      <p:sp>
        <p:nvSpPr>
          <p:cNvPr id="112" name="TextBox 111">
            <a:extLst>
              <a:ext uri="{FF2B5EF4-FFF2-40B4-BE49-F238E27FC236}">
                <a16:creationId xmlns:a16="http://schemas.microsoft.com/office/drawing/2014/main" id="{F42253D7-F231-814E-28D1-80620EC9E200}"/>
              </a:ext>
            </a:extLst>
          </p:cNvPr>
          <p:cNvSpPr txBox="1"/>
          <p:nvPr/>
        </p:nvSpPr>
        <p:spPr>
          <a:xfrm>
            <a:off x="4104711" y="5607979"/>
            <a:ext cx="667411" cy="523220"/>
          </a:xfrm>
          <a:prstGeom prst="rect">
            <a:avLst/>
          </a:prstGeom>
          <a:noFill/>
        </p:spPr>
        <p:txBody>
          <a:bodyPr wrap="square" rtlCol="0">
            <a:spAutoFit/>
          </a:bodyPr>
          <a:lstStyle/>
          <a:p>
            <a:pPr algn="ctr"/>
            <a:r>
              <a:rPr lang="en-BD" sz="2800" b="1" dirty="0">
                <a:latin typeface="Arial Nova" panose="020B0504020202020204" pitchFamily="34" charset="0"/>
              </a:rPr>
              <a:t>12</a:t>
            </a:r>
          </a:p>
        </p:txBody>
      </p:sp>
      <p:sp>
        <p:nvSpPr>
          <p:cNvPr id="113" name="TextBox 112">
            <a:extLst>
              <a:ext uri="{FF2B5EF4-FFF2-40B4-BE49-F238E27FC236}">
                <a16:creationId xmlns:a16="http://schemas.microsoft.com/office/drawing/2014/main" id="{EB271207-315B-A35B-B8F8-19EBBB3A7848}"/>
              </a:ext>
            </a:extLst>
          </p:cNvPr>
          <p:cNvSpPr txBox="1"/>
          <p:nvPr/>
        </p:nvSpPr>
        <p:spPr>
          <a:xfrm>
            <a:off x="5280856" y="2776190"/>
            <a:ext cx="667411" cy="369332"/>
          </a:xfrm>
          <a:prstGeom prst="rect">
            <a:avLst/>
          </a:prstGeom>
          <a:noFill/>
        </p:spPr>
        <p:txBody>
          <a:bodyPr wrap="square" rtlCol="0">
            <a:spAutoFit/>
          </a:bodyPr>
          <a:lstStyle/>
          <a:p>
            <a:pPr algn="ctr"/>
            <a:r>
              <a:rPr lang="en-BD" b="1" dirty="0">
                <a:latin typeface="Arial Nova" panose="020B0504020202020204" pitchFamily="34" charset="0"/>
              </a:rPr>
              <a:t>15</a:t>
            </a:r>
          </a:p>
        </p:txBody>
      </p:sp>
      <p:sp>
        <p:nvSpPr>
          <p:cNvPr id="114" name="TextBox 113">
            <a:extLst>
              <a:ext uri="{FF2B5EF4-FFF2-40B4-BE49-F238E27FC236}">
                <a16:creationId xmlns:a16="http://schemas.microsoft.com/office/drawing/2014/main" id="{C8C9BDF4-6A38-0175-CF85-A9CE2C02F90F}"/>
              </a:ext>
            </a:extLst>
          </p:cNvPr>
          <p:cNvSpPr txBox="1"/>
          <p:nvPr/>
        </p:nvSpPr>
        <p:spPr>
          <a:xfrm>
            <a:off x="6213094" y="2745546"/>
            <a:ext cx="667411" cy="369332"/>
          </a:xfrm>
          <a:prstGeom prst="rect">
            <a:avLst/>
          </a:prstGeom>
          <a:noFill/>
        </p:spPr>
        <p:txBody>
          <a:bodyPr wrap="square" rtlCol="0">
            <a:spAutoFit/>
          </a:bodyPr>
          <a:lstStyle/>
          <a:p>
            <a:pPr algn="ctr"/>
            <a:r>
              <a:rPr lang="en-BD" b="1" dirty="0">
                <a:solidFill>
                  <a:srgbClr val="FF0000"/>
                </a:solidFill>
                <a:latin typeface="Arial Nova" panose="020B0504020202020204" pitchFamily="34" charset="0"/>
              </a:rPr>
              <a:t>17</a:t>
            </a:r>
          </a:p>
        </p:txBody>
      </p:sp>
      <p:sp>
        <p:nvSpPr>
          <p:cNvPr id="115" name="TextBox 114">
            <a:extLst>
              <a:ext uri="{FF2B5EF4-FFF2-40B4-BE49-F238E27FC236}">
                <a16:creationId xmlns:a16="http://schemas.microsoft.com/office/drawing/2014/main" id="{64BEE87A-4701-51EC-7257-A9429FA6ED47}"/>
              </a:ext>
            </a:extLst>
          </p:cNvPr>
          <p:cNvSpPr txBox="1"/>
          <p:nvPr/>
        </p:nvSpPr>
        <p:spPr>
          <a:xfrm>
            <a:off x="8868803" y="1938615"/>
            <a:ext cx="667411" cy="523220"/>
          </a:xfrm>
          <a:prstGeom prst="rect">
            <a:avLst/>
          </a:prstGeom>
          <a:noFill/>
        </p:spPr>
        <p:txBody>
          <a:bodyPr wrap="square" rtlCol="0">
            <a:spAutoFit/>
          </a:bodyPr>
          <a:lstStyle/>
          <a:p>
            <a:pPr algn="ctr"/>
            <a:r>
              <a:rPr lang="en-BD" sz="2800" b="1" dirty="0">
                <a:latin typeface="Arial Nova" panose="020B0504020202020204" pitchFamily="34" charset="0"/>
              </a:rPr>
              <a:t>20</a:t>
            </a:r>
          </a:p>
        </p:txBody>
      </p:sp>
      <p:sp>
        <p:nvSpPr>
          <p:cNvPr id="116" name="TextBox 115">
            <a:extLst>
              <a:ext uri="{FF2B5EF4-FFF2-40B4-BE49-F238E27FC236}">
                <a16:creationId xmlns:a16="http://schemas.microsoft.com/office/drawing/2014/main" id="{BF36F927-000A-55F2-DB53-11DC2BBE9890}"/>
              </a:ext>
            </a:extLst>
          </p:cNvPr>
          <p:cNvSpPr txBox="1"/>
          <p:nvPr/>
        </p:nvSpPr>
        <p:spPr>
          <a:xfrm>
            <a:off x="9628701" y="1939532"/>
            <a:ext cx="667411" cy="523220"/>
          </a:xfrm>
          <a:prstGeom prst="rect">
            <a:avLst/>
          </a:prstGeom>
          <a:noFill/>
        </p:spPr>
        <p:txBody>
          <a:bodyPr wrap="square" rtlCol="0">
            <a:spAutoFit/>
          </a:bodyPr>
          <a:lstStyle/>
          <a:p>
            <a:pPr algn="ctr"/>
            <a:r>
              <a:rPr lang="en-BD" sz="2800" b="1" dirty="0">
                <a:latin typeface="Arial Nova" panose="020B0504020202020204" pitchFamily="34" charset="0"/>
              </a:rPr>
              <a:t>26</a:t>
            </a:r>
          </a:p>
        </p:txBody>
      </p:sp>
      <p:sp>
        <p:nvSpPr>
          <p:cNvPr id="117" name="TextBox 116">
            <a:extLst>
              <a:ext uri="{FF2B5EF4-FFF2-40B4-BE49-F238E27FC236}">
                <a16:creationId xmlns:a16="http://schemas.microsoft.com/office/drawing/2014/main" id="{ED41F5D4-3B2D-E1AC-AE44-09AE1116B3B7}"/>
              </a:ext>
            </a:extLst>
          </p:cNvPr>
          <p:cNvSpPr txBox="1"/>
          <p:nvPr/>
        </p:nvSpPr>
        <p:spPr>
          <a:xfrm>
            <a:off x="5316165" y="4031244"/>
            <a:ext cx="667411" cy="369332"/>
          </a:xfrm>
          <a:prstGeom prst="rect">
            <a:avLst/>
          </a:prstGeom>
          <a:noFill/>
        </p:spPr>
        <p:txBody>
          <a:bodyPr wrap="square" rtlCol="0">
            <a:spAutoFit/>
          </a:bodyPr>
          <a:lstStyle/>
          <a:p>
            <a:pPr algn="ctr"/>
            <a:r>
              <a:rPr lang="en-BD" b="1" dirty="0">
                <a:latin typeface="Arial Nova" panose="020B0504020202020204" pitchFamily="34" charset="0"/>
              </a:rPr>
              <a:t>15</a:t>
            </a:r>
          </a:p>
        </p:txBody>
      </p:sp>
      <p:sp>
        <p:nvSpPr>
          <p:cNvPr id="118" name="TextBox 117">
            <a:extLst>
              <a:ext uri="{FF2B5EF4-FFF2-40B4-BE49-F238E27FC236}">
                <a16:creationId xmlns:a16="http://schemas.microsoft.com/office/drawing/2014/main" id="{8130568F-C320-CF85-199F-4424A123F581}"/>
              </a:ext>
            </a:extLst>
          </p:cNvPr>
          <p:cNvSpPr txBox="1"/>
          <p:nvPr/>
        </p:nvSpPr>
        <p:spPr>
          <a:xfrm>
            <a:off x="6185384" y="4019251"/>
            <a:ext cx="667411" cy="369332"/>
          </a:xfrm>
          <a:prstGeom prst="rect">
            <a:avLst/>
          </a:prstGeom>
          <a:noFill/>
        </p:spPr>
        <p:txBody>
          <a:bodyPr wrap="square" rtlCol="0">
            <a:spAutoFit/>
          </a:bodyPr>
          <a:lstStyle/>
          <a:p>
            <a:pPr algn="ctr"/>
            <a:r>
              <a:rPr lang="en-BD" b="1" dirty="0">
                <a:latin typeface="Arial Nova" panose="020B0504020202020204" pitchFamily="34" charset="0"/>
              </a:rPr>
              <a:t>31</a:t>
            </a:r>
          </a:p>
        </p:txBody>
      </p:sp>
      <p:sp>
        <p:nvSpPr>
          <p:cNvPr id="119" name="TextBox 118">
            <a:extLst>
              <a:ext uri="{FF2B5EF4-FFF2-40B4-BE49-F238E27FC236}">
                <a16:creationId xmlns:a16="http://schemas.microsoft.com/office/drawing/2014/main" id="{9D5D510D-ACC4-0866-00FA-47C4423DC3E7}"/>
              </a:ext>
            </a:extLst>
          </p:cNvPr>
          <p:cNvSpPr txBox="1"/>
          <p:nvPr/>
        </p:nvSpPr>
        <p:spPr>
          <a:xfrm>
            <a:off x="6960732" y="5780095"/>
            <a:ext cx="565656" cy="369332"/>
          </a:xfrm>
          <a:prstGeom prst="rect">
            <a:avLst/>
          </a:prstGeom>
          <a:noFill/>
        </p:spPr>
        <p:txBody>
          <a:bodyPr wrap="square" rtlCol="0">
            <a:spAutoFit/>
          </a:bodyPr>
          <a:lstStyle/>
          <a:p>
            <a:pPr algn="ctr"/>
            <a:r>
              <a:rPr lang="en-BD" b="1" dirty="0">
                <a:latin typeface="Arial Nova" panose="020B0504020202020204" pitchFamily="34" charset="0"/>
              </a:rPr>
              <a:t>12</a:t>
            </a:r>
          </a:p>
        </p:txBody>
      </p:sp>
      <p:sp>
        <p:nvSpPr>
          <p:cNvPr id="121" name="TextBox 120">
            <a:extLst>
              <a:ext uri="{FF2B5EF4-FFF2-40B4-BE49-F238E27FC236}">
                <a16:creationId xmlns:a16="http://schemas.microsoft.com/office/drawing/2014/main" id="{B518CEC0-5F70-DE24-66CE-B9ACFE2E520D}"/>
              </a:ext>
            </a:extLst>
          </p:cNvPr>
          <p:cNvSpPr txBox="1"/>
          <p:nvPr/>
        </p:nvSpPr>
        <p:spPr>
          <a:xfrm>
            <a:off x="6964265" y="3300882"/>
            <a:ext cx="667411" cy="369332"/>
          </a:xfrm>
          <a:prstGeom prst="rect">
            <a:avLst/>
          </a:prstGeom>
          <a:noFill/>
        </p:spPr>
        <p:txBody>
          <a:bodyPr wrap="square" rtlCol="0">
            <a:spAutoFit/>
          </a:bodyPr>
          <a:lstStyle/>
          <a:p>
            <a:pPr algn="ctr"/>
            <a:r>
              <a:rPr lang="en-BD" b="1" dirty="0">
                <a:latin typeface="Arial Nova" panose="020B0504020202020204" pitchFamily="34" charset="0"/>
              </a:rPr>
              <a:t>31</a:t>
            </a:r>
          </a:p>
        </p:txBody>
      </p:sp>
      <p:sp>
        <p:nvSpPr>
          <p:cNvPr id="122" name="TextBox 121">
            <a:extLst>
              <a:ext uri="{FF2B5EF4-FFF2-40B4-BE49-F238E27FC236}">
                <a16:creationId xmlns:a16="http://schemas.microsoft.com/office/drawing/2014/main" id="{9E897FF4-C225-EF61-3F23-F91283F62226}"/>
              </a:ext>
            </a:extLst>
          </p:cNvPr>
          <p:cNvSpPr txBox="1"/>
          <p:nvPr/>
        </p:nvSpPr>
        <p:spPr>
          <a:xfrm>
            <a:off x="7802504" y="3287744"/>
            <a:ext cx="667411" cy="369332"/>
          </a:xfrm>
          <a:prstGeom prst="rect">
            <a:avLst/>
          </a:prstGeom>
          <a:noFill/>
        </p:spPr>
        <p:txBody>
          <a:bodyPr wrap="square" rtlCol="0">
            <a:spAutoFit/>
          </a:bodyPr>
          <a:lstStyle/>
          <a:p>
            <a:pPr algn="ctr"/>
            <a:r>
              <a:rPr lang="en-BD" b="1" dirty="0">
                <a:latin typeface="Arial Nova" panose="020B0504020202020204" pitchFamily="34" charset="0"/>
              </a:rPr>
              <a:t>35</a:t>
            </a:r>
          </a:p>
        </p:txBody>
      </p:sp>
      <p:sp>
        <p:nvSpPr>
          <p:cNvPr id="123" name="TextBox 122">
            <a:extLst>
              <a:ext uri="{FF2B5EF4-FFF2-40B4-BE49-F238E27FC236}">
                <a16:creationId xmlns:a16="http://schemas.microsoft.com/office/drawing/2014/main" id="{BA395080-3576-A00D-163B-E5D598FC60A7}"/>
              </a:ext>
            </a:extLst>
          </p:cNvPr>
          <p:cNvSpPr txBox="1"/>
          <p:nvPr/>
        </p:nvSpPr>
        <p:spPr>
          <a:xfrm>
            <a:off x="7806913" y="4490519"/>
            <a:ext cx="667411" cy="369332"/>
          </a:xfrm>
          <a:prstGeom prst="rect">
            <a:avLst/>
          </a:prstGeom>
          <a:noFill/>
        </p:spPr>
        <p:txBody>
          <a:bodyPr wrap="square" rtlCol="0">
            <a:spAutoFit/>
          </a:bodyPr>
          <a:lstStyle/>
          <a:p>
            <a:pPr algn="ctr"/>
            <a:r>
              <a:rPr lang="en-BD" b="1" dirty="0">
                <a:solidFill>
                  <a:srgbClr val="FF0000"/>
                </a:solidFill>
                <a:latin typeface="Arial Nova" panose="020B0504020202020204" pitchFamily="34" charset="0"/>
              </a:rPr>
              <a:t>39</a:t>
            </a:r>
          </a:p>
        </p:txBody>
      </p:sp>
      <p:sp>
        <p:nvSpPr>
          <p:cNvPr id="125" name="TextBox 124">
            <a:extLst>
              <a:ext uri="{FF2B5EF4-FFF2-40B4-BE49-F238E27FC236}">
                <a16:creationId xmlns:a16="http://schemas.microsoft.com/office/drawing/2014/main" id="{5FBF4624-BC8E-4556-6B1A-68F08D97C0D3}"/>
              </a:ext>
            </a:extLst>
          </p:cNvPr>
          <p:cNvSpPr txBox="1"/>
          <p:nvPr/>
        </p:nvSpPr>
        <p:spPr>
          <a:xfrm>
            <a:off x="6983357" y="4491853"/>
            <a:ext cx="667411" cy="369332"/>
          </a:xfrm>
          <a:prstGeom prst="rect">
            <a:avLst/>
          </a:prstGeom>
          <a:noFill/>
        </p:spPr>
        <p:txBody>
          <a:bodyPr wrap="square" rtlCol="0">
            <a:spAutoFit/>
          </a:bodyPr>
          <a:lstStyle/>
          <a:p>
            <a:pPr algn="ctr"/>
            <a:r>
              <a:rPr lang="en-BD" b="1" dirty="0">
                <a:latin typeface="Arial Nova" panose="020B0504020202020204" pitchFamily="34" charset="0"/>
              </a:rPr>
              <a:t>31</a:t>
            </a:r>
          </a:p>
        </p:txBody>
      </p:sp>
      <p:sp>
        <p:nvSpPr>
          <p:cNvPr id="126" name="TextBox 125">
            <a:extLst>
              <a:ext uri="{FF2B5EF4-FFF2-40B4-BE49-F238E27FC236}">
                <a16:creationId xmlns:a16="http://schemas.microsoft.com/office/drawing/2014/main" id="{A7AD6765-C701-14AB-A563-0A21D8738814}"/>
              </a:ext>
            </a:extLst>
          </p:cNvPr>
          <p:cNvSpPr txBox="1"/>
          <p:nvPr/>
        </p:nvSpPr>
        <p:spPr>
          <a:xfrm>
            <a:off x="8842905" y="3591777"/>
            <a:ext cx="667411" cy="369332"/>
          </a:xfrm>
          <a:prstGeom prst="rect">
            <a:avLst/>
          </a:prstGeom>
          <a:noFill/>
        </p:spPr>
        <p:txBody>
          <a:bodyPr wrap="square" rtlCol="0">
            <a:spAutoFit/>
          </a:bodyPr>
          <a:lstStyle/>
          <a:p>
            <a:pPr algn="ctr"/>
            <a:r>
              <a:rPr lang="en-BD" b="1" dirty="0">
                <a:solidFill>
                  <a:srgbClr val="FF0000"/>
                </a:solidFill>
                <a:latin typeface="Arial Nova" panose="020B0504020202020204" pitchFamily="34" charset="0"/>
              </a:rPr>
              <a:t>39</a:t>
            </a:r>
          </a:p>
        </p:txBody>
      </p:sp>
      <p:sp>
        <p:nvSpPr>
          <p:cNvPr id="127" name="TextBox 126">
            <a:extLst>
              <a:ext uri="{FF2B5EF4-FFF2-40B4-BE49-F238E27FC236}">
                <a16:creationId xmlns:a16="http://schemas.microsoft.com/office/drawing/2014/main" id="{D1F3B68B-77DF-14E3-C6DC-4FFECF30DA81}"/>
              </a:ext>
            </a:extLst>
          </p:cNvPr>
          <p:cNvSpPr txBox="1"/>
          <p:nvPr/>
        </p:nvSpPr>
        <p:spPr>
          <a:xfrm>
            <a:off x="9752473" y="3598217"/>
            <a:ext cx="667411" cy="369332"/>
          </a:xfrm>
          <a:prstGeom prst="rect">
            <a:avLst/>
          </a:prstGeom>
          <a:noFill/>
        </p:spPr>
        <p:txBody>
          <a:bodyPr wrap="square" rtlCol="0">
            <a:spAutoFit/>
          </a:bodyPr>
          <a:lstStyle/>
          <a:p>
            <a:pPr algn="ctr"/>
            <a:r>
              <a:rPr lang="en-BD" b="1" dirty="0">
                <a:latin typeface="Arial Nova" panose="020B0504020202020204" pitchFamily="34" charset="0"/>
              </a:rPr>
              <a:t>44</a:t>
            </a:r>
          </a:p>
        </p:txBody>
      </p:sp>
      <p:sp>
        <p:nvSpPr>
          <p:cNvPr id="128" name="TextBox 127">
            <a:extLst>
              <a:ext uri="{FF2B5EF4-FFF2-40B4-BE49-F238E27FC236}">
                <a16:creationId xmlns:a16="http://schemas.microsoft.com/office/drawing/2014/main" id="{798DCABF-A297-B276-B095-742E842573A2}"/>
              </a:ext>
            </a:extLst>
          </p:cNvPr>
          <p:cNvSpPr txBox="1"/>
          <p:nvPr/>
        </p:nvSpPr>
        <p:spPr>
          <a:xfrm>
            <a:off x="8922617" y="5764449"/>
            <a:ext cx="667411" cy="369332"/>
          </a:xfrm>
          <a:prstGeom prst="rect">
            <a:avLst/>
          </a:prstGeom>
          <a:noFill/>
        </p:spPr>
        <p:txBody>
          <a:bodyPr wrap="square" rtlCol="0">
            <a:spAutoFit/>
          </a:bodyPr>
          <a:lstStyle/>
          <a:p>
            <a:pPr algn="ctr"/>
            <a:r>
              <a:rPr lang="en-BD" b="1" dirty="0">
                <a:latin typeface="Arial Nova" panose="020B0504020202020204" pitchFamily="34" charset="0"/>
              </a:rPr>
              <a:t>39</a:t>
            </a:r>
          </a:p>
        </p:txBody>
      </p:sp>
      <p:sp>
        <p:nvSpPr>
          <p:cNvPr id="138" name="TextBox 137">
            <a:extLst>
              <a:ext uri="{FF2B5EF4-FFF2-40B4-BE49-F238E27FC236}">
                <a16:creationId xmlns:a16="http://schemas.microsoft.com/office/drawing/2014/main" id="{02C8D1F1-1999-D895-BF7D-13A475492788}"/>
              </a:ext>
            </a:extLst>
          </p:cNvPr>
          <p:cNvSpPr txBox="1"/>
          <p:nvPr/>
        </p:nvSpPr>
        <p:spPr>
          <a:xfrm>
            <a:off x="9729661" y="5758495"/>
            <a:ext cx="667411" cy="369332"/>
          </a:xfrm>
          <a:prstGeom prst="rect">
            <a:avLst/>
          </a:prstGeom>
          <a:noFill/>
        </p:spPr>
        <p:txBody>
          <a:bodyPr wrap="square" rtlCol="0">
            <a:spAutoFit/>
          </a:bodyPr>
          <a:lstStyle/>
          <a:p>
            <a:pPr algn="ctr"/>
            <a:r>
              <a:rPr lang="en-BD" b="1" dirty="0">
                <a:latin typeface="Arial Nova" panose="020B0504020202020204" pitchFamily="34" charset="0"/>
              </a:rPr>
              <a:t>49</a:t>
            </a:r>
          </a:p>
        </p:txBody>
      </p:sp>
      <p:sp>
        <p:nvSpPr>
          <p:cNvPr id="139" name="TextBox 138">
            <a:extLst>
              <a:ext uri="{FF2B5EF4-FFF2-40B4-BE49-F238E27FC236}">
                <a16:creationId xmlns:a16="http://schemas.microsoft.com/office/drawing/2014/main" id="{715E49CB-242D-DE2D-8130-23AD96F7C0E4}"/>
              </a:ext>
            </a:extLst>
          </p:cNvPr>
          <p:cNvSpPr txBox="1"/>
          <p:nvPr/>
        </p:nvSpPr>
        <p:spPr>
          <a:xfrm>
            <a:off x="10787179" y="3302500"/>
            <a:ext cx="667411" cy="523220"/>
          </a:xfrm>
          <a:prstGeom prst="rect">
            <a:avLst/>
          </a:prstGeom>
          <a:noFill/>
        </p:spPr>
        <p:txBody>
          <a:bodyPr wrap="square" rtlCol="0">
            <a:spAutoFit/>
          </a:bodyPr>
          <a:lstStyle/>
          <a:p>
            <a:pPr algn="ctr"/>
            <a:r>
              <a:rPr lang="en-BD" sz="2800" b="1" dirty="0">
                <a:latin typeface="Arial Nova" panose="020B0504020202020204" pitchFamily="34" charset="0"/>
              </a:rPr>
              <a:t>49</a:t>
            </a:r>
          </a:p>
        </p:txBody>
      </p:sp>
      <p:sp>
        <p:nvSpPr>
          <p:cNvPr id="140" name="TextBox 139">
            <a:extLst>
              <a:ext uri="{FF2B5EF4-FFF2-40B4-BE49-F238E27FC236}">
                <a16:creationId xmlns:a16="http://schemas.microsoft.com/office/drawing/2014/main" id="{84535470-6FE7-497E-820B-F6BA7F2CD23D}"/>
              </a:ext>
            </a:extLst>
          </p:cNvPr>
          <p:cNvSpPr txBox="1"/>
          <p:nvPr/>
        </p:nvSpPr>
        <p:spPr>
          <a:xfrm>
            <a:off x="11590790" y="3300882"/>
            <a:ext cx="667411" cy="523220"/>
          </a:xfrm>
          <a:prstGeom prst="rect">
            <a:avLst/>
          </a:prstGeom>
          <a:noFill/>
        </p:spPr>
        <p:txBody>
          <a:bodyPr wrap="square" rtlCol="0">
            <a:spAutoFit/>
          </a:bodyPr>
          <a:lstStyle/>
          <a:p>
            <a:pPr algn="ctr"/>
            <a:r>
              <a:rPr lang="en-BD" sz="2800" b="1" dirty="0">
                <a:latin typeface="Arial Nova" panose="020B0504020202020204" pitchFamily="34" charset="0"/>
              </a:rPr>
              <a:t>49</a:t>
            </a:r>
          </a:p>
        </p:txBody>
      </p:sp>
      <p:sp>
        <p:nvSpPr>
          <p:cNvPr id="141" name="TextBox 140">
            <a:extLst>
              <a:ext uri="{FF2B5EF4-FFF2-40B4-BE49-F238E27FC236}">
                <a16:creationId xmlns:a16="http://schemas.microsoft.com/office/drawing/2014/main" id="{8DC09326-2DC0-BBFE-F2D5-C67992C563D6}"/>
              </a:ext>
            </a:extLst>
          </p:cNvPr>
          <p:cNvSpPr txBox="1"/>
          <p:nvPr/>
        </p:nvSpPr>
        <p:spPr>
          <a:xfrm>
            <a:off x="10825362" y="4489022"/>
            <a:ext cx="667411" cy="523220"/>
          </a:xfrm>
          <a:prstGeom prst="rect">
            <a:avLst/>
          </a:prstGeom>
          <a:noFill/>
        </p:spPr>
        <p:txBody>
          <a:bodyPr wrap="square" rtlCol="0">
            <a:spAutoFit/>
          </a:bodyPr>
          <a:lstStyle/>
          <a:p>
            <a:pPr algn="ctr"/>
            <a:r>
              <a:rPr lang="en-BD" sz="2800" b="1" dirty="0">
                <a:solidFill>
                  <a:srgbClr val="FF99CC"/>
                </a:solidFill>
                <a:latin typeface="Arial Nova" panose="020B0504020202020204" pitchFamily="34" charset="0"/>
              </a:rPr>
              <a:t>49</a:t>
            </a:r>
          </a:p>
        </p:txBody>
      </p:sp>
      <p:sp>
        <p:nvSpPr>
          <p:cNvPr id="142" name="TextBox 141">
            <a:extLst>
              <a:ext uri="{FF2B5EF4-FFF2-40B4-BE49-F238E27FC236}">
                <a16:creationId xmlns:a16="http://schemas.microsoft.com/office/drawing/2014/main" id="{488888F7-3104-6E98-9D45-912840DB30E4}"/>
              </a:ext>
            </a:extLst>
          </p:cNvPr>
          <p:cNvSpPr txBox="1"/>
          <p:nvPr/>
        </p:nvSpPr>
        <p:spPr>
          <a:xfrm>
            <a:off x="11542202" y="4509671"/>
            <a:ext cx="667411" cy="523220"/>
          </a:xfrm>
          <a:prstGeom prst="rect">
            <a:avLst/>
          </a:prstGeom>
          <a:noFill/>
        </p:spPr>
        <p:txBody>
          <a:bodyPr wrap="square" rtlCol="0">
            <a:spAutoFit/>
          </a:bodyPr>
          <a:lstStyle/>
          <a:p>
            <a:pPr algn="ctr"/>
            <a:r>
              <a:rPr lang="en-BD" sz="2800" b="1" dirty="0">
                <a:solidFill>
                  <a:srgbClr val="FF99CC"/>
                </a:solidFill>
                <a:latin typeface="Arial Nova" panose="020B0504020202020204" pitchFamily="34" charset="0"/>
              </a:rPr>
              <a:t>49</a:t>
            </a:r>
          </a:p>
        </p:txBody>
      </p:sp>
      <p:sp>
        <p:nvSpPr>
          <p:cNvPr id="143" name="TextBox 142">
            <a:extLst>
              <a:ext uri="{FF2B5EF4-FFF2-40B4-BE49-F238E27FC236}">
                <a16:creationId xmlns:a16="http://schemas.microsoft.com/office/drawing/2014/main" id="{D3DB9D22-BF0D-16D5-BDE1-1F0E1D20AC69}"/>
              </a:ext>
            </a:extLst>
          </p:cNvPr>
          <p:cNvSpPr txBox="1"/>
          <p:nvPr/>
        </p:nvSpPr>
        <p:spPr>
          <a:xfrm>
            <a:off x="9626639" y="2984169"/>
            <a:ext cx="667411" cy="523220"/>
          </a:xfrm>
          <a:prstGeom prst="rect">
            <a:avLst/>
          </a:prstGeom>
          <a:noFill/>
        </p:spPr>
        <p:txBody>
          <a:bodyPr wrap="square" rtlCol="0">
            <a:spAutoFit/>
          </a:bodyPr>
          <a:lstStyle/>
          <a:p>
            <a:pPr algn="ctr"/>
            <a:r>
              <a:rPr lang="en-BD" sz="2800" b="1" dirty="0">
                <a:solidFill>
                  <a:srgbClr val="FF99CC"/>
                </a:solidFill>
                <a:latin typeface="Arial Nova" panose="020B0504020202020204" pitchFamily="34" charset="0"/>
              </a:rPr>
              <a:t>49</a:t>
            </a:r>
          </a:p>
        </p:txBody>
      </p:sp>
      <p:sp>
        <p:nvSpPr>
          <p:cNvPr id="144" name="TextBox 143">
            <a:extLst>
              <a:ext uri="{FF2B5EF4-FFF2-40B4-BE49-F238E27FC236}">
                <a16:creationId xmlns:a16="http://schemas.microsoft.com/office/drawing/2014/main" id="{F0E45DA5-CBCC-C298-170F-76C0E533216C}"/>
              </a:ext>
            </a:extLst>
          </p:cNvPr>
          <p:cNvSpPr txBox="1"/>
          <p:nvPr/>
        </p:nvSpPr>
        <p:spPr>
          <a:xfrm>
            <a:off x="8868801" y="2993953"/>
            <a:ext cx="667411" cy="523220"/>
          </a:xfrm>
          <a:prstGeom prst="rect">
            <a:avLst/>
          </a:prstGeom>
          <a:noFill/>
        </p:spPr>
        <p:txBody>
          <a:bodyPr wrap="square" rtlCol="0">
            <a:spAutoFit/>
          </a:bodyPr>
          <a:lstStyle/>
          <a:p>
            <a:pPr algn="ctr"/>
            <a:r>
              <a:rPr lang="en-BD" sz="2800" b="1" dirty="0">
                <a:solidFill>
                  <a:srgbClr val="FF99CC"/>
                </a:solidFill>
                <a:latin typeface="Arial Nova" panose="020B0504020202020204" pitchFamily="34" charset="0"/>
              </a:rPr>
              <a:t>43</a:t>
            </a:r>
          </a:p>
        </p:txBody>
      </p:sp>
      <p:sp>
        <p:nvSpPr>
          <p:cNvPr id="145" name="TextBox 144">
            <a:extLst>
              <a:ext uri="{FF2B5EF4-FFF2-40B4-BE49-F238E27FC236}">
                <a16:creationId xmlns:a16="http://schemas.microsoft.com/office/drawing/2014/main" id="{7C725604-5443-39E6-C3C4-05665C195A90}"/>
              </a:ext>
            </a:extLst>
          </p:cNvPr>
          <p:cNvSpPr txBox="1"/>
          <p:nvPr/>
        </p:nvSpPr>
        <p:spPr>
          <a:xfrm>
            <a:off x="7798514" y="3004548"/>
            <a:ext cx="667411" cy="369332"/>
          </a:xfrm>
          <a:prstGeom prst="rect">
            <a:avLst/>
          </a:prstGeom>
          <a:noFill/>
        </p:spPr>
        <p:txBody>
          <a:bodyPr wrap="square" rtlCol="0">
            <a:spAutoFit/>
          </a:bodyPr>
          <a:lstStyle/>
          <a:p>
            <a:pPr algn="ctr"/>
            <a:r>
              <a:rPr lang="en-BD" b="1" dirty="0">
                <a:solidFill>
                  <a:srgbClr val="FF99CC"/>
                </a:solidFill>
                <a:latin typeface="Arial Nova" panose="020B0504020202020204" pitchFamily="34" charset="0"/>
              </a:rPr>
              <a:t>43</a:t>
            </a:r>
          </a:p>
        </p:txBody>
      </p:sp>
      <p:sp>
        <p:nvSpPr>
          <p:cNvPr id="146" name="TextBox 145">
            <a:extLst>
              <a:ext uri="{FF2B5EF4-FFF2-40B4-BE49-F238E27FC236}">
                <a16:creationId xmlns:a16="http://schemas.microsoft.com/office/drawing/2014/main" id="{8E08BC5C-EA7A-0BDD-DEFB-EDE2D88581AD}"/>
              </a:ext>
            </a:extLst>
          </p:cNvPr>
          <p:cNvSpPr txBox="1"/>
          <p:nvPr/>
        </p:nvSpPr>
        <p:spPr>
          <a:xfrm>
            <a:off x="6953358" y="3003099"/>
            <a:ext cx="667411" cy="369332"/>
          </a:xfrm>
          <a:prstGeom prst="rect">
            <a:avLst/>
          </a:prstGeom>
          <a:noFill/>
        </p:spPr>
        <p:txBody>
          <a:bodyPr wrap="square" rtlCol="0">
            <a:spAutoFit/>
          </a:bodyPr>
          <a:lstStyle/>
          <a:p>
            <a:pPr algn="ctr"/>
            <a:r>
              <a:rPr lang="en-BD" b="1" dirty="0">
                <a:solidFill>
                  <a:srgbClr val="FF99CC"/>
                </a:solidFill>
                <a:latin typeface="Arial Nova" panose="020B0504020202020204" pitchFamily="34" charset="0"/>
              </a:rPr>
              <a:t>40</a:t>
            </a:r>
          </a:p>
        </p:txBody>
      </p:sp>
      <p:sp>
        <p:nvSpPr>
          <p:cNvPr id="147" name="TextBox 146">
            <a:extLst>
              <a:ext uri="{FF2B5EF4-FFF2-40B4-BE49-F238E27FC236}">
                <a16:creationId xmlns:a16="http://schemas.microsoft.com/office/drawing/2014/main" id="{0E6BE3FA-90C3-FE9F-7005-0AA2FD5FEFDA}"/>
              </a:ext>
            </a:extLst>
          </p:cNvPr>
          <p:cNvSpPr txBox="1"/>
          <p:nvPr/>
        </p:nvSpPr>
        <p:spPr>
          <a:xfrm>
            <a:off x="10074932" y="6493045"/>
            <a:ext cx="667411" cy="369332"/>
          </a:xfrm>
          <a:prstGeom prst="rect">
            <a:avLst/>
          </a:prstGeom>
          <a:noFill/>
        </p:spPr>
        <p:txBody>
          <a:bodyPr wrap="square" rtlCol="0">
            <a:spAutoFit/>
          </a:bodyPr>
          <a:lstStyle/>
          <a:p>
            <a:pPr algn="ctr"/>
            <a:r>
              <a:rPr lang="en-BD" b="1" dirty="0">
                <a:solidFill>
                  <a:srgbClr val="FF99CC"/>
                </a:solidFill>
                <a:latin typeface="Arial Nova" panose="020B0504020202020204" pitchFamily="34" charset="0"/>
              </a:rPr>
              <a:t>49</a:t>
            </a:r>
          </a:p>
        </p:txBody>
      </p:sp>
      <p:sp>
        <p:nvSpPr>
          <p:cNvPr id="148" name="TextBox 147">
            <a:extLst>
              <a:ext uri="{FF2B5EF4-FFF2-40B4-BE49-F238E27FC236}">
                <a16:creationId xmlns:a16="http://schemas.microsoft.com/office/drawing/2014/main" id="{27D60070-5B98-80D9-3398-DA55D3E60D61}"/>
              </a:ext>
            </a:extLst>
          </p:cNvPr>
          <p:cNvSpPr txBox="1"/>
          <p:nvPr/>
        </p:nvSpPr>
        <p:spPr>
          <a:xfrm>
            <a:off x="8593018" y="6514793"/>
            <a:ext cx="667411" cy="369332"/>
          </a:xfrm>
          <a:prstGeom prst="rect">
            <a:avLst/>
          </a:prstGeom>
          <a:noFill/>
        </p:spPr>
        <p:txBody>
          <a:bodyPr wrap="square" rtlCol="0">
            <a:spAutoFit/>
          </a:bodyPr>
          <a:lstStyle/>
          <a:p>
            <a:pPr algn="ctr"/>
            <a:r>
              <a:rPr lang="en-BD" b="1" dirty="0">
                <a:solidFill>
                  <a:srgbClr val="FF99CC"/>
                </a:solidFill>
                <a:latin typeface="Arial Nova" panose="020B0504020202020204" pitchFamily="34" charset="0"/>
              </a:rPr>
              <a:t>39</a:t>
            </a:r>
          </a:p>
        </p:txBody>
      </p:sp>
      <p:sp>
        <p:nvSpPr>
          <p:cNvPr id="151" name="TextBox 150">
            <a:extLst>
              <a:ext uri="{FF2B5EF4-FFF2-40B4-BE49-F238E27FC236}">
                <a16:creationId xmlns:a16="http://schemas.microsoft.com/office/drawing/2014/main" id="{6597A2AE-5688-B894-ACCE-1576CCB94BEB}"/>
              </a:ext>
            </a:extLst>
          </p:cNvPr>
          <p:cNvSpPr txBox="1"/>
          <p:nvPr/>
        </p:nvSpPr>
        <p:spPr>
          <a:xfrm>
            <a:off x="9714290" y="4524402"/>
            <a:ext cx="667411" cy="369332"/>
          </a:xfrm>
          <a:prstGeom prst="rect">
            <a:avLst/>
          </a:prstGeom>
          <a:noFill/>
        </p:spPr>
        <p:txBody>
          <a:bodyPr wrap="square" rtlCol="0">
            <a:spAutoFit/>
          </a:bodyPr>
          <a:lstStyle/>
          <a:p>
            <a:pPr algn="ctr"/>
            <a:r>
              <a:rPr lang="en-BD" b="1" dirty="0">
                <a:solidFill>
                  <a:srgbClr val="FF99CC"/>
                </a:solidFill>
                <a:latin typeface="Arial Nova" panose="020B0504020202020204" pitchFamily="34" charset="0"/>
              </a:rPr>
              <a:t>49</a:t>
            </a:r>
          </a:p>
        </p:txBody>
      </p:sp>
      <p:sp>
        <p:nvSpPr>
          <p:cNvPr id="152" name="TextBox 151">
            <a:extLst>
              <a:ext uri="{FF2B5EF4-FFF2-40B4-BE49-F238E27FC236}">
                <a16:creationId xmlns:a16="http://schemas.microsoft.com/office/drawing/2014/main" id="{330AAF91-4B18-E5E0-B885-D8C7595B2B22}"/>
              </a:ext>
            </a:extLst>
          </p:cNvPr>
          <p:cNvSpPr txBox="1"/>
          <p:nvPr/>
        </p:nvSpPr>
        <p:spPr>
          <a:xfrm>
            <a:off x="8844169" y="4531662"/>
            <a:ext cx="667411" cy="369332"/>
          </a:xfrm>
          <a:prstGeom prst="rect">
            <a:avLst/>
          </a:prstGeom>
          <a:noFill/>
        </p:spPr>
        <p:txBody>
          <a:bodyPr wrap="square" rtlCol="0">
            <a:spAutoFit/>
          </a:bodyPr>
          <a:lstStyle/>
          <a:p>
            <a:pPr algn="ctr"/>
            <a:r>
              <a:rPr lang="en-BD" b="1" dirty="0">
                <a:solidFill>
                  <a:srgbClr val="FF99CC"/>
                </a:solidFill>
                <a:latin typeface="Arial Nova" panose="020B0504020202020204" pitchFamily="34" charset="0"/>
              </a:rPr>
              <a:t>44</a:t>
            </a:r>
          </a:p>
        </p:txBody>
      </p:sp>
      <p:sp>
        <p:nvSpPr>
          <p:cNvPr id="153" name="TextBox 152">
            <a:extLst>
              <a:ext uri="{FF2B5EF4-FFF2-40B4-BE49-F238E27FC236}">
                <a16:creationId xmlns:a16="http://schemas.microsoft.com/office/drawing/2014/main" id="{BCBAEC03-9613-BA34-0D1E-80554D554718}"/>
              </a:ext>
            </a:extLst>
          </p:cNvPr>
          <p:cNvSpPr txBox="1"/>
          <p:nvPr/>
        </p:nvSpPr>
        <p:spPr>
          <a:xfrm>
            <a:off x="8104198" y="6524064"/>
            <a:ext cx="667411" cy="369332"/>
          </a:xfrm>
          <a:prstGeom prst="rect">
            <a:avLst/>
          </a:prstGeom>
          <a:noFill/>
        </p:spPr>
        <p:txBody>
          <a:bodyPr wrap="square" rtlCol="0">
            <a:spAutoFit/>
          </a:bodyPr>
          <a:lstStyle/>
          <a:p>
            <a:pPr algn="ctr"/>
            <a:r>
              <a:rPr lang="en-BD" b="1" dirty="0">
                <a:solidFill>
                  <a:srgbClr val="FF99CC"/>
                </a:solidFill>
                <a:latin typeface="Arial Nova" panose="020B0504020202020204" pitchFamily="34" charset="0"/>
              </a:rPr>
              <a:t>39</a:t>
            </a:r>
          </a:p>
        </p:txBody>
      </p:sp>
      <p:sp>
        <p:nvSpPr>
          <p:cNvPr id="154" name="TextBox 153">
            <a:extLst>
              <a:ext uri="{FF2B5EF4-FFF2-40B4-BE49-F238E27FC236}">
                <a16:creationId xmlns:a16="http://schemas.microsoft.com/office/drawing/2014/main" id="{471AE05F-9BC4-249D-F6D1-28DF033407B1}"/>
              </a:ext>
            </a:extLst>
          </p:cNvPr>
          <p:cNvSpPr txBox="1"/>
          <p:nvPr/>
        </p:nvSpPr>
        <p:spPr>
          <a:xfrm>
            <a:off x="6619652" y="6546617"/>
            <a:ext cx="667411" cy="369332"/>
          </a:xfrm>
          <a:prstGeom prst="rect">
            <a:avLst/>
          </a:prstGeom>
          <a:noFill/>
        </p:spPr>
        <p:txBody>
          <a:bodyPr wrap="square" rtlCol="0">
            <a:spAutoFit/>
          </a:bodyPr>
          <a:lstStyle/>
          <a:p>
            <a:pPr algn="ctr"/>
            <a:r>
              <a:rPr lang="en-BD" b="1" dirty="0">
                <a:solidFill>
                  <a:srgbClr val="FF99CC"/>
                </a:solidFill>
                <a:latin typeface="Arial Nova" panose="020B0504020202020204" pitchFamily="34" charset="0"/>
              </a:rPr>
              <a:t>30</a:t>
            </a:r>
          </a:p>
        </p:txBody>
      </p:sp>
      <p:sp>
        <p:nvSpPr>
          <p:cNvPr id="155" name="TextBox 154">
            <a:extLst>
              <a:ext uri="{FF2B5EF4-FFF2-40B4-BE49-F238E27FC236}">
                <a16:creationId xmlns:a16="http://schemas.microsoft.com/office/drawing/2014/main" id="{2BD5A852-A87C-76E4-0B60-2DFDCCF19D04}"/>
              </a:ext>
            </a:extLst>
          </p:cNvPr>
          <p:cNvSpPr txBox="1"/>
          <p:nvPr/>
        </p:nvSpPr>
        <p:spPr>
          <a:xfrm>
            <a:off x="7813620" y="5428872"/>
            <a:ext cx="667411" cy="369332"/>
          </a:xfrm>
          <a:prstGeom prst="rect">
            <a:avLst/>
          </a:prstGeom>
          <a:noFill/>
        </p:spPr>
        <p:txBody>
          <a:bodyPr wrap="square" rtlCol="0">
            <a:spAutoFit/>
          </a:bodyPr>
          <a:lstStyle/>
          <a:p>
            <a:pPr algn="ctr"/>
            <a:r>
              <a:rPr lang="en-BD" b="1" dirty="0">
                <a:solidFill>
                  <a:srgbClr val="FF99CC"/>
                </a:solidFill>
                <a:latin typeface="Arial Nova" panose="020B0504020202020204" pitchFamily="34" charset="0"/>
              </a:rPr>
              <a:t>39</a:t>
            </a:r>
          </a:p>
        </p:txBody>
      </p:sp>
      <p:sp>
        <p:nvSpPr>
          <p:cNvPr id="156" name="TextBox 155">
            <a:extLst>
              <a:ext uri="{FF2B5EF4-FFF2-40B4-BE49-F238E27FC236}">
                <a16:creationId xmlns:a16="http://schemas.microsoft.com/office/drawing/2014/main" id="{0B0752AA-E820-1B0E-D3F0-A3415CC97BC4}"/>
              </a:ext>
            </a:extLst>
          </p:cNvPr>
          <p:cNvSpPr txBox="1"/>
          <p:nvPr/>
        </p:nvSpPr>
        <p:spPr>
          <a:xfrm>
            <a:off x="6942421" y="5435245"/>
            <a:ext cx="667411" cy="369332"/>
          </a:xfrm>
          <a:prstGeom prst="rect">
            <a:avLst/>
          </a:prstGeom>
          <a:noFill/>
        </p:spPr>
        <p:txBody>
          <a:bodyPr wrap="square" rtlCol="0">
            <a:spAutoFit/>
          </a:bodyPr>
          <a:lstStyle/>
          <a:p>
            <a:pPr algn="ctr"/>
            <a:r>
              <a:rPr lang="en-BD" b="1" dirty="0">
                <a:solidFill>
                  <a:srgbClr val="FF99CC"/>
                </a:solidFill>
                <a:latin typeface="Arial Nova" panose="020B0504020202020204" pitchFamily="34" charset="0"/>
              </a:rPr>
              <a:t>31</a:t>
            </a:r>
          </a:p>
        </p:txBody>
      </p:sp>
      <p:sp>
        <p:nvSpPr>
          <p:cNvPr id="157" name="TextBox 156">
            <a:extLst>
              <a:ext uri="{FF2B5EF4-FFF2-40B4-BE49-F238E27FC236}">
                <a16:creationId xmlns:a16="http://schemas.microsoft.com/office/drawing/2014/main" id="{FC866BE3-C3D8-A450-82CB-A92A7B070A2B}"/>
              </a:ext>
            </a:extLst>
          </p:cNvPr>
          <p:cNvSpPr txBox="1"/>
          <p:nvPr/>
        </p:nvSpPr>
        <p:spPr>
          <a:xfrm>
            <a:off x="7779583" y="4221934"/>
            <a:ext cx="667411" cy="369332"/>
          </a:xfrm>
          <a:prstGeom prst="rect">
            <a:avLst/>
          </a:prstGeom>
          <a:noFill/>
        </p:spPr>
        <p:txBody>
          <a:bodyPr wrap="square" rtlCol="0">
            <a:spAutoFit/>
          </a:bodyPr>
          <a:lstStyle/>
          <a:p>
            <a:pPr algn="ctr"/>
            <a:r>
              <a:rPr lang="en-BD" b="1" dirty="0">
                <a:solidFill>
                  <a:srgbClr val="FF99CC"/>
                </a:solidFill>
                <a:latin typeface="Arial Nova" panose="020B0504020202020204" pitchFamily="34" charset="0"/>
              </a:rPr>
              <a:t>44</a:t>
            </a:r>
          </a:p>
        </p:txBody>
      </p:sp>
      <p:sp>
        <p:nvSpPr>
          <p:cNvPr id="158" name="TextBox 157">
            <a:extLst>
              <a:ext uri="{FF2B5EF4-FFF2-40B4-BE49-F238E27FC236}">
                <a16:creationId xmlns:a16="http://schemas.microsoft.com/office/drawing/2014/main" id="{07913AAF-F45E-5538-651C-4CBF4E39B77F}"/>
              </a:ext>
            </a:extLst>
          </p:cNvPr>
          <p:cNvSpPr txBox="1"/>
          <p:nvPr/>
        </p:nvSpPr>
        <p:spPr>
          <a:xfrm>
            <a:off x="6972412" y="4227955"/>
            <a:ext cx="667411" cy="369332"/>
          </a:xfrm>
          <a:prstGeom prst="rect">
            <a:avLst/>
          </a:prstGeom>
          <a:noFill/>
        </p:spPr>
        <p:txBody>
          <a:bodyPr wrap="square" rtlCol="0">
            <a:spAutoFit/>
          </a:bodyPr>
          <a:lstStyle/>
          <a:p>
            <a:pPr algn="ctr"/>
            <a:r>
              <a:rPr lang="en-BD" b="1" dirty="0">
                <a:solidFill>
                  <a:srgbClr val="FF99CC"/>
                </a:solidFill>
                <a:latin typeface="Arial Nova" panose="020B0504020202020204" pitchFamily="34" charset="0"/>
              </a:rPr>
              <a:t>40</a:t>
            </a:r>
          </a:p>
        </p:txBody>
      </p:sp>
      <p:sp>
        <p:nvSpPr>
          <p:cNvPr id="159" name="TextBox 158">
            <a:extLst>
              <a:ext uri="{FF2B5EF4-FFF2-40B4-BE49-F238E27FC236}">
                <a16:creationId xmlns:a16="http://schemas.microsoft.com/office/drawing/2014/main" id="{A14A2861-A842-CBE8-4726-0290DEAC0EAF}"/>
              </a:ext>
            </a:extLst>
          </p:cNvPr>
          <p:cNvSpPr txBox="1"/>
          <p:nvPr/>
        </p:nvSpPr>
        <p:spPr>
          <a:xfrm>
            <a:off x="6179682" y="4976358"/>
            <a:ext cx="667411" cy="369332"/>
          </a:xfrm>
          <a:prstGeom prst="rect">
            <a:avLst/>
          </a:prstGeom>
          <a:noFill/>
        </p:spPr>
        <p:txBody>
          <a:bodyPr wrap="square" rtlCol="0">
            <a:spAutoFit/>
          </a:bodyPr>
          <a:lstStyle/>
          <a:p>
            <a:pPr algn="ctr"/>
            <a:r>
              <a:rPr lang="en-BD" b="1" dirty="0">
                <a:solidFill>
                  <a:srgbClr val="FF99CC"/>
                </a:solidFill>
                <a:latin typeface="Arial Nova" panose="020B0504020202020204" pitchFamily="34" charset="0"/>
              </a:rPr>
              <a:t>31</a:t>
            </a:r>
          </a:p>
        </p:txBody>
      </p:sp>
      <p:sp>
        <p:nvSpPr>
          <p:cNvPr id="160" name="TextBox 159">
            <a:extLst>
              <a:ext uri="{FF2B5EF4-FFF2-40B4-BE49-F238E27FC236}">
                <a16:creationId xmlns:a16="http://schemas.microsoft.com/office/drawing/2014/main" id="{BA9DBBF4-1983-9F92-FFE4-C91D8EE6E7E9}"/>
              </a:ext>
            </a:extLst>
          </p:cNvPr>
          <p:cNvSpPr txBox="1"/>
          <p:nvPr/>
        </p:nvSpPr>
        <p:spPr>
          <a:xfrm>
            <a:off x="5300447" y="4981400"/>
            <a:ext cx="667411" cy="369332"/>
          </a:xfrm>
          <a:prstGeom prst="rect">
            <a:avLst/>
          </a:prstGeom>
          <a:noFill/>
        </p:spPr>
        <p:txBody>
          <a:bodyPr wrap="square" rtlCol="0">
            <a:spAutoFit/>
          </a:bodyPr>
          <a:lstStyle/>
          <a:p>
            <a:pPr algn="ctr"/>
            <a:r>
              <a:rPr lang="en-BD" b="1" dirty="0">
                <a:solidFill>
                  <a:srgbClr val="FF99CC"/>
                </a:solidFill>
                <a:latin typeface="Arial Nova" panose="020B0504020202020204" pitchFamily="34" charset="0"/>
              </a:rPr>
              <a:t>15</a:t>
            </a:r>
          </a:p>
        </p:txBody>
      </p:sp>
      <p:sp>
        <p:nvSpPr>
          <p:cNvPr id="161" name="TextBox 160">
            <a:extLst>
              <a:ext uri="{FF2B5EF4-FFF2-40B4-BE49-F238E27FC236}">
                <a16:creationId xmlns:a16="http://schemas.microsoft.com/office/drawing/2014/main" id="{2EB8A0C9-0039-4C1F-E987-77518E692DB2}"/>
              </a:ext>
            </a:extLst>
          </p:cNvPr>
          <p:cNvSpPr txBox="1"/>
          <p:nvPr/>
        </p:nvSpPr>
        <p:spPr>
          <a:xfrm>
            <a:off x="6146107" y="3680918"/>
            <a:ext cx="667411" cy="369332"/>
          </a:xfrm>
          <a:prstGeom prst="rect">
            <a:avLst/>
          </a:prstGeom>
          <a:noFill/>
        </p:spPr>
        <p:txBody>
          <a:bodyPr wrap="square" rtlCol="0">
            <a:spAutoFit/>
          </a:bodyPr>
          <a:lstStyle/>
          <a:p>
            <a:pPr algn="ctr"/>
            <a:r>
              <a:rPr lang="en-BD" b="1" dirty="0">
                <a:solidFill>
                  <a:srgbClr val="FF99CC"/>
                </a:solidFill>
                <a:latin typeface="Arial Nova" panose="020B0504020202020204" pitchFamily="34" charset="0"/>
              </a:rPr>
              <a:t>40</a:t>
            </a:r>
          </a:p>
        </p:txBody>
      </p:sp>
      <p:sp>
        <p:nvSpPr>
          <p:cNvPr id="162" name="TextBox 161">
            <a:extLst>
              <a:ext uri="{FF2B5EF4-FFF2-40B4-BE49-F238E27FC236}">
                <a16:creationId xmlns:a16="http://schemas.microsoft.com/office/drawing/2014/main" id="{387E1D6E-C0DE-6625-6B7B-7819577983E2}"/>
              </a:ext>
            </a:extLst>
          </p:cNvPr>
          <p:cNvSpPr txBox="1"/>
          <p:nvPr/>
        </p:nvSpPr>
        <p:spPr>
          <a:xfrm>
            <a:off x="5300855" y="3681236"/>
            <a:ext cx="667411" cy="369332"/>
          </a:xfrm>
          <a:prstGeom prst="rect">
            <a:avLst/>
          </a:prstGeom>
          <a:noFill/>
        </p:spPr>
        <p:txBody>
          <a:bodyPr wrap="square" rtlCol="0">
            <a:spAutoFit/>
          </a:bodyPr>
          <a:lstStyle/>
          <a:p>
            <a:pPr algn="ctr"/>
            <a:r>
              <a:rPr lang="en-BD" b="1" dirty="0">
                <a:solidFill>
                  <a:srgbClr val="FF99CC"/>
                </a:solidFill>
                <a:latin typeface="Arial Nova" panose="020B0504020202020204" pitchFamily="34" charset="0"/>
              </a:rPr>
              <a:t>38</a:t>
            </a:r>
          </a:p>
        </p:txBody>
      </p:sp>
      <p:sp>
        <p:nvSpPr>
          <p:cNvPr id="163" name="TextBox 162">
            <a:extLst>
              <a:ext uri="{FF2B5EF4-FFF2-40B4-BE49-F238E27FC236}">
                <a16:creationId xmlns:a16="http://schemas.microsoft.com/office/drawing/2014/main" id="{1E1A0A26-D8A1-73E0-B9B9-A5B6B7D55257}"/>
              </a:ext>
            </a:extLst>
          </p:cNvPr>
          <p:cNvSpPr txBox="1"/>
          <p:nvPr/>
        </p:nvSpPr>
        <p:spPr>
          <a:xfrm>
            <a:off x="6131995" y="2511609"/>
            <a:ext cx="667411" cy="369332"/>
          </a:xfrm>
          <a:prstGeom prst="rect">
            <a:avLst/>
          </a:prstGeom>
          <a:noFill/>
        </p:spPr>
        <p:txBody>
          <a:bodyPr wrap="square" rtlCol="0">
            <a:spAutoFit/>
          </a:bodyPr>
          <a:lstStyle/>
          <a:p>
            <a:pPr algn="ctr"/>
            <a:r>
              <a:rPr lang="en-BD" b="1" dirty="0">
                <a:solidFill>
                  <a:srgbClr val="FF99CC"/>
                </a:solidFill>
                <a:latin typeface="Arial Nova" panose="020B0504020202020204" pitchFamily="34" charset="0"/>
              </a:rPr>
              <a:t>40</a:t>
            </a:r>
          </a:p>
        </p:txBody>
      </p:sp>
      <p:sp>
        <p:nvSpPr>
          <p:cNvPr id="164" name="TextBox 163">
            <a:extLst>
              <a:ext uri="{FF2B5EF4-FFF2-40B4-BE49-F238E27FC236}">
                <a16:creationId xmlns:a16="http://schemas.microsoft.com/office/drawing/2014/main" id="{1AAE13E8-46EB-457A-1076-11A64EF0907A}"/>
              </a:ext>
            </a:extLst>
          </p:cNvPr>
          <p:cNvSpPr txBox="1"/>
          <p:nvPr/>
        </p:nvSpPr>
        <p:spPr>
          <a:xfrm>
            <a:off x="5324079" y="2525262"/>
            <a:ext cx="667411" cy="369332"/>
          </a:xfrm>
          <a:prstGeom prst="rect">
            <a:avLst/>
          </a:prstGeom>
          <a:noFill/>
        </p:spPr>
        <p:txBody>
          <a:bodyPr wrap="square" rtlCol="0">
            <a:spAutoFit/>
          </a:bodyPr>
          <a:lstStyle/>
          <a:p>
            <a:pPr algn="ctr"/>
            <a:r>
              <a:rPr lang="en-BD" b="1" dirty="0">
                <a:solidFill>
                  <a:srgbClr val="FF99CC"/>
                </a:solidFill>
                <a:latin typeface="Arial Nova" panose="020B0504020202020204" pitchFamily="34" charset="0"/>
              </a:rPr>
              <a:t>35</a:t>
            </a:r>
          </a:p>
        </p:txBody>
      </p:sp>
      <p:sp>
        <p:nvSpPr>
          <p:cNvPr id="165" name="TextBox 164">
            <a:extLst>
              <a:ext uri="{FF2B5EF4-FFF2-40B4-BE49-F238E27FC236}">
                <a16:creationId xmlns:a16="http://schemas.microsoft.com/office/drawing/2014/main" id="{A1B55871-397A-3AD2-C79D-C9706BA16032}"/>
              </a:ext>
            </a:extLst>
          </p:cNvPr>
          <p:cNvSpPr txBox="1"/>
          <p:nvPr/>
        </p:nvSpPr>
        <p:spPr>
          <a:xfrm>
            <a:off x="4252609" y="2531132"/>
            <a:ext cx="667411" cy="369332"/>
          </a:xfrm>
          <a:prstGeom prst="rect">
            <a:avLst/>
          </a:prstGeom>
          <a:noFill/>
        </p:spPr>
        <p:txBody>
          <a:bodyPr wrap="square" rtlCol="0">
            <a:spAutoFit/>
          </a:bodyPr>
          <a:lstStyle/>
          <a:p>
            <a:pPr algn="ctr"/>
            <a:r>
              <a:rPr lang="en-BD" b="1" dirty="0">
                <a:solidFill>
                  <a:srgbClr val="FF99CC"/>
                </a:solidFill>
                <a:latin typeface="Arial Nova" panose="020B0504020202020204" pitchFamily="34" charset="0"/>
              </a:rPr>
              <a:t>35</a:t>
            </a:r>
          </a:p>
        </p:txBody>
      </p:sp>
      <p:sp>
        <p:nvSpPr>
          <p:cNvPr id="166" name="TextBox 165">
            <a:extLst>
              <a:ext uri="{FF2B5EF4-FFF2-40B4-BE49-F238E27FC236}">
                <a16:creationId xmlns:a16="http://schemas.microsoft.com/office/drawing/2014/main" id="{07A0876C-4FFC-A889-CC46-463508F825AC}"/>
              </a:ext>
            </a:extLst>
          </p:cNvPr>
          <p:cNvSpPr txBox="1"/>
          <p:nvPr/>
        </p:nvSpPr>
        <p:spPr>
          <a:xfrm>
            <a:off x="3366138" y="2541550"/>
            <a:ext cx="667411" cy="369332"/>
          </a:xfrm>
          <a:prstGeom prst="rect">
            <a:avLst/>
          </a:prstGeom>
          <a:noFill/>
        </p:spPr>
        <p:txBody>
          <a:bodyPr wrap="square" rtlCol="0">
            <a:spAutoFit/>
          </a:bodyPr>
          <a:lstStyle/>
          <a:p>
            <a:pPr algn="ctr"/>
            <a:r>
              <a:rPr lang="en-BD" b="1" dirty="0">
                <a:solidFill>
                  <a:srgbClr val="FF99CC"/>
                </a:solidFill>
                <a:latin typeface="Arial Nova" panose="020B0504020202020204" pitchFamily="34" charset="0"/>
              </a:rPr>
              <a:t>31</a:t>
            </a:r>
          </a:p>
        </p:txBody>
      </p:sp>
      <p:sp>
        <p:nvSpPr>
          <p:cNvPr id="168" name="TextBox 167">
            <a:extLst>
              <a:ext uri="{FF2B5EF4-FFF2-40B4-BE49-F238E27FC236}">
                <a16:creationId xmlns:a16="http://schemas.microsoft.com/office/drawing/2014/main" id="{AF303054-C400-D379-172B-66FB6975E7B5}"/>
              </a:ext>
            </a:extLst>
          </p:cNvPr>
          <p:cNvSpPr txBox="1"/>
          <p:nvPr/>
        </p:nvSpPr>
        <p:spPr>
          <a:xfrm>
            <a:off x="3387600" y="4462606"/>
            <a:ext cx="533186" cy="523220"/>
          </a:xfrm>
          <a:prstGeom prst="rect">
            <a:avLst/>
          </a:prstGeom>
          <a:noFill/>
        </p:spPr>
        <p:txBody>
          <a:bodyPr wrap="square" rtlCol="0">
            <a:spAutoFit/>
          </a:bodyPr>
          <a:lstStyle/>
          <a:p>
            <a:pPr algn="ctr"/>
            <a:r>
              <a:rPr lang="en-BD" sz="2800" b="1" dirty="0">
                <a:solidFill>
                  <a:srgbClr val="FF99CC"/>
                </a:solidFill>
                <a:latin typeface="Arial Nova" panose="020B0504020202020204" pitchFamily="34" charset="0"/>
              </a:rPr>
              <a:t>5</a:t>
            </a:r>
          </a:p>
        </p:txBody>
      </p:sp>
      <p:sp>
        <p:nvSpPr>
          <p:cNvPr id="169" name="TextBox 168">
            <a:extLst>
              <a:ext uri="{FF2B5EF4-FFF2-40B4-BE49-F238E27FC236}">
                <a16:creationId xmlns:a16="http://schemas.microsoft.com/office/drawing/2014/main" id="{375660B0-994A-1299-3243-6130B3FD00EF}"/>
              </a:ext>
            </a:extLst>
          </p:cNvPr>
          <p:cNvSpPr txBox="1"/>
          <p:nvPr/>
        </p:nvSpPr>
        <p:spPr>
          <a:xfrm>
            <a:off x="4136588" y="4454707"/>
            <a:ext cx="667411" cy="523220"/>
          </a:xfrm>
          <a:prstGeom prst="rect">
            <a:avLst/>
          </a:prstGeom>
          <a:noFill/>
        </p:spPr>
        <p:txBody>
          <a:bodyPr wrap="square" rtlCol="0">
            <a:spAutoFit/>
          </a:bodyPr>
          <a:lstStyle/>
          <a:p>
            <a:pPr algn="ctr"/>
            <a:r>
              <a:rPr lang="en-BD" sz="2800" b="1" dirty="0">
                <a:solidFill>
                  <a:srgbClr val="FF99CC"/>
                </a:solidFill>
                <a:latin typeface="Arial Nova" panose="020B0504020202020204" pitchFamily="34" charset="0"/>
              </a:rPr>
              <a:t>15</a:t>
            </a:r>
          </a:p>
        </p:txBody>
      </p:sp>
      <p:sp>
        <p:nvSpPr>
          <p:cNvPr id="170" name="TextBox 169">
            <a:extLst>
              <a:ext uri="{FF2B5EF4-FFF2-40B4-BE49-F238E27FC236}">
                <a16:creationId xmlns:a16="http://schemas.microsoft.com/office/drawing/2014/main" id="{4B0CDC61-44DB-9386-56EA-FB44D11D3B36}"/>
              </a:ext>
            </a:extLst>
          </p:cNvPr>
          <p:cNvSpPr txBox="1"/>
          <p:nvPr/>
        </p:nvSpPr>
        <p:spPr>
          <a:xfrm>
            <a:off x="4515278" y="6523793"/>
            <a:ext cx="667411" cy="369332"/>
          </a:xfrm>
          <a:prstGeom prst="rect">
            <a:avLst/>
          </a:prstGeom>
          <a:noFill/>
        </p:spPr>
        <p:txBody>
          <a:bodyPr wrap="square" rtlCol="0">
            <a:spAutoFit/>
          </a:bodyPr>
          <a:lstStyle/>
          <a:p>
            <a:pPr algn="ctr"/>
            <a:r>
              <a:rPr lang="en-BD" b="1" dirty="0">
                <a:solidFill>
                  <a:srgbClr val="FF99CC"/>
                </a:solidFill>
                <a:latin typeface="Arial Nova" panose="020B0504020202020204" pitchFamily="34" charset="0"/>
              </a:rPr>
              <a:t>30</a:t>
            </a:r>
          </a:p>
        </p:txBody>
      </p:sp>
      <p:sp>
        <p:nvSpPr>
          <p:cNvPr id="171" name="TextBox 170">
            <a:extLst>
              <a:ext uri="{FF2B5EF4-FFF2-40B4-BE49-F238E27FC236}">
                <a16:creationId xmlns:a16="http://schemas.microsoft.com/office/drawing/2014/main" id="{85FAF666-7AC2-90C8-3095-331C23CA8DC0}"/>
              </a:ext>
            </a:extLst>
          </p:cNvPr>
          <p:cNvSpPr txBox="1"/>
          <p:nvPr/>
        </p:nvSpPr>
        <p:spPr>
          <a:xfrm>
            <a:off x="3023328" y="6531177"/>
            <a:ext cx="667411" cy="369332"/>
          </a:xfrm>
          <a:prstGeom prst="rect">
            <a:avLst/>
          </a:prstGeom>
          <a:noFill/>
        </p:spPr>
        <p:txBody>
          <a:bodyPr wrap="square" rtlCol="0">
            <a:spAutoFit/>
          </a:bodyPr>
          <a:lstStyle/>
          <a:p>
            <a:pPr algn="ctr"/>
            <a:r>
              <a:rPr lang="en-BD" b="1" dirty="0">
                <a:solidFill>
                  <a:srgbClr val="FF99CC"/>
                </a:solidFill>
                <a:latin typeface="Arial Nova" panose="020B0504020202020204" pitchFamily="34" charset="0"/>
              </a:rPr>
              <a:t>23</a:t>
            </a:r>
          </a:p>
        </p:txBody>
      </p:sp>
      <p:sp>
        <p:nvSpPr>
          <p:cNvPr id="172" name="TextBox 171">
            <a:extLst>
              <a:ext uri="{FF2B5EF4-FFF2-40B4-BE49-F238E27FC236}">
                <a16:creationId xmlns:a16="http://schemas.microsoft.com/office/drawing/2014/main" id="{2EC7AFFB-7E98-FEE6-F614-E507568CC00F}"/>
              </a:ext>
            </a:extLst>
          </p:cNvPr>
          <p:cNvSpPr txBox="1"/>
          <p:nvPr/>
        </p:nvSpPr>
        <p:spPr>
          <a:xfrm>
            <a:off x="1715801" y="4441777"/>
            <a:ext cx="533186" cy="523220"/>
          </a:xfrm>
          <a:prstGeom prst="rect">
            <a:avLst/>
          </a:prstGeom>
          <a:noFill/>
        </p:spPr>
        <p:txBody>
          <a:bodyPr wrap="square" rtlCol="0">
            <a:spAutoFit/>
          </a:bodyPr>
          <a:lstStyle/>
          <a:p>
            <a:pPr algn="ctr"/>
            <a:r>
              <a:rPr lang="en-BD" sz="2800" b="1" dirty="0">
                <a:solidFill>
                  <a:srgbClr val="FF99CC"/>
                </a:solidFill>
                <a:latin typeface="Arial Nova" panose="020B0504020202020204" pitchFamily="34" charset="0"/>
              </a:rPr>
              <a:t>0</a:t>
            </a:r>
          </a:p>
        </p:txBody>
      </p:sp>
      <p:sp>
        <p:nvSpPr>
          <p:cNvPr id="173" name="TextBox 172">
            <a:extLst>
              <a:ext uri="{FF2B5EF4-FFF2-40B4-BE49-F238E27FC236}">
                <a16:creationId xmlns:a16="http://schemas.microsoft.com/office/drawing/2014/main" id="{6C96A28A-EC67-EC26-DAD6-A0B8D5BD1D85}"/>
              </a:ext>
            </a:extLst>
          </p:cNvPr>
          <p:cNvSpPr txBox="1"/>
          <p:nvPr/>
        </p:nvSpPr>
        <p:spPr>
          <a:xfrm>
            <a:off x="2678691" y="4432553"/>
            <a:ext cx="533186" cy="523220"/>
          </a:xfrm>
          <a:prstGeom prst="rect">
            <a:avLst/>
          </a:prstGeom>
          <a:noFill/>
        </p:spPr>
        <p:txBody>
          <a:bodyPr wrap="square" rtlCol="0">
            <a:spAutoFit/>
          </a:bodyPr>
          <a:lstStyle/>
          <a:p>
            <a:pPr algn="ctr"/>
            <a:r>
              <a:rPr lang="en-BD" sz="2800" b="1" dirty="0">
                <a:solidFill>
                  <a:srgbClr val="FF99CC"/>
                </a:solidFill>
                <a:latin typeface="Arial Nova" panose="020B0504020202020204" pitchFamily="34" charset="0"/>
              </a:rPr>
              <a:t>5</a:t>
            </a:r>
          </a:p>
        </p:txBody>
      </p:sp>
      <p:sp>
        <p:nvSpPr>
          <p:cNvPr id="174" name="TextBox 173">
            <a:extLst>
              <a:ext uri="{FF2B5EF4-FFF2-40B4-BE49-F238E27FC236}">
                <a16:creationId xmlns:a16="http://schemas.microsoft.com/office/drawing/2014/main" id="{DB62A693-5190-42D6-1969-211D09DF7691}"/>
              </a:ext>
            </a:extLst>
          </p:cNvPr>
          <p:cNvSpPr txBox="1"/>
          <p:nvPr/>
        </p:nvSpPr>
        <p:spPr>
          <a:xfrm>
            <a:off x="133481" y="4443435"/>
            <a:ext cx="533186" cy="523220"/>
          </a:xfrm>
          <a:prstGeom prst="rect">
            <a:avLst/>
          </a:prstGeom>
          <a:noFill/>
        </p:spPr>
        <p:txBody>
          <a:bodyPr wrap="square" rtlCol="0">
            <a:spAutoFit/>
          </a:bodyPr>
          <a:lstStyle/>
          <a:p>
            <a:pPr algn="ctr"/>
            <a:r>
              <a:rPr lang="en-BD" sz="2800" b="1" dirty="0">
                <a:solidFill>
                  <a:srgbClr val="FF99CC"/>
                </a:solidFill>
                <a:latin typeface="Arial Nova" panose="020B0504020202020204" pitchFamily="34" charset="0"/>
              </a:rPr>
              <a:t>0</a:t>
            </a:r>
          </a:p>
        </p:txBody>
      </p:sp>
      <p:sp>
        <p:nvSpPr>
          <p:cNvPr id="175" name="TextBox 174">
            <a:extLst>
              <a:ext uri="{FF2B5EF4-FFF2-40B4-BE49-F238E27FC236}">
                <a16:creationId xmlns:a16="http://schemas.microsoft.com/office/drawing/2014/main" id="{10334279-4DFC-74BD-AD3C-F03BF43D6944}"/>
              </a:ext>
            </a:extLst>
          </p:cNvPr>
          <p:cNvSpPr txBox="1"/>
          <p:nvPr/>
        </p:nvSpPr>
        <p:spPr>
          <a:xfrm>
            <a:off x="1070952" y="4434695"/>
            <a:ext cx="533186" cy="523220"/>
          </a:xfrm>
          <a:prstGeom prst="rect">
            <a:avLst/>
          </a:prstGeom>
          <a:noFill/>
        </p:spPr>
        <p:txBody>
          <a:bodyPr wrap="square" rtlCol="0">
            <a:spAutoFit/>
          </a:bodyPr>
          <a:lstStyle/>
          <a:p>
            <a:pPr algn="ctr"/>
            <a:r>
              <a:rPr lang="en-BD" sz="2800" b="1" dirty="0">
                <a:solidFill>
                  <a:srgbClr val="FF99CC"/>
                </a:solidFill>
                <a:latin typeface="Arial Nova" panose="020B0504020202020204" pitchFamily="34" charset="0"/>
              </a:rPr>
              <a:t>0</a:t>
            </a:r>
          </a:p>
        </p:txBody>
      </p:sp>
      <p:sp>
        <p:nvSpPr>
          <p:cNvPr id="176" name="TextBox 175">
            <a:extLst>
              <a:ext uri="{FF2B5EF4-FFF2-40B4-BE49-F238E27FC236}">
                <a16:creationId xmlns:a16="http://schemas.microsoft.com/office/drawing/2014/main" id="{DA1F2CBE-D218-5A74-449D-EC2DE19957B0}"/>
              </a:ext>
            </a:extLst>
          </p:cNvPr>
          <p:cNvSpPr txBox="1"/>
          <p:nvPr/>
        </p:nvSpPr>
        <p:spPr>
          <a:xfrm>
            <a:off x="8011171" y="1058050"/>
            <a:ext cx="3822373" cy="707886"/>
          </a:xfrm>
          <a:prstGeom prst="rect">
            <a:avLst/>
          </a:prstGeom>
          <a:noFill/>
        </p:spPr>
        <p:txBody>
          <a:bodyPr wrap="square" rtlCol="0">
            <a:spAutoFit/>
          </a:bodyPr>
          <a:lstStyle/>
          <a:p>
            <a:pPr algn="ctr"/>
            <a:r>
              <a:rPr lang="en-BD" sz="1600" b="1" dirty="0">
                <a:latin typeface="Arial Nova" panose="020B0504020202020204" pitchFamily="34" charset="0"/>
              </a:rPr>
              <a:t>EF = ES + Duration (Forward)</a:t>
            </a:r>
          </a:p>
          <a:p>
            <a:pPr algn="ctr"/>
            <a:endParaRPr lang="en-BD" sz="800" b="1" dirty="0">
              <a:latin typeface="Arial Nova" panose="020B0504020202020204" pitchFamily="34" charset="0"/>
            </a:endParaRPr>
          </a:p>
          <a:p>
            <a:pPr algn="ctr"/>
            <a:r>
              <a:rPr lang="en-BD" sz="1600" b="1" dirty="0">
                <a:latin typeface="Arial Nova" panose="020B0504020202020204" pitchFamily="34" charset="0"/>
              </a:rPr>
              <a:t>LS = LF – Duration (Backward)</a:t>
            </a:r>
          </a:p>
        </p:txBody>
      </p:sp>
      <p:cxnSp>
        <p:nvCxnSpPr>
          <p:cNvPr id="178" name="Straight Arrow Connector 177">
            <a:extLst>
              <a:ext uri="{FF2B5EF4-FFF2-40B4-BE49-F238E27FC236}">
                <a16:creationId xmlns:a16="http://schemas.microsoft.com/office/drawing/2014/main" id="{F36AC230-068C-817C-1927-1ABA05E9EAC7}"/>
              </a:ext>
            </a:extLst>
          </p:cNvPr>
          <p:cNvCxnSpPr>
            <a:cxnSpLocks/>
          </p:cNvCxnSpPr>
          <p:nvPr/>
        </p:nvCxnSpPr>
        <p:spPr>
          <a:xfrm flipV="1">
            <a:off x="1326882" y="6039299"/>
            <a:ext cx="333782" cy="718590"/>
          </a:xfrm>
          <a:prstGeom prst="straightConnector1">
            <a:avLst/>
          </a:prstGeom>
          <a:ln w="34925">
            <a:tailEnd type="triangle"/>
          </a:ln>
        </p:spPr>
        <p:style>
          <a:lnRef idx="1">
            <a:schemeClr val="accent1"/>
          </a:lnRef>
          <a:fillRef idx="0">
            <a:schemeClr val="accent1"/>
          </a:fillRef>
          <a:effectRef idx="0">
            <a:schemeClr val="accent1"/>
          </a:effectRef>
          <a:fontRef idx="minor">
            <a:schemeClr val="tx1"/>
          </a:fontRef>
        </p:style>
      </p:cxnSp>
      <p:sp>
        <p:nvSpPr>
          <p:cNvPr id="187" name="TextBox 186">
            <a:extLst>
              <a:ext uri="{FF2B5EF4-FFF2-40B4-BE49-F238E27FC236}">
                <a16:creationId xmlns:a16="http://schemas.microsoft.com/office/drawing/2014/main" id="{C8A49038-C429-4AEC-9346-316B46D5BFA6}"/>
              </a:ext>
            </a:extLst>
          </p:cNvPr>
          <p:cNvSpPr txBox="1"/>
          <p:nvPr/>
        </p:nvSpPr>
        <p:spPr>
          <a:xfrm>
            <a:off x="127410" y="5754552"/>
            <a:ext cx="5573861" cy="307777"/>
          </a:xfrm>
          <a:prstGeom prst="rect">
            <a:avLst/>
          </a:prstGeom>
          <a:noFill/>
        </p:spPr>
        <p:txBody>
          <a:bodyPr wrap="square">
            <a:spAutoFit/>
          </a:bodyPr>
          <a:lstStyle/>
          <a:p>
            <a:pPr algn="just"/>
            <a:r>
              <a:rPr lang="en-US" sz="1400" dirty="0">
                <a:latin typeface="Arial Nova Light" panose="020B0304020202020204" pitchFamily="34" charset="0"/>
              </a:rPr>
              <a:t>Module (Applied when path crossed)</a:t>
            </a:r>
          </a:p>
        </p:txBody>
      </p:sp>
      <p:sp>
        <p:nvSpPr>
          <p:cNvPr id="188" name="TextBox 187">
            <a:extLst>
              <a:ext uri="{FF2B5EF4-FFF2-40B4-BE49-F238E27FC236}">
                <a16:creationId xmlns:a16="http://schemas.microsoft.com/office/drawing/2014/main" id="{41A92D42-CD08-814D-81A2-4F85294E5724}"/>
              </a:ext>
            </a:extLst>
          </p:cNvPr>
          <p:cNvSpPr txBox="1"/>
          <p:nvPr/>
        </p:nvSpPr>
        <p:spPr>
          <a:xfrm>
            <a:off x="2078798" y="1087884"/>
            <a:ext cx="11364686" cy="523220"/>
          </a:xfrm>
          <a:prstGeom prst="rect">
            <a:avLst/>
          </a:prstGeom>
          <a:noFill/>
        </p:spPr>
        <p:txBody>
          <a:bodyPr wrap="square">
            <a:spAutoFit/>
          </a:bodyPr>
          <a:lstStyle/>
          <a:p>
            <a:pPr algn="just"/>
            <a:r>
              <a:rPr lang="en-US" sz="2800" b="1" dirty="0">
                <a:solidFill>
                  <a:srgbClr val="80EFFF"/>
                </a:solidFill>
                <a:latin typeface="Arial Nova Light" panose="020B0304020202020204" pitchFamily="34" charset="0"/>
              </a:rPr>
              <a:t>Sample Problem #1</a:t>
            </a:r>
          </a:p>
        </p:txBody>
      </p:sp>
      <p:sp>
        <p:nvSpPr>
          <p:cNvPr id="4" name="Arc 3">
            <a:extLst>
              <a:ext uri="{FF2B5EF4-FFF2-40B4-BE49-F238E27FC236}">
                <a16:creationId xmlns:a16="http://schemas.microsoft.com/office/drawing/2014/main" id="{B2CE74E2-FB43-99A9-1D2F-A7F94C110830}"/>
              </a:ext>
            </a:extLst>
          </p:cNvPr>
          <p:cNvSpPr/>
          <p:nvPr/>
        </p:nvSpPr>
        <p:spPr>
          <a:xfrm rot="12999961">
            <a:off x="1366280" y="6264477"/>
            <a:ext cx="216295" cy="347919"/>
          </a:xfrm>
          <a:prstGeom prst="arc">
            <a:avLst>
              <a:gd name="adj1" fmla="val 16200000"/>
              <a:gd name="adj2" fmla="val 4383752"/>
            </a:avLst>
          </a:prstGeom>
          <a:ln w="34925">
            <a:solidFill>
              <a:srgbClr val="FEFF8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30" name="Arc 129">
            <a:extLst>
              <a:ext uri="{FF2B5EF4-FFF2-40B4-BE49-F238E27FC236}">
                <a16:creationId xmlns:a16="http://schemas.microsoft.com/office/drawing/2014/main" id="{BE4590B0-63FC-3B4B-B8EC-E53209192F5A}"/>
              </a:ext>
            </a:extLst>
          </p:cNvPr>
          <p:cNvSpPr/>
          <p:nvPr/>
        </p:nvSpPr>
        <p:spPr>
          <a:xfrm rot="18758423">
            <a:off x="8796279" y="5795304"/>
            <a:ext cx="146027" cy="386646"/>
          </a:xfrm>
          <a:prstGeom prst="arc">
            <a:avLst>
              <a:gd name="adj1" fmla="val 16200000"/>
              <a:gd name="adj2" fmla="val 6852811"/>
            </a:avLst>
          </a:prstGeom>
          <a:ln w="34925">
            <a:solidFill>
              <a:srgbClr val="FEFF8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131" name="Straight Arrow Connector 130">
            <a:extLst>
              <a:ext uri="{FF2B5EF4-FFF2-40B4-BE49-F238E27FC236}">
                <a16:creationId xmlns:a16="http://schemas.microsoft.com/office/drawing/2014/main" id="{C19988A0-819E-9076-7322-BCE6F8825FDE}"/>
              </a:ext>
            </a:extLst>
          </p:cNvPr>
          <p:cNvCxnSpPr>
            <a:cxnSpLocks/>
          </p:cNvCxnSpPr>
          <p:nvPr/>
        </p:nvCxnSpPr>
        <p:spPr>
          <a:xfrm>
            <a:off x="4725629" y="2291000"/>
            <a:ext cx="734279" cy="1"/>
          </a:xfrm>
          <a:prstGeom prst="straightConnector1">
            <a:avLst/>
          </a:prstGeom>
          <a:ln w="34925">
            <a:tailEnd type="triangle"/>
          </a:ln>
        </p:spPr>
        <p:style>
          <a:lnRef idx="1">
            <a:schemeClr val="accent1"/>
          </a:lnRef>
          <a:fillRef idx="0">
            <a:schemeClr val="accent1"/>
          </a:fillRef>
          <a:effectRef idx="0">
            <a:schemeClr val="accent1"/>
          </a:effectRef>
          <a:fontRef idx="minor">
            <a:schemeClr val="tx1"/>
          </a:fontRef>
        </p:style>
      </p:cxnSp>
      <p:cxnSp>
        <p:nvCxnSpPr>
          <p:cNvPr id="134" name="Straight Arrow Connector 133">
            <a:extLst>
              <a:ext uri="{FF2B5EF4-FFF2-40B4-BE49-F238E27FC236}">
                <a16:creationId xmlns:a16="http://schemas.microsoft.com/office/drawing/2014/main" id="{86F7D020-075E-DBFC-D670-7EAC12A139AD}"/>
              </a:ext>
            </a:extLst>
          </p:cNvPr>
          <p:cNvCxnSpPr>
            <a:cxnSpLocks/>
          </p:cNvCxnSpPr>
          <p:nvPr/>
        </p:nvCxnSpPr>
        <p:spPr>
          <a:xfrm>
            <a:off x="10211329" y="4232588"/>
            <a:ext cx="734279" cy="1"/>
          </a:xfrm>
          <a:prstGeom prst="straightConnector1">
            <a:avLst/>
          </a:prstGeom>
          <a:ln w="34925">
            <a:tailEnd type="triangle"/>
          </a:ln>
        </p:spPr>
        <p:style>
          <a:lnRef idx="1">
            <a:schemeClr val="accent1"/>
          </a:lnRef>
          <a:fillRef idx="0">
            <a:schemeClr val="accent1"/>
          </a:fillRef>
          <a:effectRef idx="0">
            <a:schemeClr val="accent1"/>
          </a:effectRef>
          <a:fontRef idx="minor">
            <a:schemeClr val="tx1"/>
          </a:fontRef>
        </p:style>
      </p:cxnSp>
      <p:sp>
        <p:nvSpPr>
          <p:cNvPr id="149" name="TextBox 148">
            <a:extLst>
              <a:ext uri="{FF2B5EF4-FFF2-40B4-BE49-F238E27FC236}">
                <a16:creationId xmlns:a16="http://schemas.microsoft.com/office/drawing/2014/main" id="{88D103A2-C189-2216-480D-0C6092D66DD0}"/>
              </a:ext>
            </a:extLst>
          </p:cNvPr>
          <p:cNvSpPr txBox="1"/>
          <p:nvPr/>
        </p:nvSpPr>
        <p:spPr>
          <a:xfrm>
            <a:off x="7821370" y="5773393"/>
            <a:ext cx="565656" cy="369332"/>
          </a:xfrm>
          <a:prstGeom prst="rect">
            <a:avLst/>
          </a:prstGeom>
          <a:noFill/>
        </p:spPr>
        <p:txBody>
          <a:bodyPr wrap="square" rtlCol="0">
            <a:spAutoFit/>
          </a:bodyPr>
          <a:lstStyle/>
          <a:p>
            <a:pPr algn="ctr"/>
            <a:r>
              <a:rPr lang="en-US" b="1" dirty="0">
                <a:latin typeface="Arial Nova" panose="020B0504020202020204" pitchFamily="34" charset="0"/>
              </a:rPr>
              <a:t>21</a:t>
            </a:r>
            <a:endParaRPr lang="en-BD" b="1" dirty="0">
              <a:latin typeface="Arial Nova" panose="020B0504020202020204" pitchFamily="34" charset="0"/>
            </a:endParaRPr>
          </a:p>
        </p:txBody>
      </p:sp>
    </p:spTree>
    <p:extLst>
      <p:ext uri="{BB962C8B-B14F-4D97-AF65-F5344CB8AC3E}">
        <p14:creationId xmlns:p14="http://schemas.microsoft.com/office/powerpoint/2010/main" val="2285829932"/>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316A5661-2CFE-478C-BAC3-729F393F3C4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BC1DA2B-FE6F-1C6E-BFA0-9B15DC40309D}"/>
              </a:ext>
            </a:extLst>
          </p:cNvPr>
          <p:cNvSpPr>
            <a:spLocks noGrp="1"/>
          </p:cNvSpPr>
          <p:nvPr>
            <p:ph type="title"/>
          </p:nvPr>
        </p:nvSpPr>
        <p:spPr>
          <a:xfrm>
            <a:off x="2139081" y="92738"/>
            <a:ext cx="9514055" cy="727957"/>
          </a:xfrm>
        </p:spPr>
        <p:txBody>
          <a:bodyPr anchor="ctr">
            <a:normAutofit/>
          </a:bodyPr>
          <a:lstStyle/>
          <a:p>
            <a:r>
              <a:rPr lang="en-US" sz="3200" dirty="0">
                <a:solidFill>
                  <a:schemeClr val="accent6">
                    <a:lumMod val="40000"/>
                    <a:lumOff val="60000"/>
                  </a:schemeClr>
                </a:solidFill>
                <a:latin typeface="Arial Rounded MT Bold" panose="020F0704030504030204" pitchFamily="34" charset="0"/>
              </a:rPr>
              <a:t>Project management tools</a:t>
            </a:r>
          </a:p>
        </p:txBody>
      </p:sp>
      <p:grpSp>
        <p:nvGrpSpPr>
          <p:cNvPr id="10" name="Group 9">
            <a:extLst>
              <a:ext uri="{FF2B5EF4-FFF2-40B4-BE49-F238E27FC236}">
                <a16:creationId xmlns:a16="http://schemas.microsoft.com/office/drawing/2014/main" id="{FB7BE8CD-E348-464A-82CC-7EF7AA82842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999771" y="649304"/>
            <a:ext cx="913428" cy="1315264"/>
            <a:chOff x="999771" y="649304"/>
            <a:chExt cx="913428" cy="1315264"/>
          </a:xfrm>
        </p:grpSpPr>
        <p:grpSp>
          <p:nvGrpSpPr>
            <p:cNvPr id="11" name="Group 10">
              <a:extLst>
                <a:ext uri="{FF2B5EF4-FFF2-40B4-BE49-F238E27FC236}">
                  <a16:creationId xmlns:a16="http://schemas.microsoft.com/office/drawing/2014/main" id="{B8CC82D2-4C4A-4C67-8483-5199F97B37A7}"/>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999771" y="932104"/>
              <a:ext cx="913428" cy="1032464"/>
              <a:chOff x="999771" y="932104"/>
              <a:chExt cx="913428" cy="1032464"/>
            </a:xfrm>
          </p:grpSpPr>
          <p:grpSp>
            <p:nvGrpSpPr>
              <p:cNvPr id="15" name="Group 14">
                <a:extLst>
                  <a:ext uri="{FF2B5EF4-FFF2-40B4-BE49-F238E27FC236}">
                    <a16:creationId xmlns:a16="http://schemas.microsoft.com/office/drawing/2014/main" id="{70D2391D-AA33-4F5E-BD96-B42D93DED226}"/>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rot="8100000" flipV="1">
                <a:off x="1047457" y="1290386"/>
                <a:ext cx="865742" cy="628383"/>
                <a:chOff x="558167" y="958515"/>
                <a:chExt cx="865742" cy="628383"/>
              </a:xfrm>
              <a:solidFill>
                <a:schemeClr val="accent3"/>
              </a:solidFill>
            </p:grpSpPr>
            <p:sp>
              <p:nvSpPr>
                <p:cNvPr id="22" name="Freeform: Shape 21">
                  <a:extLst>
                    <a:ext uri="{FF2B5EF4-FFF2-40B4-BE49-F238E27FC236}">
                      <a16:creationId xmlns:a16="http://schemas.microsoft.com/office/drawing/2014/main" id="{BE166DCE-539D-4C74-9C9D-AC000BA2F8A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8100000" flipH="1">
                  <a:off x="558167" y="1122160"/>
                  <a:ext cx="464738" cy="464738"/>
                </a:xfrm>
                <a:custGeom>
                  <a:avLst/>
                  <a:gdLst>
                    <a:gd name="connsiteX0" fmla="*/ 446142 w 464738"/>
                    <a:gd name="connsiteY0" fmla="*/ 464738 h 464738"/>
                    <a:gd name="connsiteX1" fmla="*/ 130673 w 464738"/>
                    <a:gd name="connsiteY1" fmla="*/ 334066 h 464738"/>
                    <a:gd name="connsiteX2" fmla="*/ 0 w 464738"/>
                    <a:gd name="connsiteY2" fmla="*/ 18596 h 464738"/>
                    <a:gd name="connsiteX3" fmla="*/ 836 w 464738"/>
                    <a:gd name="connsiteY3" fmla="*/ 1089 h 464738"/>
                    <a:gd name="connsiteX4" fmla="*/ 606 w 464738"/>
                    <a:gd name="connsiteY4" fmla="*/ 859 h 464738"/>
                    <a:gd name="connsiteX5" fmla="*/ 848 w 464738"/>
                    <a:gd name="connsiteY5" fmla="*/ 848 h 464738"/>
                    <a:gd name="connsiteX6" fmla="*/ 859 w 464738"/>
                    <a:gd name="connsiteY6" fmla="*/ 606 h 464738"/>
                    <a:gd name="connsiteX7" fmla="*/ 1089 w 464738"/>
                    <a:gd name="connsiteY7" fmla="*/ 836 h 464738"/>
                    <a:gd name="connsiteX8" fmla="*/ 18596 w 464738"/>
                    <a:gd name="connsiteY8" fmla="*/ 0 h 464738"/>
                    <a:gd name="connsiteX9" fmla="*/ 334066 w 464738"/>
                    <a:gd name="connsiteY9" fmla="*/ 130672 h 464738"/>
                    <a:gd name="connsiteX10" fmla="*/ 464738 w 464738"/>
                    <a:gd name="connsiteY10" fmla="*/ 446142 h 464738"/>
                    <a:gd name="connsiteX11" fmla="*/ 463902 w 464738"/>
                    <a:gd name="connsiteY11" fmla="*/ 463650 h 464738"/>
                    <a:gd name="connsiteX12" fmla="*/ 464132 w 464738"/>
                    <a:gd name="connsiteY12" fmla="*/ 463880 h 464738"/>
                    <a:gd name="connsiteX13" fmla="*/ 463891 w 464738"/>
                    <a:gd name="connsiteY13" fmla="*/ 463892 h 464738"/>
                    <a:gd name="connsiteX14" fmla="*/ 463879 w 464738"/>
                    <a:gd name="connsiteY14" fmla="*/ 464132 h 464738"/>
                    <a:gd name="connsiteX15" fmla="*/ 463650 w 464738"/>
                    <a:gd name="connsiteY15" fmla="*/ 463903 h 4647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64738" h="464738">
                      <a:moveTo>
                        <a:pt x="446142" y="464738"/>
                      </a:moveTo>
                      <a:cubicBezTo>
                        <a:pt x="331965" y="464738"/>
                        <a:pt x="217787" y="421181"/>
                        <a:pt x="130673" y="334066"/>
                      </a:cubicBezTo>
                      <a:cubicBezTo>
                        <a:pt x="43558" y="246952"/>
                        <a:pt x="1" y="132774"/>
                        <a:pt x="0" y="18596"/>
                      </a:cubicBezTo>
                      <a:lnTo>
                        <a:pt x="836" y="1089"/>
                      </a:lnTo>
                      <a:lnTo>
                        <a:pt x="606" y="859"/>
                      </a:lnTo>
                      <a:lnTo>
                        <a:pt x="848" y="848"/>
                      </a:lnTo>
                      <a:lnTo>
                        <a:pt x="859" y="606"/>
                      </a:lnTo>
                      <a:lnTo>
                        <a:pt x="1089" y="836"/>
                      </a:lnTo>
                      <a:lnTo>
                        <a:pt x="18596" y="0"/>
                      </a:lnTo>
                      <a:cubicBezTo>
                        <a:pt x="132774" y="0"/>
                        <a:pt x="246951" y="43557"/>
                        <a:pt x="334066" y="130672"/>
                      </a:cubicBezTo>
                      <a:cubicBezTo>
                        <a:pt x="421181" y="217787"/>
                        <a:pt x="464738" y="331964"/>
                        <a:pt x="464738" y="446142"/>
                      </a:cubicBezTo>
                      <a:lnTo>
                        <a:pt x="463902" y="463650"/>
                      </a:lnTo>
                      <a:lnTo>
                        <a:pt x="464132" y="463880"/>
                      </a:lnTo>
                      <a:lnTo>
                        <a:pt x="463891" y="463892"/>
                      </a:lnTo>
                      <a:lnTo>
                        <a:pt x="463879" y="464132"/>
                      </a:lnTo>
                      <a:lnTo>
                        <a:pt x="463650" y="463903"/>
                      </a:lnTo>
                      <a:close/>
                    </a:path>
                  </a:pathLst>
                </a:custGeom>
                <a:solidFill>
                  <a:schemeClr val="accent4">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3" name="Freeform: Shape 22">
                  <a:extLst>
                    <a:ext uri="{FF2B5EF4-FFF2-40B4-BE49-F238E27FC236}">
                      <a16:creationId xmlns:a16="http://schemas.microsoft.com/office/drawing/2014/main" id="{DCC6BEB5-DA1F-4F9E-BA5D-8F892A0FB8F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flipH="1">
                  <a:off x="959170" y="958515"/>
                  <a:ext cx="464739" cy="464739"/>
                </a:xfrm>
                <a:custGeom>
                  <a:avLst/>
                  <a:gdLst>
                    <a:gd name="connsiteX0" fmla="*/ 464132 w 464739"/>
                    <a:gd name="connsiteY0" fmla="*/ 463881 h 464739"/>
                    <a:gd name="connsiteX1" fmla="*/ 463891 w 464739"/>
                    <a:gd name="connsiteY1" fmla="*/ 463892 h 464739"/>
                    <a:gd name="connsiteX2" fmla="*/ 463880 w 464739"/>
                    <a:gd name="connsiteY2" fmla="*/ 464132 h 464739"/>
                    <a:gd name="connsiteX3" fmla="*/ 463651 w 464739"/>
                    <a:gd name="connsiteY3" fmla="*/ 463904 h 464739"/>
                    <a:gd name="connsiteX4" fmla="*/ 446142 w 464739"/>
                    <a:gd name="connsiteY4" fmla="*/ 464739 h 464739"/>
                    <a:gd name="connsiteX5" fmla="*/ 130673 w 464739"/>
                    <a:gd name="connsiteY5" fmla="*/ 334067 h 464739"/>
                    <a:gd name="connsiteX6" fmla="*/ 0 w 464739"/>
                    <a:gd name="connsiteY6" fmla="*/ 18597 h 464739"/>
                    <a:gd name="connsiteX7" fmla="*/ 836 w 464739"/>
                    <a:gd name="connsiteY7" fmla="*/ 1089 h 464739"/>
                    <a:gd name="connsiteX8" fmla="*/ 607 w 464739"/>
                    <a:gd name="connsiteY8" fmla="*/ 859 h 464739"/>
                    <a:gd name="connsiteX9" fmla="*/ 848 w 464739"/>
                    <a:gd name="connsiteY9" fmla="*/ 848 h 464739"/>
                    <a:gd name="connsiteX10" fmla="*/ 859 w 464739"/>
                    <a:gd name="connsiteY10" fmla="*/ 607 h 464739"/>
                    <a:gd name="connsiteX11" fmla="*/ 1089 w 464739"/>
                    <a:gd name="connsiteY11" fmla="*/ 836 h 464739"/>
                    <a:gd name="connsiteX12" fmla="*/ 18597 w 464739"/>
                    <a:gd name="connsiteY12" fmla="*/ 0 h 464739"/>
                    <a:gd name="connsiteX13" fmla="*/ 334067 w 464739"/>
                    <a:gd name="connsiteY13" fmla="*/ 130672 h 464739"/>
                    <a:gd name="connsiteX14" fmla="*/ 464739 w 464739"/>
                    <a:gd name="connsiteY14" fmla="*/ 446142 h 464739"/>
                    <a:gd name="connsiteX15" fmla="*/ 463903 w 464739"/>
                    <a:gd name="connsiteY15" fmla="*/ 463652 h 464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64739" h="464739">
                      <a:moveTo>
                        <a:pt x="464132" y="463881"/>
                      </a:moveTo>
                      <a:lnTo>
                        <a:pt x="463891" y="463892"/>
                      </a:lnTo>
                      <a:lnTo>
                        <a:pt x="463880" y="464132"/>
                      </a:lnTo>
                      <a:lnTo>
                        <a:pt x="463651" y="463904"/>
                      </a:lnTo>
                      <a:lnTo>
                        <a:pt x="446142" y="464739"/>
                      </a:lnTo>
                      <a:cubicBezTo>
                        <a:pt x="331965" y="464739"/>
                        <a:pt x="217787" y="421182"/>
                        <a:pt x="130673" y="334067"/>
                      </a:cubicBezTo>
                      <a:cubicBezTo>
                        <a:pt x="43558" y="246953"/>
                        <a:pt x="1" y="132775"/>
                        <a:pt x="0" y="18597"/>
                      </a:cubicBezTo>
                      <a:lnTo>
                        <a:pt x="836" y="1089"/>
                      </a:lnTo>
                      <a:lnTo>
                        <a:pt x="607" y="859"/>
                      </a:lnTo>
                      <a:lnTo>
                        <a:pt x="848" y="848"/>
                      </a:lnTo>
                      <a:lnTo>
                        <a:pt x="859" y="607"/>
                      </a:lnTo>
                      <a:lnTo>
                        <a:pt x="1089" y="836"/>
                      </a:lnTo>
                      <a:lnTo>
                        <a:pt x="18597" y="0"/>
                      </a:lnTo>
                      <a:cubicBezTo>
                        <a:pt x="132775" y="0"/>
                        <a:pt x="246952" y="43557"/>
                        <a:pt x="334067" y="130672"/>
                      </a:cubicBezTo>
                      <a:cubicBezTo>
                        <a:pt x="421182" y="217787"/>
                        <a:pt x="464739" y="331964"/>
                        <a:pt x="464739" y="446142"/>
                      </a:cubicBezTo>
                      <a:lnTo>
                        <a:pt x="463903" y="463652"/>
                      </a:lnTo>
                      <a:close/>
                    </a:path>
                  </a:pathLst>
                </a:custGeom>
                <a:solidFill>
                  <a:schemeClr val="accent4">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grpSp>
          <p:grpSp>
            <p:nvGrpSpPr>
              <p:cNvPr id="16" name="Group 15">
                <a:extLst>
                  <a:ext uri="{FF2B5EF4-FFF2-40B4-BE49-F238E27FC236}">
                    <a16:creationId xmlns:a16="http://schemas.microsoft.com/office/drawing/2014/main" id="{C0300EB9-093C-4C32-A212-821D7AC082B4}"/>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rot="10800000" flipH="1" flipV="1">
                <a:off x="999771" y="932104"/>
                <a:ext cx="864005" cy="1032464"/>
                <a:chOff x="2207971" y="2384401"/>
                <a:chExt cx="864005" cy="1032464"/>
              </a:xfrm>
            </p:grpSpPr>
            <p:sp>
              <p:nvSpPr>
                <p:cNvPr id="17" name="Freeform: Shape 16">
                  <a:extLst>
                    <a:ext uri="{FF2B5EF4-FFF2-40B4-BE49-F238E27FC236}">
                      <a16:creationId xmlns:a16="http://schemas.microsoft.com/office/drawing/2014/main" id="{AFC97B3C-CF0E-4C93-AA39-7A677A12C50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3500000">
                  <a:off x="2207971" y="2856305"/>
                  <a:ext cx="464739" cy="464739"/>
                </a:xfrm>
                <a:custGeom>
                  <a:avLst/>
                  <a:gdLst>
                    <a:gd name="connsiteX0" fmla="*/ 464132 w 464739"/>
                    <a:gd name="connsiteY0" fmla="*/ 463881 h 464739"/>
                    <a:gd name="connsiteX1" fmla="*/ 463891 w 464739"/>
                    <a:gd name="connsiteY1" fmla="*/ 463892 h 464739"/>
                    <a:gd name="connsiteX2" fmla="*/ 463880 w 464739"/>
                    <a:gd name="connsiteY2" fmla="*/ 464132 h 464739"/>
                    <a:gd name="connsiteX3" fmla="*/ 463651 w 464739"/>
                    <a:gd name="connsiteY3" fmla="*/ 463904 h 464739"/>
                    <a:gd name="connsiteX4" fmla="*/ 446142 w 464739"/>
                    <a:gd name="connsiteY4" fmla="*/ 464739 h 464739"/>
                    <a:gd name="connsiteX5" fmla="*/ 130673 w 464739"/>
                    <a:gd name="connsiteY5" fmla="*/ 334067 h 464739"/>
                    <a:gd name="connsiteX6" fmla="*/ 0 w 464739"/>
                    <a:gd name="connsiteY6" fmla="*/ 18597 h 464739"/>
                    <a:gd name="connsiteX7" fmla="*/ 836 w 464739"/>
                    <a:gd name="connsiteY7" fmla="*/ 1089 h 464739"/>
                    <a:gd name="connsiteX8" fmla="*/ 607 w 464739"/>
                    <a:gd name="connsiteY8" fmla="*/ 859 h 464739"/>
                    <a:gd name="connsiteX9" fmla="*/ 848 w 464739"/>
                    <a:gd name="connsiteY9" fmla="*/ 848 h 464739"/>
                    <a:gd name="connsiteX10" fmla="*/ 859 w 464739"/>
                    <a:gd name="connsiteY10" fmla="*/ 607 h 464739"/>
                    <a:gd name="connsiteX11" fmla="*/ 1089 w 464739"/>
                    <a:gd name="connsiteY11" fmla="*/ 836 h 464739"/>
                    <a:gd name="connsiteX12" fmla="*/ 18597 w 464739"/>
                    <a:gd name="connsiteY12" fmla="*/ 0 h 464739"/>
                    <a:gd name="connsiteX13" fmla="*/ 334067 w 464739"/>
                    <a:gd name="connsiteY13" fmla="*/ 130672 h 464739"/>
                    <a:gd name="connsiteX14" fmla="*/ 464739 w 464739"/>
                    <a:gd name="connsiteY14" fmla="*/ 446142 h 464739"/>
                    <a:gd name="connsiteX15" fmla="*/ 463903 w 464739"/>
                    <a:gd name="connsiteY15" fmla="*/ 463652 h 464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64739" h="464739">
                      <a:moveTo>
                        <a:pt x="464132" y="463881"/>
                      </a:moveTo>
                      <a:lnTo>
                        <a:pt x="463891" y="463892"/>
                      </a:lnTo>
                      <a:lnTo>
                        <a:pt x="463880" y="464132"/>
                      </a:lnTo>
                      <a:lnTo>
                        <a:pt x="463651" y="463904"/>
                      </a:lnTo>
                      <a:lnTo>
                        <a:pt x="446142" y="464739"/>
                      </a:lnTo>
                      <a:cubicBezTo>
                        <a:pt x="331965" y="464739"/>
                        <a:pt x="217787" y="421182"/>
                        <a:pt x="130673" y="334067"/>
                      </a:cubicBezTo>
                      <a:cubicBezTo>
                        <a:pt x="43558" y="246953"/>
                        <a:pt x="1" y="132775"/>
                        <a:pt x="0" y="18597"/>
                      </a:cubicBezTo>
                      <a:lnTo>
                        <a:pt x="836" y="1089"/>
                      </a:lnTo>
                      <a:lnTo>
                        <a:pt x="607" y="859"/>
                      </a:lnTo>
                      <a:lnTo>
                        <a:pt x="848" y="848"/>
                      </a:lnTo>
                      <a:lnTo>
                        <a:pt x="859" y="607"/>
                      </a:lnTo>
                      <a:lnTo>
                        <a:pt x="1089" y="836"/>
                      </a:lnTo>
                      <a:lnTo>
                        <a:pt x="18597" y="0"/>
                      </a:lnTo>
                      <a:cubicBezTo>
                        <a:pt x="132775" y="0"/>
                        <a:pt x="246952" y="43557"/>
                        <a:pt x="334067" y="130672"/>
                      </a:cubicBezTo>
                      <a:cubicBezTo>
                        <a:pt x="421182" y="217787"/>
                        <a:pt x="464739" y="331964"/>
                        <a:pt x="464739" y="446142"/>
                      </a:cubicBezTo>
                      <a:lnTo>
                        <a:pt x="463903" y="463652"/>
                      </a:lnTo>
                      <a:close/>
                    </a:path>
                  </a:pathLst>
                </a:cu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8" name="Freeform: Shape 17">
                  <a:extLst>
                    <a:ext uri="{FF2B5EF4-FFF2-40B4-BE49-F238E27FC236}">
                      <a16:creationId xmlns:a16="http://schemas.microsoft.com/office/drawing/2014/main" id="{0943F14E-6185-4A31-8318-2088A05F5C9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2607238" y="2688467"/>
                  <a:ext cx="464738" cy="464738"/>
                </a:xfrm>
                <a:custGeom>
                  <a:avLst/>
                  <a:gdLst>
                    <a:gd name="connsiteX0" fmla="*/ 446142 w 464738"/>
                    <a:gd name="connsiteY0" fmla="*/ 464738 h 464738"/>
                    <a:gd name="connsiteX1" fmla="*/ 130673 w 464738"/>
                    <a:gd name="connsiteY1" fmla="*/ 334066 h 464738"/>
                    <a:gd name="connsiteX2" fmla="*/ 0 w 464738"/>
                    <a:gd name="connsiteY2" fmla="*/ 18596 h 464738"/>
                    <a:gd name="connsiteX3" fmla="*/ 836 w 464738"/>
                    <a:gd name="connsiteY3" fmla="*/ 1089 h 464738"/>
                    <a:gd name="connsiteX4" fmla="*/ 606 w 464738"/>
                    <a:gd name="connsiteY4" fmla="*/ 859 h 464738"/>
                    <a:gd name="connsiteX5" fmla="*/ 848 w 464738"/>
                    <a:gd name="connsiteY5" fmla="*/ 848 h 464738"/>
                    <a:gd name="connsiteX6" fmla="*/ 859 w 464738"/>
                    <a:gd name="connsiteY6" fmla="*/ 606 h 464738"/>
                    <a:gd name="connsiteX7" fmla="*/ 1089 w 464738"/>
                    <a:gd name="connsiteY7" fmla="*/ 836 h 464738"/>
                    <a:gd name="connsiteX8" fmla="*/ 18596 w 464738"/>
                    <a:gd name="connsiteY8" fmla="*/ 0 h 464738"/>
                    <a:gd name="connsiteX9" fmla="*/ 334066 w 464738"/>
                    <a:gd name="connsiteY9" fmla="*/ 130672 h 464738"/>
                    <a:gd name="connsiteX10" fmla="*/ 464738 w 464738"/>
                    <a:gd name="connsiteY10" fmla="*/ 446142 h 464738"/>
                    <a:gd name="connsiteX11" fmla="*/ 463902 w 464738"/>
                    <a:gd name="connsiteY11" fmla="*/ 463650 h 464738"/>
                    <a:gd name="connsiteX12" fmla="*/ 464132 w 464738"/>
                    <a:gd name="connsiteY12" fmla="*/ 463880 h 464738"/>
                    <a:gd name="connsiteX13" fmla="*/ 463891 w 464738"/>
                    <a:gd name="connsiteY13" fmla="*/ 463892 h 464738"/>
                    <a:gd name="connsiteX14" fmla="*/ 463879 w 464738"/>
                    <a:gd name="connsiteY14" fmla="*/ 464132 h 464738"/>
                    <a:gd name="connsiteX15" fmla="*/ 463650 w 464738"/>
                    <a:gd name="connsiteY15" fmla="*/ 463903 h 4647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64738" h="464738">
                      <a:moveTo>
                        <a:pt x="446142" y="464738"/>
                      </a:moveTo>
                      <a:cubicBezTo>
                        <a:pt x="331965" y="464738"/>
                        <a:pt x="217787" y="421181"/>
                        <a:pt x="130673" y="334066"/>
                      </a:cubicBezTo>
                      <a:cubicBezTo>
                        <a:pt x="43558" y="246952"/>
                        <a:pt x="1" y="132774"/>
                        <a:pt x="0" y="18596"/>
                      </a:cubicBezTo>
                      <a:lnTo>
                        <a:pt x="836" y="1089"/>
                      </a:lnTo>
                      <a:lnTo>
                        <a:pt x="606" y="859"/>
                      </a:lnTo>
                      <a:lnTo>
                        <a:pt x="848" y="848"/>
                      </a:lnTo>
                      <a:lnTo>
                        <a:pt x="859" y="606"/>
                      </a:lnTo>
                      <a:lnTo>
                        <a:pt x="1089" y="836"/>
                      </a:lnTo>
                      <a:lnTo>
                        <a:pt x="18596" y="0"/>
                      </a:lnTo>
                      <a:cubicBezTo>
                        <a:pt x="132774" y="0"/>
                        <a:pt x="246951" y="43557"/>
                        <a:pt x="334066" y="130672"/>
                      </a:cubicBezTo>
                      <a:cubicBezTo>
                        <a:pt x="421181" y="217787"/>
                        <a:pt x="464738" y="331964"/>
                        <a:pt x="464738" y="446142"/>
                      </a:cubicBezTo>
                      <a:lnTo>
                        <a:pt x="463902" y="463650"/>
                      </a:lnTo>
                      <a:lnTo>
                        <a:pt x="464132" y="463880"/>
                      </a:lnTo>
                      <a:lnTo>
                        <a:pt x="463891" y="463892"/>
                      </a:lnTo>
                      <a:lnTo>
                        <a:pt x="463879" y="464132"/>
                      </a:lnTo>
                      <a:lnTo>
                        <a:pt x="463650" y="463903"/>
                      </a:lnTo>
                      <a:close/>
                    </a:path>
                  </a:pathLst>
                </a:cu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nvGrpSpPr>
                <p:cNvPr id="19" name="Group 18">
                  <a:extLst>
                    <a:ext uri="{FF2B5EF4-FFF2-40B4-BE49-F238E27FC236}">
                      <a16:creationId xmlns:a16="http://schemas.microsoft.com/office/drawing/2014/main" id="{F3B56658-371E-446B-B30D-D4EA2A88A973}"/>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2440769" y="2384401"/>
                  <a:ext cx="313009" cy="1032464"/>
                  <a:chOff x="2440769" y="2384401"/>
                  <a:chExt cx="313009" cy="1032464"/>
                </a:xfrm>
              </p:grpSpPr>
              <p:cxnSp>
                <p:nvCxnSpPr>
                  <p:cNvPr id="20" name="Straight Connector 19">
                    <a:extLst>
                      <a:ext uri="{FF2B5EF4-FFF2-40B4-BE49-F238E27FC236}">
                        <a16:creationId xmlns:a16="http://schemas.microsoft.com/office/drawing/2014/main" id="{068979FB-2943-4091-A490-D9F8695DF0D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rot="10800000" flipH="1">
                    <a:off x="2440769" y="2516865"/>
                    <a:ext cx="0" cy="900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B378C39C-3FC0-4521-8336-33A86391920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rot="8100000" flipH="1">
                    <a:off x="2753778" y="2384401"/>
                    <a:ext cx="0" cy="900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grpSp>
        <p:grpSp>
          <p:nvGrpSpPr>
            <p:cNvPr id="12" name="Group 11">
              <a:extLst>
                <a:ext uri="{FF2B5EF4-FFF2-40B4-BE49-F238E27FC236}">
                  <a16:creationId xmlns:a16="http://schemas.microsoft.com/office/drawing/2014/main" id="{72C6951D-2EAF-4333-B8A8-F473DC3BDF44}"/>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1437136" y="649304"/>
              <a:ext cx="388541" cy="388541"/>
              <a:chOff x="5752675" y="5440856"/>
              <a:chExt cx="388541" cy="388541"/>
            </a:xfrm>
          </p:grpSpPr>
          <p:sp>
            <p:nvSpPr>
              <p:cNvPr id="13" name="Oval 12">
                <a:extLst>
                  <a:ext uri="{FF2B5EF4-FFF2-40B4-BE49-F238E27FC236}">
                    <a16:creationId xmlns:a16="http://schemas.microsoft.com/office/drawing/2014/main" id="{63E77698-5758-433A-9DF3-3BE43B6FBDA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5800801" y="5488982"/>
                <a:ext cx="340415" cy="340415"/>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4" name="Oval 13">
                <a:extLst>
                  <a:ext uri="{FF2B5EF4-FFF2-40B4-BE49-F238E27FC236}">
                    <a16:creationId xmlns:a16="http://schemas.microsoft.com/office/drawing/2014/main" id="{FF47FF7F-75A9-438D-8BA7-428BF76974C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52675" y="5440856"/>
                <a:ext cx="340415" cy="340415"/>
              </a:xfrm>
              <a:prstGeom prst="ellipse">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grpSp>
      <p:sp>
        <p:nvSpPr>
          <p:cNvPr id="25" name="TextBox 24">
            <a:extLst>
              <a:ext uri="{FF2B5EF4-FFF2-40B4-BE49-F238E27FC236}">
                <a16:creationId xmlns:a16="http://schemas.microsoft.com/office/drawing/2014/main" id="{D856AD59-8AD1-B85F-4827-7B31CC175126}"/>
              </a:ext>
            </a:extLst>
          </p:cNvPr>
          <p:cNvSpPr txBox="1"/>
          <p:nvPr/>
        </p:nvSpPr>
        <p:spPr>
          <a:xfrm>
            <a:off x="2030244" y="634297"/>
            <a:ext cx="6096000" cy="523220"/>
          </a:xfrm>
          <a:prstGeom prst="rect">
            <a:avLst/>
          </a:prstGeom>
          <a:noFill/>
        </p:spPr>
        <p:txBody>
          <a:bodyPr wrap="square">
            <a:spAutoFit/>
          </a:bodyPr>
          <a:lstStyle/>
          <a:p>
            <a:r>
              <a:rPr lang="en-US" sz="2800" dirty="0">
                <a:solidFill>
                  <a:srgbClr val="FFFF00"/>
                </a:solidFill>
                <a:latin typeface="Arial Rounded MT Bold" panose="020F0704030504030204" pitchFamily="34" charset="0"/>
              </a:rPr>
              <a:t>Critical Path Analysis </a:t>
            </a:r>
          </a:p>
        </p:txBody>
      </p:sp>
      <p:sp>
        <p:nvSpPr>
          <p:cNvPr id="3" name="Rectangle 2">
            <a:extLst>
              <a:ext uri="{FF2B5EF4-FFF2-40B4-BE49-F238E27FC236}">
                <a16:creationId xmlns:a16="http://schemas.microsoft.com/office/drawing/2014/main" id="{22678479-6982-0640-FED1-4C99EF92124D}"/>
              </a:ext>
            </a:extLst>
          </p:cNvPr>
          <p:cNvSpPr/>
          <p:nvPr/>
        </p:nvSpPr>
        <p:spPr>
          <a:xfrm>
            <a:off x="290032" y="3854837"/>
            <a:ext cx="1147104" cy="66874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BD" b="1" dirty="0">
                <a:solidFill>
                  <a:schemeClr val="bg1"/>
                </a:solidFill>
                <a:latin typeface="Arial Nova" panose="020B0504020202020204" pitchFamily="34" charset="0"/>
              </a:rPr>
              <a:t>Start</a:t>
            </a:r>
          </a:p>
        </p:txBody>
      </p:sp>
      <p:sp>
        <p:nvSpPr>
          <p:cNvPr id="5" name="Rectangle 4">
            <a:extLst>
              <a:ext uri="{FF2B5EF4-FFF2-40B4-BE49-F238E27FC236}">
                <a16:creationId xmlns:a16="http://schemas.microsoft.com/office/drawing/2014/main" id="{12D100C2-ACF3-D465-0C62-E73CF3BECEEF}"/>
              </a:ext>
            </a:extLst>
          </p:cNvPr>
          <p:cNvSpPr/>
          <p:nvPr/>
        </p:nvSpPr>
        <p:spPr>
          <a:xfrm>
            <a:off x="1912331" y="3854837"/>
            <a:ext cx="1147104" cy="66874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BD" sz="2400" b="1" dirty="0"/>
              <a:t>N,5</a:t>
            </a:r>
          </a:p>
        </p:txBody>
      </p:sp>
      <p:sp>
        <p:nvSpPr>
          <p:cNvPr id="6" name="Rectangle 5">
            <a:extLst>
              <a:ext uri="{FF2B5EF4-FFF2-40B4-BE49-F238E27FC236}">
                <a16:creationId xmlns:a16="http://schemas.microsoft.com/office/drawing/2014/main" id="{64B1276E-BA45-6442-B26A-39DCBF97369A}"/>
              </a:ext>
            </a:extLst>
          </p:cNvPr>
          <p:cNvSpPr/>
          <p:nvPr/>
        </p:nvSpPr>
        <p:spPr>
          <a:xfrm>
            <a:off x="3543671" y="1920841"/>
            <a:ext cx="1147104" cy="66874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BD" sz="2400" b="1" dirty="0"/>
              <a:t>A,4</a:t>
            </a:r>
          </a:p>
        </p:txBody>
      </p:sp>
      <p:sp>
        <p:nvSpPr>
          <p:cNvPr id="7" name="Rectangle 6">
            <a:extLst>
              <a:ext uri="{FF2B5EF4-FFF2-40B4-BE49-F238E27FC236}">
                <a16:creationId xmlns:a16="http://schemas.microsoft.com/office/drawing/2014/main" id="{F64195FC-F36F-83B6-6758-4E094EA9F4C6}"/>
              </a:ext>
            </a:extLst>
          </p:cNvPr>
          <p:cNvSpPr/>
          <p:nvPr/>
        </p:nvSpPr>
        <p:spPr>
          <a:xfrm>
            <a:off x="3534630" y="3854836"/>
            <a:ext cx="1147104" cy="66874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BD" sz="2400" b="1" dirty="0"/>
              <a:t>B,10</a:t>
            </a:r>
          </a:p>
        </p:txBody>
      </p:sp>
      <p:sp>
        <p:nvSpPr>
          <p:cNvPr id="9" name="Rectangle 8">
            <a:extLst>
              <a:ext uri="{FF2B5EF4-FFF2-40B4-BE49-F238E27FC236}">
                <a16:creationId xmlns:a16="http://schemas.microsoft.com/office/drawing/2014/main" id="{494B9C95-D98D-136C-D6AC-0AAC3C8D312F}"/>
              </a:ext>
            </a:extLst>
          </p:cNvPr>
          <p:cNvSpPr/>
          <p:nvPr/>
        </p:nvSpPr>
        <p:spPr>
          <a:xfrm>
            <a:off x="3536703" y="6106475"/>
            <a:ext cx="1147104" cy="66874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BD" sz="2400" b="1" dirty="0"/>
              <a:t>C,7</a:t>
            </a:r>
          </a:p>
        </p:txBody>
      </p:sp>
      <p:sp>
        <p:nvSpPr>
          <p:cNvPr id="24" name="Rectangle 23">
            <a:extLst>
              <a:ext uri="{FF2B5EF4-FFF2-40B4-BE49-F238E27FC236}">
                <a16:creationId xmlns:a16="http://schemas.microsoft.com/office/drawing/2014/main" id="{8BCCAD03-6700-2CAC-CBDA-A5BB9BC36A49}"/>
              </a:ext>
            </a:extLst>
          </p:cNvPr>
          <p:cNvSpPr/>
          <p:nvPr/>
        </p:nvSpPr>
        <p:spPr>
          <a:xfrm>
            <a:off x="5495704" y="1911304"/>
            <a:ext cx="1147104" cy="66874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BD" sz="2400" b="1" dirty="0"/>
              <a:t>D,5</a:t>
            </a:r>
          </a:p>
        </p:txBody>
      </p:sp>
      <p:sp>
        <p:nvSpPr>
          <p:cNvPr id="26" name="Rectangle 25">
            <a:extLst>
              <a:ext uri="{FF2B5EF4-FFF2-40B4-BE49-F238E27FC236}">
                <a16:creationId xmlns:a16="http://schemas.microsoft.com/office/drawing/2014/main" id="{A925F98B-B8D6-38E4-3D38-64A6E511E46A}"/>
              </a:ext>
            </a:extLst>
          </p:cNvPr>
          <p:cNvSpPr/>
          <p:nvPr/>
        </p:nvSpPr>
        <p:spPr>
          <a:xfrm>
            <a:off x="5495704" y="3071384"/>
            <a:ext cx="1147104" cy="668741"/>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BD" sz="2400" b="1" dirty="0"/>
              <a:t>G,2</a:t>
            </a:r>
          </a:p>
        </p:txBody>
      </p:sp>
      <p:sp>
        <p:nvSpPr>
          <p:cNvPr id="27" name="Rectangle 26">
            <a:extLst>
              <a:ext uri="{FF2B5EF4-FFF2-40B4-BE49-F238E27FC236}">
                <a16:creationId xmlns:a16="http://schemas.microsoft.com/office/drawing/2014/main" id="{A42FE439-5F76-6887-4650-34EB9380ED35}"/>
              </a:ext>
            </a:extLst>
          </p:cNvPr>
          <p:cNvSpPr/>
          <p:nvPr/>
        </p:nvSpPr>
        <p:spPr>
          <a:xfrm>
            <a:off x="7135093" y="2421136"/>
            <a:ext cx="1147104" cy="66874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BD" sz="2400" b="1" dirty="0"/>
              <a:t>E,3</a:t>
            </a:r>
          </a:p>
        </p:txBody>
      </p:sp>
      <p:sp>
        <p:nvSpPr>
          <p:cNvPr id="28" name="Rectangle 27">
            <a:extLst>
              <a:ext uri="{FF2B5EF4-FFF2-40B4-BE49-F238E27FC236}">
                <a16:creationId xmlns:a16="http://schemas.microsoft.com/office/drawing/2014/main" id="{21D39EEF-0AC8-2CC8-3708-857749077089}"/>
              </a:ext>
            </a:extLst>
          </p:cNvPr>
          <p:cNvSpPr/>
          <p:nvPr/>
        </p:nvSpPr>
        <p:spPr>
          <a:xfrm>
            <a:off x="5503157" y="4361440"/>
            <a:ext cx="1147104" cy="66874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BD" sz="2400" b="1" dirty="0"/>
              <a:t>H,16</a:t>
            </a:r>
          </a:p>
        </p:txBody>
      </p:sp>
      <p:sp>
        <p:nvSpPr>
          <p:cNvPr id="29" name="Rectangle 28">
            <a:extLst>
              <a:ext uri="{FF2B5EF4-FFF2-40B4-BE49-F238E27FC236}">
                <a16:creationId xmlns:a16="http://schemas.microsoft.com/office/drawing/2014/main" id="{7948FFB7-38E8-DA7A-2A9C-75CE7E6B5FBA}"/>
              </a:ext>
            </a:extLst>
          </p:cNvPr>
          <p:cNvSpPr/>
          <p:nvPr/>
        </p:nvSpPr>
        <p:spPr>
          <a:xfrm>
            <a:off x="7135093" y="3610890"/>
            <a:ext cx="1147104" cy="66874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BD" sz="2400" b="1" dirty="0"/>
              <a:t>I,4</a:t>
            </a:r>
          </a:p>
        </p:txBody>
      </p:sp>
      <p:sp>
        <p:nvSpPr>
          <p:cNvPr id="30" name="Rectangle 29">
            <a:extLst>
              <a:ext uri="{FF2B5EF4-FFF2-40B4-BE49-F238E27FC236}">
                <a16:creationId xmlns:a16="http://schemas.microsoft.com/office/drawing/2014/main" id="{A8FA4E22-F1A7-B683-29DD-676A616E729B}"/>
              </a:ext>
            </a:extLst>
          </p:cNvPr>
          <p:cNvSpPr/>
          <p:nvPr/>
        </p:nvSpPr>
        <p:spPr>
          <a:xfrm>
            <a:off x="7154528" y="4814065"/>
            <a:ext cx="1147104" cy="66874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BD" sz="2400" b="1" dirty="0"/>
              <a:t>J,8</a:t>
            </a:r>
          </a:p>
        </p:txBody>
      </p:sp>
      <p:sp>
        <p:nvSpPr>
          <p:cNvPr id="31" name="Rectangle 30">
            <a:extLst>
              <a:ext uri="{FF2B5EF4-FFF2-40B4-BE49-F238E27FC236}">
                <a16:creationId xmlns:a16="http://schemas.microsoft.com/office/drawing/2014/main" id="{2BD0817A-FF06-061C-1F86-E815B049AA84}"/>
              </a:ext>
            </a:extLst>
          </p:cNvPr>
          <p:cNvSpPr/>
          <p:nvPr/>
        </p:nvSpPr>
        <p:spPr>
          <a:xfrm>
            <a:off x="7118534" y="6089148"/>
            <a:ext cx="1147104" cy="66874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BD" sz="2400" b="1" dirty="0"/>
              <a:t>L,9</a:t>
            </a:r>
          </a:p>
        </p:txBody>
      </p:sp>
      <p:sp>
        <p:nvSpPr>
          <p:cNvPr id="32" name="Rectangle 31">
            <a:extLst>
              <a:ext uri="{FF2B5EF4-FFF2-40B4-BE49-F238E27FC236}">
                <a16:creationId xmlns:a16="http://schemas.microsoft.com/office/drawing/2014/main" id="{893F9A6A-19A9-242F-DEDD-F82161D57097}"/>
              </a:ext>
            </a:extLst>
          </p:cNvPr>
          <p:cNvSpPr/>
          <p:nvPr/>
        </p:nvSpPr>
        <p:spPr>
          <a:xfrm>
            <a:off x="9053495" y="3898218"/>
            <a:ext cx="1147104" cy="66874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BD" sz="2400" b="1" dirty="0"/>
              <a:t>K,5</a:t>
            </a:r>
          </a:p>
        </p:txBody>
      </p:sp>
      <p:sp>
        <p:nvSpPr>
          <p:cNvPr id="33" name="Rectangle 32">
            <a:extLst>
              <a:ext uri="{FF2B5EF4-FFF2-40B4-BE49-F238E27FC236}">
                <a16:creationId xmlns:a16="http://schemas.microsoft.com/office/drawing/2014/main" id="{80E3ADB8-D254-94C7-3746-745EC21DE1E4}"/>
              </a:ext>
            </a:extLst>
          </p:cNvPr>
          <p:cNvSpPr/>
          <p:nvPr/>
        </p:nvSpPr>
        <p:spPr>
          <a:xfrm>
            <a:off x="9081838" y="6099970"/>
            <a:ext cx="1147104" cy="66874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BD" sz="2400" b="1" dirty="0"/>
              <a:t>M,1</a:t>
            </a:r>
            <a:r>
              <a:rPr lang="en-US" sz="2400" b="1" dirty="0"/>
              <a:t>1</a:t>
            </a:r>
            <a:endParaRPr lang="en-BD" sz="2400" b="1" dirty="0"/>
          </a:p>
        </p:txBody>
      </p:sp>
      <p:sp>
        <p:nvSpPr>
          <p:cNvPr id="34" name="Rectangle 33">
            <a:extLst>
              <a:ext uri="{FF2B5EF4-FFF2-40B4-BE49-F238E27FC236}">
                <a16:creationId xmlns:a16="http://schemas.microsoft.com/office/drawing/2014/main" id="{429B219A-3C4F-AE70-0635-D4F76C29D3ED}"/>
              </a:ext>
            </a:extLst>
          </p:cNvPr>
          <p:cNvSpPr/>
          <p:nvPr/>
        </p:nvSpPr>
        <p:spPr>
          <a:xfrm>
            <a:off x="9016476" y="2389851"/>
            <a:ext cx="1147104" cy="66874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BD" sz="2400" b="1" dirty="0"/>
              <a:t>F,6</a:t>
            </a:r>
          </a:p>
        </p:txBody>
      </p:sp>
      <p:sp>
        <p:nvSpPr>
          <p:cNvPr id="35" name="Rectangle 34">
            <a:extLst>
              <a:ext uri="{FF2B5EF4-FFF2-40B4-BE49-F238E27FC236}">
                <a16:creationId xmlns:a16="http://schemas.microsoft.com/office/drawing/2014/main" id="{3046C4AC-C0EA-758D-6D65-7E8F5B9C4788}"/>
              </a:ext>
            </a:extLst>
          </p:cNvPr>
          <p:cNvSpPr/>
          <p:nvPr/>
        </p:nvSpPr>
        <p:spPr>
          <a:xfrm>
            <a:off x="10937237" y="3870062"/>
            <a:ext cx="1147104" cy="66874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BD" b="1" dirty="0">
                <a:solidFill>
                  <a:schemeClr val="bg1"/>
                </a:solidFill>
                <a:latin typeface="Arial Nova" panose="020B0504020202020204" pitchFamily="34" charset="0"/>
              </a:rPr>
              <a:t>End</a:t>
            </a:r>
          </a:p>
        </p:txBody>
      </p:sp>
      <p:cxnSp>
        <p:nvCxnSpPr>
          <p:cNvPr id="37" name="Straight Arrow Connector 36">
            <a:extLst>
              <a:ext uri="{FF2B5EF4-FFF2-40B4-BE49-F238E27FC236}">
                <a16:creationId xmlns:a16="http://schemas.microsoft.com/office/drawing/2014/main" id="{AC4FE2A2-6D5F-BBF4-9992-40397FC5463B}"/>
              </a:ext>
            </a:extLst>
          </p:cNvPr>
          <p:cNvCxnSpPr>
            <a:cxnSpLocks/>
            <a:endCxn id="5" idx="1"/>
          </p:cNvCxnSpPr>
          <p:nvPr/>
        </p:nvCxnSpPr>
        <p:spPr>
          <a:xfrm flipV="1">
            <a:off x="1428135" y="4189208"/>
            <a:ext cx="484196" cy="757"/>
          </a:xfrm>
          <a:prstGeom prst="straightConnector1">
            <a:avLst/>
          </a:prstGeom>
          <a:ln w="34925">
            <a:tailEnd type="triangle"/>
          </a:ln>
        </p:spPr>
        <p:style>
          <a:lnRef idx="1">
            <a:schemeClr val="accent1"/>
          </a:lnRef>
          <a:fillRef idx="0">
            <a:schemeClr val="accent1"/>
          </a:fillRef>
          <a:effectRef idx="0">
            <a:schemeClr val="accent1"/>
          </a:effectRef>
          <a:fontRef idx="minor">
            <a:schemeClr val="tx1"/>
          </a:fontRef>
        </p:style>
      </p:cxnSp>
      <p:cxnSp>
        <p:nvCxnSpPr>
          <p:cNvPr id="39" name="Straight Arrow Connector 38">
            <a:extLst>
              <a:ext uri="{FF2B5EF4-FFF2-40B4-BE49-F238E27FC236}">
                <a16:creationId xmlns:a16="http://schemas.microsoft.com/office/drawing/2014/main" id="{637E6820-3442-8127-014F-F050099ECBCD}"/>
              </a:ext>
            </a:extLst>
          </p:cNvPr>
          <p:cNvCxnSpPr>
            <a:cxnSpLocks/>
          </p:cNvCxnSpPr>
          <p:nvPr/>
        </p:nvCxnSpPr>
        <p:spPr>
          <a:xfrm flipV="1">
            <a:off x="3054935" y="4187960"/>
            <a:ext cx="484196" cy="757"/>
          </a:xfrm>
          <a:prstGeom prst="straightConnector1">
            <a:avLst/>
          </a:prstGeom>
          <a:ln w="34925">
            <a:tailEnd type="triangle"/>
          </a:ln>
        </p:spPr>
        <p:style>
          <a:lnRef idx="1">
            <a:schemeClr val="accent1"/>
          </a:lnRef>
          <a:fillRef idx="0">
            <a:schemeClr val="accent1"/>
          </a:fillRef>
          <a:effectRef idx="0">
            <a:schemeClr val="accent1"/>
          </a:effectRef>
          <a:fontRef idx="minor">
            <a:schemeClr val="tx1"/>
          </a:fontRef>
        </p:style>
      </p:cxnSp>
      <p:cxnSp>
        <p:nvCxnSpPr>
          <p:cNvPr id="40" name="Straight Arrow Connector 39">
            <a:extLst>
              <a:ext uri="{FF2B5EF4-FFF2-40B4-BE49-F238E27FC236}">
                <a16:creationId xmlns:a16="http://schemas.microsoft.com/office/drawing/2014/main" id="{87A16DD3-57D0-F0B1-C926-122099DD464F}"/>
              </a:ext>
            </a:extLst>
          </p:cNvPr>
          <p:cNvCxnSpPr>
            <a:cxnSpLocks/>
            <a:endCxn id="6" idx="1"/>
          </p:cNvCxnSpPr>
          <p:nvPr/>
        </p:nvCxnSpPr>
        <p:spPr>
          <a:xfrm flipV="1">
            <a:off x="3085272" y="2255212"/>
            <a:ext cx="458399" cy="1941952"/>
          </a:xfrm>
          <a:prstGeom prst="straightConnector1">
            <a:avLst/>
          </a:prstGeom>
          <a:ln w="34925">
            <a:tailEnd type="triangle"/>
          </a:ln>
        </p:spPr>
        <p:style>
          <a:lnRef idx="1">
            <a:schemeClr val="accent1"/>
          </a:lnRef>
          <a:fillRef idx="0">
            <a:schemeClr val="accent1"/>
          </a:fillRef>
          <a:effectRef idx="0">
            <a:schemeClr val="accent1"/>
          </a:effectRef>
          <a:fontRef idx="minor">
            <a:schemeClr val="tx1"/>
          </a:fontRef>
        </p:style>
      </p:cxnSp>
      <p:cxnSp>
        <p:nvCxnSpPr>
          <p:cNvPr id="43" name="Straight Arrow Connector 42">
            <a:extLst>
              <a:ext uri="{FF2B5EF4-FFF2-40B4-BE49-F238E27FC236}">
                <a16:creationId xmlns:a16="http://schemas.microsoft.com/office/drawing/2014/main" id="{B88F28A1-19B1-8665-0320-234B8DF566EC}"/>
              </a:ext>
            </a:extLst>
          </p:cNvPr>
          <p:cNvCxnSpPr>
            <a:cxnSpLocks/>
            <a:endCxn id="9" idx="1"/>
          </p:cNvCxnSpPr>
          <p:nvPr/>
        </p:nvCxnSpPr>
        <p:spPr>
          <a:xfrm>
            <a:off x="3044918" y="4413325"/>
            <a:ext cx="491785" cy="2027521"/>
          </a:xfrm>
          <a:prstGeom prst="straightConnector1">
            <a:avLst/>
          </a:prstGeom>
          <a:ln w="34925">
            <a:tailEnd type="triangle"/>
          </a:ln>
        </p:spPr>
        <p:style>
          <a:lnRef idx="1">
            <a:schemeClr val="accent1"/>
          </a:lnRef>
          <a:fillRef idx="0">
            <a:schemeClr val="accent1"/>
          </a:fillRef>
          <a:effectRef idx="0">
            <a:schemeClr val="accent1"/>
          </a:effectRef>
          <a:fontRef idx="minor">
            <a:schemeClr val="tx1"/>
          </a:fontRef>
        </p:style>
      </p:cxnSp>
      <p:cxnSp>
        <p:nvCxnSpPr>
          <p:cNvPr id="52" name="Straight Arrow Connector 51">
            <a:extLst>
              <a:ext uri="{FF2B5EF4-FFF2-40B4-BE49-F238E27FC236}">
                <a16:creationId xmlns:a16="http://schemas.microsoft.com/office/drawing/2014/main" id="{841DF68A-C41F-E4D8-DD89-C001C120BE6E}"/>
              </a:ext>
            </a:extLst>
          </p:cNvPr>
          <p:cNvCxnSpPr>
            <a:cxnSpLocks/>
            <a:endCxn id="26" idx="1"/>
          </p:cNvCxnSpPr>
          <p:nvPr/>
        </p:nvCxnSpPr>
        <p:spPr>
          <a:xfrm flipV="1">
            <a:off x="4628490" y="3405755"/>
            <a:ext cx="867214" cy="791560"/>
          </a:xfrm>
          <a:prstGeom prst="straightConnector1">
            <a:avLst/>
          </a:prstGeom>
          <a:ln w="34925">
            <a:tailEnd type="triangle"/>
          </a:ln>
        </p:spPr>
        <p:style>
          <a:lnRef idx="1">
            <a:schemeClr val="accent1"/>
          </a:lnRef>
          <a:fillRef idx="0">
            <a:schemeClr val="accent1"/>
          </a:fillRef>
          <a:effectRef idx="0">
            <a:schemeClr val="accent1"/>
          </a:effectRef>
          <a:fontRef idx="minor">
            <a:schemeClr val="tx1"/>
          </a:fontRef>
        </p:style>
      </p:cxnSp>
      <p:cxnSp>
        <p:nvCxnSpPr>
          <p:cNvPr id="54" name="Straight Arrow Connector 53">
            <a:extLst>
              <a:ext uri="{FF2B5EF4-FFF2-40B4-BE49-F238E27FC236}">
                <a16:creationId xmlns:a16="http://schemas.microsoft.com/office/drawing/2014/main" id="{B296FA35-2074-C0DC-57D9-089928D3E44E}"/>
              </a:ext>
            </a:extLst>
          </p:cNvPr>
          <p:cNvCxnSpPr>
            <a:cxnSpLocks/>
            <a:endCxn id="28" idx="1"/>
          </p:cNvCxnSpPr>
          <p:nvPr/>
        </p:nvCxnSpPr>
        <p:spPr>
          <a:xfrm>
            <a:off x="4677233" y="4162435"/>
            <a:ext cx="825924" cy="533376"/>
          </a:xfrm>
          <a:prstGeom prst="straightConnector1">
            <a:avLst/>
          </a:prstGeom>
          <a:ln w="34925">
            <a:tailEnd type="triangle"/>
          </a:ln>
        </p:spPr>
        <p:style>
          <a:lnRef idx="1">
            <a:schemeClr val="accent1"/>
          </a:lnRef>
          <a:fillRef idx="0">
            <a:schemeClr val="accent1"/>
          </a:fillRef>
          <a:effectRef idx="0">
            <a:schemeClr val="accent1"/>
          </a:effectRef>
          <a:fontRef idx="minor">
            <a:schemeClr val="tx1"/>
          </a:fontRef>
        </p:style>
      </p:cxnSp>
      <p:cxnSp>
        <p:nvCxnSpPr>
          <p:cNvPr id="61" name="Straight Arrow Connector 60">
            <a:extLst>
              <a:ext uri="{FF2B5EF4-FFF2-40B4-BE49-F238E27FC236}">
                <a16:creationId xmlns:a16="http://schemas.microsoft.com/office/drawing/2014/main" id="{FA6168B2-41A6-DE74-59F5-226A5223EB51}"/>
              </a:ext>
            </a:extLst>
          </p:cNvPr>
          <p:cNvCxnSpPr>
            <a:cxnSpLocks/>
            <a:endCxn id="34" idx="1"/>
          </p:cNvCxnSpPr>
          <p:nvPr/>
        </p:nvCxnSpPr>
        <p:spPr>
          <a:xfrm>
            <a:off x="8282197" y="2724221"/>
            <a:ext cx="734279" cy="1"/>
          </a:xfrm>
          <a:prstGeom prst="straightConnector1">
            <a:avLst/>
          </a:prstGeom>
          <a:ln w="34925">
            <a:tailEnd type="triangle"/>
          </a:ln>
        </p:spPr>
        <p:style>
          <a:lnRef idx="1">
            <a:schemeClr val="accent1"/>
          </a:lnRef>
          <a:fillRef idx="0">
            <a:schemeClr val="accent1"/>
          </a:fillRef>
          <a:effectRef idx="0">
            <a:schemeClr val="accent1"/>
          </a:effectRef>
          <a:fontRef idx="minor">
            <a:schemeClr val="tx1"/>
          </a:fontRef>
        </p:style>
      </p:cxnSp>
      <p:cxnSp>
        <p:nvCxnSpPr>
          <p:cNvPr id="63" name="Straight Arrow Connector 62">
            <a:extLst>
              <a:ext uri="{FF2B5EF4-FFF2-40B4-BE49-F238E27FC236}">
                <a16:creationId xmlns:a16="http://schemas.microsoft.com/office/drawing/2014/main" id="{3167A8A4-1FA0-C3DB-6A2C-D73615B064B8}"/>
              </a:ext>
            </a:extLst>
          </p:cNvPr>
          <p:cNvCxnSpPr>
            <a:cxnSpLocks/>
            <a:endCxn id="35" idx="1"/>
          </p:cNvCxnSpPr>
          <p:nvPr/>
        </p:nvCxnSpPr>
        <p:spPr>
          <a:xfrm>
            <a:off x="10177438" y="2851153"/>
            <a:ext cx="759799" cy="1353279"/>
          </a:xfrm>
          <a:prstGeom prst="straightConnector1">
            <a:avLst/>
          </a:prstGeom>
          <a:ln w="34925">
            <a:tailEnd type="triangle"/>
          </a:ln>
        </p:spPr>
        <p:style>
          <a:lnRef idx="1">
            <a:schemeClr val="accent1"/>
          </a:lnRef>
          <a:fillRef idx="0">
            <a:schemeClr val="accent1"/>
          </a:fillRef>
          <a:effectRef idx="0">
            <a:schemeClr val="accent1"/>
          </a:effectRef>
          <a:fontRef idx="minor">
            <a:schemeClr val="tx1"/>
          </a:fontRef>
        </p:style>
      </p:cxnSp>
      <p:cxnSp>
        <p:nvCxnSpPr>
          <p:cNvPr id="67" name="Straight Arrow Connector 66">
            <a:extLst>
              <a:ext uri="{FF2B5EF4-FFF2-40B4-BE49-F238E27FC236}">
                <a16:creationId xmlns:a16="http://schemas.microsoft.com/office/drawing/2014/main" id="{661D751D-5A0B-689E-D127-5C5CC2F8D20F}"/>
              </a:ext>
            </a:extLst>
          </p:cNvPr>
          <p:cNvCxnSpPr>
            <a:cxnSpLocks/>
          </p:cNvCxnSpPr>
          <p:nvPr/>
        </p:nvCxnSpPr>
        <p:spPr>
          <a:xfrm flipV="1">
            <a:off x="4676387" y="6457567"/>
            <a:ext cx="2445770" cy="756"/>
          </a:xfrm>
          <a:prstGeom prst="straightConnector1">
            <a:avLst/>
          </a:prstGeom>
          <a:ln w="34925">
            <a:tailEnd type="triangle"/>
          </a:ln>
        </p:spPr>
        <p:style>
          <a:lnRef idx="1">
            <a:schemeClr val="accent1"/>
          </a:lnRef>
          <a:fillRef idx="0">
            <a:schemeClr val="accent1"/>
          </a:fillRef>
          <a:effectRef idx="0">
            <a:schemeClr val="accent1"/>
          </a:effectRef>
          <a:fontRef idx="minor">
            <a:schemeClr val="tx1"/>
          </a:fontRef>
        </p:style>
      </p:cxnSp>
      <p:cxnSp>
        <p:nvCxnSpPr>
          <p:cNvPr id="69" name="Straight Arrow Connector 68">
            <a:extLst>
              <a:ext uri="{FF2B5EF4-FFF2-40B4-BE49-F238E27FC236}">
                <a16:creationId xmlns:a16="http://schemas.microsoft.com/office/drawing/2014/main" id="{3D49F545-30CE-9514-0F7A-9A1FE2A7E7A9}"/>
              </a:ext>
            </a:extLst>
          </p:cNvPr>
          <p:cNvCxnSpPr>
            <a:cxnSpLocks/>
            <a:stCxn id="31" idx="3"/>
            <a:endCxn id="33" idx="1"/>
          </p:cNvCxnSpPr>
          <p:nvPr/>
        </p:nvCxnSpPr>
        <p:spPr>
          <a:xfrm>
            <a:off x="8265638" y="6423519"/>
            <a:ext cx="816200" cy="10822"/>
          </a:xfrm>
          <a:prstGeom prst="straightConnector1">
            <a:avLst/>
          </a:prstGeom>
          <a:ln w="34925">
            <a:tailEnd type="triangle"/>
          </a:ln>
        </p:spPr>
        <p:style>
          <a:lnRef idx="1">
            <a:schemeClr val="accent1"/>
          </a:lnRef>
          <a:fillRef idx="0">
            <a:schemeClr val="accent1"/>
          </a:fillRef>
          <a:effectRef idx="0">
            <a:schemeClr val="accent1"/>
          </a:effectRef>
          <a:fontRef idx="minor">
            <a:schemeClr val="tx1"/>
          </a:fontRef>
        </p:style>
      </p:cxnSp>
      <p:cxnSp>
        <p:nvCxnSpPr>
          <p:cNvPr id="72" name="Straight Arrow Connector 71">
            <a:extLst>
              <a:ext uri="{FF2B5EF4-FFF2-40B4-BE49-F238E27FC236}">
                <a16:creationId xmlns:a16="http://schemas.microsoft.com/office/drawing/2014/main" id="{9000156F-3CAB-7409-ACB6-57CC7FB1EC55}"/>
              </a:ext>
            </a:extLst>
          </p:cNvPr>
          <p:cNvCxnSpPr>
            <a:cxnSpLocks/>
            <a:endCxn id="30" idx="1"/>
          </p:cNvCxnSpPr>
          <p:nvPr/>
        </p:nvCxnSpPr>
        <p:spPr>
          <a:xfrm>
            <a:off x="6655901" y="4729514"/>
            <a:ext cx="498627" cy="418922"/>
          </a:xfrm>
          <a:prstGeom prst="straightConnector1">
            <a:avLst/>
          </a:prstGeom>
          <a:ln w="34925">
            <a:tailEnd type="triangle"/>
          </a:ln>
        </p:spPr>
        <p:style>
          <a:lnRef idx="1">
            <a:schemeClr val="accent1"/>
          </a:lnRef>
          <a:fillRef idx="0">
            <a:schemeClr val="accent1"/>
          </a:fillRef>
          <a:effectRef idx="0">
            <a:schemeClr val="accent1"/>
          </a:effectRef>
          <a:fontRef idx="minor">
            <a:schemeClr val="tx1"/>
          </a:fontRef>
        </p:style>
      </p:cxnSp>
      <p:cxnSp>
        <p:nvCxnSpPr>
          <p:cNvPr id="74" name="Straight Arrow Connector 73">
            <a:extLst>
              <a:ext uri="{FF2B5EF4-FFF2-40B4-BE49-F238E27FC236}">
                <a16:creationId xmlns:a16="http://schemas.microsoft.com/office/drawing/2014/main" id="{488970DA-93A6-11E0-4CEE-0BAC849799CD}"/>
              </a:ext>
            </a:extLst>
          </p:cNvPr>
          <p:cNvCxnSpPr>
            <a:cxnSpLocks/>
            <a:endCxn id="29" idx="1"/>
          </p:cNvCxnSpPr>
          <p:nvPr/>
        </p:nvCxnSpPr>
        <p:spPr>
          <a:xfrm flipV="1">
            <a:off x="6648527" y="3945261"/>
            <a:ext cx="486566" cy="756490"/>
          </a:xfrm>
          <a:prstGeom prst="straightConnector1">
            <a:avLst/>
          </a:prstGeom>
          <a:ln w="34925">
            <a:tailEnd type="triangle"/>
          </a:ln>
        </p:spPr>
        <p:style>
          <a:lnRef idx="1">
            <a:schemeClr val="accent1"/>
          </a:lnRef>
          <a:fillRef idx="0">
            <a:schemeClr val="accent1"/>
          </a:fillRef>
          <a:effectRef idx="0">
            <a:schemeClr val="accent1"/>
          </a:effectRef>
          <a:fontRef idx="minor">
            <a:schemeClr val="tx1"/>
          </a:fontRef>
        </p:style>
      </p:cxnSp>
      <p:cxnSp>
        <p:nvCxnSpPr>
          <p:cNvPr id="77" name="Straight Arrow Connector 76">
            <a:extLst>
              <a:ext uri="{FF2B5EF4-FFF2-40B4-BE49-F238E27FC236}">
                <a16:creationId xmlns:a16="http://schemas.microsoft.com/office/drawing/2014/main" id="{6A4832EB-8FE7-83CA-1A74-7FC4EC3431DB}"/>
              </a:ext>
            </a:extLst>
          </p:cNvPr>
          <p:cNvCxnSpPr>
            <a:cxnSpLocks/>
          </p:cNvCxnSpPr>
          <p:nvPr/>
        </p:nvCxnSpPr>
        <p:spPr>
          <a:xfrm flipV="1">
            <a:off x="6652825" y="2739970"/>
            <a:ext cx="486566" cy="756490"/>
          </a:xfrm>
          <a:prstGeom prst="straightConnector1">
            <a:avLst/>
          </a:prstGeom>
          <a:ln w="34925">
            <a:tailEnd type="triangle"/>
          </a:ln>
        </p:spPr>
        <p:style>
          <a:lnRef idx="1">
            <a:schemeClr val="accent1"/>
          </a:lnRef>
          <a:fillRef idx="0">
            <a:schemeClr val="accent1"/>
          </a:fillRef>
          <a:effectRef idx="0">
            <a:schemeClr val="accent1"/>
          </a:effectRef>
          <a:fontRef idx="minor">
            <a:schemeClr val="tx1"/>
          </a:fontRef>
        </p:style>
      </p:cxnSp>
      <p:cxnSp>
        <p:nvCxnSpPr>
          <p:cNvPr id="78" name="Straight Arrow Connector 77">
            <a:extLst>
              <a:ext uri="{FF2B5EF4-FFF2-40B4-BE49-F238E27FC236}">
                <a16:creationId xmlns:a16="http://schemas.microsoft.com/office/drawing/2014/main" id="{D41507B2-267D-4959-302C-5523DCA51436}"/>
              </a:ext>
            </a:extLst>
          </p:cNvPr>
          <p:cNvCxnSpPr>
            <a:cxnSpLocks/>
            <a:endCxn id="27" idx="1"/>
          </p:cNvCxnSpPr>
          <p:nvPr/>
        </p:nvCxnSpPr>
        <p:spPr>
          <a:xfrm>
            <a:off x="6558819" y="2220201"/>
            <a:ext cx="576274" cy="535306"/>
          </a:xfrm>
          <a:prstGeom prst="straightConnector1">
            <a:avLst/>
          </a:prstGeom>
          <a:ln w="34925">
            <a:tailEnd type="triangle"/>
          </a:ln>
        </p:spPr>
        <p:style>
          <a:lnRef idx="1">
            <a:schemeClr val="accent1"/>
          </a:lnRef>
          <a:fillRef idx="0">
            <a:schemeClr val="accent1"/>
          </a:fillRef>
          <a:effectRef idx="0">
            <a:schemeClr val="accent1"/>
          </a:effectRef>
          <a:fontRef idx="minor">
            <a:schemeClr val="tx1"/>
          </a:fontRef>
        </p:style>
      </p:cxnSp>
      <p:cxnSp>
        <p:nvCxnSpPr>
          <p:cNvPr id="80" name="Straight Arrow Connector 79">
            <a:extLst>
              <a:ext uri="{FF2B5EF4-FFF2-40B4-BE49-F238E27FC236}">
                <a16:creationId xmlns:a16="http://schemas.microsoft.com/office/drawing/2014/main" id="{6EBCAF43-70E8-3293-3BCB-EA2EB1F5FE32}"/>
              </a:ext>
            </a:extLst>
          </p:cNvPr>
          <p:cNvCxnSpPr>
            <a:cxnSpLocks/>
            <a:stCxn id="29" idx="3"/>
            <a:endCxn id="32" idx="1"/>
          </p:cNvCxnSpPr>
          <p:nvPr/>
        </p:nvCxnSpPr>
        <p:spPr>
          <a:xfrm>
            <a:off x="8282197" y="3945261"/>
            <a:ext cx="771298" cy="287328"/>
          </a:xfrm>
          <a:prstGeom prst="straightConnector1">
            <a:avLst/>
          </a:prstGeom>
          <a:ln w="34925">
            <a:tailEnd type="triangle"/>
          </a:ln>
        </p:spPr>
        <p:style>
          <a:lnRef idx="1">
            <a:schemeClr val="accent1"/>
          </a:lnRef>
          <a:fillRef idx="0">
            <a:schemeClr val="accent1"/>
          </a:fillRef>
          <a:effectRef idx="0">
            <a:schemeClr val="accent1"/>
          </a:effectRef>
          <a:fontRef idx="minor">
            <a:schemeClr val="tx1"/>
          </a:fontRef>
        </p:style>
      </p:cxnSp>
      <p:cxnSp>
        <p:nvCxnSpPr>
          <p:cNvPr id="82" name="Straight Arrow Connector 81">
            <a:extLst>
              <a:ext uri="{FF2B5EF4-FFF2-40B4-BE49-F238E27FC236}">
                <a16:creationId xmlns:a16="http://schemas.microsoft.com/office/drawing/2014/main" id="{E08FF52B-3A24-0D84-1047-93029B31526B}"/>
              </a:ext>
            </a:extLst>
          </p:cNvPr>
          <p:cNvCxnSpPr>
            <a:cxnSpLocks/>
            <a:stCxn id="30" idx="3"/>
            <a:endCxn id="32" idx="1"/>
          </p:cNvCxnSpPr>
          <p:nvPr/>
        </p:nvCxnSpPr>
        <p:spPr>
          <a:xfrm flipV="1">
            <a:off x="8301632" y="4232589"/>
            <a:ext cx="751863" cy="915847"/>
          </a:xfrm>
          <a:prstGeom prst="straightConnector1">
            <a:avLst/>
          </a:prstGeom>
          <a:ln w="34925">
            <a:tailEnd type="triangle"/>
          </a:ln>
        </p:spPr>
        <p:style>
          <a:lnRef idx="1">
            <a:schemeClr val="accent1"/>
          </a:lnRef>
          <a:fillRef idx="0">
            <a:schemeClr val="accent1"/>
          </a:fillRef>
          <a:effectRef idx="0">
            <a:schemeClr val="accent1"/>
          </a:effectRef>
          <a:fontRef idx="minor">
            <a:schemeClr val="tx1"/>
          </a:fontRef>
        </p:style>
      </p:cxnSp>
      <p:cxnSp>
        <p:nvCxnSpPr>
          <p:cNvPr id="84" name="Straight Arrow Connector 83">
            <a:extLst>
              <a:ext uri="{FF2B5EF4-FFF2-40B4-BE49-F238E27FC236}">
                <a16:creationId xmlns:a16="http://schemas.microsoft.com/office/drawing/2014/main" id="{69DF27FB-CC44-618D-2996-39A47D83D3B4}"/>
              </a:ext>
            </a:extLst>
          </p:cNvPr>
          <p:cNvCxnSpPr>
            <a:cxnSpLocks/>
            <a:stCxn id="31" idx="3"/>
            <a:endCxn id="32" idx="1"/>
          </p:cNvCxnSpPr>
          <p:nvPr/>
        </p:nvCxnSpPr>
        <p:spPr>
          <a:xfrm flipV="1">
            <a:off x="8265638" y="4232589"/>
            <a:ext cx="787857" cy="2190930"/>
          </a:xfrm>
          <a:prstGeom prst="straightConnector1">
            <a:avLst/>
          </a:prstGeom>
          <a:ln w="34925">
            <a:tailEnd type="triangle"/>
          </a:ln>
        </p:spPr>
        <p:style>
          <a:lnRef idx="1">
            <a:schemeClr val="accent1"/>
          </a:lnRef>
          <a:fillRef idx="0">
            <a:schemeClr val="accent1"/>
          </a:fillRef>
          <a:effectRef idx="0">
            <a:schemeClr val="accent1"/>
          </a:effectRef>
          <a:fontRef idx="minor">
            <a:schemeClr val="tx1"/>
          </a:fontRef>
        </p:style>
      </p:cxnSp>
      <p:cxnSp>
        <p:nvCxnSpPr>
          <p:cNvPr id="86" name="Straight Arrow Connector 85">
            <a:extLst>
              <a:ext uri="{FF2B5EF4-FFF2-40B4-BE49-F238E27FC236}">
                <a16:creationId xmlns:a16="http://schemas.microsoft.com/office/drawing/2014/main" id="{F174DF5A-E979-6C6D-9996-667ADBB71EF9}"/>
              </a:ext>
            </a:extLst>
          </p:cNvPr>
          <p:cNvCxnSpPr>
            <a:cxnSpLocks/>
            <a:stCxn id="30" idx="3"/>
            <a:endCxn id="33" idx="1"/>
          </p:cNvCxnSpPr>
          <p:nvPr/>
        </p:nvCxnSpPr>
        <p:spPr>
          <a:xfrm>
            <a:off x="8301632" y="5148436"/>
            <a:ext cx="780206" cy="1285905"/>
          </a:xfrm>
          <a:prstGeom prst="straightConnector1">
            <a:avLst/>
          </a:prstGeom>
          <a:ln w="34925">
            <a:tailEnd type="triangle"/>
          </a:ln>
        </p:spPr>
        <p:style>
          <a:lnRef idx="1">
            <a:schemeClr val="accent1"/>
          </a:lnRef>
          <a:fillRef idx="0">
            <a:schemeClr val="accent1"/>
          </a:fillRef>
          <a:effectRef idx="0">
            <a:schemeClr val="accent1"/>
          </a:effectRef>
          <a:fontRef idx="minor">
            <a:schemeClr val="tx1"/>
          </a:fontRef>
        </p:style>
      </p:cxnSp>
      <p:cxnSp>
        <p:nvCxnSpPr>
          <p:cNvPr id="97" name="Straight Arrow Connector 96">
            <a:extLst>
              <a:ext uri="{FF2B5EF4-FFF2-40B4-BE49-F238E27FC236}">
                <a16:creationId xmlns:a16="http://schemas.microsoft.com/office/drawing/2014/main" id="{335AF94D-4016-0B02-F407-E4428B8873B2}"/>
              </a:ext>
            </a:extLst>
          </p:cNvPr>
          <p:cNvCxnSpPr>
            <a:cxnSpLocks/>
            <a:stCxn id="33" idx="3"/>
            <a:endCxn id="35" idx="1"/>
          </p:cNvCxnSpPr>
          <p:nvPr/>
        </p:nvCxnSpPr>
        <p:spPr>
          <a:xfrm flipV="1">
            <a:off x="10228942" y="4204432"/>
            <a:ext cx="708295" cy="2229909"/>
          </a:xfrm>
          <a:prstGeom prst="straightConnector1">
            <a:avLst/>
          </a:prstGeom>
          <a:ln w="34925">
            <a:tailEnd type="triangle"/>
          </a:ln>
        </p:spPr>
        <p:style>
          <a:lnRef idx="1">
            <a:schemeClr val="accent1"/>
          </a:lnRef>
          <a:fillRef idx="0">
            <a:schemeClr val="accent1"/>
          </a:fillRef>
          <a:effectRef idx="0">
            <a:schemeClr val="accent1"/>
          </a:effectRef>
          <a:fontRef idx="minor">
            <a:schemeClr val="tx1"/>
          </a:fontRef>
        </p:style>
      </p:cxnSp>
      <p:sp>
        <p:nvSpPr>
          <p:cNvPr id="99" name="TextBox 98">
            <a:extLst>
              <a:ext uri="{FF2B5EF4-FFF2-40B4-BE49-F238E27FC236}">
                <a16:creationId xmlns:a16="http://schemas.microsoft.com/office/drawing/2014/main" id="{BBE4139B-56EC-7FD2-1ABE-0FFE46BEDB0E}"/>
              </a:ext>
            </a:extLst>
          </p:cNvPr>
          <p:cNvSpPr txBox="1"/>
          <p:nvPr/>
        </p:nvSpPr>
        <p:spPr>
          <a:xfrm>
            <a:off x="133814" y="3430760"/>
            <a:ext cx="533186" cy="523220"/>
          </a:xfrm>
          <a:prstGeom prst="rect">
            <a:avLst/>
          </a:prstGeom>
          <a:noFill/>
        </p:spPr>
        <p:txBody>
          <a:bodyPr wrap="square" rtlCol="0">
            <a:spAutoFit/>
          </a:bodyPr>
          <a:lstStyle/>
          <a:p>
            <a:pPr algn="ctr"/>
            <a:r>
              <a:rPr lang="en-BD" sz="2800" b="1" dirty="0">
                <a:latin typeface="Arial Nova" panose="020B0504020202020204" pitchFamily="34" charset="0"/>
              </a:rPr>
              <a:t>0</a:t>
            </a:r>
          </a:p>
        </p:txBody>
      </p:sp>
      <p:sp>
        <p:nvSpPr>
          <p:cNvPr id="100" name="TextBox 99">
            <a:extLst>
              <a:ext uri="{FF2B5EF4-FFF2-40B4-BE49-F238E27FC236}">
                <a16:creationId xmlns:a16="http://schemas.microsoft.com/office/drawing/2014/main" id="{77EC195C-D467-BE32-C740-B26ED1A7DDB4}"/>
              </a:ext>
            </a:extLst>
          </p:cNvPr>
          <p:cNvSpPr txBox="1"/>
          <p:nvPr/>
        </p:nvSpPr>
        <p:spPr>
          <a:xfrm>
            <a:off x="1071285" y="3422020"/>
            <a:ext cx="533186" cy="523220"/>
          </a:xfrm>
          <a:prstGeom prst="rect">
            <a:avLst/>
          </a:prstGeom>
          <a:noFill/>
        </p:spPr>
        <p:txBody>
          <a:bodyPr wrap="square" rtlCol="0">
            <a:spAutoFit/>
          </a:bodyPr>
          <a:lstStyle/>
          <a:p>
            <a:pPr algn="ctr"/>
            <a:r>
              <a:rPr lang="en-BD" sz="2800" b="1" dirty="0">
                <a:latin typeface="Arial Nova" panose="020B0504020202020204" pitchFamily="34" charset="0"/>
              </a:rPr>
              <a:t>0</a:t>
            </a:r>
          </a:p>
        </p:txBody>
      </p:sp>
      <p:sp>
        <p:nvSpPr>
          <p:cNvPr id="101" name="TextBox 100">
            <a:extLst>
              <a:ext uri="{FF2B5EF4-FFF2-40B4-BE49-F238E27FC236}">
                <a16:creationId xmlns:a16="http://schemas.microsoft.com/office/drawing/2014/main" id="{D155AAD5-7DC1-9065-184F-CE250A810087}"/>
              </a:ext>
            </a:extLst>
          </p:cNvPr>
          <p:cNvSpPr txBox="1"/>
          <p:nvPr/>
        </p:nvSpPr>
        <p:spPr>
          <a:xfrm>
            <a:off x="1705882" y="3424487"/>
            <a:ext cx="533186" cy="523220"/>
          </a:xfrm>
          <a:prstGeom prst="rect">
            <a:avLst/>
          </a:prstGeom>
          <a:noFill/>
        </p:spPr>
        <p:txBody>
          <a:bodyPr wrap="square" rtlCol="0">
            <a:spAutoFit/>
          </a:bodyPr>
          <a:lstStyle/>
          <a:p>
            <a:pPr algn="ctr"/>
            <a:r>
              <a:rPr lang="en-BD" sz="2800" b="1" dirty="0">
                <a:latin typeface="Arial Nova" panose="020B0504020202020204" pitchFamily="34" charset="0"/>
              </a:rPr>
              <a:t>0</a:t>
            </a:r>
          </a:p>
        </p:txBody>
      </p:sp>
      <p:sp>
        <p:nvSpPr>
          <p:cNvPr id="102" name="TextBox 101">
            <a:extLst>
              <a:ext uri="{FF2B5EF4-FFF2-40B4-BE49-F238E27FC236}">
                <a16:creationId xmlns:a16="http://schemas.microsoft.com/office/drawing/2014/main" id="{AB617828-F51D-D812-8AD6-97654F2B70B9}"/>
              </a:ext>
            </a:extLst>
          </p:cNvPr>
          <p:cNvSpPr txBox="1"/>
          <p:nvPr/>
        </p:nvSpPr>
        <p:spPr>
          <a:xfrm>
            <a:off x="2637318" y="3377541"/>
            <a:ext cx="533186" cy="523220"/>
          </a:xfrm>
          <a:prstGeom prst="rect">
            <a:avLst/>
          </a:prstGeom>
          <a:noFill/>
        </p:spPr>
        <p:txBody>
          <a:bodyPr wrap="square" rtlCol="0">
            <a:spAutoFit/>
          </a:bodyPr>
          <a:lstStyle/>
          <a:p>
            <a:pPr algn="ctr"/>
            <a:r>
              <a:rPr lang="en-BD" sz="2800" b="1" dirty="0">
                <a:latin typeface="Arial Nova" panose="020B0504020202020204" pitchFamily="34" charset="0"/>
              </a:rPr>
              <a:t>5</a:t>
            </a:r>
          </a:p>
        </p:txBody>
      </p:sp>
      <p:sp>
        <p:nvSpPr>
          <p:cNvPr id="103" name="TextBox 102">
            <a:extLst>
              <a:ext uri="{FF2B5EF4-FFF2-40B4-BE49-F238E27FC236}">
                <a16:creationId xmlns:a16="http://schemas.microsoft.com/office/drawing/2014/main" id="{1D20C9A3-C688-B235-9A65-1A97FDC14A3D}"/>
              </a:ext>
            </a:extLst>
          </p:cNvPr>
          <p:cNvSpPr txBox="1"/>
          <p:nvPr/>
        </p:nvSpPr>
        <p:spPr>
          <a:xfrm>
            <a:off x="3409698" y="1492897"/>
            <a:ext cx="533186" cy="523220"/>
          </a:xfrm>
          <a:prstGeom prst="rect">
            <a:avLst/>
          </a:prstGeom>
          <a:noFill/>
        </p:spPr>
        <p:txBody>
          <a:bodyPr wrap="square" rtlCol="0">
            <a:spAutoFit/>
          </a:bodyPr>
          <a:lstStyle/>
          <a:p>
            <a:pPr algn="ctr"/>
            <a:r>
              <a:rPr lang="en-BD" sz="2800" b="1" dirty="0">
                <a:latin typeface="Arial Nova" panose="020B0504020202020204" pitchFamily="34" charset="0"/>
              </a:rPr>
              <a:t>5</a:t>
            </a:r>
          </a:p>
        </p:txBody>
      </p:sp>
      <p:sp>
        <p:nvSpPr>
          <p:cNvPr id="104" name="TextBox 103">
            <a:extLst>
              <a:ext uri="{FF2B5EF4-FFF2-40B4-BE49-F238E27FC236}">
                <a16:creationId xmlns:a16="http://schemas.microsoft.com/office/drawing/2014/main" id="{8502DB29-17E0-D27B-C41B-427ADF585587}"/>
              </a:ext>
            </a:extLst>
          </p:cNvPr>
          <p:cNvSpPr txBox="1"/>
          <p:nvPr/>
        </p:nvSpPr>
        <p:spPr>
          <a:xfrm>
            <a:off x="4361897" y="1492897"/>
            <a:ext cx="533186" cy="523220"/>
          </a:xfrm>
          <a:prstGeom prst="rect">
            <a:avLst/>
          </a:prstGeom>
          <a:noFill/>
        </p:spPr>
        <p:txBody>
          <a:bodyPr wrap="square" rtlCol="0">
            <a:spAutoFit/>
          </a:bodyPr>
          <a:lstStyle/>
          <a:p>
            <a:pPr algn="ctr"/>
            <a:r>
              <a:rPr lang="en-BD" sz="2800" b="1" dirty="0">
                <a:latin typeface="Arial Nova" panose="020B0504020202020204" pitchFamily="34" charset="0"/>
              </a:rPr>
              <a:t>9</a:t>
            </a:r>
          </a:p>
        </p:txBody>
      </p:sp>
      <p:sp>
        <p:nvSpPr>
          <p:cNvPr id="105" name="TextBox 104">
            <a:extLst>
              <a:ext uri="{FF2B5EF4-FFF2-40B4-BE49-F238E27FC236}">
                <a16:creationId xmlns:a16="http://schemas.microsoft.com/office/drawing/2014/main" id="{80FDBD4D-40C9-7AB0-9F37-CDBDEC0E3F1D}"/>
              </a:ext>
            </a:extLst>
          </p:cNvPr>
          <p:cNvSpPr txBox="1"/>
          <p:nvPr/>
        </p:nvSpPr>
        <p:spPr>
          <a:xfrm>
            <a:off x="5320193" y="1438539"/>
            <a:ext cx="533186" cy="523220"/>
          </a:xfrm>
          <a:prstGeom prst="rect">
            <a:avLst/>
          </a:prstGeom>
          <a:noFill/>
        </p:spPr>
        <p:txBody>
          <a:bodyPr wrap="square" rtlCol="0">
            <a:spAutoFit/>
          </a:bodyPr>
          <a:lstStyle/>
          <a:p>
            <a:pPr algn="ctr"/>
            <a:r>
              <a:rPr lang="en-BD" sz="2800" b="1" dirty="0">
                <a:latin typeface="Arial Nova" panose="020B0504020202020204" pitchFamily="34" charset="0"/>
              </a:rPr>
              <a:t>9</a:t>
            </a:r>
          </a:p>
        </p:txBody>
      </p:sp>
      <p:sp>
        <p:nvSpPr>
          <p:cNvPr id="106" name="TextBox 105">
            <a:extLst>
              <a:ext uri="{FF2B5EF4-FFF2-40B4-BE49-F238E27FC236}">
                <a16:creationId xmlns:a16="http://schemas.microsoft.com/office/drawing/2014/main" id="{4F8C3766-21C8-E2B4-6E37-40C17177AF58}"/>
              </a:ext>
            </a:extLst>
          </p:cNvPr>
          <p:cNvSpPr txBox="1"/>
          <p:nvPr/>
        </p:nvSpPr>
        <p:spPr>
          <a:xfrm>
            <a:off x="6081739" y="1428289"/>
            <a:ext cx="667411" cy="523220"/>
          </a:xfrm>
          <a:prstGeom prst="rect">
            <a:avLst/>
          </a:prstGeom>
          <a:noFill/>
        </p:spPr>
        <p:txBody>
          <a:bodyPr wrap="square" rtlCol="0">
            <a:spAutoFit/>
          </a:bodyPr>
          <a:lstStyle/>
          <a:p>
            <a:pPr algn="ctr"/>
            <a:r>
              <a:rPr lang="en-BD" sz="2800" b="1" dirty="0">
                <a:latin typeface="Arial Nova" panose="020B0504020202020204" pitchFamily="34" charset="0"/>
              </a:rPr>
              <a:t>14</a:t>
            </a:r>
          </a:p>
        </p:txBody>
      </p:sp>
      <p:sp>
        <p:nvSpPr>
          <p:cNvPr id="107" name="TextBox 106">
            <a:extLst>
              <a:ext uri="{FF2B5EF4-FFF2-40B4-BE49-F238E27FC236}">
                <a16:creationId xmlns:a16="http://schemas.microsoft.com/office/drawing/2014/main" id="{3D50180C-58E8-1A36-5F06-5F6DFCD647A7}"/>
              </a:ext>
            </a:extLst>
          </p:cNvPr>
          <p:cNvSpPr txBox="1"/>
          <p:nvPr/>
        </p:nvSpPr>
        <p:spPr>
          <a:xfrm>
            <a:off x="7028298" y="1925299"/>
            <a:ext cx="667411" cy="523220"/>
          </a:xfrm>
          <a:prstGeom prst="rect">
            <a:avLst/>
          </a:prstGeom>
          <a:noFill/>
        </p:spPr>
        <p:txBody>
          <a:bodyPr wrap="square" rtlCol="0">
            <a:spAutoFit/>
          </a:bodyPr>
          <a:lstStyle/>
          <a:p>
            <a:pPr algn="ctr"/>
            <a:r>
              <a:rPr lang="en-BD" sz="2800" b="1" dirty="0">
                <a:solidFill>
                  <a:srgbClr val="FF0000"/>
                </a:solidFill>
                <a:latin typeface="Arial Nova" panose="020B0504020202020204" pitchFamily="34" charset="0"/>
              </a:rPr>
              <a:t>17</a:t>
            </a:r>
          </a:p>
        </p:txBody>
      </p:sp>
      <p:sp>
        <p:nvSpPr>
          <p:cNvPr id="108" name="TextBox 107">
            <a:extLst>
              <a:ext uri="{FF2B5EF4-FFF2-40B4-BE49-F238E27FC236}">
                <a16:creationId xmlns:a16="http://schemas.microsoft.com/office/drawing/2014/main" id="{02FBD9E3-18EE-FD65-DAA9-ACC32E344066}"/>
              </a:ext>
            </a:extLst>
          </p:cNvPr>
          <p:cNvSpPr txBox="1"/>
          <p:nvPr/>
        </p:nvSpPr>
        <p:spPr>
          <a:xfrm>
            <a:off x="7732814" y="1925299"/>
            <a:ext cx="667411" cy="523220"/>
          </a:xfrm>
          <a:prstGeom prst="rect">
            <a:avLst/>
          </a:prstGeom>
          <a:noFill/>
        </p:spPr>
        <p:txBody>
          <a:bodyPr wrap="square" rtlCol="0">
            <a:spAutoFit/>
          </a:bodyPr>
          <a:lstStyle/>
          <a:p>
            <a:pPr algn="ctr"/>
            <a:r>
              <a:rPr lang="en-BD" sz="2800" b="1" dirty="0">
                <a:latin typeface="Arial Nova" panose="020B0504020202020204" pitchFamily="34" charset="0"/>
              </a:rPr>
              <a:t>20</a:t>
            </a:r>
          </a:p>
        </p:txBody>
      </p:sp>
      <p:sp>
        <p:nvSpPr>
          <p:cNvPr id="109" name="TextBox 108">
            <a:extLst>
              <a:ext uri="{FF2B5EF4-FFF2-40B4-BE49-F238E27FC236}">
                <a16:creationId xmlns:a16="http://schemas.microsoft.com/office/drawing/2014/main" id="{FD3024FB-0DCD-51DC-1218-0DDC857ED961}"/>
              </a:ext>
            </a:extLst>
          </p:cNvPr>
          <p:cNvSpPr txBox="1"/>
          <p:nvPr/>
        </p:nvSpPr>
        <p:spPr>
          <a:xfrm>
            <a:off x="3403421" y="3405754"/>
            <a:ext cx="533186" cy="523220"/>
          </a:xfrm>
          <a:prstGeom prst="rect">
            <a:avLst/>
          </a:prstGeom>
          <a:noFill/>
        </p:spPr>
        <p:txBody>
          <a:bodyPr wrap="square" rtlCol="0">
            <a:spAutoFit/>
          </a:bodyPr>
          <a:lstStyle/>
          <a:p>
            <a:pPr algn="ctr"/>
            <a:r>
              <a:rPr lang="en-BD" sz="2800" b="1" dirty="0">
                <a:latin typeface="Arial Nova" panose="020B0504020202020204" pitchFamily="34" charset="0"/>
              </a:rPr>
              <a:t>5</a:t>
            </a:r>
          </a:p>
        </p:txBody>
      </p:sp>
      <p:sp>
        <p:nvSpPr>
          <p:cNvPr id="110" name="TextBox 109">
            <a:extLst>
              <a:ext uri="{FF2B5EF4-FFF2-40B4-BE49-F238E27FC236}">
                <a16:creationId xmlns:a16="http://schemas.microsoft.com/office/drawing/2014/main" id="{3116C79E-84B3-D988-5CAA-7B6F276EE80F}"/>
              </a:ext>
            </a:extLst>
          </p:cNvPr>
          <p:cNvSpPr txBox="1"/>
          <p:nvPr/>
        </p:nvSpPr>
        <p:spPr>
          <a:xfrm>
            <a:off x="3448388" y="5598018"/>
            <a:ext cx="533186" cy="523220"/>
          </a:xfrm>
          <a:prstGeom prst="rect">
            <a:avLst/>
          </a:prstGeom>
          <a:noFill/>
        </p:spPr>
        <p:txBody>
          <a:bodyPr wrap="square" rtlCol="0">
            <a:spAutoFit/>
          </a:bodyPr>
          <a:lstStyle/>
          <a:p>
            <a:pPr algn="ctr"/>
            <a:r>
              <a:rPr lang="en-BD" sz="2800" b="1" dirty="0">
                <a:latin typeface="Arial Nova" panose="020B0504020202020204" pitchFamily="34" charset="0"/>
              </a:rPr>
              <a:t>5</a:t>
            </a:r>
          </a:p>
        </p:txBody>
      </p:sp>
      <p:sp>
        <p:nvSpPr>
          <p:cNvPr id="111" name="TextBox 110">
            <a:extLst>
              <a:ext uri="{FF2B5EF4-FFF2-40B4-BE49-F238E27FC236}">
                <a16:creationId xmlns:a16="http://schemas.microsoft.com/office/drawing/2014/main" id="{F8A07354-29BC-16D2-982E-0B9EFCD5D1F0}"/>
              </a:ext>
            </a:extLst>
          </p:cNvPr>
          <p:cNvSpPr txBox="1"/>
          <p:nvPr/>
        </p:nvSpPr>
        <p:spPr>
          <a:xfrm>
            <a:off x="4152409" y="3397855"/>
            <a:ext cx="667411" cy="523220"/>
          </a:xfrm>
          <a:prstGeom prst="rect">
            <a:avLst/>
          </a:prstGeom>
          <a:noFill/>
        </p:spPr>
        <p:txBody>
          <a:bodyPr wrap="square" rtlCol="0">
            <a:spAutoFit/>
          </a:bodyPr>
          <a:lstStyle/>
          <a:p>
            <a:pPr algn="ctr"/>
            <a:r>
              <a:rPr lang="en-BD" sz="2800" b="1" dirty="0">
                <a:latin typeface="Arial Nova" panose="020B0504020202020204" pitchFamily="34" charset="0"/>
              </a:rPr>
              <a:t>15</a:t>
            </a:r>
          </a:p>
        </p:txBody>
      </p:sp>
      <p:sp>
        <p:nvSpPr>
          <p:cNvPr id="112" name="TextBox 111">
            <a:extLst>
              <a:ext uri="{FF2B5EF4-FFF2-40B4-BE49-F238E27FC236}">
                <a16:creationId xmlns:a16="http://schemas.microsoft.com/office/drawing/2014/main" id="{F42253D7-F231-814E-28D1-80620EC9E200}"/>
              </a:ext>
            </a:extLst>
          </p:cNvPr>
          <p:cNvSpPr txBox="1"/>
          <p:nvPr/>
        </p:nvSpPr>
        <p:spPr>
          <a:xfrm>
            <a:off x="4104711" y="5607979"/>
            <a:ext cx="667411" cy="523220"/>
          </a:xfrm>
          <a:prstGeom prst="rect">
            <a:avLst/>
          </a:prstGeom>
          <a:noFill/>
        </p:spPr>
        <p:txBody>
          <a:bodyPr wrap="square" rtlCol="0">
            <a:spAutoFit/>
          </a:bodyPr>
          <a:lstStyle/>
          <a:p>
            <a:pPr algn="ctr"/>
            <a:r>
              <a:rPr lang="en-BD" sz="2800" b="1" dirty="0">
                <a:latin typeface="Arial Nova" panose="020B0504020202020204" pitchFamily="34" charset="0"/>
              </a:rPr>
              <a:t>12</a:t>
            </a:r>
          </a:p>
        </p:txBody>
      </p:sp>
      <p:sp>
        <p:nvSpPr>
          <p:cNvPr id="113" name="TextBox 112">
            <a:extLst>
              <a:ext uri="{FF2B5EF4-FFF2-40B4-BE49-F238E27FC236}">
                <a16:creationId xmlns:a16="http://schemas.microsoft.com/office/drawing/2014/main" id="{EB271207-315B-A35B-B8F8-19EBBB3A7848}"/>
              </a:ext>
            </a:extLst>
          </p:cNvPr>
          <p:cNvSpPr txBox="1"/>
          <p:nvPr/>
        </p:nvSpPr>
        <p:spPr>
          <a:xfrm>
            <a:off x="5280856" y="2776190"/>
            <a:ext cx="667411" cy="369332"/>
          </a:xfrm>
          <a:prstGeom prst="rect">
            <a:avLst/>
          </a:prstGeom>
          <a:noFill/>
        </p:spPr>
        <p:txBody>
          <a:bodyPr wrap="square" rtlCol="0">
            <a:spAutoFit/>
          </a:bodyPr>
          <a:lstStyle/>
          <a:p>
            <a:pPr algn="ctr"/>
            <a:r>
              <a:rPr lang="en-BD" b="1" dirty="0">
                <a:latin typeface="Arial Nova" panose="020B0504020202020204" pitchFamily="34" charset="0"/>
              </a:rPr>
              <a:t>15</a:t>
            </a:r>
          </a:p>
        </p:txBody>
      </p:sp>
      <p:sp>
        <p:nvSpPr>
          <p:cNvPr id="114" name="TextBox 113">
            <a:extLst>
              <a:ext uri="{FF2B5EF4-FFF2-40B4-BE49-F238E27FC236}">
                <a16:creationId xmlns:a16="http://schemas.microsoft.com/office/drawing/2014/main" id="{C8C9BDF4-6A38-0175-CF85-A9CE2C02F90F}"/>
              </a:ext>
            </a:extLst>
          </p:cNvPr>
          <p:cNvSpPr txBox="1"/>
          <p:nvPr/>
        </p:nvSpPr>
        <p:spPr>
          <a:xfrm>
            <a:off x="6213094" y="2745546"/>
            <a:ext cx="667411" cy="369332"/>
          </a:xfrm>
          <a:prstGeom prst="rect">
            <a:avLst/>
          </a:prstGeom>
          <a:noFill/>
        </p:spPr>
        <p:txBody>
          <a:bodyPr wrap="square" rtlCol="0">
            <a:spAutoFit/>
          </a:bodyPr>
          <a:lstStyle/>
          <a:p>
            <a:pPr algn="ctr"/>
            <a:r>
              <a:rPr lang="en-BD" b="1" dirty="0">
                <a:solidFill>
                  <a:srgbClr val="FF0000"/>
                </a:solidFill>
                <a:latin typeface="Arial Nova" panose="020B0504020202020204" pitchFamily="34" charset="0"/>
              </a:rPr>
              <a:t>17</a:t>
            </a:r>
          </a:p>
        </p:txBody>
      </p:sp>
      <p:sp>
        <p:nvSpPr>
          <p:cNvPr id="115" name="TextBox 114">
            <a:extLst>
              <a:ext uri="{FF2B5EF4-FFF2-40B4-BE49-F238E27FC236}">
                <a16:creationId xmlns:a16="http://schemas.microsoft.com/office/drawing/2014/main" id="{64BEE87A-4701-51EC-7257-A9429FA6ED47}"/>
              </a:ext>
            </a:extLst>
          </p:cNvPr>
          <p:cNvSpPr txBox="1"/>
          <p:nvPr/>
        </p:nvSpPr>
        <p:spPr>
          <a:xfrm>
            <a:off x="8868803" y="1938615"/>
            <a:ext cx="667411" cy="523220"/>
          </a:xfrm>
          <a:prstGeom prst="rect">
            <a:avLst/>
          </a:prstGeom>
          <a:noFill/>
        </p:spPr>
        <p:txBody>
          <a:bodyPr wrap="square" rtlCol="0">
            <a:spAutoFit/>
          </a:bodyPr>
          <a:lstStyle/>
          <a:p>
            <a:pPr algn="ctr"/>
            <a:r>
              <a:rPr lang="en-BD" sz="2800" b="1" dirty="0">
                <a:latin typeface="Arial Nova" panose="020B0504020202020204" pitchFamily="34" charset="0"/>
              </a:rPr>
              <a:t>20</a:t>
            </a:r>
          </a:p>
        </p:txBody>
      </p:sp>
      <p:sp>
        <p:nvSpPr>
          <p:cNvPr id="116" name="TextBox 115">
            <a:extLst>
              <a:ext uri="{FF2B5EF4-FFF2-40B4-BE49-F238E27FC236}">
                <a16:creationId xmlns:a16="http://schemas.microsoft.com/office/drawing/2014/main" id="{BF36F927-000A-55F2-DB53-11DC2BBE9890}"/>
              </a:ext>
            </a:extLst>
          </p:cNvPr>
          <p:cNvSpPr txBox="1"/>
          <p:nvPr/>
        </p:nvSpPr>
        <p:spPr>
          <a:xfrm>
            <a:off x="9628701" y="1939532"/>
            <a:ext cx="667411" cy="523220"/>
          </a:xfrm>
          <a:prstGeom prst="rect">
            <a:avLst/>
          </a:prstGeom>
          <a:noFill/>
        </p:spPr>
        <p:txBody>
          <a:bodyPr wrap="square" rtlCol="0">
            <a:spAutoFit/>
          </a:bodyPr>
          <a:lstStyle/>
          <a:p>
            <a:pPr algn="ctr"/>
            <a:r>
              <a:rPr lang="en-BD" sz="2800" b="1" dirty="0">
                <a:latin typeface="Arial Nova" panose="020B0504020202020204" pitchFamily="34" charset="0"/>
              </a:rPr>
              <a:t>26</a:t>
            </a:r>
          </a:p>
        </p:txBody>
      </p:sp>
      <p:sp>
        <p:nvSpPr>
          <p:cNvPr id="117" name="TextBox 116">
            <a:extLst>
              <a:ext uri="{FF2B5EF4-FFF2-40B4-BE49-F238E27FC236}">
                <a16:creationId xmlns:a16="http://schemas.microsoft.com/office/drawing/2014/main" id="{ED41F5D4-3B2D-E1AC-AE44-09AE1116B3B7}"/>
              </a:ext>
            </a:extLst>
          </p:cNvPr>
          <p:cNvSpPr txBox="1"/>
          <p:nvPr/>
        </p:nvSpPr>
        <p:spPr>
          <a:xfrm>
            <a:off x="5316165" y="4031244"/>
            <a:ext cx="667411" cy="369332"/>
          </a:xfrm>
          <a:prstGeom prst="rect">
            <a:avLst/>
          </a:prstGeom>
          <a:noFill/>
        </p:spPr>
        <p:txBody>
          <a:bodyPr wrap="square" rtlCol="0">
            <a:spAutoFit/>
          </a:bodyPr>
          <a:lstStyle/>
          <a:p>
            <a:pPr algn="ctr"/>
            <a:r>
              <a:rPr lang="en-BD" b="1" dirty="0">
                <a:latin typeface="Arial Nova" panose="020B0504020202020204" pitchFamily="34" charset="0"/>
              </a:rPr>
              <a:t>15</a:t>
            </a:r>
          </a:p>
        </p:txBody>
      </p:sp>
      <p:sp>
        <p:nvSpPr>
          <p:cNvPr id="118" name="TextBox 117">
            <a:extLst>
              <a:ext uri="{FF2B5EF4-FFF2-40B4-BE49-F238E27FC236}">
                <a16:creationId xmlns:a16="http://schemas.microsoft.com/office/drawing/2014/main" id="{8130568F-C320-CF85-199F-4424A123F581}"/>
              </a:ext>
            </a:extLst>
          </p:cNvPr>
          <p:cNvSpPr txBox="1"/>
          <p:nvPr/>
        </p:nvSpPr>
        <p:spPr>
          <a:xfrm>
            <a:off x="6185384" y="4019251"/>
            <a:ext cx="667411" cy="369332"/>
          </a:xfrm>
          <a:prstGeom prst="rect">
            <a:avLst/>
          </a:prstGeom>
          <a:noFill/>
        </p:spPr>
        <p:txBody>
          <a:bodyPr wrap="square" rtlCol="0">
            <a:spAutoFit/>
          </a:bodyPr>
          <a:lstStyle/>
          <a:p>
            <a:pPr algn="ctr"/>
            <a:r>
              <a:rPr lang="en-BD" b="1" dirty="0">
                <a:latin typeface="Arial Nova" panose="020B0504020202020204" pitchFamily="34" charset="0"/>
              </a:rPr>
              <a:t>31</a:t>
            </a:r>
          </a:p>
        </p:txBody>
      </p:sp>
      <p:sp>
        <p:nvSpPr>
          <p:cNvPr id="119" name="TextBox 118">
            <a:extLst>
              <a:ext uri="{FF2B5EF4-FFF2-40B4-BE49-F238E27FC236}">
                <a16:creationId xmlns:a16="http://schemas.microsoft.com/office/drawing/2014/main" id="{9D5D510D-ACC4-0866-00FA-47C4423DC3E7}"/>
              </a:ext>
            </a:extLst>
          </p:cNvPr>
          <p:cNvSpPr txBox="1"/>
          <p:nvPr/>
        </p:nvSpPr>
        <p:spPr>
          <a:xfrm>
            <a:off x="6960732" y="5780095"/>
            <a:ext cx="565656" cy="369332"/>
          </a:xfrm>
          <a:prstGeom prst="rect">
            <a:avLst/>
          </a:prstGeom>
          <a:noFill/>
        </p:spPr>
        <p:txBody>
          <a:bodyPr wrap="square" rtlCol="0">
            <a:spAutoFit/>
          </a:bodyPr>
          <a:lstStyle/>
          <a:p>
            <a:pPr algn="ctr"/>
            <a:r>
              <a:rPr lang="en-BD" b="1" dirty="0">
                <a:latin typeface="Arial Nova" panose="020B0504020202020204" pitchFamily="34" charset="0"/>
              </a:rPr>
              <a:t>12</a:t>
            </a:r>
          </a:p>
        </p:txBody>
      </p:sp>
      <p:sp>
        <p:nvSpPr>
          <p:cNvPr id="121" name="TextBox 120">
            <a:extLst>
              <a:ext uri="{FF2B5EF4-FFF2-40B4-BE49-F238E27FC236}">
                <a16:creationId xmlns:a16="http://schemas.microsoft.com/office/drawing/2014/main" id="{B518CEC0-5F70-DE24-66CE-B9ACFE2E520D}"/>
              </a:ext>
            </a:extLst>
          </p:cNvPr>
          <p:cNvSpPr txBox="1"/>
          <p:nvPr/>
        </p:nvSpPr>
        <p:spPr>
          <a:xfrm>
            <a:off x="6964265" y="3300882"/>
            <a:ext cx="667411" cy="369332"/>
          </a:xfrm>
          <a:prstGeom prst="rect">
            <a:avLst/>
          </a:prstGeom>
          <a:noFill/>
        </p:spPr>
        <p:txBody>
          <a:bodyPr wrap="square" rtlCol="0">
            <a:spAutoFit/>
          </a:bodyPr>
          <a:lstStyle/>
          <a:p>
            <a:pPr algn="ctr"/>
            <a:r>
              <a:rPr lang="en-BD" b="1" dirty="0">
                <a:latin typeface="Arial Nova" panose="020B0504020202020204" pitchFamily="34" charset="0"/>
              </a:rPr>
              <a:t>31</a:t>
            </a:r>
          </a:p>
        </p:txBody>
      </p:sp>
      <p:sp>
        <p:nvSpPr>
          <p:cNvPr id="122" name="TextBox 121">
            <a:extLst>
              <a:ext uri="{FF2B5EF4-FFF2-40B4-BE49-F238E27FC236}">
                <a16:creationId xmlns:a16="http://schemas.microsoft.com/office/drawing/2014/main" id="{9E897FF4-C225-EF61-3F23-F91283F62226}"/>
              </a:ext>
            </a:extLst>
          </p:cNvPr>
          <p:cNvSpPr txBox="1"/>
          <p:nvPr/>
        </p:nvSpPr>
        <p:spPr>
          <a:xfrm>
            <a:off x="7802504" y="3287744"/>
            <a:ext cx="667411" cy="369332"/>
          </a:xfrm>
          <a:prstGeom prst="rect">
            <a:avLst/>
          </a:prstGeom>
          <a:noFill/>
        </p:spPr>
        <p:txBody>
          <a:bodyPr wrap="square" rtlCol="0">
            <a:spAutoFit/>
          </a:bodyPr>
          <a:lstStyle/>
          <a:p>
            <a:pPr algn="ctr"/>
            <a:r>
              <a:rPr lang="en-BD" b="1" dirty="0">
                <a:latin typeface="Arial Nova" panose="020B0504020202020204" pitchFamily="34" charset="0"/>
              </a:rPr>
              <a:t>35</a:t>
            </a:r>
          </a:p>
        </p:txBody>
      </p:sp>
      <p:sp>
        <p:nvSpPr>
          <p:cNvPr id="123" name="TextBox 122">
            <a:extLst>
              <a:ext uri="{FF2B5EF4-FFF2-40B4-BE49-F238E27FC236}">
                <a16:creationId xmlns:a16="http://schemas.microsoft.com/office/drawing/2014/main" id="{BA395080-3576-A00D-163B-E5D598FC60A7}"/>
              </a:ext>
            </a:extLst>
          </p:cNvPr>
          <p:cNvSpPr txBox="1"/>
          <p:nvPr/>
        </p:nvSpPr>
        <p:spPr>
          <a:xfrm>
            <a:off x="7806913" y="4490519"/>
            <a:ext cx="667411" cy="369332"/>
          </a:xfrm>
          <a:prstGeom prst="rect">
            <a:avLst/>
          </a:prstGeom>
          <a:noFill/>
        </p:spPr>
        <p:txBody>
          <a:bodyPr wrap="square" rtlCol="0">
            <a:spAutoFit/>
          </a:bodyPr>
          <a:lstStyle/>
          <a:p>
            <a:pPr algn="ctr"/>
            <a:r>
              <a:rPr lang="en-BD" b="1" dirty="0">
                <a:solidFill>
                  <a:srgbClr val="FF0000"/>
                </a:solidFill>
                <a:latin typeface="Arial Nova" panose="020B0504020202020204" pitchFamily="34" charset="0"/>
              </a:rPr>
              <a:t>39</a:t>
            </a:r>
          </a:p>
        </p:txBody>
      </p:sp>
      <p:sp>
        <p:nvSpPr>
          <p:cNvPr id="125" name="TextBox 124">
            <a:extLst>
              <a:ext uri="{FF2B5EF4-FFF2-40B4-BE49-F238E27FC236}">
                <a16:creationId xmlns:a16="http://schemas.microsoft.com/office/drawing/2014/main" id="{5FBF4624-BC8E-4556-6B1A-68F08D97C0D3}"/>
              </a:ext>
            </a:extLst>
          </p:cNvPr>
          <p:cNvSpPr txBox="1"/>
          <p:nvPr/>
        </p:nvSpPr>
        <p:spPr>
          <a:xfrm>
            <a:off x="6983357" y="4491853"/>
            <a:ext cx="667411" cy="369332"/>
          </a:xfrm>
          <a:prstGeom prst="rect">
            <a:avLst/>
          </a:prstGeom>
          <a:noFill/>
        </p:spPr>
        <p:txBody>
          <a:bodyPr wrap="square" rtlCol="0">
            <a:spAutoFit/>
          </a:bodyPr>
          <a:lstStyle/>
          <a:p>
            <a:pPr algn="ctr"/>
            <a:r>
              <a:rPr lang="en-BD" b="1" dirty="0">
                <a:latin typeface="Arial Nova" panose="020B0504020202020204" pitchFamily="34" charset="0"/>
              </a:rPr>
              <a:t>31</a:t>
            </a:r>
          </a:p>
        </p:txBody>
      </p:sp>
      <p:sp>
        <p:nvSpPr>
          <p:cNvPr id="126" name="TextBox 125">
            <a:extLst>
              <a:ext uri="{FF2B5EF4-FFF2-40B4-BE49-F238E27FC236}">
                <a16:creationId xmlns:a16="http://schemas.microsoft.com/office/drawing/2014/main" id="{A7AD6765-C701-14AB-A563-0A21D8738814}"/>
              </a:ext>
            </a:extLst>
          </p:cNvPr>
          <p:cNvSpPr txBox="1"/>
          <p:nvPr/>
        </p:nvSpPr>
        <p:spPr>
          <a:xfrm>
            <a:off x="8842905" y="3591777"/>
            <a:ext cx="667411" cy="369332"/>
          </a:xfrm>
          <a:prstGeom prst="rect">
            <a:avLst/>
          </a:prstGeom>
          <a:noFill/>
        </p:spPr>
        <p:txBody>
          <a:bodyPr wrap="square" rtlCol="0">
            <a:spAutoFit/>
          </a:bodyPr>
          <a:lstStyle/>
          <a:p>
            <a:pPr algn="ctr"/>
            <a:r>
              <a:rPr lang="en-BD" b="1" dirty="0">
                <a:solidFill>
                  <a:srgbClr val="FF0000"/>
                </a:solidFill>
                <a:latin typeface="Arial Nova" panose="020B0504020202020204" pitchFamily="34" charset="0"/>
              </a:rPr>
              <a:t>39</a:t>
            </a:r>
          </a:p>
        </p:txBody>
      </p:sp>
      <p:sp>
        <p:nvSpPr>
          <p:cNvPr id="127" name="TextBox 126">
            <a:extLst>
              <a:ext uri="{FF2B5EF4-FFF2-40B4-BE49-F238E27FC236}">
                <a16:creationId xmlns:a16="http://schemas.microsoft.com/office/drawing/2014/main" id="{D1F3B68B-77DF-14E3-C6DC-4FFECF30DA81}"/>
              </a:ext>
            </a:extLst>
          </p:cNvPr>
          <p:cNvSpPr txBox="1"/>
          <p:nvPr/>
        </p:nvSpPr>
        <p:spPr>
          <a:xfrm>
            <a:off x="9752473" y="3583679"/>
            <a:ext cx="667411" cy="369332"/>
          </a:xfrm>
          <a:prstGeom prst="rect">
            <a:avLst/>
          </a:prstGeom>
          <a:noFill/>
        </p:spPr>
        <p:txBody>
          <a:bodyPr wrap="square" rtlCol="0">
            <a:spAutoFit/>
          </a:bodyPr>
          <a:lstStyle/>
          <a:p>
            <a:pPr algn="ctr"/>
            <a:r>
              <a:rPr lang="en-BD" b="1" dirty="0">
                <a:latin typeface="Arial Nova" panose="020B0504020202020204" pitchFamily="34" charset="0"/>
              </a:rPr>
              <a:t>44</a:t>
            </a:r>
          </a:p>
        </p:txBody>
      </p:sp>
      <p:sp>
        <p:nvSpPr>
          <p:cNvPr id="128" name="TextBox 127">
            <a:extLst>
              <a:ext uri="{FF2B5EF4-FFF2-40B4-BE49-F238E27FC236}">
                <a16:creationId xmlns:a16="http://schemas.microsoft.com/office/drawing/2014/main" id="{798DCABF-A297-B276-B095-742E842573A2}"/>
              </a:ext>
            </a:extLst>
          </p:cNvPr>
          <p:cNvSpPr txBox="1"/>
          <p:nvPr/>
        </p:nvSpPr>
        <p:spPr>
          <a:xfrm>
            <a:off x="8922617" y="5764449"/>
            <a:ext cx="667411" cy="369332"/>
          </a:xfrm>
          <a:prstGeom prst="rect">
            <a:avLst/>
          </a:prstGeom>
          <a:noFill/>
        </p:spPr>
        <p:txBody>
          <a:bodyPr wrap="square" rtlCol="0">
            <a:spAutoFit/>
          </a:bodyPr>
          <a:lstStyle/>
          <a:p>
            <a:pPr algn="ctr"/>
            <a:r>
              <a:rPr lang="en-BD" b="1" dirty="0">
                <a:latin typeface="Arial Nova" panose="020B0504020202020204" pitchFamily="34" charset="0"/>
              </a:rPr>
              <a:t>39</a:t>
            </a:r>
          </a:p>
        </p:txBody>
      </p:sp>
      <p:sp>
        <p:nvSpPr>
          <p:cNvPr id="138" name="TextBox 137">
            <a:extLst>
              <a:ext uri="{FF2B5EF4-FFF2-40B4-BE49-F238E27FC236}">
                <a16:creationId xmlns:a16="http://schemas.microsoft.com/office/drawing/2014/main" id="{02C8D1F1-1999-D895-BF7D-13A475492788}"/>
              </a:ext>
            </a:extLst>
          </p:cNvPr>
          <p:cNvSpPr txBox="1"/>
          <p:nvPr/>
        </p:nvSpPr>
        <p:spPr>
          <a:xfrm>
            <a:off x="9729661" y="5758495"/>
            <a:ext cx="667411" cy="369332"/>
          </a:xfrm>
          <a:prstGeom prst="rect">
            <a:avLst/>
          </a:prstGeom>
          <a:noFill/>
        </p:spPr>
        <p:txBody>
          <a:bodyPr wrap="square" rtlCol="0">
            <a:spAutoFit/>
          </a:bodyPr>
          <a:lstStyle/>
          <a:p>
            <a:pPr algn="ctr"/>
            <a:r>
              <a:rPr lang="en-US" b="1" dirty="0">
                <a:latin typeface="Arial Nova" panose="020B0504020202020204" pitchFamily="34" charset="0"/>
              </a:rPr>
              <a:t>50</a:t>
            </a:r>
            <a:endParaRPr lang="en-BD" b="1" dirty="0">
              <a:latin typeface="Arial Nova" panose="020B0504020202020204" pitchFamily="34" charset="0"/>
            </a:endParaRPr>
          </a:p>
        </p:txBody>
      </p:sp>
      <p:sp>
        <p:nvSpPr>
          <p:cNvPr id="139" name="TextBox 138">
            <a:extLst>
              <a:ext uri="{FF2B5EF4-FFF2-40B4-BE49-F238E27FC236}">
                <a16:creationId xmlns:a16="http://schemas.microsoft.com/office/drawing/2014/main" id="{715E49CB-242D-DE2D-8130-23AD96F7C0E4}"/>
              </a:ext>
            </a:extLst>
          </p:cNvPr>
          <p:cNvSpPr txBox="1"/>
          <p:nvPr/>
        </p:nvSpPr>
        <p:spPr>
          <a:xfrm>
            <a:off x="10787179" y="3302500"/>
            <a:ext cx="667411" cy="523220"/>
          </a:xfrm>
          <a:prstGeom prst="rect">
            <a:avLst/>
          </a:prstGeom>
          <a:noFill/>
        </p:spPr>
        <p:txBody>
          <a:bodyPr wrap="square" rtlCol="0">
            <a:spAutoFit/>
          </a:bodyPr>
          <a:lstStyle/>
          <a:p>
            <a:pPr algn="ctr"/>
            <a:r>
              <a:rPr lang="en-US" sz="2800" b="1" dirty="0">
                <a:latin typeface="Arial Nova" panose="020B0504020202020204" pitchFamily="34" charset="0"/>
              </a:rPr>
              <a:t>50</a:t>
            </a:r>
            <a:endParaRPr lang="en-BD" sz="2800" b="1" dirty="0">
              <a:latin typeface="Arial Nova" panose="020B0504020202020204" pitchFamily="34" charset="0"/>
            </a:endParaRPr>
          </a:p>
        </p:txBody>
      </p:sp>
      <p:sp>
        <p:nvSpPr>
          <p:cNvPr id="140" name="TextBox 139">
            <a:extLst>
              <a:ext uri="{FF2B5EF4-FFF2-40B4-BE49-F238E27FC236}">
                <a16:creationId xmlns:a16="http://schemas.microsoft.com/office/drawing/2014/main" id="{84535470-6FE7-497E-820B-F6BA7F2CD23D}"/>
              </a:ext>
            </a:extLst>
          </p:cNvPr>
          <p:cNvSpPr txBox="1"/>
          <p:nvPr/>
        </p:nvSpPr>
        <p:spPr>
          <a:xfrm>
            <a:off x="11590790" y="3300882"/>
            <a:ext cx="667411" cy="523220"/>
          </a:xfrm>
          <a:prstGeom prst="rect">
            <a:avLst/>
          </a:prstGeom>
          <a:noFill/>
        </p:spPr>
        <p:txBody>
          <a:bodyPr wrap="square" rtlCol="0">
            <a:spAutoFit/>
          </a:bodyPr>
          <a:lstStyle/>
          <a:p>
            <a:pPr algn="ctr"/>
            <a:r>
              <a:rPr lang="en-US" sz="2800" b="1" dirty="0">
                <a:latin typeface="Arial Nova" panose="020B0504020202020204" pitchFamily="34" charset="0"/>
              </a:rPr>
              <a:t>50</a:t>
            </a:r>
            <a:endParaRPr lang="en-BD" sz="2800" b="1" dirty="0">
              <a:latin typeface="Arial Nova" panose="020B0504020202020204" pitchFamily="34" charset="0"/>
            </a:endParaRPr>
          </a:p>
        </p:txBody>
      </p:sp>
      <p:sp>
        <p:nvSpPr>
          <p:cNvPr id="146" name="TextBox 145">
            <a:extLst>
              <a:ext uri="{FF2B5EF4-FFF2-40B4-BE49-F238E27FC236}">
                <a16:creationId xmlns:a16="http://schemas.microsoft.com/office/drawing/2014/main" id="{8E08BC5C-EA7A-0BDD-DEFB-EDE2D88581AD}"/>
              </a:ext>
            </a:extLst>
          </p:cNvPr>
          <p:cNvSpPr txBox="1"/>
          <p:nvPr/>
        </p:nvSpPr>
        <p:spPr>
          <a:xfrm>
            <a:off x="6953358" y="3003099"/>
            <a:ext cx="667411" cy="369332"/>
          </a:xfrm>
          <a:prstGeom prst="rect">
            <a:avLst/>
          </a:prstGeom>
          <a:noFill/>
        </p:spPr>
        <p:txBody>
          <a:bodyPr wrap="square" rtlCol="0">
            <a:spAutoFit/>
          </a:bodyPr>
          <a:lstStyle/>
          <a:p>
            <a:pPr algn="ctr"/>
            <a:r>
              <a:rPr lang="en-BD" b="1" dirty="0">
                <a:solidFill>
                  <a:srgbClr val="FF99CC"/>
                </a:solidFill>
                <a:latin typeface="Arial Nova" panose="020B0504020202020204" pitchFamily="34" charset="0"/>
              </a:rPr>
              <a:t>40</a:t>
            </a:r>
          </a:p>
        </p:txBody>
      </p:sp>
      <p:sp>
        <p:nvSpPr>
          <p:cNvPr id="153" name="TextBox 152">
            <a:extLst>
              <a:ext uri="{FF2B5EF4-FFF2-40B4-BE49-F238E27FC236}">
                <a16:creationId xmlns:a16="http://schemas.microsoft.com/office/drawing/2014/main" id="{BCBAEC03-9613-BA34-0D1E-80554D554718}"/>
              </a:ext>
            </a:extLst>
          </p:cNvPr>
          <p:cNvSpPr txBox="1"/>
          <p:nvPr/>
        </p:nvSpPr>
        <p:spPr>
          <a:xfrm>
            <a:off x="8104198" y="6524064"/>
            <a:ext cx="667411" cy="369332"/>
          </a:xfrm>
          <a:prstGeom prst="rect">
            <a:avLst/>
          </a:prstGeom>
          <a:noFill/>
        </p:spPr>
        <p:txBody>
          <a:bodyPr wrap="square" rtlCol="0">
            <a:spAutoFit/>
          </a:bodyPr>
          <a:lstStyle/>
          <a:p>
            <a:pPr algn="ctr"/>
            <a:r>
              <a:rPr lang="en-BD" b="1" dirty="0">
                <a:solidFill>
                  <a:srgbClr val="FF99CC"/>
                </a:solidFill>
                <a:latin typeface="Arial Nova" panose="020B0504020202020204" pitchFamily="34" charset="0"/>
              </a:rPr>
              <a:t>39</a:t>
            </a:r>
          </a:p>
        </p:txBody>
      </p:sp>
      <p:sp>
        <p:nvSpPr>
          <p:cNvPr id="154" name="TextBox 153">
            <a:extLst>
              <a:ext uri="{FF2B5EF4-FFF2-40B4-BE49-F238E27FC236}">
                <a16:creationId xmlns:a16="http://schemas.microsoft.com/office/drawing/2014/main" id="{471AE05F-9BC4-249D-F6D1-28DF033407B1}"/>
              </a:ext>
            </a:extLst>
          </p:cNvPr>
          <p:cNvSpPr txBox="1"/>
          <p:nvPr/>
        </p:nvSpPr>
        <p:spPr>
          <a:xfrm>
            <a:off x="6619652" y="6546617"/>
            <a:ext cx="667411" cy="369332"/>
          </a:xfrm>
          <a:prstGeom prst="rect">
            <a:avLst/>
          </a:prstGeom>
          <a:noFill/>
        </p:spPr>
        <p:txBody>
          <a:bodyPr wrap="square" rtlCol="0">
            <a:spAutoFit/>
          </a:bodyPr>
          <a:lstStyle/>
          <a:p>
            <a:pPr algn="ctr"/>
            <a:r>
              <a:rPr lang="en-BD" b="1" dirty="0">
                <a:solidFill>
                  <a:srgbClr val="FF99CC"/>
                </a:solidFill>
                <a:latin typeface="Arial Nova" panose="020B0504020202020204" pitchFamily="34" charset="0"/>
              </a:rPr>
              <a:t>30</a:t>
            </a:r>
          </a:p>
        </p:txBody>
      </p:sp>
      <p:sp>
        <p:nvSpPr>
          <p:cNvPr id="156" name="TextBox 155">
            <a:extLst>
              <a:ext uri="{FF2B5EF4-FFF2-40B4-BE49-F238E27FC236}">
                <a16:creationId xmlns:a16="http://schemas.microsoft.com/office/drawing/2014/main" id="{0B0752AA-E820-1B0E-D3F0-A3415CC97BC4}"/>
              </a:ext>
            </a:extLst>
          </p:cNvPr>
          <p:cNvSpPr txBox="1"/>
          <p:nvPr/>
        </p:nvSpPr>
        <p:spPr>
          <a:xfrm>
            <a:off x="6942421" y="5435245"/>
            <a:ext cx="667411" cy="369332"/>
          </a:xfrm>
          <a:prstGeom prst="rect">
            <a:avLst/>
          </a:prstGeom>
          <a:noFill/>
        </p:spPr>
        <p:txBody>
          <a:bodyPr wrap="square" rtlCol="0">
            <a:spAutoFit/>
          </a:bodyPr>
          <a:lstStyle/>
          <a:p>
            <a:pPr algn="ctr"/>
            <a:r>
              <a:rPr lang="en-BD" b="1" dirty="0">
                <a:solidFill>
                  <a:srgbClr val="0070C0"/>
                </a:solidFill>
                <a:latin typeface="Arial Nova" panose="020B0504020202020204" pitchFamily="34" charset="0"/>
              </a:rPr>
              <a:t>31</a:t>
            </a:r>
          </a:p>
        </p:txBody>
      </p:sp>
      <p:sp>
        <p:nvSpPr>
          <p:cNvPr id="158" name="TextBox 157">
            <a:extLst>
              <a:ext uri="{FF2B5EF4-FFF2-40B4-BE49-F238E27FC236}">
                <a16:creationId xmlns:a16="http://schemas.microsoft.com/office/drawing/2014/main" id="{07913AAF-F45E-5538-651C-4CBF4E39B77F}"/>
              </a:ext>
            </a:extLst>
          </p:cNvPr>
          <p:cNvSpPr txBox="1"/>
          <p:nvPr/>
        </p:nvSpPr>
        <p:spPr>
          <a:xfrm>
            <a:off x="6972412" y="4227955"/>
            <a:ext cx="667411" cy="369332"/>
          </a:xfrm>
          <a:prstGeom prst="rect">
            <a:avLst/>
          </a:prstGeom>
          <a:noFill/>
        </p:spPr>
        <p:txBody>
          <a:bodyPr wrap="square" rtlCol="0">
            <a:spAutoFit/>
          </a:bodyPr>
          <a:lstStyle/>
          <a:p>
            <a:pPr algn="ctr"/>
            <a:r>
              <a:rPr lang="en-BD" b="1" dirty="0">
                <a:solidFill>
                  <a:srgbClr val="0070C0"/>
                </a:solidFill>
                <a:latin typeface="Arial Nova" panose="020B0504020202020204" pitchFamily="34" charset="0"/>
              </a:rPr>
              <a:t>40</a:t>
            </a:r>
          </a:p>
        </p:txBody>
      </p:sp>
      <p:sp>
        <p:nvSpPr>
          <p:cNvPr id="159" name="TextBox 158">
            <a:extLst>
              <a:ext uri="{FF2B5EF4-FFF2-40B4-BE49-F238E27FC236}">
                <a16:creationId xmlns:a16="http://schemas.microsoft.com/office/drawing/2014/main" id="{A14A2861-A842-CBE8-4726-0290DEAC0EAF}"/>
              </a:ext>
            </a:extLst>
          </p:cNvPr>
          <p:cNvSpPr txBox="1"/>
          <p:nvPr/>
        </p:nvSpPr>
        <p:spPr>
          <a:xfrm>
            <a:off x="6179682" y="4976358"/>
            <a:ext cx="667411" cy="369332"/>
          </a:xfrm>
          <a:prstGeom prst="rect">
            <a:avLst/>
          </a:prstGeom>
          <a:noFill/>
        </p:spPr>
        <p:txBody>
          <a:bodyPr wrap="square" rtlCol="0">
            <a:spAutoFit/>
          </a:bodyPr>
          <a:lstStyle/>
          <a:p>
            <a:pPr algn="ctr"/>
            <a:r>
              <a:rPr lang="en-BD" b="1" dirty="0">
                <a:solidFill>
                  <a:srgbClr val="0070C0"/>
                </a:solidFill>
                <a:latin typeface="Arial Nova" panose="020B0504020202020204" pitchFamily="34" charset="0"/>
              </a:rPr>
              <a:t>31</a:t>
            </a:r>
          </a:p>
        </p:txBody>
      </p:sp>
      <p:sp>
        <p:nvSpPr>
          <p:cNvPr id="160" name="TextBox 159">
            <a:extLst>
              <a:ext uri="{FF2B5EF4-FFF2-40B4-BE49-F238E27FC236}">
                <a16:creationId xmlns:a16="http://schemas.microsoft.com/office/drawing/2014/main" id="{BA9DBBF4-1983-9F92-FFE4-C91D8EE6E7E9}"/>
              </a:ext>
            </a:extLst>
          </p:cNvPr>
          <p:cNvSpPr txBox="1"/>
          <p:nvPr/>
        </p:nvSpPr>
        <p:spPr>
          <a:xfrm>
            <a:off x="5300447" y="4981400"/>
            <a:ext cx="667411" cy="369332"/>
          </a:xfrm>
          <a:prstGeom prst="rect">
            <a:avLst/>
          </a:prstGeom>
          <a:noFill/>
        </p:spPr>
        <p:txBody>
          <a:bodyPr wrap="square" rtlCol="0">
            <a:spAutoFit/>
          </a:bodyPr>
          <a:lstStyle/>
          <a:p>
            <a:pPr algn="ctr"/>
            <a:r>
              <a:rPr lang="en-BD" b="1" dirty="0">
                <a:solidFill>
                  <a:srgbClr val="FF99CC"/>
                </a:solidFill>
                <a:latin typeface="Arial Nova" panose="020B0504020202020204" pitchFamily="34" charset="0"/>
              </a:rPr>
              <a:t>15</a:t>
            </a:r>
          </a:p>
        </p:txBody>
      </p:sp>
      <p:sp>
        <p:nvSpPr>
          <p:cNvPr id="161" name="TextBox 160">
            <a:extLst>
              <a:ext uri="{FF2B5EF4-FFF2-40B4-BE49-F238E27FC236}">
                <a16:creationId xmlns:a16="http://schemas.microsoft.com/office/drawing/2014/main" id="{2EB8A0C9-0039-4C1F-E987-77518E692DB2}"/>
              </a:ext>
            </a:extLst>
          </p:cNvPr>
          <p:cNvSpPr txBox="1"/>
          <p:nvPr/>
        </p:nvSpPr>
        <p:spPr>
          <a:xfrm>
            <a:off x="6146107" y="3680918"/>
            <a:ext cx="667411" cy="369332"/>
          </a:xfrm>
          <a:prstGeom prst="rect">
            <a:avLst/>
          </a:prstGeom>
          <a:noFill/>
        </p:spPr>
        <p:txBody>
          <a:bodyPr wrap="square" rtlCol="0">
            <a:spAutoFit/>
          </a:bodyPr>
          <a:lstStyle/>
          <a:p>
            <a:pPr algn="ctr"/>
            <a:r>
              <a:rPr lang="en-BD" b="1" dirty="0">
                <a:solidFill>
                  <a:srgbClr val="FF99CC"/>
                </a:solidFill>
                <a:latin typeface="Arial Nova" panose="020B0504020202020204" pitchFamily="34" charset="0"/>
              </a:rPr>
              <a:t>40</a:t>
            </a:r>
          </a:p>
        </p:txBody>
      </p:sp>
      <p:sp>
        <p:nvSpPr>
          <p:cNvPr id="162" name="TextBox 161">
            <a:extLst>
              <a:ext uri="{FF2B5EF4-FFF2-40B4-BE49-F238E27FC236}">
                <a16:creationId xmlns:a16="http://schemas.microsoft.com/office/drawing/2014/main" id="{387E1D6E-C0DE-6625-6B7B-7819577983E2}"/>
              </a:ext>
            </a:extLst>
          </p:cNvPr>
          <p:cNvSpPr txBox="1"/>
          <p:nvPr/>
        </p:nvSpPr>
        <p:spPr>
          <a:xfrm>
            <a:off x="5300855" y="3681236"/>
            <a:ext cx="667411" cy="369332"/>
          </a:xfrm>
          <a:prstGeom prst="rect">
            <a:avLst/>
          </a:prstGeom>
          <a:noFill/>
        </p:spPr>
        <p:txBody>
          <a:bodyPr wrap="square" rtlCol="0">
            <a:spAutoFit/>
          </a:bodyPr>
          <a:lstStyle/>
          <a:p>
            <a:pPr algn="ctr"/>
            <a:r>
              <a:rPr lang="en-BD" b="1" dirty="0">
                <a:solidFill>
                  <a:srgbClr val="FF99CC"/>
                </a:solidFill>
                <a:latin typeface="Arial Nova" panose="020B0504020202020204" pitchFamily="34" charset="0"/>
              </a:rPr>
              <a:t>38</a:t>
            </a:r>
          </a:p>
        </p:txBody>
      </p:sp>
      <p:sp>
        <p:nvSpPr>
          <p:cNvPr id="163" name="TextBox 162">
            <a:extLst>
              <a:ext uri="{FF2B5EF4-FFF2-40B4-BE49-F238E27FC236}">
                <a16:creationId xmlns:a16="http://schemas.microsoft.com/office/drawing/2014/main" id="{1E1A0A26-D8A1-73E0-B9B9-A5B6B7D55257}"/>
              </a:ext>
            </a:extLst>
          </p:cNvPr>
          <p:cNvSpPr txBox="1"/>
          <p:nvPr/>
        </p:nvSpPr>
        <p:spPr>
          <a:xfrm>
            <a:off x="6131995" y="2511609"/>
            <a:ext cx="667411" cy="369332"/>
          </a:xfrm>
          <a:prstGeom prst="rect">
            <a:avLst/>
          </a:prstGeom>
          <a:noFill/>
        </p:spPr>
        <p:txBody>
          <a:bodyPr wrap="square" rtlCol="0">
            <a:spAutoFit/>
          </a:bodyPr>
          <a:lstStyle/>
          <a:p>
            <a:pPr algn="ctr"/>
            <a:r>
              <a:rPr lang="en-BD" b="1" dirty="0">
                <a:solidFill>
                  <a:srgbClr val="FF99CC"/>
                </a:solidFill>
                <a:latin typeface="Arial Nova" panose="020B0504020202020204" pitchFamily="34" charset="0"/>
              </a:rPr>
              <a:t>40</a:t>
            </a:r>
          </a:p>
        </p:txBody>
      </p:sp>
      <p:sp>
        <p:nvSpPr>
          <p:cNvPr id="164" name="TextBox 163">
            <a:extLst>
              <a:ext uri="{FF2B5EF4-FFF2-40B4-BE49-F238E27FC236}">
                <a16:creationId xmlns:a16="http://schemas.microsoft.com/office/drawing/2014/main" id="{1AAE13E8-46EB-457A-1076-11A64EF0907A}"/>
              </a:ext>
            </a:extLst>
          </p:cNvPr>
          <p:cNvSpPr txBox="1"/>
          <p:nvPr/>
        </p:nvSpPr>
        <p:spPr>
          <a:xfrm>
            <a:off x="5324079" y="2525262"/>
            <a:ext cx="667411" cy="369332"/>
          </a:xfrm>
          <a:prstGeom prst="rect">
            <a:avLst/>
          </a:prstGeom>
          <a:noFill/>
        </p:spPr>
        <p:txBody>
          <a:bodyPr wrap="square" rtlCol="0">
            <a:spAutoFit/>
          </a:bodyPr>
          <a:lstStyle/>
          <a:p>
            <a:pPr algn="ctr"/>
            <a:r>
              <a:rPr lang="en-BD" b="1" dirty="0">
                <a:solidFill>
                  <a:srgbClr val="FF99CC"/>
                </a:solidFill>
                <a:latin typeface="Arial Nova" panose="020B0504020202020204" pitchFamily="34" charset="0"/>
              </a:rPr>
              <a:t>35</a:t>
            </a:r>
          </a:p>
        </p:txBody>
      </p:sp>
      <p:sp>
        <p:nvSpPr>
          <p:cNvPr id="165" name="TextBox 164">
            <a:extLst>
              <a:ext uri="{FF2B5EF4-FFF2-40B4-BE49-F238E27FC236}">
                <a16:creationId xmlns:a16="http://schemas.microsoft.com/office/drawing/2014/main" id="{A1B55871-397A-3AD2-C79D-C9706BA16032}"/>
              </a:ext>
            </a:extLst>
          </p:cNvPr>
          <p:cNvSpPr txBox="1"/>
          <p:nvPr/>
        </p:nvSpPr>
        <p:spPr>
          <a:xfrm>
            <a:off x="4252609" y="2531132"/>
            <a:ext cx="667411" cy="369332"/>
          </a:xfrm>
          <a:prstGeom prst="rect">
            <a:avLst/>
          </a:prstGeom>
          <a:noFill/>
        </p:spPr>
        <p:txBody>
          <a:bodyPr wrap="square" rtlCol="0">
            <a:spAutoFit/>
          </a:bodyPr>
          <a:lstStyle/>
          <a:p>
            <a:pPr algn="ctr"/>
            <a:r>
              <a:rPr lang="en-BD" b="1" dirty="0">
                <a:solidFill>
                  <a:srgbClr val="FF99CC"/>
                </a:solidFill>
                <a:latin typeface="Arial Nova" panose="020B0504020202020204" pitchFamily="34" charset="0"/>
              </a:rPr>
              <a:t>35</a:t>
            </a:r>
          </a:p>
        </p:txBody>
      </p:sp>
      <p:sp>
        <p:nvSpPr>
          <p:cNvPr id="166" name="TextBox 165">
            <a:extLst>
              <a:ext uri="{FF2B5EF4-FFF2-40B4-BE49-F238E27FC236}">
                <a16:creationId xmlns:a16="http://schemas.microsoft.com/office/drawing/2014/main" id="{07A0876C-4FFC-A889-CC46-463508F825AC}"/>
              </a:ext>
            </a:extLst>
          </p:cNvPr>
          <p:cNvSpPr txBox="1"/>
          <p:nvPr/>
        </p:nvSpPr>
        <p:spPr>
          <a:xfrm>
            <a:off x="3366138" y="2541550"/>
            <a:ext cx="667411" cy="369332"/>
          </a:xfrm>
          <a:prstGeom prst="rect">
            <a:avLst/>
          </a:prstGeom>
          <a:noFill/>
        </p:spPr>
        <p:txBody>
          <a:bodyPr wrap="square" rtlCol="0">
            <a:spAutoFit/>
          </a:bodyPr>
          <a:lstStyle/>
          <a:p>
            <a:pPr algn="ctr"/>
            <a:r>
              <a:rPr lang="en-BD" b="1" dirty="0">
                <a:solidFill>
                  <a:srgbClr val="FF99CC"/>
                </a:solidFill>
                <a:latin typeface="Arial Nova" panose="020B0504020202020204" pitchFamily="34" charset="0"/>
              </a:rPr>
              <a:t>31</a:t>
            </a:r>
          </a:p>
        </p:txBody>
      </p:sp>
      <p:sp>
        <p:nvSpPr>
          <p:cNvPr id="168" name="TextBox 167">
            <a:extLst>
              <a:ext uri="{FF2B5EF4-FFF2-40B4-BE49-F238E27FC236}">
                <a16:creationId xmlns:a16="http://schemas.microsoft.com/office/drawing/2014/main" id="{AF303054-C400-D379-172B-66FB6975E7B5}"/>
              </a:ext>
            </a:extLst>
          </p:cNvPr>
          <p:cNvSpPr txBox="1"/>
          <p:nvPr/>
        </p:nvSpPr>
        <p:spPr>
          <a:xfrm>
            <a:off x="3387600" y="4462606"/>
            <a:ext cx="533186" cy="523220"/>
          </a:xfrm>
          <a:prstGeom prst="rect">
            <a:avLst/>
          </a:prstGeom>
          <a:noFill/>
        </p:spPr>
        <p:txBody>
          <a:bodyPr wrap="square" rtlCol="0">
            <a:spAutoFit/>
          </a:bodyPr>
          <a:lstStyle/>
          <a:p>
            <a:pPr algn="ctr"/>
            <a:r>
              <a:rPr lang="en-BD" sz="2800" b="1" dirty="0">
                <a:solidFill>
                  <a:srgbClr val="FF99CC"/>
                </a:solidFill>
                <a:latin typeface="Arial Nova" panose="020B0504020202020204" pitchFamily="34" charset="0"/>
              </a:rPr>
              <a:t>5</a:t>
            </a:r>
          </a:p>
        </p:txBody>
      </p:sp>
      <p:sp>
        <p:nvSpPr>
          <p:cNvPr id="169" name="TextBox 168">
            <a:extLst>
              <a:ext uri="{FF2B5EF4-FFF2-40B4-BE49-F238E27FC236}">
                <a16:creationId xmlns:a16="http://schemas.microsoft.com/office/drawing/2014/main" id="{375660B0-994A-1299-3243-6130B3FD00EF}"/>
              </a:ext>
            </a:extLst>
          </p:cNvPr>
          <p:cNvSpPr txBox="1"/>
          <p:nvPr/>
        </p:nvSpPr>
        <p:spPr>
          <a:xfrm>
            <a:off x="4136588" y="4454707"/>
            <a:ext cx="667411" cy="523220"/>
          </a:xfrm>
          <a:prstGeom prst="rect">
            <a:avLst/>
          </a:prstGeom>
          <a:noFill/>
        </p:spPr>
        <p:txBody>
          <a:bodyPr wrap="square" rtlCol="0">
            <a:spAutoFit/>
          </a:bodyPr>
          <a:lstStyle/>
          <a:p>
            <a:pPr algn="ctr"/>
            <a:r>
              <a:rPr lang="en-BD" sz="2800" b="1" dirty="0">
                <a:solidFill>
                  <a:srgbClr val="FF99CC"/>
                </a:solidFill>
                <a:latin typeface="Arial Nova" panose="020B0504020202020204" pitchFamily="34" charset="0"/>
              </a:rPr>
              <a:t>15</a:t>
            </a:r>
          </a:p>
        </p:txBody>
      </p:sp>
      <p:sp>
        <p:nvSpPr>
          <p:cNvPr id="170" name="TextBox 169">
            <a:extLst>
              <a:ext uri="{FF2B5EF4-FFF2-40B4-BE49-F238E27FC236}">
                <a16:creationId xmlns:a16="http://schemas.microsoft.com/office/drawing/2014/main" id="{4B0CDC61-44DB-9386-56EA-FB44D11D3B36}"/>
              </a:ext>
            </a:extLst>
          </p:cNvPr>
          <p:cNvSpPr txBox="1"/>
          <p:nvPr/>
        </p:nvSpPr>
        <p:spPr>
          <a:xfrm>
            <a:off x="4515278" y="6523793"/>
            <a:ext cx="667411" cy="369332"/>
          </a:xfrm>
          <a:prstGeom prst="rect">
            <a:avLst/>
          </a:prstGeom>
          <a:noFill/>
        </p:spPr>
        <p:txBody>
          <a:bodyPr wrap="square" rtlCol="0">
            <a:spAutoFit/>
          </a:bodyPr>
          <a:lstStyle/>
          <a:p>
            <a:pPr algn="ctr"/>
            <a:r>
              <a:rPr lang="en-BD" b="1" dirty="0">
                <a:solidFill>
                  <a:srgbClr val="FF99CC"/>
                </a:solidFill>
                <a:latin typeface="Arial Nova" panose="020B0504020202020204" pitchFamily="34" charset="0"/>
              </a:rPr>
              <a:t>30</a:t>
            </a:r>
          </a:p>
        </p:txBody>
      </p:sp>
      <p:sp>
        <p:nvSpPr>
          <p:cNvPr id="171" name="TextBox 170">
            <a:extLst>
              <a:ext uri="{FF2B5EF4-FFF2-40B4-BE49-F238E27FC236}">
                <a16:creationId xmlns:a16="http://schemas.microsoft.com/office/drawing/2014/main" id="{85FAF666-7AC2-90C8-3095-331C23CA8DC0}"/>
              </a:ext>
            </a:extLst>
          </p:cNvPr>
          <p:cNvSpPr txBox="1"/>
          <p:nvPr/>
        </p:nvSpPr>
        <p:spPr>
          <a:xfrm>
            <a:off x="3023328" y="6531177"/>
            <a:ext cx="667411" cy="369332"/>
          </a:xfrm>
          <a:prstGeom prst="rect">
            <a:avLst/>
          </a:prstGeom>
          <a:noFill/>
        </p:spPr>
        <p:txBody>
          <a:bodyPr wrap="square" rtlCol="0">
            <a:spAutoFit/>
          </a:bodyPr>
          <a:lstStyle/>
          <a:p>
            <a:pPr algn="ctr"/>
            <a:r>
              <a:rPr lang="en-BD" b="1" dirty="0">
                <a:solidFill>
                  <a:srgbClr val="FF99CC"/>
                </a:solidFill>
                <a:latin typeface="Arial Nova" panose="020B0504020202020204" pitchFamily="34" charset="0"/>
              </a:rPr>
              <a:t>23</a:t>
            </a:r>
          </a:p>
        </p:txBody>
      </p:sp>
      <p:sp>
        <p:nvSpPr>
          <p:cNvPr id="172" name="TextBox 171">
            <a:extLst>
              <a:ext uri="{FF2B5EF4-FFF2-40B4-BE49-F238E27FC236}">
                <a16:creationId xmlns:a16="http://schemas.microsoft.com/office/drawing/2014/main" id="{2EC7AFFB-7E98-FEE6-F614-E507568CC00F}"/>
              </a:ext>
            </a:extLst>
          </p:cNvPr>
          <p:cNvSpPr txBox="1"/>
          <p:nvPr/>
        </p:nvSpPr>
        <p:spPr>
          <a:xfrm>
            <a:off x="1715801" y="4441777"/>
            <a:ext cx="533186" cy="523220"/>
          </a:xfrm>
          <a:prstGeom prst="rect">
            <a:avLst/>
          </a:prstGeom>
          <a:noFill/>
        </p:spPr>
        <p:txBody>
          <a:bodyPr wrap="square" rtlCol="0">
            <a:spAutoFit/>
          </a:bodyPr>
          <a:lstStyle/>
          <a:p>
            <a:pPr algn="ctr"/>
            <a:r>
              <a:rPr lang="en-BD" sz="2800" b="1" dirty="0">
                <a:solidFill>
                  <a:srgbClr val="FF99CC"/>
                </a:solidFill>
                <a:latin typeface="Arial Nova" panose="020B0504020202020204" pitchFamily="34" charset="0"/>
              </a:rPr>
              <a:t>0</a:t>
            </a:r>
          </a:p>
        </p:txBody>
      </p:sp>
      <p:sp>
        <p:nvSpPr>
          <p:cNvPr id="173" name="TextBox 172">
            <a:extLst>
              <a:ext uri="{FF2B5EF4-FFF2-40B4-BE49-F238E27FC236}">
                <a16:creationId xmlns:a16="http://schemas.microsoft.com/office/drawing/2014/main" id="{6C96A28A-EC67-EC26-DAD6-A0B8D5BD1D85}"/>
              </a:ext>
            </a:extLst>
          </p:cNvPr>
          <p:cNvSpPr txBox="1"/>
          <p:nvPr/>
        </p:nvSpPr>
        <p:spPr>
          <a:xfrm>
            <a:off x="2678691" y="4432553"/>
            <a:ext cx="533186" cy="523220"/>
          </a:xfrm>
          <a:prstGeom prst="rect">
            <a:avLst/>
          </a:prstGeom>
          <a:noFill/>
        </p:spPr>
        <p:txBody>
          <a:bodyPr wrap="square" rtlCol="0">
            <a:spAutoFit/>
          </a:bodyPr>
          <a:lstStyle/>
          <a:p>
            <a:pPr algn="ctr"/>
            <a:r>
              <a:rPr lang="en-BD" sz="2800" b="1" dirty="0">
                <a:solidFill>
                  <a:srgbClr val="FF99CC"/>
                </a:solidFill>
                <a:latin typeface="Arial Nova" panose="020B0504020202020204" pitchFamily="34" charset="0"/>
              </a:rPr>
              <a:t>5</a:t>
            </a:r>
          </a:p>
        </p:txBody>
      </p:sp>
      <p:sp>
        <p:nvSpPr>
          <p:cNvPr id="174" name="TextBox 173">
            <a:extLst>
              <a:ext uri="{FF2B5EF4-FFF2-40B4-BE49-F238E27FC236}">
                <a16:creationId xmlns:a16="http://schemas.microsoft.com/office/drawing/2014/main" id="{DB62A693-5190-42D6-1969-211D09DF7691}"/>
              </a:ext>
            </a:extLst>
          </p:cNvPr>
          <p:cNvSpPr txBox="1"/>
          <p:nvPr/>
        </p:nvSpPr>
        <p:spPr>
          <a:xfrm>
            <a:off x="133481" y="4443435"/>
            <a:ext cx="533186" cy="523220"/>
          </a:xfrm>
          <a:prstGeom prst="rect">
            <a:avLst/>
          </a:prstGeom>
          <a:noFill/>
        </p:spPr>
        <p:txBody>
          <a:bodyPr wrap="square" rtlCol="0">
            <a:spAutoFit/>
          </a:bodyPr>
          <a:lstStyle/>
          <a:p>
            <a:pPr algn="ctr"/>
            <a:r>
              <a:rPr lang="en-BD" sz="2800" b="1" dirty="0">
                <a:solidFill>
                  <a:srgbClr val="FF99CC"/>
                </a:solidFill>
                <a:latin typeface="Arial Nova" panose="020B0504020202020204" pitchFamily="34" charset="0"/>
              </a:rPr>
              <a:t>0</a:t>
            </a:r>
          </a:p>
        </p:txBody>
      </p:sp>
      <p:sp>
        <p:nvSpPr>
          <p:cNvPr id="175" name="TextBox 174">
            <a:extLst>
              <a:ext uri="{FF2B5EF4-FFF2-40B4-BE49-F238E27FC236}">
                <a16:creationId xmlns:a16="http://schemas.microsoft.com/office/drawing/2014/main" id="{10334279-4DFC-74BD-AD3C-F03BF43D6944}"/>
              </a:ext>
            </a:extLst>
          </p:cNvPr>
          <p:cNvSpPr txBox="1"/>
          <p:nvPr/>
        </p:nvSpPr>
        <p:spPr>
          <a:xfrm>
            <a:off x="1070952" y="4434695"/>
            <a:ext cx="533186" cy="523220"/>
          </a:xfrm>
          <a:prstGeom prst="rect">
            <a:avLst/>
          </a:prstGeom>
          <a:noFill/>
        </p:spPr>
        <p:txBody>
          <a:bodyPr wrap="square" rtlCol="0">
            <a:spAutoFit/>
          </a:bodyPr>
          <a:lstStyle/>
          <a:p>
            <a:pPr algn="ctr"/>
            <a:r>
              <a:rPr lang="en-BD" sz="2800" b="1" dirty="0">
                <a:solidFill>
                  <a:srgbClr val="FF99CC"/>
                </a:solidFill>
                <a:latin typeface="Arial Nova" panose="020B0504020202020204" pitchFamily="34" charset="0"/>
              </a:rPr>
              <a:t>0</a:t>
            </a:r>
          </a:p>
        </p:txBody>
      </p:sp>
      <p:sp>
        <p:nvSpPr>
          <p:cNvPr id="176" name="TextBox 175">
            <a:extLst>
              <a:ext uri="{FF2B5EF4-FFF2-40B4-BE49-F238E27FC236}">
                <a16:creationId xmlns:a16="http://schemas.microsoft.com/office/drawing/2014/main" id="{DA1F2CBE-D218-5A74-449D-EC2DE19957B0}"/>
              </a:ext>
            </a:extLst>
          </p:cNvPr>
          <p:cNvSpPr txBox="1"/>
          <p:nvPr/>
        </p:nvSpPr>
        <p:spPr>
          <a:xfrm>
            <a:off x="8011171" y="1058050"/>
            <a:ext cx="3822373" cy="707886"/>
          </a:xfrm>
          <a:prstGeom prst="rect">
            <a:avLst/>
          </a:prstGeom>
          <a:noFill/>
        </p:spPr>
        <p:txBody>
          <a:bodyPr wrap="square" rtlCol="0">
            <a:spAutoFit/>
          </a:bodyPr>
          <a:lstStyle/>
          <a:p>
            <a:pPr algn="ctr"/>
            <a:r>
              <a:rPr lang="en-BD" sz="1600" b="1" dirty="0">
                <a:latin typeface="Arial Nova" panose="020B0504020202020204" pitchFamily="34" charset="0"/>
              </a:rPr>
              <a:t>EF = ES + Duration (Forward)</a:t>
            </a:r>
          </a:p>
          <a:p>
            <a:pPr algn="ctr"/>
            <a:endParaRPr lang="en-BD" sz="800" b="1" dirty="0">
              <a:latin typeface="Arial Nova" panose="020B0504020202020204" pitchFamily="34" charset="0"/>
            </a:endParaRPr>
          </a:p>
          <a:p>
            <a:pPr algn="ctr"/>
            <a:r>
              <a:rPr lang="en-BD" sz="1600" b="1" dirty="0">
                <a:latin typeface="Arial Nova" panose="020B0504020202020204" pitchFamily="34" charset="0"/>
              </a:rPr>
              <a:t>LS = LF – Duration (Backward)</a:t>
            </a:r>
          </a:p>
        </p:txBody>
      </p:sp>
      <p:cxnSp>
        <p:nvCxnSpPr>
          <p:cNvPr id="178" name="Straight Arrow Connector 177">
            <a:extLst>
              <a:ext uri="{FF2B5EF4-FFF2-40B4-BE49-F238E27FC236}">
                <a16:creationId xmlns:a16="http://schemas.microsoft.com/office/drawing/2014/main" id="{F36AC230-068C-817C-1927-1ABA05E9EAC7}"/>
              </a:ext>
            </a:extLst>
          </p:cNvPr>
          <p:cNvCxnSpPr>
            <a:cxnSpLocks/>
          </p:cNvCxnSpPr>
          <p:nvPr/>
        </p:nvCxnSpPr>
        <p:spPr>
          <a:xfrm flipV="1">
            <a:off x="1326882" y="6039299"/>
            <a:ext cx="333782" cy="718590"/>
          </a:xfrm>
          <a:prstGeom prst="straightConnector1">
            <a:avLst/>
          </a:prstGeom>
          <a:ln w="34925">
            <a:tailEnd type="triangle"/>
          </a:ln>
        </p:spPr>
        <p:style>
          <a:lnRef idx="1">
            <a:schemeClr val="accent1"/>
          </a:lnRef>
          <a:fillRef idx="0">
            <a:schemeClr val="accent1"/>
          </a:fillRef>
          <a:effectRef idx="0">
            <a:schemeClr val="accent1"/>
          </a:effectRef>
          <a:fontRef idx="minor">
            <a:schemeClr val="tx1"/>
          </a:fontRef>
        </p:style>
      </p:cxnSp>
      <p:sp>
        <p:nvSpPr>
          <p:cNvPr id="187" name="TextBox 186">
            <a:extLst>
              <a:ext uri="{FF2B5EF4-FFF2-40B4-BE49-F238E27FC236}">
                <a16:creationId xmlns:a16="http://schemas.microsoft.com/office/drawing/2014/main" id="{C8A49038-C429-4AEC-9346-316B46D5BFA6}"/>
              </a:ext>
            </a:extLst>
          </p:cNvPr>
          <p:cNvSpPr txBox="1"/>
          <p:nvPr/>
        </p:nvSpPr>
        <p:spPr>
          <a:xfrm>
            <a:off x="127410" y="5754552"/>
            <a:ext cx="5573861" cy="307777"/>
          </a:xfrm>
          <a:prstGeom prst="rect">
            <a:avLst/>
          </a:prstGeom>
          <a:noFill/>
        </p:spPr>
        <p:txBody>
          <a:bodyPr wrap="square">
            <a:spAutoFit/>
          </a:bodyPr>
          <a:lstStyle/>
          <a:p>
            <a:pPr algn="just"/>
            <a:r>
              <a:rPr lang="en-US" sz="1400" dirty="0">
                <a:latin typeface="Arial Nova Light" panose="020B0304020202020204" pitchFamily="34" charset="0"/>
              </a:rPr>
              <a:t>Module (Applied when path crossed)</a:t>
            </a:r>
          </a:p>
        </p:txBody>
      </p:sp>
      <p:sp>
        <p:nvSpPr>
          <p:cNvPr id="188" name="TextBox 187">
            <a:extLst>
              <a:ext uri="{FF2B5EF4-FFF2-40B4-BE49-F238E27FC236}">
                <a16:creationId xmlns:a16="http://schemas.microsoft.com/office/drawing/2014/main" id="{41A92D42-CD08-814D-81A2-4F85294E5724}"/>
              </a:ext>
            </a:extLst>
          </p:cNvPr>
          <p:cNvSpPr txBox="1"/>
          <p:nvPr/>
        </p:nvSpPr>
        <p:spPr>
          <a:xfrm>
            <a:off x="2078798" y="1087884"/>
            <a:ext cx="11364686" cy="523220"/>
          </a:xfrm>
          <a:prstGeom prst="rect">
            <a:avLst/>
          </a:prstGeom>
          <a:noFill/>
        </p:spPr>
        <p:txBody>
          <a:bodyPr wrap="square">
            <a:spAutoFit/>
          </a:bodyPr>
          <a:lstStyle/>
          <a:p>
            <a:pPr algn="just"/>
            <a:r>
              <a:rPr lang="en-US" sz="2800" b="1" dirty="0">
                <a:solidFill>
                  <a:srgbClr val="80EFFF"/>
                </a:solidFill>
                <a:latin typeface="Arial Nova Light" panose="020B0304020202020204" pitchFamily="34" charset="0"/>
              </a:rPr>
              <a:t>Sample Problem #1</a:t>
            </a:r>
          </a:p>
        </p:txBody>
      </p:sp>
      <p:sp>
        <p:nvSpPr>
          <p:cNvPr id="4" name="Arc 3">
            <a:extLst>
              <a:ext uri="{FF2B5EF4-FFF2-40B4-BE49-F238E27FC236}">
                <a16:creationId xmlns:a16="http://schemas.microsoft.com/office/drawing/2014/main" id="{B2CE74E2-FB43-99A9-1D2F-A7F94C110830}"/>
              </a:ext>
            </a:extLst>
          </p:cNvPr>
          <p:cNvSpPr/>
          <p:nvPr/>
        </p:nvSpPr>
        <p:spPr>
          <a:xfrm rot="12999961">
            <a:off x="1366280" y="6264477"/>
            <a:ext cx="216295" cy="347919"/>
          </a:xfrm>
          <a:prstGeom prst="arc">
            <a:avLst>
              <a:gd name="adj1" fmla="val 16200000"/>
              <a:gd name="adj2" fmla="val 4383752"/>
            </a:avLst>
          </a:prstGeom>
          <a:ln w="34925">
            <a:solidFill>
              <a:srgbClr val="FEFF8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30" name="Arc 129">
            <a:extLst>
              <a:ext uri="{FF2B5EF4-FFF2-40B4-BE49-F238E27FC236}">
                <a16:creationId xmlns:a16="http://schemas.microsoft.com/office/drawing/2014/main" id="{BE4590B0-63FC-3B4B-B8EC-E53209192F5A}"/>
              </a:ext>
            </a:extLst>
          </p:cNvPr>
          <p:cNvSpPr/>
          <p:nvPr/>
        </p:nvSpPr>
        <p:spPr>
          <a:xfrm rot="18758423">
            <a:off x="8796279" y="5795304"/>
            <a:ext cx="146027" cy="386646"/>
          </a:xfrm>
          <a:prstGeom prst="arc">
            <a:avLst>
              <a:gd name="adj1" fmla="val 16200000"/>
              <a:gd name="adj2" fmla="val 6852811"/>
            </a:avLst>
          </a:prstGeom>
          <a:ln w="34925">
            <a:solidFill>
              <a:srgbClr val="FEFF8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131" name="Straight Arrow Connector 130">
            <a:extLst>
              <a:ext uri="{FF2B5EF4-FFF2-40B4-BE49-F238E27FC236}">
                <a16:creationId xmlns:a16="http://schemas.microsoft.com/office/drawing/2014/main" id="{C19988A0-819E-9076-7322-BCE6F8825FDE}"/>
              </a:ext>
            </a:extLst>
          </p:cNvPr>
          <p:cNvCxnSpPr>
            <a:cxnSpLocks/>
          </p:cNvCxnSpPr>
          <p:nvPr/>
        </p:nvCxnSpPr>
        <p:spPr>
          <a:xfrm>
            <a:off x="4725629" y="2291000"/>
            <a:ext cx="734279" cy="1"/>
          </a:xfrm>
          <a:prstGeom prst="straightConnector1">
            <a:avLst/>
          </a:prstGeom>
          <a:ln w="34925">
            <a:tailEnd type="triangle"/>
          </a:ln>
        </p:spPr>
        <p:style>
          <a:lnRef idx="1">
            <a:schemeClr val="accent1"/>
          </a:lnRef>
          <a:fillRef idx="0">
            <a:schemeClr val="accent1"/>
          </a:fillRef>
          <a:effectRef idx="0">
            <a:schemeClr val="accent1"/>
          </a:effectRef>
          <a:fontRef idx="minor">
            <a:schemeClr val="tx1"/>
          </a:fontRef>
        </p:style>
      </p:cxnSp>
      <p:cxnSp>
        <p:nvCxnSpPr>
          <p:cNvPr id="134" name="Straight Arrow Connector 133">
            <a:extLst>
              <a:ext uri="{FF2B5EF4-FFF2-40B4-BE49-F238E27FC236}">
                <a16:creationId xmlns:a16="http://schemas.microsoft.com/office/drawing/2014/main" id="{86F7D020-075E-DBFC-D670-7EAC12A139AD}"/>
              </a:ext>
            </a:extLst>
          </p:cNvPr>
          <p:cNvCxnSpPr>
            <a:cxnSpLocks/>
          </p:cNvCxnSpPr>
          <p:nvPr/>
        </p:nvCxnSpPr>
        <p:spPr>
          <a:xfrm>
            <a:off x="10211329" y="4232588"/>
            <a:ext cx="734279" cy="1"/>
          </a:xfrm>
          <a:prstGeom prst="straightConnector1">
            <a:avLst/>
          </a:prstGeom>
          <a:ln w="34925">
            <a:tailEnd type="triangle"/>
          </a:ln>
        </p:spPr>
        <p:style>
          <a:lnRef idx="1">
            <a:schemeClr val="accent1"/>
          </a:lnRef>
          <a:fillRef idx="0">
            <a:schemeClr val="accent1"/>
          </a:fillRef>
          <a:effectRef idx="0">
            <a:schemeClr val="accent1"/>
          </a:effectRef>
          <a:fontRef idx="minor">
            <a:schemeClr val="tx1"/>
          </a:fontRef>
        </p:style>
      </p:cxnSp>
      <p:sp>
        <p:nvSpPr>
          <p:cNvPr id="149" name="TextBox 148">
            <a:extLst>
              <a:ext uri="{FF2B5EF4-FFF2-40B4-BE49-F238E27FC236}">
                <a16:creationId xmlns:a16="http://schemas.microsoft.com/office/drawing/2014/main" id="{88D103A2-C189-2216-480D-0C6092D66DD0}"/>
              </a:ext>
            </a:extLst>
          </p:cNvPr>
          <p:cNvSpPr txBox="1"/>
          <p:nvPr/>
        </p:nvSpPr>
        <p:spPr>
          <a:xfrm>
            <a:off x="7821370" y="5773393"/>
            <a:ext cx="565656" cy="369332"/>
          </a:xfrm>
          <a:prstGeom prst="rect">
            <a:avLst/>
          </a:prstGeom>
          <a:noFill/>
        </p:spPr>
        <p:txBody>
          <a:bodyPr wrap="square" rtlCol="0">
            <a:spAutoFit/>
          </a:bodyPr>
          <a:lstStyle/>
          <a:p>
            <a:pPr algn="ctr"/>
            <a:r>
              <a:rPr lang="en-US" b="1" dirty="0">
                <a:latin typeface="Arial Nova" panose="020B0504020202020204" pitchFamily="34" charset="0"/>
              </a:rPr>
              <a:t>21</a:t>
            </a:r>
            <a:endParaRPr lang="en-BD" b="1" dirty="0">
              <a:latin typeface="Arial Nova" panose="020B0504020202020204" pitchFamily="34" charset="0"/>
            </a:endParaRPr>
          </a:p>
        </p:txBody>
      </p:sp>
      <p:sp>
        <p:nvSpPr>
          <p:cNvPr id="36" name="TextBox 35">
            <a:extLst>
              <a:ext uri="{FF2B5EF4-FFF2-40B4-BE49-F238E27FC236}">
                <a16:creationId xmlns:a16="http://schemas.microsoft.com/office/drawing/2014/main" id="{CAA46A54-0632-C588-2468-A4E97605BD30}"/>
              </a:ext>
            </a:extLst>
          </p:cNvPr>
          <p:cNvSpPr txBox="1"/>
          <p:nvPr/>
        </p:nvSpPr>
        <p:spPr>
          <a:xfrm>
            <a:off x="11585721" y="4494930"/>
            <a:ext cx="667411" cy="461665"/>
          </a:xfrm>
          <a:prstGeom prst="rect">
            <a:avLst/>
          </a:prstGeom>
          <a:noFill/>
        </p:spPr>
        <p:txBody>
          <a:bodyPr wrap="square" rtlCol="0">
            <a:spAutoFit/>
          </a:bodyPr>
          <a:lstStyle/>
          <a:p>
            <a:pPr algn="ctr"/>
            <a:r>
              <a:rPr lang="en-BD" sz="2400" b="1" dirty="0">
                <a:latin typeface="Arial Nova" panose="020B0504020202020204" pitchFamily="34" charset="0"/>
              </a:rPr>
              <a:t>49</a:t>
            </a:r>
          </a:p>
        </p:txBody>
      </p:sp>
      <p:sp>
        <p:nvSpPr>
          <p:cNvPr id="38" name="TextBox 37">
            <a:extLst>
              <a:ext uri="{FF2B5EF4-FFF2-40B4-BE49-F238E27FC236}">
                <a16:creationId xmlns:a16="http://schemas.microsoft.com/office/drawing/2014/main" id="{C22FEA19-98F8-F912-D2F7-2BF128FB8804}"/>
              </a:ext>
            </a:extLst>
          </p:cNvPr>
          <p:cNvSpPr txBox="1"/>
          <p:nvPr/>
        </p:nvSpPr>
        <p:spPr>
          <a:xfrm>
            <a:off x="10889048" y="4533876"/>
            <a:ext cx="565542" cy="461665"/>
          </a:xfrm>
          <a:prstGeom prst="rect">
            <a:avLst/>
          </a:prstGeom>
          <a:noFill/>
        </p:spPr>
        <p:txBody>
          <a:bodyPr wrap="square" rtlCol="0">
            <a:spAutoFit/>
          </a:bodyPr>
          <a:lstStyle/>
          <a:p>
            <a:pPr algn="ctr"/>
            <a:r>
              <a:rPr lang="en-BD" sz="2400" b="1" dirty="0">
                <a:latin typeface="Arial Nova" panose="020B0504020202020204" pitchFamily="34" charset="0"/>
              </a:rPr>
              <a:t>49</a:t>
            </a:r>
          </a:p>
        </p:txBody>
      </p:sp>
      <p:sp>
        <p:nvSpPr>
          <p:cNvPr id="41" name="TextBox 40">
            <a:extLst>
              <a:ext uri="{FF2B5EF4-FFF2-40B4-BE49-F238E27FC236}">
                <a16:creationId xmlns:a16="http://schemas.microsoft.com/office/drawing/2014/main" id="{92D3D590-61F7-1DD9-292F-B97B9F0A3BEF}"/>
              </a:ext>
            </a:extLst>
          </p:cNvPr>
          <p:cNvSpPr txBox="1"/>
          <p:nvPr/>
        </p:nvSpPr>
        <p:spPr>
          <a:xfrm>
            <a:off x="9826567" y="3033014"/>
            <a:ext cx="565542" cy="461665"/>
          </a:xfrm>
          <a:prstGeom prst="rect">
            <a:avLst/>
          </a:prstGeom>
          <a:noFill/>
        </p:spPr>
        <p:txBody>
          <a:bodyPr wrap="square" rtlCol="0">
            <a:spAutoFit/>
          </a:bodyPr>
          <a:lstStyle/>
          <a:p>
            <a:pPr algn="ctr"/>
            <a:r>
              <a:rPr lang="en-BD" sz="2400" b="1" dirty="0">
                <a:solidFill>
                  <a:srgbClr val="0070C0"/>
                </a:solidFill>
                <a:latin typeface="Arial Nova" panose="020B0504020202020204" pitchFamily="34" charset="0"/>
              </a:rPr>
              <a:t>49</a:t>
            </a:r>
          </a:p>
        </p:txBody>
      </p:sp>
      <p:sp>
        <p:nvSpPr>
          <p:cNvPr id="42" name="TextBox 41">
            <a:extLst>
              <a:ext uri="{FF2B5EF4-FFF2-40B4-BE49-F238E27FC236}">
                <a16:creationId xmlns:a16="http://schemas.microsoft.com/office/drawing/2014/main" id="{43D1C92D-932A-EC6B-A5D5-1C25AB854B8D}"/>
              </a:ext>
            </a:extLst>
          </p:cNvPr>
          <p:cNvSpPr txBox="1"/>
          <p:nvPr/>
        </p:nvSpPr>
        <p:spPr>
          <a:xfrm>
            <a:off x="9721278" y="4600851"/>
            <a:ext cx="565542" cy="461665"/>
          </a:xfrm>
          <a:prstGeom prst="rect">
            <a:avLst/>
          </a:prstGeom>
          <a:noFill/>
        </p:spPr>
        <p:txBody>
          <a:bodyPr wrap="square" rtlCol="0">
            <a:spAutoFit/>
          </a:bodyPr>
          <a:lstStyle/>
          <a:p>
            <a:pPr algn="ctr"/>
            <a:r>
              <a:rPr lang="en-BD" sz="2400" b="1" dirty="0">
                <a:solidFill>
                  <a:srgbClr val="0070C0"/>
                </a:solidFill>
                <a:latin typeface="Arial Nova" panose="020B0504020202020204" pitchFamily="34" charset="0"/>
              </a:rPr>
              <a:t>49</a:t>
            </a:r>
          </a:p>
        </p:txBody>
      </p:sp>
      <p:sp>
        <p:nvSpPr>
          <p:cNvPr id="44" name="TextBox 43">
            <a:extLst>
              <a:ext uri="{FF2B5EF4-FFF2-40B4-BE49-F238E27FC236}">
                <a16:creationId xmlns:a16="http://schemas.microsoft.com/office/drawing/2014/main" id="{E6F77C7D-1654-2D3F-5866-4D21899D0352}"/>
              </a:ext>
            </a:extLst>
          </p:cNvPr>
          <p:cNvSpPr txBox="1"/>
          <p:nvPr/>
        </p:nvSpPr>
        <p:spPr>
          <a:xfrm>
            <a:off x="10249816" y="6504796"/>
            <a:ext cx="565542" cy="461665"/>
          </a:xfrm>
          <a:prstGeom prst="rect">
            <a:avLst/>
          </a:prstGeom>
          <a:noFill/>
        </p:spPr>
        <p:txBody>
          <a:bodyPr wrap="square" rtlCol="0">
            <a:spAutoFit/>
          </a:bodyPr>
          <a:lstStyle/>
          <a:p>
            <a:pPr algn="ctr"/>
            <a:r>
              <a:rPr lang="en-BD" sz="2400" b="1" dirty="0">
                <a:solidFill>
                  <a:srgbClr val="0070C0"/>
                </a:solidFill>
                <a:latin typeface="Arial Nova" panose="020B0504020202020204" pitchFamily="34" charset="0"/>
              </a:rPr>
              <a:t>49</a:t>
            </a:r>
          </a:p>
        </p:txBody>
      </p:sp>
      <p:sp>
        <p:nvSpPr>
          <p:cNvPr id="46" name="TextBox 45">
            <a:extLst>
              <a:ext uri="{FF2B5EF4-FFF2-40B4-BE49-F238E27FC236}">
                <a16:creationId xmlns:a16="http://schemas.microsoft.com/office/drawing/2014/main" id="{2722C20D-38EE-7A27-4F6C-8EDCF85B148E}"/>
              </a:ext>
            </a:extLst>
          </p:cNvPr>
          <p:cNvSpPr txBox="1"/>
          <p:nvPr/>
        </p:nvSpPr>
        <p:spPr>
          <a:xfrm>
            <a:off x="8827793" y="3052938"/>
            <a:ext cx="565542" cy="461665"/>
          </a:xfrm>
          <a:prstGeom prst="rect">
            <a:avLst/>
          </a:prstGeom>
          <a:noFill/>
        </p:spPr>
        <p:txBody>
          <a:bodyPr wrap="square" rtlCol="0">
            <a:spAutoFit/>
          </a:bodyPr>
          <a:lstStyle/>
          <a:p>
            <a:pPr algn="ctr"/>
            <a:r>
              <a:rPr lang="en-BD" sz="2400" b="1" dirty="0">
                <a:solidFill>
                  <a:srgbClr val="0070C0"/>
                </a:solidFill>
                <a:latin typeface="Arial Nova" panose="020B0504020202020204" pitchFamily="34" charset="0"/>
              </a:rPr>
              <a:t>4</a:t>
            </a:r>
            <a:r>
              <a:rPr lang="en-US" sz="2400" b="1" dirty="0">
                <a:solidFill>
                  <a:srgbClr val="0070C0"/>
                </a:solidFill>
                <a:latin typeface="Arial Nova" panose="020B0504020202020204" pitchFamily="34" charset="0"/>
              </a:rPr>
              <a:t>3</a:t>
            </a:r>
            <a:endParaRPr lang="en-BD" sz="2400" b="1" dirty="0">
              <a:solidFill>
                <a:srgbClr val="0070C0"/>
              </a:solidFill>
              <a:latin typeface="Arial Nova" panose="020B0504020202020204" pitchFamily="34" charset="0"/>
            </a:endParaRPr>
          </a:p>
        </p:txBody>
      </p:sp>
      <p:sp>
        <p:nvSpPr>
          <p:cNvPr id="47" name="TextBox 46">
            <a:extLst>
              <a:ext uri="{FF2B5EF4-FFF2-40B4-BE49-F238E27FC236}">
                <a16:creationId xmlns:a16="http://schemas.microsoft.com/office/drawing/2014/main" id="{D885739A-F502-71F2-70FE-3CB5C987061B}"/>
              </a:ext>
            </a:extLst>
          </p:cNvPr>
          <p:cNvSpPr txBox="1"/>
          <p:nvPr/>
        </p:nvSpPr>
        <p:spPr>
          <a:xfrm>
            <a:off x="8883194" y="4592736"/>
            <a:ext cx="565542" cy="461665"/>
          </a:xfrm>
          <a:prstGeom prst="rect">
            <a:avLst/>
          </a:prstGeom>
          <a:noFill/>
        </p:spPr>
        <p:txBody>
          <a:bodyPr wrap="square" rtlCol="0">
            <a:spAutoFit/>
          </a:bodyPr>
          <a:lstStyle/>
          <a:p>
            <a:pPr algn="ctr"/>
            <a:r>
              <a:rPr lang="en-BD" sz="2400" b="1" dirty="0">
                <a:solidFill>
                  <a:srgbClr val="0070C0"/>
                </a:solidFill>
                <a:latin typeface="Arial Nova" panose="020B0504020202020204" pitchFamily="34" charset="0"/>
              </a:rPr>
              <a:t>4</a:t>
            </a:r>
            <a:r>
              <a:rPr lang="en-US" sz="2400" b="1" dirty="0">
                <a:solidFill>
                  <a:srgbClr val="0070C0"/>
                </a:solidFill>
                <a:latin typeface="Arial Nova" panose="020B0504020202020204" pitchFamily="34" charset="0"/>
              </a:rPr>
              <a:t>4</a:t>
            </a:r>
            <a:endParaRPr lang="en-BD" sz="2400" b="1" dirty="0">
              <a:solidFill>
                <a:srgbClr val="0070C0"/>
              </a:solidFill>
              <a:latin typeface="Arial Nova" panose="020B0504020202020204" pitchFamily="34" charset="0"/>
            </a:endParaRPr>
          </a:p>
        </p:txBody>
      </p:sp>
      <p:sp>
        <p:nvSpPr>
          <p:cNvPr id="48" name="TextBox 47">
            <a:extLst>
              <a:ext uri="{FF2B5EF4-FFF2-40B4-BE49-F238E27FC236}">
                <a16:creationId xmlns:a16="http://schemas.microsoft.com/office/drawing/2014/main" id="{A7542A23-19F1-2699-0159-82D719D21C79}"/>
              </a:ext>
            </a:extLst>
          </p:cNvPr>
          <p:cNvSpPr txBox="1"/>
          <p:nvPr/>
        </p:nvSpPr>
        <p:spPr>
          <a:xfrm>
            <a:off x="8636966" y="6477460"/>
            <a:ext cx="565542" cy="461665"/>
          </a:xfrm>
          <a:prstGeom prst="rect">
            <a:avLst/>
          </a:prstGeom>
          <a:noFill/>
        </p:spPr>
        <p:txBody>
          <a:bodyPr wrap="square" rtlCol="0">
            <a:spAutoFit/>
          </a:bodyPr>
          <a:lstStyle/>
          <a:p>
            <a:pPr algn="ctr"/>
            <a:r>
              <a:rPr lang="en-US" sz="2400" b="1" dirty="0">
                <a:solidFill>
                  <a:srgbClr val="0070C0"/>
                </a:solidFill>
                <a:latin typeface="Arial Nova" panose="020B0504020202020204" pitchFamily="34" charset="0"/>
              </a:rPr>
              <a:t>39</a:t>
            </a:r>
            <a:endParaRPr lang="en-BD" sz="2400" b="1" dirty="0">
              <a:solidFill>
                <a:srgbClr val="0070C0"/>
              </a:solidFill>
              <a:latin typeface="Arial Nova" panose="020B0504020202020204" pitchFamily="34" charset="0"/>
            </a:endParaRPr>
          </a:p>
        </p:txBody>
      </p:sp>
      <p:sp>
        <p:nvSpPr>
          <p:cNvPr id="49" name="TextBox 48">
            <a:extLst>
              <a:ext uri="{FF2B5EF4-FFF2-40B4-BE49-F238E27FC236}">
                <a16:creationId xmlns:a16="http://schemas.microsoft.com/office/drawing/2014/main" id="{4424F165-9987-81CC-C5DB-514DD56B7D94}"/>
              </a:ext>
            </a:extLst>
          </p:cNvPr>
          <p:cNvSpPr txBox="1"/>
          <p:nvPr/>
        </p:nvSpPr>
        <p:spPr>
          <a:xfrm>
            <a:off x="7955681" y="2902550"/>
            <a:ext cx="565542" cy="461665"/>
          </a:xfrm>
          <a:prstGeom prst="rect">
            <a:avLst/>
          </a:prstGeom>
          <a:noFill/>
        </p:spPr>
        <p:txBody>
          <a:bodyPr wrap="square" rtlCol="0">
            <a:spAutoFit/>
          </a:bodyPr>
          <a:lstStyle/>
          <a:p>
            <a:pPr algn="ctr"/>
            <a:r>
              <a:rPr lang="en-BD" sz="2400" b="1" dirty="0">
                <a:solidFill>
                  <a:srgbClr val="0070C0"/>
                </a:solidFill>
                <a:latin typeface="Arial Nova" panose="020B0504020202020204" pitchFamily="34" charset="0"/>
              </a:rPr>
              <a:t>4</a:t>
            </a:r>
            <a:r>
              <a:rPr lang="en-US" sz="2400" b="1" dirty="0">
                <a:solidFill>
                  <a:srgbClr val="0070C0"/>
                </a:solidFill>
                <a:latin typeface="Arial Nova" panose="020B0504020202020204" pitchFamily="34" charset="0"/>
              </a:rPr>
              <a:t>3</a:t>
            </a:r>
            <a:endParaRPr lang="en-BD" sz="2400" b="1" dirty="0">
              <a:solidFill>
                <a:srgbClr val="0070C0"/>
              </a:solidFill>
              <a:latin typeface="Arial Nova" panose="020B0504020202020204" pitchFamily="34" charset="0"/>
            </a:endParaRPr>
          </a:p>
        </p:txBody>
      </p:sp>
      <p:sp>
        <p:nvSpPr>
          <p:cNvPr id="50" name="TextBox 49">
            <a:extLst>
              <a:ext uri="{FF2B5EF4-FFF2-40B4-BE49-F238E27FC236}">
                <a16:creationId xmlns:a16="http://schemas.microsoft.com/office/drawing/2014/main" id="{CABE6CE9-2B58-8E05-1750-E75BB2405339}"/>
              </a:ext>
            </a:extLst>
          </p:cNvPr>
          <p:cNvSpPr txBox="1"/>
          <p:nvPr/>
        </p:nvSpPr>
        <p:spPr>
          <a:xfrm>
            <a:off x="7975820" y="4121136"/>
            <a:ext cx="565542" cy="461665"/>
          </a:xfrm>
          <a:prstGeom prst="rect">
            <a:avLst/>
          </a:prstGeom>
          <a:noFill/>
        </p:spPr>
        <p:txBody>
          <a:bodyPr wrap="square" rtlCol="0">
            <a:spAutoFit/>
          </a:bodyPr>
          <a:lstStyle/>
          <a:p>
            <a:pPr algn="ctr"/>
            <a:r>
              <a:rPr lang="en-BD" sz="2400" b="1" dirty="0">
                <a:solidFill>
                  <a:srgbClr val="0070C0"/>
                </a:solidFill>
                <a:latin typeface="Arial Nova" panose="020B0504020202020204" pitchFamily="34" charset="0"/>
              </a:rPr>
              <a:t>4</a:t>
            </a:r>
            <a:r>
              <a:rPr lang="en-US" sz="2400" b="1" dirty="0">
                <a:solidFill>
                  <a:srgbClr val="0070C0"/>
                </a:solidFill>
                <a:latin typeface="Arial Nova" panose="020B0504020202020204" pitchFamily="34" charset="0"/>
              </a:rPr>
              <a:t>4</a:t>
            </a:r>
            <a:endParaRPr lang="en-BD" sz="2400" b="1" dirty="0">
              <a:solidFill>
                <a:srgbClr val="0070C0"/>
              </a:solidFill>
              <a:latin typeface="Arial Nova" panose="020B0504020202020204" pitchFamily="34" charset="0"/>
            </a:endParaRPr>
          </a:p>
        </p:txBody>
      </p:sp>
      <p:sp>
        <p:nvSpPr>
          <p:cNvPr id="51" name="TextBox 50">
            <a:extLst>
              <a:ext uri="{FF2B5EF4-FFF2-40B4-BE49-F238E27FC236}">
                <a16:creationId xmlns:a16="http://schemas.microsoft.com/office/drawing/2014/main" id="{2FEC6AB4-F6BC-8721-13E7-6968C2352B6A}"/>
              </a:ext>
            </a:extLst>
          </p:cNvPr>
          <p:cNvSpPr txBox="1"/>
          <p:nvPr/>
        </p:nvSpPr>
        <p:spPr>
          <a:xfrm>
            <a:off x="7753703" y="5389078"/>
            <a:ext cx="565542" cy="461665"/>
          </a:xfrm>
          <a:prstGeom prst="rect">
            <a:avLst/>
          </a:prstGeom>
          <a:noFill/>
        </p:spPr>
        <p:txBody>
          <a:bodyPr wrap="square" rtlCol="0">
            <a:spAutoFit/>
          </a:bodyPr>
          <a:lstStyle/>
          <a:p>
            <a:pPr algn="ctr"/>
            <a:r>
              <a:rPr lang="en-US" sz="2400" b="1" dirty="0">
                <a:solidFill>
                  <a:srgbClr val="0070C0"/>
                </a:solidFill>
                <a:latin typeface="Arial Nova" panose="020B0504020202020204" pitchFamily="34" charset="0"/>
              </a:rPr>
              <a:t>39</a:t>
            </a:r>
            <a:endParaRPr lang="en-BD" sz="2400" b="1" dirty="0">
              <a:solidFill>
                <a:srgbClr val="0070C0"/>
              </a:solidFill>
              <a:latin typeface="Arial Nova" panose="020B0504020202020204" pitchFamily="34" charset="0"/>
            </a:endParaRPr>
          </a:p>
        </p:txBody>
      </p:sp>
    </p:spTree>
    <p:extLst>
      <p:ext uri="{BB962C8B-B14F-4D97-AF65-F5344CB8AC3E}">
        <p14:creationId xmlns:p14="http://schemas.microsoft.com/office/powerpoint/2010/main" val="893680774"/>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316A5661-2CFE-478C-BAC3-729F393F3C4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BC1DA2B-FE6F-1C6E-BFA0-9B15DC40309D}"/>
              </a:ext>
            </a:extLst>
          </p:cNvPr>
          <p:cNvSpPr>
            <a:spLocks noGrp="1"/>
          </p:cNvSpPr>
          <p:nvPr>
            <p:ph type="title"/>
          </p:nvPr>
        </p:nvSpPr>
        <p:spPr>
          <a:xfrm>
            <a:off x="2139081" y="92738"/>
            <a:ext cx="9514055" cy="727957"/>
          </a:xfrm>
        </p:spPr>
        <p:txBody>
          <a:bodyPr anchor="ctr">
            <a:normAutofit/>
          </a:bodyPr>
          <a:lstStyle/>
          <a:p>
            <a:r>
              <a:rPr lang="en-US" sz="4000" dirty="0">
                <a:solidFill>
                  <a:schemeClr val="accent6">
                    <a:lumMod val="40000"/>
                    <a:lumOff val="60000"/>
                  </a:schemeClr>
                </a:solidFill>
                <a:latin typeface="Arial Rounded MT Bold" panose="020F0704030504030204" pitchFamily="34" charset="0"/>
              </a:rPr>
              <a:t>Project management tools</a:t>
            </a:r>
          </a:p>
        </p:txBody>
      </p:sp>
      <p:grpSp>
        <p:nvGrpSpPr>
          <p:cNvPr id="10" name="Group 9">
            <a:extLst>
              <a:ext uri="{FF2B5EF4-FFF2-40B4-BE49-F238E27FC236}">
                <a16:creationId xmlns:a16="http://schemas.microsoft.com/office/drawing/2014/main" id="{FB7BE8CD-E348-464A-82CC-7EF7AA82842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999771" y="649304"/>
            <a:ext cx="913428" cy="1315264"/>
            <a:chOff x="999771" y="649304"/>
            <a:chExt cx="913428" cy="1315264"/>
          </a:xfrm>
        </p:grpSpPr>
        <p:grpSp>
          <p:nvGrpSpPr>
            <p:cNvPr id="11" name="Group 10">
              <a:extLst>
                <a:ext uri="{FF2B5EF4-FFF2-40B4-BE49-F238E27FC236}">
                  <a16:creationId xmlns:a16="http://schemas.microsoft.com/office/drawing/2014/main" id="{B8CC82D2-4C4A-4C67-8483-5199F97B37A7}"/>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999771" y="932104"/>
              <a:ext cx="913428" cy="1032464"/>
              <a:chOff x="999771" y="932104"/>
              <a:chExt cx="913428" cy="1032464"/>
            </a:xfrm>
          </p:grpSpPr>
          <p:grpSp>
            <p:nvGrpSpPr>
              <p:cNvPr id="15" name="Group 14">
                <a:extLst>
                  <a:ext uri="{FF2B5EF4-FFF2-40B4-BE49-F238E27FC236}">
                    <a16:creationId xmlns:a16="http://schemas.microsoft.com/office/drawing/2014/main" id="{70D2391D-AA33-4F5E-BD96-B42D93DED226}"/>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rot="8100000" flipV="1">
                <a:off x="1047457" y="1290386"/>
                <a:ext cx="865742" cy="628383"/>
                <a:chOff x="558167" y="958515"/>
                <a:chExt cx="865742" cy="628383"/>
              </a:xfrm>
              <a:solidFill>
                <a:schemeClr val="accent3"/>
              </a:solidFill>
            </p:grpSpPr>
            <p:sp>
              <p:nvSpPr>
                <p:cNvPr id="22" name="Freeform: Shape 21">
                  <a:extLst>
                    <a:ext uri="{FF2B5EF4-FFF2-40B4-BE49-F238E27FC236}">
                      <a16:creationId xmlns:a16="http://schemas.microsoft.com/office/drawing/2014/main" id="{BE166DCE-539D-4C74-9C9D-AC000BA2F8A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8100000" flipH="1">
                  <a:off x="558167" y="1122160"/>
                  <a:ext cx="464738" cy="464738"/>
                </a:xfrm>
                <a:custGeom>
                  <a:avLst/>
                  <a:gdLst>
                    <a:gd name="connsiteX0" fmla="*/ 446142 w 464738"/>
                    <a:gd name="connsiteY0" fmla="*/ 464738 h 464738"/>
                    <a:gd name="connsiteX1" fmla="*/ 130673 w 464738"/>
                    <a:gd name="connsiteY1" fmla="*/ 334066 h 464738"/>
                    <a:gd name="connsiteX2" fmla="*/ 0 w 464738"/>
                    <a:gd name="connsiteY2" fmla="*/ 18596 h 464738"/>
                    <a:gd name="connsiteX3" fmla="*/ 836 w 464738"/>
                    <a:gd name="connsiteY3" fmla="*/ 1089 h 464738"/>
                    <a:gd name="connsiteX4" fmla="*/ 606 w 464738"/>
                    <a:gd name="connsiteY4" fmla="*/ 859 h 464738"/>
                    <a:gd name="connsiteX5" fmla="*/ 848 w 464738"/>
                    <a:gd name="connsiteY5" fmla="*/ 848 h 464738"/>
                    <a:gd name="connsiteX6" fmla="*/ 859 w 464738"/>
                    <a:gd name="connsiteY6" fmla="*/ 606 h 464738"/>
                    <a:gd name="connsiteX7" fmla="*/ 1089 w 464738"/>
                    <a:gd name="connsiteY7" fmla="*/ 836 h 464738"/>
                    <a:gd name="connsiteX8" fmla="*/ 18596 w 464738"/>
                    <a:gd name="connsiteY8" fmla="*/ 0 h 464738"/>
                    <a:gd name="connsiteX9" fmla="*/ 334066 w 464738"/>
                    <a:gd name="connsiteY9" fmla="*/ 130672 h 464738"/>
                    <a:gd name="connsiteX10" fmla="*/ 464738 w 464738"/>
                    <a:gd name="connsiteY10" fmla="*/ 446142 h 464738"/>
                    <a:gd name="connsiteX11" fmla="*/ 463902 w 464738"/>
                    <a:gd name="connsiteY11" fmla="*/ 463650 h 464738"/>
                    <a:gd name="connsiteX12" fmla="*/ 464132 w 464738"/>
                    <a:gd name="connsiteY12" fmla="*/ 463880 h 464738"/>
                    <a:gd name="connsiteX13" fmla="*/ 463891 w 464738"/>
                    <a:gd name="connsiteY13" fmla="*/ 463892 h 464738"/>
                    <a:gd name="connsiteX14" fmla="*/ 463879 w 464738"/>
                    <a:gd name="connsiteY14" fmla="*/ 464132 h 464738"/>
                    <a:gd name="connsiteX15" fmla="*/ 463650 w 464738"/>
                    <a:gd name="connsiteY15" fmla="*/ 463903 h 4647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64738" h="464738">
                      <a:moveTo>
                        <a:pt x="446142" y="464738"/>
                      </a:moveTo>
                      <a:cubicBezTo>
                        <a:pt x="331965" y="464738"/>
                        <a:pt x="217787" y="421181"/>
                        <a:pt x="130673" y="334066"/>
                      </a:cubicBezTo>
                      <a:cubicBezTo>
                        <a:pt x="43558" y="246952"/>
                        <a:pt x="1" y="132774"/>
                        <a:pt x="0" y="18596"/>
                      </a:cubicBezTo>
                      <a:lnTo>
                        <a:pt x="836" y="1089"/>
                      </a:lnTo>
                      <a:lnTo>
                        <a:pt x="606" y="859"/>
                      </a:lnTo>
                      <a:lnTo>
                        <a:pt x="848" y="848"/>
                      </a:lnTo>
                      <a:lnTo>
                        <a:pt x="859" y="606"/>
                      </a:lnTo>
                      <a:lnTo>
                        <a:pt x="1089" y="836"/>
                      </a:lnTo>
                      <a:lnTo>
                        <a:pt x="18596" y="0"/>
                      </a:lnTo>
                      <a:cubicBezTo>
                        <a:pt x="132774" y="0"/>
                        <a:pt x="246951" y="43557"/>
                        <a:pt x="334066" y="130672"/>
                      </a:cubicBezTo>
                      <a:cubicBezTo>
                        <a:pt x="421181" y="217787"/>
                        <a:pt x="464738" y="331964"/>
                        <a:pt x="464738" y="446142"/>
                      </a:cubicBezTo>
                      <a:lnTo>
                        <a:pt x="463902" y="463650"/>
                      </a:lnTo>
                      <a:lnTo>
                        <a:pt x="464132" y="463880"/>
                      </a:lnTo>
                      <a:lnTo>
                        <a:pt x="463891" y="463892"/>
                      </a:lnTo>
                      <a:lnTo>
                        <a:pt x="463879" y="464132"/>
                      </a:lnTo>
                      <a:lnTo>
                        <a:pt x="463650" y="463903"/>
                      </a:lnTo>
                      <a:close/>
                    </a:path>
                  </a:pathLst>
                </a:custGeom>
                <a:solidFill>
                  <a:schemeClr val="accent4">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3" name="Freeform: Shape 22">
                  <a:extLst>
                    <a:ext uri="{FF2B5EF4-FFF2-40B4-BE49-F238E27FC236}">
                      <a16:creationId xmlns:a16="http://schemas.microsoft.com/office/drawing/2014/main" id="{DCC6BEB5-DA1F-4F9E-BA5D-8F892A0FB8F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flipH="1">
                  <a:off x="959170" y="958515"/>
                  <a:ext cx="464739" cy="464739"/>
                </a:xfrm>
                <a:custGeom>
                  <a:avLst/>
                  <a:gdLst>
                    <a:gd name="connsiteX0" fmla="*/ 464132 w 464739"/>
                    <a:gd name="connsiteY0" fmla="*/ 463881 h 464739"/>
                    <a:gd name="connsiteX1" fmla="*/ 463891 w 464739"/>
                    <a:gd name="connsiteY1" fmla="*/ 463892 h 464739"/>
                    <a:gd name="connsiteX2" fmla="*/ 463880 w 464739"/>
                    <a:gd name="connsiteY2" fmla="*/ 464132 h 464739"/>
                    <a:gd name="connsiteX3" fmla="*/ 463651 w 464739"/>
                    <a:gd name="connsiteY3" fmla="*/ 463904 h 464739"/>
                    <a:gd name="connsiteX4" fmla="*/ 446142 w 464739"/>
                    <a:gd name="connsiteY4" fmla="*/ 464739 h 464739"/>
                    <a:gd name="connsiteX5" fmla="*/ 130673 w 464739"/>
                    <a:gd name="connsiteY5" fmla="*/ 334067 h 464739"/>
                    <a:gd name="connsiteX6" fmla="*/ 0 w 464739"/>
                    <a:gd name="connsiteY6" fmla="*/ 18597 h 464739"/>
                    <a:gd name="connsiteX7" fmla="*/ 836 w 464739"/>
                    <a:gd name="connsiteY7" fmla="*/ 1089 h 464739"/>
                    <a:gd name="connsiteX8" fmla="*/ 607 w 464739"/>
                    <a:gd name="connsiteY8" fmla="*/ 859 h 464739"/>
                    <a:gd name="connsiteX9" fmla="*/ 848 w 464739"/>
                    <a:gd name="connsiteY9" fmla="*/ 848 h 464739"/>
                    <a:gd name="connsiteX10" fmla="*/ 859 w 464739"/>
                    <a:gd name="connsiteY10" fmla="*/ 607 h 464739"/>
                    <a:gd name="connsiteX11" fmla="*/ 1089 w 464739"/>
                    <a:gd name="connsiteY11" fmla="*/ 836 h 464739"/>
                    <a:gd name="connsiteX12" fmla="*/ 18597 w 464739"/>
                    <a:gd name="connsiteY12" fmla="*/ 0 h 464739"/>
                    <a:gd name="connsiteX13" fmla="*/ 334067 w 464739"/>
                    <a:gd name="connsiteY13" fmla="*/ 130672 h 464739"/>
                    <a:gd name="connsiteX14" fmla="*/ 464739 w 464739"/>
                    <a:gd name="connsiteY14" fmla="*/ 446142 h 464739"/>
                    <a:gd name="connsiteX15" fmla="*/ 463903 w 464739"/>
                    <a:gd name="connsiteY15" fmla="*/ 463652 h 464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64739" h="464739">
                      <a:moveTo>
                        <a:pt x="464132" y="463881"/>
                      </a:moveTo>
                      <a:lnTo>
                        <a:pt x="463891" y="463892"/>
                      </a:lnTo>
                      <a:lnTo>
                        <a:pt x="463880" y="464132"/>
                      </a:lnTo>
                      <a:lnTo>
                        <a:pt x="463651" y="463904"/>
                      </a:lnTo>
                      <a:lnTo>
                        <a:pt x="446142" y="464739"/>
                      </a:lnTo>
                      <a:cubicBezTo>
                        <a:pt x="331965" y="464739"/>
                        <a:pt x="217787" y="421182"/>
                        <a:pt x="130673" y="334067"/>
                      </a:cubicBezTo>
                      <a:cubicBezTo>
                        <a:pt x="43558" y="246953"/>
                        <a:pt x="1" y="132775"/>
                        <a:pt x="0" y="18597"/>
                      </a:cubicBezTo>
                      <a:lnTo>
                        <a:pt x="836" y="1089"/>
                      </a:lnTo>
                      <a:lnTo>
                        <a:pt x="607" y="859"/>
                      </a:lnTo>
                      <a:lnTo>
                        <a:pt x="848" y="848"/>
                      </a:lnTo>
                      <a:lnTo>
                        <a:pt x="859" y="607"/>
                      </a:lnTo>
                      <a:lnTo>
                        <a:pt x="1089" y="836"/>
                      </a:lnTo>
                      <a:lnTo>
                        <a:pt x="18597" y="0"/>
                      </a:lnTo>
                      <a:cubicBezTo>
                        <a:pt x="132775" y="0"/>
                        <a:pt x="246952" y="43557"/>
                        <a:pt x="334067" y="130672"/>
                      </a:cubicBezTo>
                      <a:cubicBezTo>
                        <a:pt x="421182" y="217787"/>
                        <a:pt x="464739" y="331964"/>
                        <a:pt x="464739" y="446142"/>
                      </a:cubicBezTo>
                      <a:lnTo>
                        <a:pt x="463903" y="463652"/>
                      </a:lnTo>
                      <a:close/>
                    </a:path>
                  </a:pathLst>
                </a:custGeom>
                <a:solidFill>
                  <a:schemeClr val="accent4">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grpSp>
          <p:grpSp>
            <p:nvGrpSpPr>
              <p:cNvPr id="16" name="Group 15">
                <a:extLst>
                  <a:ext uri="{FF2B5EF4-FFF2-40B4-BE49-F238E27FC236}">
                    <a16:creationId xmlns:a16="http://schemas.microsoft.com/office/drawing/2014/main" id="{C0300EB9-093C-4C32-A212-821D7AC082B4}"/>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rot="10800000" flipH="1" flipV="1">
                <a:off x="999771" y="932104"/>
                <a:ext cx="864005" cy="1032464"/>
                <a:chOff x="2207971" y="2384401"/>
                <a:chExt cx="864005" cy="1032464"/>
              </a:xfrm>
            </p:grpSpPr>
            <p:sp>
              <p:nvSpPr>
                <p:cNvPr id="17" name="Freeform: Shape 16">
                  <a:extLst>
                    <a:ext uri="{FF2B5EF4-FFF2-40B4-BE49-F238E27FC236}">
                      <a16:creationId xmlns:a16="http://schemas.microsoft.com/office/drawing/2014/main" id="{AFC97B3C-CF0E-4C93-AA39-7A677A12C50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3500000">
                  <a:off x="2207971" y="2856305"/>
                  <a:ext cx="464739" cy="464739"/>
                </a:xfrm>
                <a:custGeom>
                  <a:avLst/>
                  <a:gdLst>
                    <a:gd name="connsiteX0" fmla="*/ 464132 w 464739"/>
                    <a:gd name="connsiteY0" fmla="*/ 463881 h 464739"/>
                    <a:gd name="connsiteX1" fmla="*/ 463891 w 464739"/>
                    <a:gd name="connsiteY1" fmla="*/ 463892 h 464739"/>
                    <a:gd name="connsiteX2" fmla="*/ 463880 w 464739"/>
                    <a:gd name="connsiteY2" fmla="*/ 464132 h 464739"/>
                    <a:gd name="connsiteX3" fmla="*/ 463651 w 464739"/>
                    <a:gd name="connsiteY3" fmla="*/ 463904 h 464739"/>
                    <a:gd name="connsiteX4" fmla="*/ 446142 w 464739"/>
                    <a:gd name="connsiteY4" fmla="*/ 464739 h 464739"/>
                    <a:gd name="connsiteX5" fmla="*/ 130673 w 464739"/>
                    <a:gd name="connsiteY5" fmla="*/ 334067 h 464739"/>
                    <a:gd name="connsiteX6" fmla="*/ 0 w 464739"/>
                    <a:gd name="connsiteY6" fmla="*/ 18597 h 464739"/>
                    <a:gd name="connsiteX7" fmla="*/ 836 w 464739"/>
                    <a:gd name="connsiteY7" fmla="*/ 1089 h 464739"/>
                    <a:gd name="connsiteX8" fmla="*/ 607 w 464739"/>
                    <a:gd name="connsiteY8" fmla="*/ 859 h 464739"/>
                    <a:gd name="connsiteX9" fmla="*/ 848 w 464739"/>
                    <a:gd name="connsiteY9" fmla="*/ 848 h 464739"/>
                    <a:gd name="connsiteX10" fmla="*/ 859 w 464739"/>
                    <a:gd name="connsiteY10" fmla="*/ 607 h 464739"/>
                    <a:gd name="connsiteX11" fmla="*/ 1089 w 464739"/>
                    <a:gd name="connsiteY11" fmla="*/ 836 h 464739"/>
                    <a:gd name="connsiteX12" fmla="*/ 18597 w 464739"/>
                    <a:gd name="connsiteY12" fmla="*/ 0 h 464739"/>
                    <a:gd name="connsiteX13" fmla="*/ 334067 w 464739"/>
                    <a:gd name="connsiteY13" fmla="*/ 130672 h 464739"/>
                    <a:gd name="connsiteX14" fmla="*/ 464739 w 464739"/>
                    <a:gd name="connsiteY14" fmla="*/ 446142 h 464739"/>
                    <a:gd name="connsiteX15" fmla="*/ 463903 w 464739"/>
                    <a:gd name="connsiteY15" fmla="*/ 463652 h 464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64739" h="464739">
                      <a:moveTo>
                        <a:pt x="464132" y="463881"/>
                      </a:moveTo>
                      <a:lnTo>
                        <a:pt x="463891" y="463892"/>
                      </a:lnTo>
                      <a:lnTo>
                        <a:pt x="463880" y="464132"/>
                      </a:lnTo>
                      <a:lnTo>
                        <a:pt x="463651" y="463904"/>
                      </a:lnTo>
                      <a:lnTo>
                        <a:pt x="446142" y="464739"/>
                      </a:lnTo>
                      <a:cubicBezTo>
                        <a:pt x="331965" y="464739"/>
                        <a:pt x="217787" y="421182"/>
                        <a:pt x="130673" y="334067"/>
                      </a:cubicBezTo>
                      <a:cubicBezTo>
                        <a:pt x="43558" y="246953"/>
                        <a:pt x="1" y="132775"/>
                        <a:pt x="0" y="18597"/>
                      </a:cubicBezTo>
                      <a:lnTo>
                        <a:pt x="836" y="1089"/>
                      </a:lnTo>
                      <a:lnTo>
                        <a:pt x="607" y="859"/>
                      </a:lnTo>
                      <a:lnTo>
                        <a:pt x="848" y="848"/>
                      </a:lnTo>
                      <a:lnTo>
                        <a:pt x="859" y="607"/>
                      </a:lnTo>
                      <a:lnTo>
                        <a:pt x="1089" y="836"/>
                      </a:lnTo>
                      <a:lnTo>
                        <a:pt x="18597" y="0"/>
                      </a:lnTo>
                      <a:cubicBezTo>
                        <a:pt x="132775" y="0"/>
                        <a:pt x="246952" y="43557"/>
                        <a:pt x="334067" y="130672"/>
                      </a:cubicBezTo>
                      <a:cubicBezTo>
                        <a:pt x="421182" y="217787"/>
                        <a:pt x="464739" y="331964"/>
                        <a:pt x="464739" y="446142"/>
                      </a:cubicBezTo>
                      <a:lnTo>
                        <a:pt x="463903" y="463652"/>
                      </a:lnTo>
                      <a:close/>
                    </a:path>
                  </a:pathLst>
                </a:cu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8" name="Freeform: Shape 17">
                  <a:extLst>
                    <a:ext uri="{FF2B5EF4-FFF2-40B4-BE49-F238E27FC236}">
                      <a16:creationId xmlns:a16="http://schemas.microsoft.com/office/drawing/2014/main" id="{0943F14E-6185-4A31-8318-2088A05F5C9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2607238" y="2688467"/>
                  <a:ext cx="464738" cy="464738"/>
                </a:xfrm>
                <a:custGeom>
                  <a:avLst/>
                  <a:gdLst>
                    <a:gd name="connsiteX0" fmla="*/ 446142 w 464738"/>
                    <a:gd name="connsiteY0" fmla="*/ 464738 h 464738"/>
                    <a:gd name="connsiteX1" fmla="*/ 130673 w 464738"/>
                    <a:gd name="connsiteY1" fmla="*/ 334066 h 464738"/>
                    <a:gd name="connsiteX2" fmla="*/ 0 w 464738"/>
                    <a:gd name="connsiteY2" fmla="*/ 18596 h 464738"/>
                    <a:gd name="connsiteX3" fmla="*/ 836 w 464738"/>
                    <a:gd name="connsiteY3" fmla="*/ 1089 h 464738"/>
                    <a:gd name="connsiteX4" fmla="*/ 606 w 464738"/>
                    <a:gd name="connsiteY4" fmla="*/ 859 h 464738"/>
                    <a:gd name="connsiteX5" fmla="*/ 848 w 464738"/>
                    <a:gd name="connsiteY5" fmla="*/ 848 h 464738"/>
                    <a:gd name="connsiteX6" fmla="*/ 859 w 464738"/>
                    <a:gd name="connsiteY6" fmla="*/ 606 h 464738"/>
                    <a:gd name="connsiteX7" fmla="*/ 1089 w 464738"/>
                    <a:gd name="connsiteY7" fmla="*/ 836 h 464738"/>
                    <a:gd name="connsiteX8" fmla="*/ 18596 w 464738"/>
                    <a:gd name="connsiteY8" fmla="*/ 0 h 464738"/>
                    <a:gd name="connsiteX9" fmla="*/ 334066 w 464738"/>
                    <a:gd name="connsiteY9" fmla="*/ 130672 h 464738"/>
                    <a:gd name="connsiteX10" fmla="*/ 464738 w 464738"/>
                    <a:gd name="connsiteY10" fmla="*/ 446142 h 464738"/>
                    <a:gd name="connsiteX11" fmla="*/ 463902 w 464738"/>
                    <a:gd name="connsiteY11" fmla="*/ 463650 h 464738"/>
                    <a:gd name="connsiteX12" fmla="*/ 464132 w 464738"/>
                    <a:gd name="connsiteY12" fmla="*/ 463880 h 464738"/>
                    <a:gd name="connsiteX13" fmla="*/ 463891 w 464738"/>
                    <a:gd name="connsiteY13" fmla="*/ 463892 h 464738"/>
                    <a:gd name="connsiteX14" fmla="*/ 463879 w 464738"/>
                    <a:gd name="connsiteY14" fmla="*/ 464132 h 464738"/>
                    <a:gd name="connsiteX15" fmla="*/ 463650 w 464738"/>
                    <a:gd name="connsiteY15" fmla="*/ 463903 h 4647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64738" h="464738">
                      <a:moveTo>
                        <a:pt x="446142" y="464738"/>
                      </a:moveTo>
                      <a:cubicBezTo>
                        <a:pt x="331965" y="464738"/>
                        <a:pt x="217787" y="421181"/>
                        <a:pt x="130673" y="334066"/>
                      </a:cubicBezTo>
                      <a:cubicBezTo>
                        <a:pt x="43558" y="246952"/>
                        <a:pt x="1" y="132774"/>
                        <a:pt x="0" y="18596"/>
                      </a:cubicBezTo>
                      <a:lnTo>
                        <a:pt x="836" y="1089"/>
                      </a:lnTo>
                      <a:lnTo>
                        <a:pt x="606" y="859"/>
                      </a:lnTo>
                      <a:lnTo>
                        <a:pt x="848" y="848"/>
                      </a:lnTo>
                      <a:lnTo>
                        <a:pt x="859" y="606"/>
                      </a:lnTo>
                      <a:lnTo>
                        <a:pt x="1089" y="836"/>
                      </a:lnTo>
                      <a:lnTo>
                        <a:pt x="18596" y="0"/>
                      </a:lnTo>
                      <a:cubicBezTo>
                        <a:pt x="132774" y="0"/>
                        <a:pt x="246951" y="43557"/>
                        <a:pt x="334066" y="130672"/>
                      </a:cubicBezTo>
                      <a:cubicBezTo>
                        <a:pt x="421181" y="217787"/>
                        <a:pt x="464738" y="331964"/>
                        <a:pt x="464738" y="446142"/>
                      </a:cubicBezTo>
                      <a:lnTo>
                        <a:pt x="463902" y="463650"/>
                      </a:lnTo>
                      <a:lnTo>
                        <a:pt x="464132" y="463880"/>
                      </a:lnTo>
                      <a:lnTo>
                        <a:pt x="463891" y="463892"/>
                      </a:lnTo>
                      <a:lnTo>
                        <a:pt x="463879" y="464132"/>
                      </a:lnTo>
                      <a:lnTo>
                        <a:pt x="463650" y="463903"/>
                      </a:lnTo>
                      <a:close/>
                    </a:path>
                  </a:pathLst>
                </a:cu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nvGrpSpPr>
                <p:cNvPr id="19" name="Group 18">
                  <a:extLst>
                    <a:ext uri="{FF2B5EF4-FFF2-40B4-BE49-F238E27FC236}">
                      <a16:creationId xmlns:a16="http://schemas.microsoft.com/office/drawing/2014/main" id="{F3B56658-371E-446B-B30D-D4EA2A88A973}"/>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2440769" y="2384401"/>
                  <a:ext cx="313009" cy="1032464"/>
                  <a:chOff x="2440769" y="2384401"/>
                  <a:chExt cx="313009" cy="1032464"/>
                </a:xfrm>
              </p:grpSpPr>
              <p:cxnSp>
                <p:nvCxnSpPr>
                  <p:cNvPr id="20" name="Straight Connector 19">
                    <a:extLst>
                      <a:ext uri="{FF2B5EF4-FFF2-40B4-BE49-F238E27FC236}">
                        <a16:creationId xmlns:a16="http://schemas.microsoft.com/office/drawing/2014/main" id="{068979FB-2943-4091-A490-D9F8695DF0D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rot="10800000" flipH="1">
                    <a:off x="2440769" y="2516865"/>
                    <a:ext cx="0" cy="900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B378C39C-3FC0-4521-8336-33A86391920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rot="8100000" flipH="1">
                    <a:off x="2753778" y="2384401"/>
                    <a:ext cx="0" cy="900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grpSp>
        <p:grpSp>
          <p:nvGrpSpPr>
            <p:cNvPr id="12" name="Group 11">
              <a:extLst>
                <a:ext uri="{FF2B5EF4-FFF2-40B4-BE49-F238E27FC236}">
                  <a16:creationId xmlns:a16="http://schemas.microsoft.com/office/drawing/2014/main" id="{72C6951D-2EAF-4333-B8A8-F473DC3BDF44}"/>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1437136" y="649304"/>
              <a:ext cx="388541" cy="388541"/>
              <a:chOff x="5752675" y="5440856"/>
              <a:chExt cx="388541" cy="388541"/>
            </a:xfrm>
          </p:grpSpPr>
          <p:sp>
            <p:nvSpPr>
              <p:cNvPr id="13" name="Oval 12">
                <a:extLst>
                  <a:ext uri="{FF2B5EF4-FFF2-40B4-BE49-F238E27FC236}">
                    <a16:creationId xmlns:a16="http://schemas.microsoft.com/office/drawing/2014/main" id="{63E77698-5758-433A-9DF3-3BE43B6FBDA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5800801" y="5488982"/>
                <a:ext cx="340415" cy="340415"/>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4" name="Oval 13">
                <a:extLst>
                  <a:ext uri="{FF2B5EF4-FFF2-40B4-BE49-F238E27FC236}">
                    <a16:creationId xmlns:a16="http://schemas.microsoft.com/office/drawing/2014/main" id="{FF47FF7F-75A9-438D-8BA7-428BF76974C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52675" y="5440856"/>
                <a:ext cx="340415" cy="340415"/>
              </a:xfrm>
              <a:prstGeom prst="ellipse">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grpSp>
      <p:sp>
        <p:nvSpPr>
          <p:cNvPr id="25" name="TextBox 24">
            <a:extLst>
              <a:ext uri="{FF2B5EF4-FFF2-40B4-BE49-F238E27FC236}">
                <a16:creationId xmlns:a16="http://schemas.microsoft.com/office/drawing/2014/main" id="{D856AD59-8AD1-B85F-4827-7B31CC175126}"/>
              </a:ext>
            </a:extLst>
          </p:cNvPr>
          <p:cNvSpPr txBox="1"/>
          <p:nvPr/>
        </p:nvSpPr>
        <p:spPr>
          <a:xfrm>
            <a:off x="2078799" y="776235"/>
            <a:ext cx="6096000" cy="523220"/>
          </a:xfrm>
          <a:prstGeom prst="rect">
            <a:avLst/>
          </a:prstGeom>
          <a:noFill/>
        </p:spPr>
        <p:txBody>
          <a:bodyPr wrap="square">
            <a:spAutoFit/>
          </a:bodyPr>
          <a:lstStyle/>
          <a:p>
            <a:r>
              <a:rPr lang="en-US" sz="2800" dirty="0">
                <a:solidFill>
                  <a:srgbClr val="FFFF00"/>
                </a:solidFill>
                <a:latin typeface="Arial Rounded MT Bold" panose="020F0704030504030204" pitchFamily="34" charset="0"/>
              </a:rPr>
              <a:t>Critical Path Analysis </a:t>
            </a:r>
          </a:p>
        </p:txBody>
      </p:sp>
      <p:sp>
        <p:nvSpPr>
          <p:cNvPr id="36" name="TextBox 35">
            <a:extLst>
              <a:ext uri="{FF2B5EF4-FFF2-40B4-BE49-F238E27FC236}">
                <a16:creationId xmlns:a16="http://schemas.microsoft.com/office/drawing/2014/main" id="{77BC1568-08E3-4891-21BC-20C524B6D7B6}"/>
              </a:ext>
            </a:extLst>
          </p:cNvPr>
          <p:cNvSpPr txBox="1"/>
          <p:nvPr/>
        </p:nvSpPr>
        <p:spPr>
          <a:xfrm>
            <a:off x="5576499" y="1394699"/>
            <a:ext cx="6255299" cy="584775"/>
          </a:xfrm>
          <a:prstGeom prst="rect">
            <a:avLst/>
          </a:prstGeom>
          <a:noFill/>
        </p:spPr>
        <p:txBody>
          <a:bodyPr wrap="square">
            <a:spAutoFit/>
          </a:bodyPr>
          <a:lstStyle/>
          <a:p>
            <a:pPr algn="just"/>
            <a:r>
              <a:rPr lang="en-US" sz="2800" dirty="0">
                <a:latin typeface="Arial Nova Light" panose="020B0304020202020204" pitchFamily="34" charset="0"/>
              </a:rPr>
              <a:t>Project Completion Time = </a:t>
            </a:r>
            <a:r>
              <a:rPr lang="en-US" sz="3200" b="1" dirty="0">
                <a:solidFill>
                  <a:srgbClr val="FFFF00"/>
                </a:solidFill>
                <a:latin typeface="Arial Nova Light" panose="020B0304020202020204" pitchFamily="34" charset="0"/>
              </a:rPr>
              <a:t>49</a:t>
            </a:r>
            <a:r>
              <a:rPr lang="en-US" sz="3200" b="1" dirty="0">
                <a:latin typeface="Arial Nova Light" panose="020B0304020202020204" pitchFamily="34" charset="0"/>
              </a:rPr>
              <a:t> </a:t>
            </a:r>
            <a:r>
              <a:rPr lang="en-US" sz="3200" b="1" dirty="0">
                <a:solidFill>
                  <a:srgbClr val="FFFF00"/>
                </a:solidFill>
                <a:latin typeface="Arial Nova Light" panose="020B0304020202020204" pitchFamily="34" charset="0"/>
              </a:rPr>
              <a:t>weeks</a:t>
            </a:r>
            <a:endParaRPr lang="en-US" sz="2800" b="1" dirty="0">
              <a:solidFill>
                <a:srgbClr val="FFFF00"/>
              </a:solidFill>
              <a:latin typeface="Arial Nova Light" panose="020B0304020202020204" pitchFamily="34" charset="0"/>
            </a:endParaRPr>
          </a:p>
        </p:txBody>
      </p:sp>
      <p:sp>
        <p:nvSpPr>
          <p:cNvPr id="38" name="TextBox 37">
            <a:extLst>
              <a:ext uri="{FF2B5EF4-FFF2-40B4-BE49-F238E27FC236}">
                <a16:creationId xmlns:a16="http://schemas.microsoft.com/office/drawing/2014/main" id="{0C3F6562-1EC3-F6DA-009E-B6BE2311D916}"/>
              </a:ext>
            </a:extLst>
          </p:cNvPr>
          <p:cNvSpPr txBox="1"/>
          <p:nvPr/>
        </p:nvSpPr>
        <p:spPr>
          <a:xfrm>
            <a:off x="621893" y="2003258"/>
            <a:ext cx="9909211" cy="4739759"/>
          </a:xfrm>
          <a:prstGeom prst="rect">
            <a:avLst/>
          </a:prstGeom>
          <a:noFill/>
        </p:spPr>
        <p:txBody>
          <a:bodyPr wrap="square">
            <a:spAutoFit/>
          </a:bodyPr>
          <a:lstStyle/>
          <a:p>
            <a:pPr algn="just"/>
            <a:r>
              <a:rPr lang="en-US" sz="2400" b="1" dirty="0">
                <a:latin typeface="Arial Nova Light" panose="020B0304020202020204" pitchFamily="34" charset="0"/>
              </a:rPr>
              <a:t>Path 1 = N – A – D – E – F = 23 weeks</a:t>
            </a:r>
          </a:p>
          <a:p>
            <a:pPr algn="just"/>
            <a:r>
              <a:rPr lang="en-US" sz="2400" b="1" dirty="0">
                <a:latin typeface="Arial Nova Light" panose="020B0304020202020204" pitchFamily="34" charset="0"/>
              </a:rPr>
              <a:t>Path 2 = N – B – G – E – F = 26 weeks</a:t>
            </a:r>
          </a:p>
          <a:p>
            <a:pPr algn="just"/>
            <a:r>
              <a:rPr lang="en-US" sz="2400" b="1" dirty="0">
                <a:latin typeface="Arial Nova Light" panose="020B0304020202020204" pitchFamily="34" charset="0"/>
              </a:rPr>
              <a:t>Path 3 = N – B – H – I – K = 40 weeks</a:t>
            </a:r>
          </a:p>
          <a:p>
            <a:pPr algn="just"/>
            <a:r>
              <a:rPr lang="en-US" sz="2400" b="1" dirty="0">
                <a:latin typeface="Arial Nova Light" panose="020B0304020202020204" pitchFamily="34" charset="0"/>
              </a:rPr>
              <a:t>Path 4 = N – B – H – J – K =  44 weeks</a:t>
            </a:r>
          </a:p>
          <a:p>
            <a:pPr algn="just"/>
            <a:r>
              <a:rPr lang="en-US" sz="2400" b="1" dirty="0">
                <a:solidFill>
                  <a:srgbClr val="FF0000"/>
                </a:solidFill>
                <a:latin typeface="Arial Nova Light" panose="020B0304020202020204" pitchFamily="34" charset="0"/>
              </a:rPr>
              <a:t>Path 5 = N – B – H – J – M = 49 weeks (maximum)</a:t>
            </a:r>
          </a:p>
          <a:p>
            <a:pPr algn="just"/>
            <a:r>
              <a:rPr lang="en-US" sz="2400" b="1" dirty="0">
                <a:latin typeface="Arial Nova Light" panose="020B0304020202020204" pitchFamily="34" charset="0"/>
              </a:rPr>
              <a:t>Path 6 = N – C – L – K = 26 weeks</a:t>
            </a:r>
          </a:p>
          <a:p>
            <a:pPr algn="just"/>
            <a:r>
              <a:rPr lang="en-US" sz="2400" b="1" dirty="0">
                <a:latin typeface="Arial Nova Light" panose="020B0304020202020204" pitchFamily="34" charset="0"/>
              </a:rPr>
              <a:t>Path 7 = N – C – L – M = 31 weeks</a:t>
            </a:r>
          </a:p>
          <a:p>
            <a:pPr algn="just"/>
            <a:endParaRPr lang="en-US" sz="700" b="1" dirty="0">
              <a:solidFill>
                <a:srgbClr val="CCFFCC"/>
              </a:solidFill>
              <a:latin typeface="Arial Nova Light" panose="020B0304020202020204" pitchFamily="34" charset="0"/>
            </a:endParaRPr>
          </a:p>
          <a:p>
            <a:pPr algn="just"/>
            <a:r>
              <a:rPr lang="en-US" sz="2400" b="1" dirty="0">
                <a:solidFill>
                  <a:srgbClr val="CCFFCC"/>
                </a:solidFill>
                <a:latin typeface="Arial Nova Light" panose="020B0304020202020204" pitchFamily="34" charset="0"/>
              </a:rPr>
              <a:t>Critical Path = Path 5 = N+B+H+J+M = 49 weeks</a:t>
            </a:r>
          </a:p>
          <a:p>
            <a:pPr algn="just"/>
            <a:endParaRPr lang="en-US" sz="700" b="1" dirty="0">
              <a:solidFill>
                <a:srgbClr val="CCFFCC"/>
              </a:solidFill>
              <a:latin typeface="Arial Nova Light" panose="020B0304020202020204" pitchFamily="34" charset="0"/>
            </a:endParaRPr>
          </a:p>
          <a:p>
            <a:pPr algn="just"/>
            <a:r>
              <a:rPr lang="en-US" sz="2400" b="1" dirty="0">
                <a:solidFill>
                  <a:srgbClr val="FFC000"/>
                </a:solidFill>
                <a:latin typeface="Arial Nova Light" panose="020B0304020202020204" pitchFamily="34" charset="0"/>
              </a:rPr>
              <a:t>Critical Activities = B, H, J, M, and N (Where the Slack is 0)</a:t>
            </a:r>
          </a:p>
          <a:p>
            <a:pPr algn="just"/>
            <a:r>
              <a:rPr lang="en-US" sz="2400" b="1" dirty="0">
                <a:solidFill>
                  <a:srgbClr val="80EFFF"/>
                </a:solidFill>
                <a:latin typeface="Arial Nova Light" panose="020B0304020202020204" pitchFamily="34" charset="0"/>
              </a:rPr>
              <a:t>Non-Critical Activities = A, C, D, E, F, G, I, K, and L</a:t>
            </a:r>
          </a:p>
          <a:p>
            <a:pPr algn="just"/>
            <a:endParaRPr lang="en-US" sz="2400" b="1" dirty="0">
              <a:solidFill>
                <a:srgbClr val="80EFFF"/>
              </a:solidFill>
              <a:latin typeface="Arial Nova Light" panose="020B0304020202020204" pitchFamily="34" charset="0"/>
            </a:endParaRPr>
          </a:p>
          <a:p>
            <a:pPr algn="just"/>
            <a:r>
              <a:rPr lang="en-US" sz="2400" b="1" dirty="0">
                <a:solidFill>
                  <a:srgbClr val="FF0000"/>
                </a:solidFill>
                <a:latin typeface="Arial Nova Light" panose="020B0304020202020204" pitchFamily="34" charset="0"/>
              </a:rPr>
              <a:t>So, project will require minimum 49 weeks to complete</a:t>
            </a:r>
          </a:p>
        </p:txBody>
      </p:sp>
      <p:sp>
        <p:nvSpPr>
          <p:cNvPr id="5" name="TextBox 4">
            <a:extLst>
              <a:ext uri="{FF2B5EF4-FFF2-40B4-BE49-F238E27FC236}">
                <a16:creationId xmlns:a16="http://schemas.microsoft.com/office/drawing/2014/main" id="{1143F972-EA42-D368-D471-03382E2BEC39}"/>
              </a:ext>
            </a:extLst>
          </p:cNvPr>
          <p:cNvSpPr txBox="1"/>
          <p:nvPr/>
        </p:nvSpPr>
        <p:spPr>
          <a:xfrm>
            <a:off x="2030244" y="1382104"/>
            <a:ext cx="9767746" cy="523220"/>
          </a:xfrm>
          <a:prstGeom prst="rect">
            <a:avLst/>
          </a:prstGeom>
          <a:noFill/>
        </p:spPr>
        <p:txBody>
          <a:bodyPr wrap="square">
            <a:spAutoFit/>
          </a:bodyPr>
          <a:lstStyle/>
          <a:p>
            <a:pPr algn="just"/>
            <a:r>
              <a:rPr lang="en-US" sz="2800" b="1" dirty="0">
                <a:solidFill>
                  <a:srgbClr val="80EFFF"/>
                </a:solidFill>
                <a:latin typeface="Arial Nova Light" panose="020B0304020202020204" pitchFamily="34" charset="0"/>
              </a:rPr>
              <a:t>Sample Problem # 1</a:t>
            </a:r>
          </a:p>
        </p:txBody>
      </p:sp>
    </p:spTree>
    <p:extLst>
      <p:ext uri="{BB962C8B-B14F-4D97-AF65-F5344CB8AC3E}">
        <p14:creationId xmlns:p14="http://schemas.microsoft.com/office/powerpoint/2010/main" val="2651998341"/>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316A5661-2CFE-478C-BAC3-729F393F3C4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BC1DA2B-FE6F-1C6E-BFA0-9B15DC40309D}"/>
              </a:ext>
            </a:extLst>
          </p:cNvPr>
          <p:cNvSpPr>
            <a:spLocks noGrp="1"/>
          </p:cNvSpPr>
          <p:nvPr>
            <p:ph type="title"/>
          </p:nvPr>
        </p:nvSpPr>
        <p:spPr>
          <a:xfrm>
            <a:off x="2139081" y="92738"/>
            <a:ext cx="9514055" cy="727957"/>
          </a:xfrm>
        </p:spPr>
        <p:txBody>
          <a:bodyPr anchor="ctr">
            <a:normAutofit/>
          </a:bodyPr>
          <a:lstStyle/>
          <a:p>
            <a:r>
              <a:rPr lang="en-US" sz="4000" dirty="0">
                <a:solidFill>
                  <a:schemeClr val="accent6">
                    <a:lumMod val="40000"/>
                    <a:lumOff val="60000"/>
                  </a:schemeClr>
                </a:solidFill>
                <a:latin typeface="Arial Rounded MT Bold" panose="020F0704030504030204" pitchFamily="34" charset="0"/>
              </a:rPr>
              <a:t>Project management tools</a:t>
            </a:r>
          </a:p>
        </p:txBody>
      </p:sp>
      <p:grpSp>
        <p:nvGrpSpPr>
          <p:cNvPr id="10" name="Group 9">
            <a:extLst>
              <a:ext uri="{FF2B5EF4-FFF2-40B4-BE49-F238E27FC236}">
                <a16:creationId xmlns:a16="http://schemas.microsoft.com/office/drawing/2014/main" id="{FB7BE8CD-E348-464A-82CC-7EF7AA82842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999771" y="649304"/>
            <a:ext cx="913428" cy="1315264"/>
            <a:chOff x="999771" y="649304"/>
            <a:chExt cx="913428" cy="1315264"/>
          </a:xfrm>
        </p:grpSpPr>
        <p:grpSp>
          <p:nvGrpSpPr>
            <p:cNvPr id="11" name="Group 10">
              <a:extLst>
                <a:ext uri="{FF2B5EF4-FFF2-40B4-BE49-F238E27FC236}">
                  <a16:creationId xmlns:a16="http://schemas.microsoft.com/office/drawing/2014/main" id="{B8CC82D2-4C4A-4C67-8483-5199F97B37A7}"/>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999771" y="932104"/>
              <a:ext cx="913428" cy="1032464"/>
              <a:chOff x="999771" y="932104"/>
              <a:chExt cx="913428" cy="1032464"/>
            </a:xfrm>
          </p:grpSpPr>
          <p:grpSp>
            <p:nvGrpSpPr>
              <p:cNvPr id="15" name="Group 14">
                <a:extLst>
                  <a:ext uri="{FF2B5EF4-FFF2-40B4-BE49-F238E27FC236}">
                    <a16:creationId xmlns:a16="http://schemas.microsoft.com/office/drawing/2014/main" id="{70D2391D-AA33-4F5E-BD96-B42D93DED226}"/>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rot="8100000" flipV="1">
                <a:off x="1047457" y="1290386"/>
                <a:ext cx="865742" cy="628383"/>
                <a:chOff x="558167" y="958515"/>
                <a:chExt cx="865742" cy="628383"/>
              </a:xfrm>
              <a:solidFill>
                <a:schemeClr val="accent3"/>
              </a:solidFill>
            </p:grpSpPr>
            <p:sp>
              <p:nvSpPr>
                <p:cNvPr id="22" name="Freeform: Shape 21">
                  <a:extLst>
                    <a:ext uri="{FF2B5EF4-FFF2-40B4-BE49-F238E27FC236}">
                      <a16:creationId xmlns:a16="http://schemas.microsoft.com/office/drawing/2014/main" id="{BE166DCE-539D-4C74-9C9D-AC000BA2F8A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8100000" flipH="1">
                  <a:off x="558167" y="1122160"/>
                  <a:ext cx="464738" cy="464738"/>
                </a:xfrm>
                <a:custGeom>
                  <a:avLst/>
                  <a:gdLst>
                    <a:gd name="connsiteX0" fmla="*/ 446142 w 464738"/>
                    <a:gd name="connsiteY0" fmla="*/ 464738 h 464738"/>
                    <a:gd name="connsiteX1" fmla="*/ 130673 w 464738"/>
                    <a:gd name="connsiteY1" fmla="*/ 334066 h 464738"/>
                    <a:gd name="connsiteX2" fmla="*/ 0 w 464738"/>
                    <a:gd name="connsiteY2" fmla="*/ 18596 h 464738"/>
                    <a:gd name="connsiteX3" fmla="*/ 836 w 464738"/>
                    <a:gd name="connsiteY3" fmla="*/ 1089 h 464738"/>
                    <a:gd name="connsiteX4" fmla="*/ 606 w 464738"/>
                    <a:gd name="connsiteY4" fmla="*/ 859 h 464738"/>
                    <a:gd name="connsiteX5" fmla="*/ 848 w 464738"/>
                    <a:gd name="connsiteY5" fmla="*/ 848 h 464738"/>
                    <a:gd name="connsiteX6" fmla="*/ 859 w 464738"/>
                    <a:gd name="connsiteY6" fmla="*/ 606 h 464738"/>
                    <a:gd name="connsiteX7" fmla="*/ 1089 w 464738"/>
                    <a:gd name="connsiteY7" fmla="*/ 836 h 464738"/>
                    <a:gd name="connsiteX8" fmla="*/ 18596 w 464738"/>
                    <a:gd name="connsiteY8" fmla="*/ 0 h 464738"/>
                    <a:gd name="connsiteX9" fmla="*/ 334066 w 464738"/>
                    <a:gd name="connsiteY9" fmla="*/ 130672 h 464738"/>
                    <a:gd name="connsiteX10" fmla="*/ 464738 w 464738"/>
                    <a:gd name="connsiteY10" fmla="*/ 446142 h 464738"/>
                    <a:gd name="connsiteX11" fmla="*/ 463902 w 464738"/>
                    <a:gd name="connsiteY11" fmla="*/ 463650 h 464738"/>
                    <a:gd name="connsiteX12" fmla="*/ 464132 w 464738"/>
                    <a:gd name="connsiteY12" fmla="*/ 463880 h 464738"/>
                    <a:gd name="connsiteX13" fmla="*/ 463891 w 464738"/>
                    <a:gd name="connsiteY13" fmla="*/ 463892 h 464738"/>
                    <a:gd name="connsiteX14" fmla="*/ 463879 w 464738"/>
                    <a:gd name="connsiteY14" fmla="*/ 464132 h 464738"/>
                    <a:gd name="connsiteX15" fmla="*/ 463650 w 464738"/>
                    <a:gd name="connsiteY15" fmla="*/ 463903 h 4647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64738" h="464738">
                      <a:moveTo>
                        <a:pt x="446142" y="464738"/>
                      </a:moveTo>
                      <a:cubicBezTo>
                        <a:pt x="331965" y="464738"/>
                        <a:pt x="217787" y="421181"/>
                        <a:pt x="130673" y="334066"/>
                      </a:cubicBezTo>
                      <a:cubicBezTo>
                        <a:pt x="43558" y="246952"/>
                        <a:pt x="1" y="132774"/>
                        <a:pt x="0" y="18596"/>
                      </a:cubicBezTo>
                      <a:lnTo>
                        <a:pt x="836" y="1089"/>
                      </a:lnTo>
                      <a:lnTo>
                        <a:pt x="606" y="859"/>
                      </a:lnTo>
                      <a:lnTo>
                        <a:pt x="848" y="848"/>
                      </a:lnTo>
                      <a:lnTo>
                        <a:pt x="859" y="606"/>
                      </a:lnTo>
                      <a:lnTo>
                        <a:pt x="1089" y="836"/>
                      </a:lnTo>
                      <a:lnTo>
                        <a:pt x="18596" y="0"/>
                      </a:lnTo>
                      <a:cubicBezTo>
                        <a:pt x="132774" y="0"/>
                        <a:pt x="246951" y="43557"/>
                        <a:pt x="334066" y="130672"/>
                      </a:cubicBezTo>
                      <a:cubicBezTo>
                        <a:pt x="421181" y="217787"/>
                        <a:pt x="464738" y="331964"/>
                        <a:pt x="464738" y="446142"/>
                      </a:cubicBezTo>
                      <a:lnTo>
                        <a:pt x="463902" y="463650"/>
                      </a:lnTo>
                      <a:lnTo>
                        <a:pt x="464132" y="463880"/>
                      </a:lnTo>
                      <a:lnTo>
                        <a:pt x="463891" y="463892"/>
                      </a:lnTo>
                      <a:lnTo>
                        <a:pt x="463879" y="464132"/>
                      </a:lnTo>
                      <a:lnTo>
                        <a:pt x="463650" y="463903"/>
                      </a:lnTo>
                      <a:close/>
                    </a:path>
                  </a:pathLst>
                </a:custGeom>
                <a:solidFill>
                  <a:schemeClr val="accent4">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3" name="Freeform: Shape 22">
                  <a:extLst>
                    <a:ext uri="{FF2B5EF4-FFF2-40B4-BE49-F238E27FC236}">
                      <a16:creationId xmlns:a16="http://schemas.microsoft.com/office/drawing/2014/main" id="{DCC6BEB5-DA1F-4F9E-BA5D-8F892A0FB8F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flipH="1">
                  <a:off x="959170" y="958515"/>
                  <a:ext cx="464739" cy="464739"/>
                </a:xfrm>
                <a:custGeom>
                  <a:avLst/>
                  <a:gdLst>
                    <a:gd name="connsiteX0" fmla="*/ 464132 w 464739"/>
                    <a:gd name="connsiteY0" fmla="*/ 463881 h 464739"/>
                    <a:gd name="connsiteX1" fmla="*/ 463891 w 464739"/>
                    <a:gd name="connsiteY1" fmla="*/ 463892 h 464739"/>
                    <a:gd name="connsiteX2" fmla="*/ 463880 w 464739"/>
                    <a:gd name="connsiteY2" fmla="*/ 464132 h 464739"/>
                    <a:gd name="connsiteX3" fmla="*/ 463651 w 464739"/>
                    <a:gd name="connsiteY3" fmla="*/ 463904 h 464739"/>
                    <a:gd name="connsiteX4" fmla="*/ 446142 w 464739"/>
                    <a:gd name="connsiteY4" fmla="*/ 464739 h 464739"/>
                    <a:gd name="connsiteX5" fmla="*/ 130673 w 464739"/>
                    <a:gd name="connsiteY5" fmla="*/ 334067 h 464739"/>
                    <a:gd name="connsiteX6" fmla="*/ 0 w 464739"/>
                    <a:gd name="connsiteY6" fmla="*/ 18597 h 464739"/>
                    <a:gd name="connsiteX7" fmla="*/ 836 w 464739"/>
                    <a:gd name="connsiteY7" fmla="*/ 1089 h 464739"/>
                    <a:gd name="connsiteX8" fmla="*/ 607 w 464739"/>
                    <a:gd name="connsiteY8" fmla="*/ 859 h 464739"/>
                    <a:gd name="connsiteX9" fmla="*/ 848 w 464739"/>
                    <a:gd name="connsiteY9" fmla="*/ 848 h 464739"/>
                    <a:gd name="connsiteX10" fmla="*/ 859 w 464739"/>
                    <a:gd name="connsiteY10" fmla="*/ 607 h 464739"/>
                    <a:gd name="connsiteX11" fmla="*/ 1089 w 464739"/>
                    <a:gd name="connsiteY11" fmla="*/ 836 h 464739"/>
                    <a:gd name="connsiteX12" fmla="*/ 18597 w 464739"/>
                    <a:gd name="connsiteY12" fmla="*/ 0 h 464739"/>
                    <a:gd name="connsiteX13" fmla="*/ 334067 w 464739"/>
                    <a:gd name="connsiteY13" fmla="*/ 130672 h 464739"/>
                    <a:gd name="connsiteX14" fmla="*/ 464739 w 464739"/>
                    <a:gd name="connsiteY14" fmla="*/ 446142 h 464739"/>
                    <a:gd name="connsiteX15" fmla="*/ 463903 w 464739"/>
                    <a:gd name="connsiteY15" fmla="*/ 463652 h 464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64739" h="464739">
                      <a:moveTo>
                        <a:pt x="464132" y="463881"/>
                      </a:moveTo>
                      <a:lnTo>
                        <a:pt x="463891" y="463892"/>
                      </a:lnTo>
                      <a:lnTo>
                        <a:pt x="463880" y="464132"/>
                      </a:lnTo>
                      <a:lnTo>
                        <a:pt x="463651" y="463904"/>
                      </a:lnTo>
                      <a:lnTo>
                        <a:pt x="446142" y="464739"/>
                      </a:lnTo>
                      <a:cubicBezTo>
                        <a:pt x="331965" y="464739"/>
                        <a:pt x="217787" y="421182"/>
                        <a:pt x="130673" y="334067"/>
                      </a:cubicBezTo>
                      <a:cubicBezTo>
                        <a:pt x="43558" y="246953"/>
                        <a:pt x="1" y="132775"/>
                        <a:pt x="0" y="18597"/>
                      </a:cubicBezTo>
                      <a:lnTo>
                        <a:pt x="836" y="1089"/>
                      </a:lnTo>
                      <a:lnTo>
                        <a:pt x="607" y="859"/>
                      </a:lnTo>
                      <a:lnTo>
                        <a:pt x="848" y="848"/>
                      </a:lnTo>
                      <a:lnTo>
                        <a:pt x="859" y="607"/>
                      </a:lnTo>
                      <a:lnTo>
                        <a:pt x="1089" y="836"/>
                      </a:lnTo>
                      <a:lnTo>
                        <a:pt x="18597" y="0"/>
                      </a:lnTo>
                      <a:cubicBezTo>
                        <a:pt x="132775" y="0"/>
                        <a:pt x="246952" y="43557"/>
                        <a:pt x="334067" y="130672"/>
                      </a:cubicBezTo>
                      <a:cubicBezTo>
                        <a:pt x="421182" y="217787"/>
                        <a:pt x="464739" y="331964"/>
                        <a:pt x="464739" y="446142"/>
                      </a:cubicBezTo>
                      <a:lnTo>
                        <a:pt x="463903" y="463652"/>
                      </a:lnTo>
                      <a:close/>
                    </a:path>
                  </a:pathLst>
                </a:custGeom>
                <a:solidFill>
                  <a:schemeClr val="accent4">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grpSp>
          <p:grpSp>
            <p:nvGrpSpPr>
              <p:cNvPr id="16" name="Group 15">
                <a:extLst>
                  <a:ext uri="{FF2B5EF4-FFF2-40B4-BE49-F238E27FC236}">
                    <a16:creationId xmlns:a16="http://schemas.microsoft.com/office/drawing/2014/main" id="{C0300EB9-093C-4C32-A212-821D7AC082B4}"/>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rot="10800000" flipH="1" flipV="1">
                <a:off x="999771" y="932104"/>
                <a:ext cx="864005" cy="1032464"/>
                <a:chOff x="2207971" y="2384401"/>
                <a:chExt cx="864005" cy="1032464"/>
              </a:xfrm>
            </p:grpSpPr>
            <p:sp>
              <p:nvSpPr>
                <p:cNvPr id="17" name="Freeform: Shape 16">
                  <a:extLst>
                    <a:ext uri="{FF2B5EF4-FFF2-40B4-BE49-F238E27FC236}">
                      <a16:creationId xmlns:a16="http://schemas.microsoft.com/office/drawing/2014/main" id="{AFC97B3C-CF0E-4C93-AA39-7A677A12C50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3500000">
                  <a:off x="2207971" y="2856305"/>
                  <a:ext cx="464739" cy="464739"/>
                </a:xfrm>
                <a:custGeom>
                  <a:avLst/>
                  <a:gdLst>
                    <a:gd name="connsiteX0" fmla="*/ 464132 w 464739"/>
                    <a:gd name="connsiteY0" fmla="*/ 463881 h 464739"/>
                    <a:gd name="connsiteX1" fmla="*/ 463891 w 464739"/>
                    <a:gd name="connsiteY1" fmla="*/ 463892 h 464739"/>
                    <a:gd name="connsiteX2" fmla="*/ 463880 w 464739"/>
                    <a:gd name="connsiteY2" fmla="*/ 464132 h 464739"/>
                    <a:gd name="connsiteX3" fmla="*/ 463651 w 464739"/>
                    <a:gd name="connsiteY3" fmla="*/ 463904 h 464739"/>
                    <a:gd name="connsiteX4" fmla="*/ 446142 w 464739"/>
                    <a:gd name="connsiteY4" fmla="*/ 464739 h 464739"/>
                    <a:gd name="connsiteX5" fmla="*/ 130673 w 464739"/>
                    <a:gd name="connsiteY5" fmla="*/ 334067 h 464739"/>
                    <a:gd name="connsiteX6" fmla="*/ 0 w 464739"/>
                    <a:gd name="connsiteY6" fmla="*/ 18597 h 464739"/>
                    <a:gd name="connsiteX7" fmla="*/ 836 w 464739"/>
                    <a:gd name="connsiteY7" fmla="*/ 1089 h 464739"/>
                    <a:gd name="connsiteX8" fmla="*/ 607 w 464739"/>
                    <a:gd name="connsiteY8" fmla="*/ 859 h 464739"/>
                    <a:gd name="connsiteX9" fmla="*/ 848 w 464739"/>
                    <a:gd name="connsiteY9" fmla="*/ 848 h 464739"/>
                    <a:gd name="connsiteX10" fmla="*/ 859 w 464739"/>
                    <a:gd name="connsiteY10" fmla="*/ 607 h 464739"/>
                    <a:gd name="connsiteX11" fmla="*/ 1089 w 464739"/>
                    <a:gd name="connsiteY11" fmla="*/ 836 h 464739"/>
                    <a:gd name="connsiteX12" fmla="*/ 18597 w 464739"/>
                    <a:gd name="connsiteY12" fmla="*/ 0 h 464739"/>
                    <a:gd name="connsiteX13" fmla="*/ 334067 w 464739"/>
                    <a:gd name="connsiteY13" fmla="*/ 130672 h 464739"/>
                    <a:gd name="connsiteX14" fmla="*/ 464739 w 464739"/>
                    <a:gd name="connsiteY14" fmla="*/ 446142 h 464739"/>
                    <a:gd name="connsiteX15" fmla="*/ 463903 w 464739"/>
                    <a:gd name="connsiteY15" fmla="*/ 463652 h 464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64739" h="464739">
                      <a:moveTo>
                        <a:pt x="464132" y="463881"/>
                      </a:moveTo>
                      <a:lnTo>
                        <a:pt x="463891" y="463892"/>
                      </a:lnTo>
                      <a:lnTo>
                        <a:pt x="463880" y="464132"/>
                      </a:lnTo>
                      <a:lnTo>
                        <a:pt x="463651" y="463904"/>
                      </a:lnTo>
                      <a:lnTo>
                        <a:pt x="446142" y="464739"/>
                      </a:lnTo>
                      <a:cubicBezTo>
                        <a:pt x="331965" y="464739"/>
                        <a:pt x="217787" y="421182"/>
                        <a:pt x="130673" y="334067"/>
                      </a:cubicBezTo>
                      <a:cubicBezTo>
                        <a:pt x="43558" y="246953"/>
                        <a:pt x="1" y="132775"/>
                        <a:pt x="0" y="18597"/>
                      </a:cubicBezTo>
                      <a:lnTo>
                        <a:pt x="836" y="1089"/>
                      </a:lnTo>
                      <a:lnTo>
                        <a:pt x="607" y="859"/>
                      </a:lnTo>
                      <a:lnTo>
                        <a:pt x="848" y="848"/>
                      </a:lnTo>
                      <a:lnTo>
                        <a:pt x="859" y="607"/>
                      </a:lnTo>
                      <a:lnTo>
                        <a:pt x="1089" y="836"/>
                      </a:lnTo>
                      <a:lnTo>
                        <a:pt x="18597" y="0"/>
                      </a:lnTo>
                      <a:cubicBezTo>
                        <a:pt x="132775" y="0"/>
                        <a:pt x="246952" y="43557"/>
                        <a:pt x="334067" y="130672"/>
                      </a:cubicBezTo>
                      <a:cubicBezTo>
                        <a:pt x="421182" y="217787"/>
                        <a:pt x="464739" y="331964"/>
                        <a:pt x="464739" y="446142"/>
                      </a:cubicBezTo>
                      <a:lnTo>
                        <a:pt x="463903" y="463652"/>
                      </a:lnTo>
                      <a:close/>
                    </a:path>
                  </a:pathLst>
                </a:cu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8" name="Freeform: Shape 17">
                  <a:extLst>
                    <a:ext uri="{FF2B5EF4-FFF2-40B4-BE49-F238E27FC236}">
                      <a16:creationId xmlns:a16="http://schemas.microsoft.com/office/drawing/2014/main" id="{0943F14E-6185-4A31-8318-2088A05F5C9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2607238" y="2688467"/>
                  <a:ext cx="464738" cy="464738"/>
                </a:xfrm>
                <a:custGeom>
                  <a:avLst/>
                  <a:gdLst>
                    <a:gd name="connsiteX0" fmla="*/ 446142 w 464738"/>
                    <a:gd name="connsiteY0" fmla="*/ 464738 h 464738"/>
                    <a:gd name="connsiteX1" fmla="*/ 130673 w 464738"/>
                    <a:gd name="connsiteY1" fmla="*/ 334066 h 464738"/>
                    <a:gd name="connsiteX2" fmla="*/ 0 w 464738"/>
                    <a:gd name="connsiteY2" fmla="*/ 18596 h 464738"/>
                    <a:gd name="connsiteX3" fmla="*/ 836 w 464738"/>
                    <a:gd name="connsiteY3" fmla="*/ 1089 h 464738"/>
                    <a:gd name="connsiteX4" fmla="*/ 606 w 464738"/>
                    <a:gd name="connsiteY4" fmla="*/ 859 h 464738"/>
                    <a:gd name="connsiteX5" fmla="*/ 848 w 464738"/>
                    <a:gd name="connsiteY5" fmla="*/ 848 h 464738"/>
                    <a:gd name="connsiteX6" fmla="*/ 859 w 464738"/>
                    <a:gd name="connsiteY6" fmla="*/ 606 h 464738"/>
                    <a:gd name="connsiteX7" fmla="*/ 1089 w 464738"/>
                    <a:gd name="connsiteY7" fmla="*/ 836 h 464738"/>
                    <a:gd name="connsiteX8" fmla="*/ 18596 w 464738"/>
                    <a:gd name="connsiteY8" fmla="*/ 0 h 464738"/>
                    <a:gd name="connsiteX9" fmla="*/ 334066 w 464738"/>
                    <a:gd name="connsiteY9" fmla="*/ 130672 h 464738"/>
                    <a:gd name="connsiteX10" fmla="*/ 464738 w 464738"/>
                    <a:gd name="connsiteY10" fmla="*/ 446142 h 464738"/>
                    <a:gd name="connsiteX11" fmla="*/ 463902 w 464738"/>
                    <a:gd name="connsiteY11" fmla="*/ 463650 h 464738"/>
                    <a:gd name="connsiteX12" fmla="*/ 464132 w 464738"/>
                    <a:gd name="connsiteY12" fmla="*/ 463880 h 464738"/>
                    <a:gd name="connsiteX13" fmla="*/ 463891 w 464738"/>
                    <a:gd name="connsiteY13" fmla="*/ 463892 h 464738"/>
                    <a:gd name="connsiteX14" fmla="*/ 463879 w 464738"/>
                    <a:gd name="connsiteY14" fmla="*/ 464132 h 464738"/>
                    <a:gd name="connsiteX15" fmla="*/ 463650 w 464738"/>
                    <a:gd name="connsiteY15" fmla="*/ 463903 h 4647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64738" h="464738">
                      <a:moveTo>
                        <a:pt x="446142" y="464738"/>
                      </a:moveTo>
                      <a:cubicBezTo>
                        <a:pt x="331965" y="464738"/>
                        <a:pt x="217787" y="421181"/>
                        <a:pt x="130673" y="334066"/>
                      </a:cubicBezTo>
                      <a:cubicBezTo>
                        <a:pt x="43558" y="246952"/>
                        <a:pt x="1" y="132774"/>
                        <a:pt x="0" y="18596"/>
                      </a:cubicBezTo>
                      <a:lnTo>
                        <a:pt x="836" y="1089"/>
                      </a:lnTo>
                      <a:lnTo>
                        <a:pt x="606" y="859"/>
                      </a:lnTo>
                      <a:lnTo>
                        <a:pt x="848" y="848"/>
                      </a:lnTo>
                      <a:lnTo>
                        <a:pt x="859" y="606"/>
                      </a:lnTo>
                      <a:lnTo>
                        <a:pt x="1089" y="836"/>
                      </a:lnTo>
                      <a:lnTo>
                        <a:pt x="18596" y="0"/>
                      </a:lnTo>
                      <a:cubicBezTo>
                        <a:pt x="132774" y="0"/>
                        <a:pt x="246951" y="43557"/>
                        <a:pt x="334066" y="130672"/>
                      </a:cubicBezTo>
                      <a:cubicBezTo>
                        <a:pt x="421181" y="217787"/>
                        <a:pt x="464738" y="331964"/>
                        <a:pt x="464738" y="446142"/>
                      </a:cubicBezTo>
                      <a:lnTo>
                        <a:pt x="463902" y="463650"/>
                      </a:lnTo>
                      <a:lnTo>
                        <a:pt x="464132" y="463880"/>
                      </a:lnTo>
                      <a:lnTo>
                        <a:pt x="463891" y="463892"/>
                      </a:lnTo>
                      <a:lnTo>
                        <a:pt x="463879" y="464132"/>
                      </a:lnTo>
                      <a:lnTo>
                        <a:pt x="463650" y="463903"/>
                      </a:lnTo>
                      <a:close/>
                    </a:path>
                  </a:pathLst>
                </a:cu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nvGrpSpPr>
                <p:cNvPr id="19" name="Group 18">
                  <a:extLst>
                    <a:ext uri="{FF2B5EF4-FFF2-40B4-BE49-F238E27FC236}">
                      <a16:creationId xmlns:a16="http://schemas.microsoft.com/office/drawing/2014/main" id="{F3B56658-371E-446B-B30D-D4EA2A88A973}"/>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2440769" y="2384401"/>
                  <a:ext cx="313009" cy="1032464"/>
                  <a:chOff x="2440769" y="2384401"/>
                  <a:chExt cx="313009" cy="1032464"/>
                </a:xfrm>
              </p:grpSpPr>
              <p:cxnSp>
                <p:nvCxnSpPr>
                  <p:cNvPr id="20" name="Straight Connector 19">
                    <a:extLst>
                      <a:ext uri="{FF2B5EF4-FFF2-40B4-BE49-F238E27FC236}">
                        <a16:creationId xmlns:a16="http://schemas.microsoft.com/office/drawing/2014/main" id="{068979FB-2943-4091-A490-D9F8695DF0D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rot="10800000" flipH="1">
                    <a:off x="2440769" y="2516865"/>
                    <a:ext cx="0" cy="900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B378C39C-3FC0-4521-8336-33A86391920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rot="8100000" flipH="1">
                    <a:off x="2753778" y="2384401"/>
                    <a:ext cx="0" cy="900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grpSp>
        <p:grpSp>
          <p:nvGrpSpPr>
            <p:cNvPr id="12" name="Group 11">
              <a:extLst>
                <a:ext uri="{FF2B5EF4-FFF2-40B4-BE49-F238E27FC236}">
                  <a16:creationId xmlns:a16="http://schemas.microsoft.com/office/drawing/2014/main" id="{72C6951D-2EAF-4333-B8A8-F473DC3BDF44}"/>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1437136" y="649304"/>
              <a:ext cx="388541" cy="388541"/>
              <a:chOff x="5752675" y="5440856"/>
              <a:chExt cx="388541" cy="388541"/>
            </a:xfrm>
          </p:grpSpPr>
          <p:sp>
            <p:nvSpPr>
              <p:cNvPr id="13" name="Oval 12">
                <a:extLst>
                  <a:ext uri="{FF2B5EF4-FFF2-40B4-BE49-F238E27FC236}">
                    <a16:creationId xmlns:a16="http://schemas.microsoft.com/office/drawing/2014/main" id="{63E77698-5758-433A-9DF3-3BE43B6FBDA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5800801" y="5488982"/>
                <a:ext cx="340415" cy="340415"/>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4" name="Oval 13">
                <a:extLst>
                  <a:ext uri="{FF2B5EF4-FFF2-40B4-BE49-F238E27FC236}">
                    <a16:creationId xmlns:a16="http://schemas.microsoft.com/office/drawing/2014/main" id="{FF47FF7F-75A9-438D-8BA7-428BF76974C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52675" y="5440856"/>
                <a:ext cx="340415" cy="340415"/>
              </a:xfrm>
              <a:prstGeom prst="ellipse">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grpSp>
      <p:sp>
        <p:nvSpPr>
          <p:cNvPr id="25" name="TextBox 24">
            <a:extLst>
              <a:ext uri="{FF2B5EF4-FFF2-40B4-BE49-F238E27FC236}">
                <a16:creationId xmlns:a16="http://schemas.microsoft.com/office/drawing/2014/main" id="{D856AD59-8AD1-B85F-4827-7B31CC175126}"/>
              </a:ext>
            </a:extLst>
          </p:cNvPr>
          <p:cNvSpPr txBox="1"/>
          <p:nvPr/>
        </p:nvSpPr>
        <p:spPr>
          <a:xfrm>
            <a:off x="2078799" y="776235"/>
            <a:ext cx="6096000" cy="523220"/>
          </a:xfrm>
          <a:prstGeom prst="rect">
            <a:avLst/>
          </a:prstGeom>
          <a:noFill/>
        </p:spPr>
        <p:txBody>
          <a:bodyPr wrap="square">
            <a:spAutoFit/>
          </a:bodyPr>
          <a:lstStyle/>
          <a:p>
            <a:r>
              <a:rPr lang="en-US" sz="2800" dirty="0">
                <a:solidFill>
                  <a:srgbClr val="FFFF00"/>
                </a:solidFill>
                <a:latin typeface="Arial Rounded MT Bold" panose="020F0704030504030204" pitchFamily="34" charset="0"/>
              </a:rPr>
              <a:t>Critical Path Analysis </a:t>
            </a:r>
          </a:p>
        </p:txBody>
      </p:sp>
      <p:sp>
        <p:nvSpPr>
          <p:cNvPr id="36" name="TextBox 35">
            <a:extLst>
              <a:ext uri="{FF2B5EF4-FFF2-40B4-BE49-F238E27FC236}">
                <a16:creationId xmlns:a16="http://schemas.microsoft.com/office/drawing/2014/main" id="{77BC1568-08E3-4891-21BC-20C524B6D7B6}"/>
              </a:ext>
            </a:extLst>
          </p:cNvPr>
          <p:cNvSpPr txBox="1"/>
          <p:nvPr/>
        </p:nvSpPr>
        <p:spPr>
          <a:xfrm>
            <a:off x="535876" y="2105208"/>
            <a:ext cx="9909211" cy="584775"/>
          </a:xfrm>
          <a:prstGeom prst="rect">
            <a:avLst/>
          </a:prstGeom>
          <a:noFill/>
        </p:spPr>
        <p:txBody>
          <a:bodyPr wrap="square">
            <a:spAutoFit/>
          </a:bodyPr>
          <a:lstStyle/>
          <a:p>
            <a:pPr algn="just"/>
            <a:r>
              <a:rPr lang="en-US" sz="2800" dirty="0">
                <a:latin typeface="Arial Nova Light" panose="020B0304020202020204" pitchFamily="34" charset="0"/>
              </a:rPr>
              <a:t>Project Completion Time = </a:t>
            </a:r>
            <a:r>
              <a:rPr lang="en-US" sz="3200" b="1" dirty="0">
                <a:solidFill>
                  <a:srgbClr val="FFFF00"/>
                </a:solidFill>
                <a:latin typeface="Arial Nova Light" panose="020B0304020202020204" pitchFamily="34" charset="0"/>
              </a:rPr>
              <a:t>49</a:t>
            </a:r>
            <a:r>
              <a:rPr lang="en-US" sz="3200" b="1" dirty="0">
                <a:latin typeface="Arial Nova Light" panose="020B0304020202020204" pitchFamily="34" charset="0"/>
              </a:rPr>
              <a:t> </a:t>
            </a:r>
            <a:r>
              <a:rPr lang="en-US" sz="3200" b="1" dirty="0">
                <a:solidFill>
                  <a:srgbClr val="FFFF00"/>
                </a:solidFill>
                <a:latin typeface="Arial Nova Light" panose="020B0304020202020204" pitchFamily="34" charset="0"/>
              </a:rPr>
              <a:t>weeks</a:t>
            </a:r>
            <a:endParaRPr lang="en-US" sz="2800" b="1" dirty="0">
              <a:solidFill>
                <a:srgbClr val="FFFF00"/>
              </a:solidFill>
              <a:latin typeface="Arial Nova Light" panose="020B0304020202020204" pitchFamily="34" charset="0"/>
            </a:endParaRPr>
          </a:p>
        </p:txBody>
      </p:sp>
      <p:sp>
        <p:nvSpPr>
          <p:cNvPr id="38" name="TextBox 37">
            <a:extLst>
              <a:ext uri="{FF2B5EF4-FFF2-40B4-BE49-F238E27FC236}">
                <a16:creationId xmlns:a16="http://schemas.microsoft.com/office/drawing/2014/main" id="{0C3F6562-1EC3-F6DA-009E-B6BE2311D916}"/>
              </a:ext>
            </a:extLst>
          </p:cNvPr>
          <p:cNvSpPr txBox="1"/>
          <p:nvPr/>
        </p:nvSpPr>
        <p:spPr>
          <a:xfrm>
            <a:off x="535876" y="2675825"/>
            <a:ext cx="9909211" cy="523220"/>
          </a:xfrm>
          <a:prstGeom prst="rect">
            <a:avLst/>
          </a:prstGeom>
          <a:noFill/>
        </p:spPr>
        <p:txBody>
          <a:bodyPr wrap="square">
            <a:spAutoFit/>
          </a:bodyPr>
          <a:lstStyle/>
          <a:p>
            <a:pPr algn="just"/>
            <a:r>
              <a:rPr lang="en-US" sz="2800" b="1" dirty="0">
                <a:solidFill>
                  <a:srgbClr val="CCFFCC"/>
                </a:solidFill>
                <a:latin typeface="Arial Nova Light" panose="020B0304020202020204" pitchFamily="34" charset="0"/>
              </a:rPr>
              <a:t>Slack = </a:t>
            </a:r>
            <a:r>
              <a:rPr lang="en-US" sz="2800" b="1" dirty="0">
                <a:solidFill>
                  <a:srgbClr val="FF9966"/>
                </a:solidFill>
                <a:latin typeface="Arial Nova Light" panose="020B0304020202020204" pitchFamily="34" charset="0"/>
              </a:rPr>
              <a:t>LS – ES </a:t>
            </a:r>
            <a:r>
              <a:rPr lang="en-US" sz="2800" b="1" dirty="0">
                <a:solidFill>
                  <a:srgbClr val="CCFFCC"/>
                </a:solidFill>
                <a:latin typeface="Arial Nova Light" panose="020B0304020202020204" pitchFamily="34" charset="0"/>
              </a:rPr>
              <a:t>||| </a:t>
            </a:r>
            <a:r>
              <a:rPr lang="en-US" sz="2800" b="1" dirty="0">
                <a:solidFill>
                  <a:srgbClr val="CCCCFF"/>
                </a:solidFill>
                <a:latin typeface="Arial Nova Light" panose="020B0304020202020204" pitchFamily="34" charset="0"/>
              </a:rPr>
              <a:t>LF - EF</a:t>
            </a:r>
          </a:p>
        </p:txBody>
      </p:sp>
      <p:sp>
        <p:nvSpPr>
          <p:cNvPr id="42" name="TextBox 41">
            <a:extLst>
              <a:ext uri="{FF2B5EF4-FFF2-40B4-BE49-F238E27FC236}">
                <a16:creationId xmlns:a16="http://schemas.microsoft.com/office/drawing/2014/main" id="{C367209D-1785-247A-55A7-05B46EB12141}"/>
              </a:ext>
            </a:extLst>
          </p:cNvPr>
          <p:cNvSpPr txBox="1"/>
          <p:nvPr/>
        </p:nvSpPr>
        <p:spPr>
          <a:xfrm>
            <a:off x="535876" y="3284090"/>
            <a:ext cx="3426523" cy="3293209"/>
          </a:xfrm>
          <a:prstGeom prst="rect">
            <a:avLst/>
          </a:prstGeom>
          <a:noFill/>
        </p:spPr>
        <p:txBody>
          <a:bodyPr wrap="square">
            <a:spAutoFit/>
          </a:bodyPr>
          <a:lstStyle/>
          <a:p>
            <a:pPr algn="just"/>
            <a:r>
              <a:rPr lang="en-US" sz="2800" dirty="0">
                <a:latin typeface="Arial Nova Light" panose="020B0304020202020204" pitchFamily="34" charset="0"/>
              </a:rPr>
              <a:t>Slack </a:t>
            </a:r>
            <a:r>
              <a:rPr lang="en-US" sz="2800" baseline="-25000" dirty="0">
                <a:latin typeface="Arial Nova Light" panose="020B0304020202020204" pitchFamily="34" charset="0"/>
              </a:rPr>
              <a:t>A </a:t>
            </a:r>
            <a:r>
              <a:rPr lang="en-US" sz="2800" dirty="0">
                <a:latin typeface="Arial Nova Light" panose="020B0304020202020204" pitchFamily="34" charset="0"/>
              </a:rPr>
              <a:t>= 31- 5 = 26 </a:t>
            </a:r>
          </a:p>
          <a:p>
            <a:pPr algn="just"/>
            <a:endParaRPr lang="en-US" sz="800" dirty="0">
              <a:latin typeface="Arial Nova Light" panose="020B0304020202020204" pitchFamily="34" charset="0"/>
            </a:endParaRPr>
          </a:p>
          <a:p>
            <a:pPr algn="just"/>
            <a:r>
              <a:rPr lang="en-US" sz="2800" dirty="0">
                <a:latin typeface="Arial Nova Light" panose="020B0304020202020204" pitchFamily="34" charset="0"/>
              </a:rPr>
              <a:t>Slack </a:t>
            </a:r>
            <a:r>
              <a:rPr lang="en-US" sz="2800" baseline="-25000" dirty="0">
                <a:latin typeface="Arial Nova Light" panose="020B0304020202020204" pitchFamily="34" charset="0"/>
              </a:rPr>
              <a:t>B </a:t>
            </a:r>
            <a:r>
              <a:rPr lang="en-US" sz="2800" dirty="0">
                <a:latin typeface="Arial Nova Light" panose="020B0304020202020204" pitchFamily="34" charset="0"/>
              </a:rPr>
              <a:t>= 5 - 5 = 0 </a:t>
            </a:r>
            <a:endParaRPr lang="en-US" sz="2800" b="1" dirty="0">
              <a:solidFill>
                <a:srgbClr val="FFFF00"/>
              </a:solidFill>
              <a:latin typeface="Arial Nova Light" panose="020B0304020202020204" pitchFamily="34" charset="0"/>
            </a:endParaRPr>
          </a:p>
          <a:p>
            <a:pPr algn="just"/>
            <a:endParaRPr lang="en-US" sz="800" dirty="0">
              <a:latin typeface="Arial Nova Light" panose="020B0304020202020204" pitchFamily="34" charset="0"/>
            </a:endParaRPr>
          </a:p>
          <a:p>
            <a:pPr algn="just"/>
            <a:r>
              <a:rPr lang="en-US" sz="2800" dirty="0">
                <a:latin typeface="Arial Nova Light" panose="020B0304020202020204" pitchFamily="34" charset="0"/>
              </a:rPr>
              <a:t>Slack </a:t>
            </a:r>
            <a:r>
              <a:rPr lang="en-US" sz="2800" baseline="-25000" dirty="0">
                <a:latin typeface="Arial Nova Light" panose="020B0304020202020204" pitchFamily="34" charset="0"/>
              </a:rPr>
              <a:t>C </a:t>
            </a:r>
            <a:r>
              <a:rPr lang="en-US" sz="2800" dirty="0">
                <a:latin typeface="Arial Nova Light" panose="020B0304020202020204" pitchFamily="34" charset="0"/>
              </a:rPr>
              <a:t>= 23-5 = 18 </a:t>
            </a:r>
          </a:p>
          <a:p>
            <a:pPr algn="just"/>
            <a:endParaRPr lang="en-US" sz="800" dirty="0">
              <a:latin typeface="Arial Nova Light" panose="020B0304020202020204" pitchFamily="34" charset="0"/>
            </a:endParaRPr>
          </a:p>
          <a:p>
            <a:pPr algn="just"/>
            <a:r>
              <a:rPr lang="en-US" sz="2800" dirty="0">
                <a:latin typeface="Arial Nova Light" panose="020B0304020202020204" pitchFamily="34" charset="0"/>
              </a:rPr>
              <a:t>Slack </a:t>
            </a:r>
            <a:r>
              <a:rPr lang="en-US" sz="2800" baseline="-25000" dirty="0">
                <a:latin typeface="Arial Nova Light" panose="020B0304020202020204" pitchFamily="34" charset="0"/>
              </a:rPr>
              <a:t>D </a:t>
            </a:r>
            <a:r>
              <a:rPr lang="en-US" sz="2800" dirty="0">
                <a:latin typeface="Arial Nova Light" panose="020B0304020202020204" pitchFamily="34" charset="0"/>
              </a:rPr>
              <a:t>= 35-9 = 26 </a:t>
            </a:r>
            <a:endParaRPr lang="en-US" sz="2800" b="1" dirty="0">
              <a:solidFill>
                <a:srgbClr val="FFFF00"/>
              </a:solidFill>
              <a:latin typeface="Arial Nova Light" panose="020B0304020202020204" pitchFamily="34" charset="0"/>
            </a:endParaRPr>
          </a:p>
          <a:p>
            <a:pPr algn="just"/>
            <a:endParaRPr lang="en-US" sz="800" dirty="0">
              <a:latin typeface="Arial Nova Light" panose="020B0304020202020204" pitchFamily="34" charset="0"/>
            </a:endParaRPr>
          </a:p>
          <a:p>
            <a:pPr algn="just"/>
            <a:r>
              <a:rPr lang="en-US" sz="2800" dirty="0">
                <a:latin typeface="Arial Nova Light" panose="020B0304020202020204" pitchFamily="34" charset="0"/>
              </a:rPr>
              <a:t>Slack </a:t>
            </a:r>
            <a:r>
              <a:rPr lang="en-US" sz="2800" baseline="-25000" dirty="0">
                <a:latin typeface="Arial Nova Light" panose="020B0304020202020204" pitchFamily="34" charset="0"/>
              </a:rPr>
              <a:t>E </a:t>
            </a:r>
            <a:r>
              <a:rPr lang="en-US" sz="2800" dirty="0">
                <a:latin typeface="Arial Nova Light" panose="020B0304020202020204" pitchFamily="34" charset="0"/>
              </a:rPr>
              <a:t>= 40-17 = 23 </a:t>
            </a:r>
          </a:p>
          <a:p>
            <a:pPr algn="just"/>
            <a:endParaRPr lang="en-US" sz="800" dirty="0">
              <a:latin typeface="Arial Nova Light" panose="020B0304020202020204" pitchFamily="34" charset="0"/>
            </a:endParaRPr>
          </a:p>
          <a:p>
            <a:pPr algn="just"/>
            <a:r>
              <a:rPr lang="en-US" sz="2800" dirty="0">
                <a:latin typeface="Arial Nova Light" panose="020B0304020202020204" pitchFamily="34" charset="0"/>
              </a:rPr>
              <a:t>Slack </a:t>
            </a:r>
            <a:r>
              <a:rPr lang="en-US" sz="2800" baseline="-25000" dirty="0">
                <a:latin typeface="Arial Nova Light" panose="020B0304020202020204" pitchFamily="34" charset="0"/>
              </a:rPr>
              <a:t>F </a:t>
            </a:r>
            <a:r>
              <a:rPr lang="en-US" sz="2800" dirty="0">
                <a:latin typeface="Arial Nova Light" panose="020B0304020202020204" pitchFamily="34" charset="0"/>
              </a:rPr>
              <a:t>= 43-20 = 23 </a:t>
            </a:r>
            <a:endParaRPr lang="en-US" sz="2800" b="1" dirty="0">
              <a:solidFill>
                <a:srgbClr val="FFFF00"/>
              </a:solidFill>
              <a:latin typeface="Arial Nova Light" panose="020B0304020202020204" pitchFamily="34" charset="0"/>
            </a:endParaRPr>
          </a:p>
        </p:txBody>
      </p:sp>
      <p:sp>
        <p:nvSpPr>
          <p:cNvPr id="44" name="TextBox 43">
            <a:extLst>
              <a:ext uri="{FF2B5EF4-FFF2-40B4-BE49-F238E27FC236}">
                <a16:creationId xmlns:a16="http://schemas.microsoft.com/office/drawing/2014/main" id="{133A2C12-B797-EBC1-6A6D-58BE9394DD11}"/>
              </a:ext>
            </a:extLst>
          </p:cNvPr>
          <p:cNvSpPr txBox="1"/>
          <p:nvPr/>
        </p:nvSpPr>
        <p:spPr>
          <a:xfrm>
            <a:off x="4498274" y="3274485"/>
            <a:ext cx="3959925" cy="3293209"/>
          </a:xfrm>
          <a:prstGeom prst="rect">
            <a:avLst/>
          </a:prstGeom>
          <a:noFill/>
        </p:spPr>
        <p:txBody>
          <a:bodyPr wrap="square">
            <a:spAutoFit/>
          </a:bodyPr>
          <a:lstStyle/>
          <a:p>
            <a:pPr algn="just"/>
            <a:r>
              <a:rPr lang="en-US" sz="2800" dirty="0">
                <a:latin typeface="Arial Nova Light" panose="020B0304020202020204" pitchFamily="34" charset="0"/>
              </a:rPr>
              <a:t>Slack </a:t>
            </a:r>
            <a:r>
              <a:rPr lang="en-US" sz="2800" baseline="-25000" dirty="0">
                <a:latin typeface="Arial Nova Light" panose="020B0304020202020204" pitchFamily="34" charset="0"/>
              </a:rPr>
              <a:t>G </a:t>
            </a:r>
            <a:r>
              <a:rPr lang="en-US" sz="2800" dirty="0">
                <a:latin typeface="Arial Nova Light" panose="020B0304020202020204" pitchFamily="34" charset="0"/>
              </a:rPr>
              <a:t>= 38-15 = 23 </a:t>
            </a:r>
          </a:p>
          <a:p>
            <a:pPr algn="just"/>
            <a:endParaRPr lang="en-US" sz="800" dirty="0">
              <a:latin typeface="Arial Nova Light" panose="020B0304020202020204" pitchFamily="34" charset="0"/>
            </a:endParaRPr>
          </a:p>
          <a:p>
            <a:pPr algn="just"/>
            <a:r>
              <a:rPr lang="en-US" sz="2800" dirty="0">
                <a:latin typeface="Arial Nova Light" panose="020B0304020202020204" pitchFamily="34" charset="0"/>
              </a:rPr>
              <a:t>Slack </a:t>
            </a:r>
            <a:r>
              <a:rPr lang="en-US" sz="2800" baseline="-25000" dirty="0">
                <a:latin typeface="Arial Nova Light" panose="020B0304020202020204" pitchFamily="34" charset="0"/>
              </a:rPr>
              <a:t>H </a:t>
            </a:r>
            <a:r>
              <a:rPr lang="en-US" sz="2800" dirty="0">
                <a:latin typeface="Arial Nova Light" panose="020B0304020202020204" pitchFamily="34" charset="0"/>
              </a:rPr>
              <a:t>= 15 – 15 = 0</a:t>
            </a:r>
            <a:endParaRPr lang="en-US" sz="2800" b="1" dirty="0">
              <a:solidFill>
                <a:srgbClr val="FFFF00"/>
              </a:solidFill>
              <a:latin typeface="Arial Nova Light" panose="020B0304020202020204" pitchFamily="34" charset="0"/>
            </a:endParaRPr>
          </a:p>
          <a:p>
            <a:pPr algn="just"/>
            <a:endParaRPr lang="en-US" sz="800" dirty="0">
              <a:latin typeface="Arial Nova Light" panose="020B0304020202020204" pitchFamily="34" charset="0"/>
            </a:endParaRPr>
          </a:p>
          <a:p>
            <a:pPr algn="just"/>
            <a:r>
              <a:rPr lang="en-US" sz="2800" dirty="0">
                <a:latin typeface="Arial Nova Light" panose="020B0304020202020204" pitchFamily="34" charset="0"/>
              </a:rPr>
              <a:t>Slack </a:t>
            </a:r>
            <a:r>
              <a:rPr lang="en-US" sz="2800" baseline="-25000" dirty="0">
                <a:latin typeface="Arial Nova Light" panose="020B0304020202020204" pitchFamily="34" charset="0"/>
              </a:rPr>
              <a:t>I </a:t>
            </a:r>
            <a:r>
              <a:rPr lang="en-US" sz="2800" dirty="0">
                <a:latin typeface="Arial Nova Light" panose="020B0304020202020204" pitchFamily="34" charset="0"/>
              </a:rPr>
              <a:t>= 40 – 31 = 9</a:t>
            </a:r>
          </a:p>
          <a:p>
            <a:pPr algn="just"/>
            <a:endParaRPr lang="en-US" sz="800" dirty="0">
              <a:latin typeface="Arial Nova Light" panose="020B0304020202020204" pitchFamily="34" charset="0"/>
            </a:endParaRPr>
          </a:p>
          <a:p>
            <a:pPr algn="just"/>
            <a:r>
              <a:rPr lang="en-US" sz="2800" dirty="0">
                <a:latin typeface="Arial Nova Light" panose="020B0304020202020204" pitchFamily="34" charset="0"/>
              </a:rPr>
              <a:t>Slack </a:t>
            </a:r>
            <a:r>
              <a:rPr lang="en-US" sz="2800" baseline="-25000" dirty="0">
                <a:latin typeface="Arial Nova Light" panose="020B0304020202020204" pitchFamily="34" charset="0"/>
              </a:rPr>
              <a:t>J </a:t>
            </a:r>
            <a:r>
              <a:rPr lang="en-US" sz="2800" dirty="0">
                <a:latin typeface="Arial Nova Light" panose="020B0304020202020204" pitchFamily="34" charset="0"/>
              </a:rPr>
              <a:t>= 31 – 31 = 0</a:t>
            </a:r>
            <a:endParaRPr lang="en-US" sz="2800" b="1" dirty="0">
              <a:solidFill>
                <a:srgbClr val="FFFF00"/>
              </a:solidFill>
              <a:latin typeface="Arial Nova Light" panose="020B0304020202020204" pitchFamily="34" charset="0"/>
            </a:endParaRPr>
          </a:p>
          <a:p>
            <a:pPr algn="just"/>
            <a:endParaRPr lang="en-US" sz="800" dirty="0">
              <a:latin typeface="Arial Nova Light" panose="020B0304020202020204" pitchFamily="34" charset="0"/>
            </a:endParaRPr>
          </a:p>
          <a:p>
            <a:pPr algn="just"/>
            <a:r>
              <a:rPr lang="en-US" sz="2800" dirty="0">
                <a:solidFill>
                  <a:srgbClr val="0070C0"/>
                </a:solidFill>
                <a:latin typeface="Arial Nova Light" panose="020B0304020202020204" pitchFamily="34" charset="0"/>
              </a:rPr>
              <a:t>Slack </a:t>
            </a:r>
            <a:r>
              <a:rPr lang="en-US" sz="2800" baseline="-25000" dirty="0">
                <a:solidFill>
                  <a:srgbClr val="0070C0"/>
                </a:solidFill>
                <a:latin typeface="Arial Nova Light" panose="020B0304020202020204" pitchFamily="34" charset="0"/>
              </a:rPr>
              <a:t>K </a:t>
            </a:r>
            <a:r>
              <a:rPr lang="en-US" sz="2800" dirty="0">
                <a:solidFill>
                  <a:srgbClr val="0070C0"/>
                </a:solidFill>
                <a:latin typeface="Arial Nova Light" panose="020B0304020202020204" pitchFamily="34" charset="0"/>
              </a:rPr>
              <a:t>= 44 – 39 = 5</a:t>
            </a:r>
          </a:p>
          <a:p>
            <a:pPr algn="just"/>
            <a:endParaRPr lang="en-US" sz="800" dirty="0">
              <a:latin typeface="Arial Nova Light" panose="020B0304020202020204" pitchFamily="34" charset="0"/>
            </a:endParaRPr>
          </a:p>
          <a:p>
            <a:pPr algn="just"/>
            <a:r>
              <a:rPr lang="en-US" sz="2800" dirty="0">
                <a:latin typeface="Arial Nova Light" panose="020B0304020202020204" pitchFamily="34" charset="0"/>
              </a:rPr>
              <a:t>Slack </a:t>
            </a:r>
            <a:r>
              <a:rPr lang="en-US" sz="2800" baseline="-25000" dirty="0">
                <a:latin typeface="Arial Nova Light" panose="020B0304020202020204" pitchFamily="34" charset="0"/>
              </a:rPr>
              <a:t>L </a:t>
            </a:r>
            <a:r>
              <a:rPr lang="en-US" sz="2800" dirty="0">
                <a:latin typeface="Arial Nova Light" panose="020B0304020202020204" pitchFamily="34" charset="0"/>
              </a:rPr>
              <a:t>= 30 – 12 = 18</a:t>
            </a:r>
            <a:endParaRPr lang="en-US" sz="2800" b="1" dirty="0">
              <a:solidFill>
                <a:srgbClr val="FFFF00"/>
              </a:solidFill>
              <a:latin typeface="Arial Nova Light" panose="020B0304020202020204" pitchFamily="34" charset="0"/>
            </a:endParaRPr>
          </a:p>
        </p:txBody>
      </p:sp>
      <p:sp>
        <p:nvSpPr>
          <p:cNvPr id="45" name="TextBox 44">
            <a:extLst>
              <a:ext uri="{FF2B5EF4-FFF2-40B4-BE49-F238E27FC236}">
                <a16:creationId xmlns:a16="http://schemas.microsoft.com/office/drawing/2014/main" id="{07032775-B45A-FA2B-9B62-2302054158AA}"/>
              </a:ext>
            </a:extLst>
          </p:cNvPr>
          <p:cNvSpPr txBox="1"/>
          <p:nvPr/>
        </p:nvSpPr>
        <p:spPr>
          <a:xfrm>
            <a:off x="8458199" y="3274485"/>
            <a:ext cx="3510887" cy="1077218"/>
          </a:xfrm>
          <a:prstGeom prst="rect">
            <a:avLst/>
          </a:prstGeom>
          <a:noFill/>
        </p:spPr>
        <p:txBody>
          <a:bodyPr wrap="square">
            <a:spAutoFit/>
          </a:bodyPr>
          <a:lstStyle/>
          <a:p>
            <a:pPr algn="just"/>
            <a:r>
              <a:rPr lang="en-US" sz="2800" dirty="0">
                <a:latin typeface="Arial Nova Light" panose="020B0304020202020204" pitchFamily="34" charset="0"/>
              </a:rPr>
              <a:t>Slack </a:t>
            </a:r>
            <a:r>
              <a:rPr lang="en-US" sz="2800" baseline="-25000" dirty="0">
                <a:latin typeface="Arial Nova Light" panose="020B0304020202020204" pitchFamily="34" charset="0"/>
              </a:rPr>
              <a:t>M </a:t>
            </a:r>
            <a:r>
              <a:rPr lang="en-US" sz="2800" dirty="0">
                <a:latin typeface="Arial Nova Light" panose="020B0304020202020204" pitchFamily="34" charset="0"/>
              </a:rPr>
              <a:t>= 39 – 39 = 0 </a:t>
            </a:r>
          </a:p>
          <a:p>
            <a:pPr algn="just"/>
            <a:endParaRPr lang="en-US" sz="800" dirty="0">
              <a:latin typeface="Arial Nova Light" panose="020B0304020202020204" pitchFamily="34" charset="0"/>
            </a:endParaRPr>
          </a:p>
          <a:p>
            <a:pPr algn="just"/>
            <a:r>
              <a:rPr lang="en-US" sz="2800" dirty="0">
                <a:latin typeface="Arial Nova Light" panose="020B0304020202020204" pitchFamily="34" charset="0"/>
              </a:rPr>
              <a:t>Slack </a:t>
            </a:r>
            <a:r>
              <a:rPr lang="en-US" sz="2800" baseline="-25000" dirty="0">
                <a:latin typeface="Arial Nova Light" panose="020B0304020202020204" pitchFamily="34" charset="0"/>
              </a:rPr>
              <a:t>N </a:t>
            </a:r>
            <a:r>
              <a:rPr lang="en-US" sz="2800" dirty="0">
                <a:latin typeface="Arial Nova Light" panose="020B0304020202020204" pitchFamily="34" charset="0"/>
              </a:rPr>
              <a:t>= 0 – 0 = 0 </a:t>
            </a:r>
            <a:endParaRPr lang="en-US" sz="2800" b="1" dirty="0">
              <a:solidFill>
                <a:srgbClr val="FFFF00"/>
              </a:solidFill>
              <a:latin typeface="Arial Nova Light" panose="020B0304020202020204" pitchFamily="34" charset="0"/>
            </a:endParaRPr>
          </a:p>
        </p:txBody>
      </p:sp>
      <p:sp>
        <p:nvSpPr>
          <p:cNvPr id="46" name="TextBox 45">
            <a:extLst>
              <a:ext uri="{FF2B5EF4-FFF2-40B4-BE49-F238E27FC236}">
                <a16:creationId xmlns:a16="http://schemas.microsoft.com/office/drawing/2014/main" id="{56381BEF-7713-EF27-E8DD-90F1B910E2B9}"/>
              </a:ext>
            </a:extLst>
          </p:cNvPr>
          <p:cNvSpPr txBox="1"/>
          <p:nvPr/>
        </p:nvSpPr>
        <p:spPr>
          <a:xfrm>
            <a:off x="2127354" y="1391312"/>
            <a:ext cx="11364686" cy="523220"/>
          </a:xfrm>
          <a:prstGeom prst="rect">
            <a:avLst/>
          </a:prstGeom>
          <a:noFill/>
        </p:spPr>
        <p:txBody>
          <a:bodyPr wrap="square">
            <a:spAutoFit/>
          </a:bodyPr>
          <a:lstStyle/>
          <a:p>
            <a:pPr algn="just"/>
            <a:r>
              <a:rPr lang="en-US" sz="2800" b="1" dirty="0">
                <a:solidFill>
                  <a:srgbClr val="80EFFF"/>
                </a:solidFill>
                <a:latin typeface="Arial Nova Light" panose="020B0304020202020204" pitchFamily="34" charset="0"/>
              </a:rPr>
              <a:t>Sample Problem #1</a:t>
            </a:r>
          </a:p>
        </p:txBody>
      </p:sp>
    </p:spTree>
    <p:extLst>
      <p:ext uri="{BB962C8B-B14F-4D97-AF65-F5344CB8AC3E}">
        <p14:creationId xmlns:p14="http://schemas.microsoft.com/office/powerpoint/2010/main" val="2243754831"/>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316A5661-2CFE-478C-BAC3-729F393F3C4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BC1DA2B-FE6F-1C6E-BFA0-9B15DC40309D}"/>
              </a:ext>
            </a:extLst>
          </p:cNvPr>
          <p:cNvSpPr>
            <a:spLocks noGrp="1"/>
          </p:cNvSpPr>
          <p:nvPr>
            <p:ph type="title"/>
          </p:nvPr>
        </p:nvSpPr>
        <p:spPr>
          <a:xfrm>
            <a:off x="2139081" y="92738"/>
            <a:ext cx="9514055" cy="727957"/>
          </a:xfrm>
        </p:spPr>
        <p:txBody>
          <a:bodyPr anchor="ctr">
            <a:normAutofit/>
          </a:bodyPr>
          <a:lstStyle/>
          <a:p>
            <a:r>
              <a:rPr lang="en-US" sz="4000" dirty="0">
                <a:solidFill>
                  <a:schemeClr val="accent6">
                    <a:lumMod val="40000"/>
                    <a:lumOff val="60000"/>
                  </a:schemeClr>
                </a:solidFill>
                <a:latin typeface="Arial Rounded MT Bold" panose="020F0704030504030204" pitchFamily="34" charset="0"/>
              </a:rPr>
              <a:t>Project management tools</a:t>
            </a:r>
          </a:p>
        </p:txBody>
      </p:sp>
      <p:grpSp>
        <p:nvGrpSpPr>
          <p:cNvPr id="10" name="Group 9">
            <a:extLst>
              <a:ext uri="{FF2B5EF4-FFF2-40B4-BE49-F238E27FC236}">
                <a16:creationId xmlns:a16="http://schemas.microsoft.com/office/drawing/2014/main" id="{FB7BE8CD-E348-464A-82CC-7EF7AA82842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999771" y="649304"/>
            <a:ext cx="913428" cy="1315264"/>
            <a:chOff x="999771" y="649304"/>
            <a:chExt cx="913428" cy="1315264"/>
          </a:xfrm>
        </p:grpSpPr>
        <p:grpSp>
          <p:nvGrpSpPr>
            <p:cNvPr id="11" name="Group 10">
              <a:extLst>
                <a:ext uri="{FF2B5EF4-FFF2-40B4-BE49-F238E27FC236}">
                  <a16:creationId xmlns:a16="http://schemas.microsoft.com/office/drawing/2014/main" id="{B8CC82D2-4C4A-4C67-8483-5199F97B37A7}"/>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999771" y="932104"/>
              <a:ext cx="913428" cy="1032464"/>
              <a:chOff x="999771" y="932104"/>
              <a:chExt cx="913428" cy="1032464"/>
            </a:xfrm>
          </p:grpSpPr>
          <p:grpSp>
            <p:nvGrpSpPr>
              <p:cNvPr id="15" name="Group 14">
                <a:extLst>
                  <a:ext uri="{FF2B5EF4-FFF2-40B4-BE49-F238E27FC236}">
                    <a16:creationId xmlns:a16="http://schemas.microsoft.com/office/drawing/2014/main" id="{70D2391D-AA33-4F5E-BD96-B42D93DED226}"/>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rot="8100000" flipV="1">
                <a:off x="1047457" y="1290386"/>
                <a:ext cx="865742" cy="628383"/>
                <a:chOff x="558167" y="958515"/>
                <a:chExt cx="865742" cy="628383"/>
              </a:xfrm>
              <a:solidFill>
                <a:schemeClr val="accent3"/>
              </a:solidFill>
            </p:grpSpPr>
            <p:sp>
              <p:nvSpPr>
                <p:cNvPr id="22" name="Freeform: Shape 21">
                  <a:extLst>
                    <a:ext uri="{FF2B5EF4-FFF2-40B4-BE49-F238E27FC236}">
                      <a16:creationId xmlns:a16="http://schemas.microsoft.com/office/drawing/2014/main" id="{BE166DCE-539D-4C74-9C9D-AC000BA2F8A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8100000" flipH="1">
                  <a:off x="558167" y="1122160"/>
                  <a:ext cx="464738" cy="464738"/>
                </a:xfrm>
                <a:custGeom>
                  <a:avLst/>
                  <a:gdLst>
                    <a:gd name="connsiteX0" fmla="*/ 446142 w 464738"/>
                    <a:gd name="connsiteY0" fmla="*/ 464738 h 464738"/>
                    <a:gd name="connsiteX1" fmla="*/ 130673 w 464738"/>
                    <a:gd name="connsiteY1" fmla="*/ 334066 h 464738"/>
                    <a:gd name="connsiteX2" fmla="*/ 0 w 464738"/>
                    <a:gd name="connsiteY2" fmla="*/ 18596 h 464738"/>
                    <a:gd name="connsiteX3" fmla="*/ 836 w 464738"/>
                    <a:gd name="connsiteY3" fmla="*/ 1089 h 464738"/>
                    <a:gd name="connsiteX4" fmla="*/ 606 w 464738"/>
                    <a:gd name="connsiteY4" fmla="*/ 859 h 464738"/>
                    <a:gd name="connsiteX5" fmla="*/ 848 w 464738"/>
                    <a:gd name="connsiteY5" fmla="*/ 848 h 464738"/>
                    <a:gd name="connsiteX6" fmla="*/ 859 w 464738"/>
                    <a:gd name="connsiteY6" fmla="*/ 606 h 464738"/>
                    <a:gd name="connsiteX7" fmla="*/ 1089 w 464738"/>
                    <a:gd name="connsiteY7" fmla="*/ 836 h 464738"/>
                    <a:gd name="connsiteX8" fmla="*/ 18596 w 464738"/>
                    <a:gd name="connsiteY8" fmla="*/ 0 h 464738"/>
                    <a:gd name="connsiteX9" fmla="*/ 334066 w 464738"/>
                    <a:gd name="connsiteY9" fmla="*/ 130672 h 464738"/>
                    <a:gd name="connsiteX10" fmla="*/ 464738 w 464738"/>
                    <a:gd name="connsiteY10" fmla="*/ 446142 h 464738"/>
                    <a:gd name="connsiteX11" fmla="*/ 463902 w 464738"/>
                    <a:gd name="connsiteY11" fmla="*/ 463650 h 464738"/>
                    <a:gd name="connsiteX12" fmla="*/ 464132 w 464738"/>
                    <a:gd name="connsiteY12" fmla="*/ 463880 h 464738"/>
                    <a:gd name="connsiteX13" fmla="*/ 463891 w 464738"/>
                    <a:gd name="connsiteY13" fmla="*/ 463892 h 464738"/>
                    <a:gd name="connsiteX14" fmla="*/ 463879 w 464738"/>
                    <a:gd name="connsiteY14" fmla="*/ 464132 h 464738"/>
                    <a:gd name="connsiteX15" fmla="*/ 463650 w 464738"/>
                    <a:gd name="connsiteY15" fmla="*/ 463903 h 4647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64738" h="464738">
                      <a:moveTo>
                        <a:pt x="446142" y="464738"/>
                      </a:moveTo>
                      <a:cubicBezTo>
                        <a:pt x="331965" y="464738"/>
                        <a:pt x="217787" y="421181"/>
                        <a:pt x="130673" y="334066"/>
                      </a:cubicBezTo>
                      <a:cubicBezTo>
                        <a:pt x="43558" y="246952"/>
                        <a:pt x="1" y="132774"/>
                        <a:pt x="0" y="18596"/>
                      </a:cubicBezTo>
                      <a:lnTo>
                        <a:pt x="836" y="1089"/>
                      </a:lnTo>
                      <a:lnTo>
                        <a:pt x="606" y="859"/>
                      </a:lnTo>
                      <a:lnTo>
                        <a:pt x="848" y="848"/>
                      </a:lnTo>
                      <a:lnTo>
                        <a:pt x="859" y="606"/>
                      </a:lnTo>
                      <a:lnTo>
                        <a:pt x="1089" y="836"/>
                      </a:lnTo>
                      <a:lnTo>
                        <a:pt x="18596" y="0"/>
                      </a:lnTo>
                      <a:cubicBezTo>
                        <a:pt x="132774" y="0"/>
                        <a:pt x="246951" y="43557"/>
                        <a:pt x="334066" y="130672"/>
                      </a:cubicBezTo>
                      <a:cubicBezTo>
                        <a:pt x="421181" y="217787"/>
                        <a:pt x="464738" y="331964"/>
                        <a:pt x="464738" y="446142"/>
                      </a:cubicBezTo>
                      <a:lnTo>
                        <a:pt x="463902" y="463650"/>
                      </a:lnTo>
                      <a:lnTo>
                        <a:pt x="464132" y="463880"/>
                      </a:lnTo>
                      <a:lnTo>
                        <a:pt x="463891" y="463892"/>
                      </a:lnTo>
                      <a:lnTo>
                        <a:pt x="463879" y="464132"/>
                      </a:lnTo>
                      <a:lnTo>
                        <a:pt x="463650" y="463903"/>
                      </a:lnTo>
                      <a:close/>
                    </a:path>
                  </a:pathLst>
                </a:custGeom>
                <a:solidFill>
                  <a:schemeClr val="accent4">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3" name="Freeform: Shape 22">
                  <a:extLst>
                    <a:ext uri="{FF2B5EF4-FFF2-40B4-BE49-F238E27FC236}">
                      <a16:creationId xmlns:a16="http://schemas.microsoft.com/office/drawing/2014/main" id="{DCC6BEB5-DA1F-4F9E-BA5D-8F892A0FB8F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flipH="1">
                  <a:off x="959170" y="958515"/>
                  <a:ext cx="464739" cy="464739"/>
                </a:xfrm>
                <a:custGeom>
                  <a:avLst/>
                  <a:gdLst>
                    <a:gd name="connsiteX0" fmla="*/ 464132 w 464739"/>
                    <a:gd name="connsiteY0" fmla="*/ 463881 h 464739"/>
                    <a:gd name="connsiteX1" fmla="*/ 463891 w 464739"/>
                    <a:gd name="connsiteY1" fmla="*/ 463892 h 464739"/>
                    <a:gd name="connsiteX2" fmla="*/ 463880 w 464739"/>
                    <a:gd name="connsiteY2" fmla="*/ 464132 h 464739"/>
                    <a:gd name="connsiteX3" fmla="*/ 463651 w 464739"/>
                    <a:gd name="connsiteY3" fmla="*/ 463904 h 464739"/>
                    <a:gd name="connsiteX4" fmla="*/ 446142 w 464739"/>
                    <a:gd name="connsiteY4" fmla="*/ 464739 h 464739"/>
                    <a:gd name="connsiteX5" fmla="*/ 130673 w 464739"/>
                    <a:gd name="connsiteY5" fmla="*/ 334067 h 464739"/>
                    <a:gd name="connsiteX6" fmla="*/ 0 w 464739"/>
                    <a:gd name="connsiteY6" fmla="*/ 18597 h 464739"/>
                    <a:gd name="connsiteX7" fmla="*/ 836 w 464739"/>
                    <a:gd name="connsiteY7" fmla="*/ 1089 h 464739"/>
                    <a:gd name="connsiteX8" fmla="*/ 607 w 464739"/>
                    <a:gd name="connsiteY8" fmla="*/ 859 h 464739"/>
                    <a:gd name="connsiteX9" fmla="*/ 848 w 464739"/>
                    <a:gd name="connsiteY9" fmla="*/ 848 h 464739"/>
                    <a:gd name="connsiteX10" fmla="*/ 859 w 464739"/>
                    <a:gd name="connsiteY10" fmla="*/ 607 h 464739"/>
                    <a:gd name="connsiteX11" fmla="*/ 1089 w 464739"/>
                    <a:gd name="connsiteY11" fmla="*/ 836 h 464739"/>
                    <a:gd name="connsiteX12" fmla="*/ 18597 w 464739"/>
                    <a:gd name="connsiteY12" fmla="*/ 0 h 464739"/>
                    <a:gd name="connsiteX13" fmla="*/ 334067 w 464739"/>
                    <a:gd name="connsiteY13" fmla="*/ 130672 h 464739"/>
                    <a:gd name="connsiteX14" fmla="*/ 464739 w 464739"/>
                    <a:gd name="connsiteY14" fmla="*/ 446142 h 464739"/>
                    <a:gd name="connsiteX15" fmla="*/ 463903 w 464739"/>
                    <a:gd name="connsiteY15" fmla="*/ 463652 h 464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64739" h="464739">
                      <a:moveTo>
                        <a:pt x="464132" y="463881"/>
                      </a:moveTo>
                      <a:lnTo>
                        <a:pt x="463891" y="463892"/>
                      </a:lnTo>
                      <a:lnTo>
                        <a:pt x="463880" y="464132"/>
                      </a:lnTo>
                      <a:lnTo>
                        <a:pt x="463651" y="463904"/>
                      </a:lnTo>
                      <a:lnTo>
                        <a:pt x="446142" y="464739"/>
                      </a:lnTo>
                      <a:cubicBezTo>
                        <a:pt x="331965" y="464739"/>
                        <a:pt x="217787" y="421182"/>
                        <a:pt x="130673" y="334067"/>
                      </a:cubicBezTo>
                      <a:cubicBezTo>
                        <a:pt x="43558" y="246953"/>
                        <a:pt x="1" y="132775"/>
                        <a:pt x="0" y="18597"/>
                      </a:cubicBezTo>
                      <a:lnTo>
                        <a:pt x="836" y="1089"/>
                      </a:lnTo>
                      <a:lnTo>
                        <a:pt x="607" y="859"/>
                      </a:lnTo>
                      <a:lnTo>
                        <a:pt x="848" y="848"/>
                      </a:lnTo>
                      <a:lnTo>
                        <a:pt x="859" y="607"/>
                      </a:lnTo>
                      <a:lnTo>
                        <a:pt x="1089" y="836"/>
                      </a:lnTo>
                      <a:lnTo>
                        <a:pt x="18597" y="0"/>
                      </a:lnTo>
                      <a:cubicBezTo>
                        <a:pt x="132775" y="0"/>
                        <a:pt x="246952" y="43557"/>
                        <a:pt x="334067" y="130672"/>
                      </a:cubicBezTo>
                      <a:cubicBezTo>
                        <a:pt x="421182" y="217787"/>
                        <a:pt x="464739" y="331964"/>
                        <a:pt x="464739" y="446142"/>
                      </a:cubicBezTo>
                      <a:lnTo>
                        <a:pt x="463903" y="463652"/>
                      </a:lnTo>
                      <a:close/>
                    </a:path>
                  </a:pathLst>
                </a:custGeom>
                <a:solidFill>
                  <a:schemeClr val="accent4">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grpSp>
          <p:grpSp>
            <p:nvGrpSpPr>
              <p:cNvPr id="16" name="Group 15">
                <a:extLst>
                  <a:ext uri="{FF2B5EF4-FFF2-40B4-BE49-F238E27FC236}">
                    <a16:creationId xmlns:a16="http://schemas.microsoft.com/office/drawing/2014/main" id="{C0300EB9-093C-4C32-A212-821D7AC082B4}"/>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rot="10800000" flipH="1" flipV="1">
                <a:off x="999771" y="932104"/>
                <a:ext cx="864005" cy="1032464"/>
                <a:chOff x="2207971" y="2384401"/>
                <a:chExt cx="864005" cy="1032464"/>
              </a:xfrm>
            </p:grpSpPr>
            <p:sp>
              <p:nvSpPr>
                <p:cNvPr id="17" name="Freeform: Shape 16">
                  <a:extLst>
                    <a:ext uri="{FF2B5EF4-FFF2-40B4-BE49-F238E27FC236}">
                      <a16:creationId xmlns:a16="http://schemas.microsoft.com/office/drawing/2014/main" id="{AFC97B3C-CF0E-4C93-AA39-7A677A12C50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3500000">
                  <a:off x="2207971" y="2856305"/>
                  <a:ext cx="464739" cy="464739"/>
                </a:xfrm>
                <a:custGeom>
                  <a:avLst/>
                  <a:gdLst>
                    <a:gd name="connsiteX0" fmla="*/ 464132 w 464739"/>
                    <a:gd name="connsiteY0" fmla="*/ 463881 h 464739"/>
                    <a:gd name="connsiteX1" fmla="*/ 463891 w 464739"/>
                    <a:gd name="connsiteY1" fmla="*/ 463892 h 464739"/>
                    <a:gd name="connsiteX2" fmla="*/ 463880 w 464739"/>
                    <a:gd name="connsiteY2" fmla="*/ 464132 h 464739"/>
                    <a:gd name="connsiteX3" fmla="*/ 463651 w 464739"/>
                    <a:gd name="connsiteY3" fmla="*/ 463904 h 464739"/>
                    <a:gd name="connsiteX4" fmla="*/ 446142 w 464739"/>
                    <a:gd name="connsiteY4" fmla="*/ 464739 h 464739"/>
                    <a:gd name="connsiteX5" fmla="*/ 130673 w 464739"/>
                    <a:gd name="connsiteY5" fmla="*/ 334067 h 464739"/>
                    <a:gd name="connsiteX6" fmla="*/ 0 w 464739"/>
                    <a:gd name="connsiteY6" fmla="*/ 18597 h 464739"/>
                    <a:gd name="connsiteX7" fmla="*/ 836 w 464739"/>
                    <a:gd name="connsiteY7" fmla="*/ 1089 h 464739"/>
                    <a:gd name="connsiteX8" fmla="*/ 607 w 464739"/>
                    <a:gd name="connsiteY8" fmla="*/ 859 h 464739"/>
                    <a:gd name="connsiteX9" fmla="*/ 848 w 464739"/>
                    <a:gd name="connsiteY9" fmla="*/ 848 h 464739"/>
                    <a:gd name="connsiteX10" fmla="*/ 859 w 464739"/>
                    <a:gd name="connsiteY10" fmla="*/ 607 h 464739"/>
                    <a:gd name="connsiteX11" fmla="*/ 1089 w 464739"/>
                    <a:gd name="connsiteY11" fmla="*/ 836 h 464739"/>
                    <a:gd name="connsiteX12" fmla="*/ 18597 w 464739"/>
                    <a:gd name="connsiteY12" fmla="*/ 0 h 464739"/>
                    <a:gd name="connsiteX13" fmla="*/ 334067 w 464739"/>
                    <a:gd name="connsiteY13" fmla="*/ 130672 h 464739"/>
                    <a:gd name="connsiteX14" fmla="*/ 464739 w 464739"/>
                    <a:gd name="connsiteY14" fmla="*/ 446142 h 464739"/>
                    <a:gd name="connsiteX15" fmla="*/ 463903 w 464739"/>
                    <a:gd name="connsiteY15" fmla="*/ 463652 h 464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64739" h="464739">
                      <a:moveTo>
                        <a:pt x="464132" y="463881"/>
                      </a:moveTo>
                      <a:lnTo>
                        <a:pt x="463891" y="463892"/>
                      </a:lnTo>
                      <a:lnTo>
                        <a:pt x="463880" y="464132"/>
                      </a:lnTo>
                      <a:lnTo>
                        <a:pt x="463651" y="463904"/>
                      </a:lnTo>
                      <a:lnTo>
                        <a:pt x="446142" y="464739"/>
                      </a:lnTo>
                      <a:cubicBezTo>
                        <a:pt x="331965" y="464739"/>
                        <a:pt x="217787" y="421182"/>
                        <a:pt x="130673" y="334067"/>
                      </a:cubicBezTo>
                      <a:cubicBezTo>
                        <a:pt x="43558" y="246953"/>
                        <a:pt x="1" y="132775"/>
                        <a:pt x="0" y="18597"/>
                      </a:cubicBezTo>
                      <a:lnTo>
                        <a:pt x="836" y="1089"/>
                      </a:lnTo>
                      <a:lnTo>
                        <a:pt x="607" y="859"/>
                      </a:lnTo>
                      <a:lnTo>
                        <a:pt x="848" y="848"/>
                      </a:lnTo>
                      <a:lnTo>
                        <a:pt x="859" y="607"/>
                      </a:lnTo>
                      <a:lnTo>
                        <a:pt x="1089" y="836"/>
                      </a:lnTo>
                      <a:lnTo>
                        <a:pt x="18597" y="0"/>
                      </a:lnTo>
                      <a:cubicBezTo>
                        <a:pt x="132775" y="0"/>
                        <a:pt x="246952" y="43557"/>
                        <a:pt x="334067" y="130672"/>
                      </a:cubicBezTo>
                      <a:cubicBezTo>
                        <a:pt x="421182" y="217787"/>
                        <a:pt x="464739" y="331964"/>
                        <a:pt x="464739" y="446142"/>
                      </a:cubicBezTo>
                      <a:lnTo>
                        <a:pt x="463903" y="463652"/>
                      </a:lnTo>
                      <a:close/>
                    </a:path>
                  </a:pathLst>
                </a:cu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8" name="Freeform: Shape 17">
                  <a:extLst>
                    <a:ext uri="{FF2B5EF4-FFF2-40B4-BE49-F238E27FC236}">
                      <a16:creationId xmlns:a16="http://schemas.microsoft.com/office/drawing/2014/main" id="{0943F14E-6185-4A31-8318-2088A05F5C9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2607238" y="2688467"/>
                  <a:ext cx="464738" cy="464738"/>
                </a:xfrm>
                <a:custGeom>
                  <a:avLst/>
                  <a:gdLst>
                    <a:gd name="connsiteX0" fmla="*/ 446142 w 464738"/>
                    <a:gd name="connsiteY0" fmla="*/ 464738 h 464738"/>
                    <a:gd name="connsiteX1" fmla="*/ 130673 w 464738"/>
                    <a:gd name="connsiteY1" fmla="*/ 334066 h 464738"/>
                    <a:gd name="connsiteX2" fmla="*/ 0 w 464738"/>
                    <a:gd name="connsiteY2" fmla="*/ 18596 h 464738"/>
                    <a:gd name="connsiteX3" fmla="*/ 836 w 464738"/>
                    <a:gd name="connsiteY3" fmla="*/ 1089 h 464738"/>
                    <a:gd name="connsiteX4" fmla="*/ 606 w 464738"/>
                    <a:gd name="connsiteY4" fmla="*/ 859 h 464738"/>
                    <a:gd name="connsiteX5" fmla="*/ 848 w 464738"/>
                    <a:gd name="connsiteY5" fmla="*/ 848 h 464738"/>
                    <a:gd name="connsiteX6" fmla="*/ 859 w 464738"/>
                    <a:gd name="connsiteY6" fmla="*/ 606 h 464738"/>
                    <a:gd name="connsiteX7" fmla="*/ 1089 w 464738"/>
                    <a:gd name="connsiteY7" fmla="*/ 836 h 464738"/>
                    <a:gd name="connsiteX8" fmla="*/ 18596 w 464738"/>
                    <a:gd name="connsiteY8" fmla="*/ 0 h 464738"/>
                    <a:gd name="connsiteX9" fmla="*/ 334066 w 464738"/>
                    <a:gd name="connsiteY9" fmla="*/ 130672 h 464738"/>
                    <a:gd name="connsiteX10" fmla="*/ 464738 w 464738"/>
                    <a:gd name="connsiteY10" fmla="*/ 446142 h 464738"/>
                    <a:gd name="connsiteX11" fmla="*/ 463902 w 464738"/>
                    <a:gd name="connsiteY11" fmla="*/ 463650 h 464738"/>
                    <a:gd name="connsiteX12" fmla="*/ 464132 w 464738"/>
                    <a:gd name="connsiteY12" fmla="*/ 463880 h 464738"/>
                    <a:gd name="connsiteX13" fmla="*/ 463891 w 464738"/>
                    <a:gd name="connsiteY13" fmla="*/ 463892 h 464738"/>
                    <a:gd name="connsiteX14" fmla="*/ 463879 w 464738"/>
                    <a:gd name="connsiteY14" fmla="*/ 464132 h 464738"/>
                    <a:gd name="connsiteX15" fmla="*/ 463650 w 464738"/>
                    <a:gd name="connsiteY15" fmla="*/ 463903 h 4647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64738" h="464738">
                      <a:moveTo>
                        <a:pt x="446142" y="464738"/>
                      </a:moveTo>
                      <a:cubicBezTo>
                        <a:pt x="331965" y="464738"/>
                        <a:pt x="217787" y="421181"/>
                        <a:pt x="130673" y="334066"/>
                      </a:cubicBezTo>
                      <a:cubicBezTo>
                        <a:pt x="43558" y="246952"/>
                        <a:pt x="1" y="132774"/>
                        <a:pt x="0" y="18596"/>
                      </a:cubicBezTo>
                      <a:lnTo>
                        <a:pt x="836" y="1089"/>
                      </a:lnTo>
                      <a:lnTo>
                        <a:pt x="606" y="859"/>
                      </a:lnTo>
                      <a:lnTo>
                        <a:pt x="848" y="848"/>
                      </a:lnTo>
                      <a:lnTo>
                        <a:pt x="859" y="606"/>
                      </a:lnTo>
                      <a:lnTo>
                        <a:pt x="1089" y="836"/>
                      </a:lnTo>
                      <a:lnTo>
                        <a:pt x="18596" y="0"/>
                      </a:lnTo>
                      <a:cubicBezTo>
                        <a:pt x="132774" y="0"/>
                        <a:pt x="246951" y="43557"/>
                        <a:pt x="334066" y="130672"/>
                      </a:cubicBezTo>
                      <a:cubicBezTo>
                        <a:pt x="421181" y="217787"/>
                        <a:pt x="464738" y="331964"/>
                        <a:pt x="464738" y="446142"/>
                      </a:cubicBezTo>
                      <a:lnTo>
                        <a:pt x="463902" y="463650"/>
                      </a:lnTo>
                      <a:lnTo>
                        <a:pt x="464132" y="463880"/>
                      </a:lnTo>
                      <a:lnTo>
                        <a:pt x="463891" y="463892"/>
                      </a:lnTo>
                      <a:lnTo>
                        <a:pt x="463879" y="464132"/>
                      </a:lnTo>
                      <a:lnTo>
                        <a:pt x="463650" y="463903"/>
                      </a:lnTo>
                      <a:close/>
                    </a:path>
                  </a:pathLst>
                </a:cu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nvGrpSpPr>
                <p:cNvPr id="19" name="Group 18">
                  <a:extLst>
                    <a:ext uri="{FF2B5EF4-FFF2-40B4-BE49-F238E27FC236}">
                      <a16:creationId xmlns:a16="http://schemas.microsoft.com/office/drawing/2014/main" id="{F3B56658-371E-446B-B30D-D4EA2A88A973}"/>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2440769" y="2384401"/>
                  <a:ext cx="313009" cy="1032464"/>
                  <a:chOff x="2440769" y="2384401"/>
                  <a:chExt cx="313009" cy="1032464"/>
                </a:xfrm>
              </p:grpSpPr>
              <p:cxnSp>
                <p:nvCxnSpPr>
                  <p:cNvPr id="20" name="Straight Connector 19">
                    <a:extLst>
                      <a:ext uri="{FF2B5EF4-FFF2-40B4-BE49-F238E27FC236}">
                        <a16:creationId xmlns:a16="http://schemas.microsoft.com/office/drawing/2014/main" id="{068979FB-2943-4091-A490-D9F8695DF0D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rot="10800000" flipH="1">
                    <a:off x="2440769" y="2516865"/>
                    <a:ext cx="0" cy="900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B378C39C-3FC0-4521-8336-33A86391920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rot="8100000" flipH="1">
                    <a:off x="2753778" y="2384401"/>
                    <a:ext cx="0" cy="900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grpSp>
        <p:grpSp>
          <p:nvGrpSpPr>
            <p:cNvPr id="12" name="Group 11">
              <a:extLst>
                <a:ext uri="{FF2B5EF4-FFF2-40B4-BE49-F238E27FC236}">
                  <a16:creationId xmlns:a16="http://schemas.microsoft.com/office/drawing/2014/main" id="{72C6951D-2EAF-4333-B8A8-F473DC3BDF44}"/>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1437136" y="649304"/>
              <a:ext cx="388541" cy="388541"/>
              <a:chOff x="5752675" y="5440856"/>
              <a:chExt cx="388541" cy="388541"/>
            </a:xfrm>
          </p:grpSpPr>
          <p:sp>
            <p:nvSpPr>
              <p:cNvPr id="13" name="Oval 12">
                <a:extLst>
                  <a:ext uri="{FF2B5EF4-FFF2-40B4-BE49-F238E27FC236}">
                    <a16:creationId xmlns:a16="http://schemas.microsoft.com/office/drawing/2014/main" id="{63E77698-5758-433A-9DF3-3BE43B6FBDA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5800801" y="5488982"/>
                <a:ext cx="340415" cy="340415"/>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4" name="Oval 13">
                <a:extLst>
                  <a:ext uri="{FF2B5EF4-FFF2-40B4-BE49-F238E27FC236}">
                    <a16:creationId xmlns:a16="http://schemas.microsoft.com/office/drawing/2014/main" id="{FF47FF7F-75A9-438D-8BA7-428BF76974C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52675" y="5440856"/>
                <a:ext cx="340415" cy="340415"/>
              </a:xfrm>
              <a:prstGeom prst="ellipse">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grpSp>
      <p:sp>
        <p:nvSpPr>
          <p:cNvPr id="25" name="TextBox 24">
            <a:extLst>
              <a:ext uri="{FF2B5EF4-FFF2-40B4-BE49-F238E27FC236}">
                <a16:creationId xmlns:a16="http://schemas.microsoft.com/office/drawing/2014/main" id="{D856AD59-8AD1-B85F-4827-7B31CC175126}"/>
              </a:ext>
            </a:extLst>
          </p:cNvPr>
          <p:cNvSpPr txBox="1"/>
          <p:nvPr/>
        </p:nvSpPr>
        <p:spPr>
          <a:xfrm>
            <a:off x="2078799" y="776235"/>
            <a:ext cx="6096000" cy="523220"/>
          </a:xfrm>
          <a:prstGeom prst="rect">
            <a:avLst/>
          </a:prstGeom>
          <a:noFill/>
        </p:spPr>
        <p:txBody>
          <a:bodyPr wrap="square">
            <a:spAutoFit/>
          </a:bodyPr>
          <a:lstStyle/>
          <a:p>
            <a:r>
              <a:rPr lang="en-US" sz="2800" dirty="0">
                <a:solidFill>
                  <a:srgbClr val="FFFF00"/>
                </a:solidFill>
                <a:latin typeface="Arial Rounded MT Bold" panose="020F0704030504030204" pitchFamily="34" charset="0"/>
              </a:rPr>
              <a:t>Critical Path Analysis </a:t>
            </a:r>
          </a:p>
        </p:txBody>
      </p:sp>
      <p:sp>
        <p:nvSpPr>
          <p:cNvPr id="5" name="TextBox 4">
            <a:extLst>
              <a:ext uri="{FF2B5EF4-FFF2-40B4-BE49-F238E27FC236}">
                <a16:creationId xmlns:a16="http://schemas.microsoft.com/office/drawing/2014/main" id="{1143F972-EA42-D368-D471-03382E2BEC39}"/>
              </a:ext>
            </a:extLst>
          </p:cNvPr>
          <p:cNvSpPr txBox="1"/>
          <p:nvPr/>
        </p:nvSpPr>
        <p:spPr>
          <a:xfrm>
            <a:off x="2078799" y="1371680"/>
            <a:ext cx="11364686" cy="523220"/>
          </a:xfrm>
          <a:prstGeom prst="rect">
            <a:avLst/>
          </a:prstGeom>
          <a:noFill/>
        </p:spPr>
        <p:txBody>
          <a:bodyPr wrap="square">
            <a:spAutoFit/>
          </a:bodyPr>
          <a:lstStyle/>
          <a:p>
            <a:pPr algn="just"/>
            <a:r>
              <a:rPr lang="en-US" sz="2800" b="1" dirty="0">
                <a:solidFill>
                  <a:srgbClr val="80EFFF"/>
                </a:solidFill>
                <a:latin typeface="Arial Nova Light" panose="020B0304020202020204" pitchFamily="34" charset="0"/>
              </a:rPr>
              <a:t>Sample Problem #1</a:t>
            </a:r>
          </a:p>
        </p:txBody>
      </p:sp>
      <p:sp>
        <p:nvSpPr>
          <p:cNvPr id="24" name="TextBox 23">
            <a:extLst>
              <a:ext uri="{FF2B5EF4-FFF2-40B4-BE49-F238E27FC236}">
                <a16:creationId xmlns:a16="http://schemas.microsoft.com/office/drawing/2014/main" id="{C78B0A0D-FD06-342F-77E3-CE8F194E7009}"/>
              </a:ext>
            </a:extLst>
          </p:cNvPr>
          <p:cNvSpPr txBox="1"/>
          <p:nvPr/>
        </p:nvSpPr>
        <p:spPr>
          <a:xfrm>
            <a:off x="413657" y="1964568"/>
            <a:ext cx="11364686" cy="4524315"/>
          </a:xfrm>
          <a:prstGeom prst="rect">
            <a:avLst/>
          </a:prstGeom>
          <a:noFill/>
        </p:spPr>
        <p:txBody>
          <a:bodyPr wrap="square">
            <a:spAutoFit/>
          </a:bodyPr>
          <a:lstStyle/>
          <a:p>
            <a:pPr algn="just"/>
            <a:r>
              <a:rPr lang="en-US" sz="2400" dirty="0">
                <a:latin typeface="Arial Nova" panose="020B0504020202020204" pitchFamily="34" charset="0"/>
              </a:rPr>
              <a:t>c) Can activity I be delayed without delaying the project completion time?</a:t>
            </a:r>
          </a:p>
          <a:p>
            <a:pPr algn="just"/>
            <a:endParaRPr lang="en-US" sz="800" dirty="0">
              <a:latin typeface="Arial Nova" panose="020B0504020202020204" pitchFamily="34" charset="0"/>
            </a:endParaRPr>
          </a:p>
          <a:p>
            <a:pPr algn="just"/>
            <a:r>
              <a:rPr lang="en-US" sz="2400" dirty="0">
                <a:latin typeface="Arial Nova" panose="020B0504020202020204" pitchFamily="34" charset="0"/>
              </a:rPr>
              <a:t>If so, how many weeks? </a:t>
            </a:r>
          </a:p>
          <a:p>
            <a:pPr algn="just"/>
            <a:endParaRPr lang="en-US" sz="800" dirty="0">
              <a:latin typeface="Arial Nova" panose="020B0504020202020204" pitchFamily="34" charset="0"/>
            </a:endParaRPr>
          </a:p>
          <a:p>
            <a:pPr algn="just"/>
            <a:r>
              <a:rPr lang="en-US" sz="2400" dirty="0">
                <a:latin typeface="Arial Nova" panose="020B0504020202020204" pitchFamily="34" charset="0"/>
              </a:rPr>
              <a:t>How much dollar can be saved by keeping the project completion time unchanged, if $2500 can be saved for each delayed week of activity I? </a:t>
            </a:r>
          </a:p>
          <a:p>
            <a:pPr algn="just"/>
            <a:endParaRPr lang="en-US" sz="800" dirty="0">
              <a:latin typeface="Arial Nova" panose="020B0504020202020204" pitchFamily="34" charset="0"/>
            </a:endParaRPr>
          </a:p>
          <a:p>
            <a:pPr algn="just"/>
            <a:r>
              <a:rPr lang="en-US" sz="3200" dirty="0">
                <a:solidFill>
                  <a:srgbClr val="99FFCC"/>
                </a:solidFill>
                <a:latin typeface="Arial Nova" panose="020B0504020202020204" pitchFamily="34" charset="0"/>
              </a:rPr>
              <a:t>Yes, the Activity “I” can be delayed as it is a non-critical activity. It can be delayed </a:t>
            </a:r>
            <a:r>
              <a:rPr lang="en-US" sz="3200" dirty="0" err="1">
                <a:solidFill>
                  <a:srgbClr val="99FFCC"/>
                </a:solidFill>
                <a:latin typeface="Arial Nova" panose="020B0504020202020204" pitchFamily="34" charset="0"/>
              </a:rPr>
              <a:t>upto</a:t>
            </a:r>
            <a:r>
              <a:rPr lang="en-US" sz="3200" dirty="0">
                <a:solidFill>
                  <a:srgbClr val="99FFCC"/>
                </a:solidFill>
                <a:latin typeface="Arial Nova" panose="020B0504020202020204" pitchFamily="34" charset="0"/>
              </a:rPr>
              <a:t> the value of slack that is for 9 weeks.</a:t>
            </a:r>
          </a:p>
          <a:p>
            <a:pPr algn="just"/>
            <a:endParaRPr lang="en-US" sz="800" dirty="0">
              <a:solidFill>
                <a:srgbClr val="99FFCC"/>
              </a:solidFill>
              <a:latin typeface="Arial Nova" panose="020B0504020202020204" pitchFamily="34" charset="0"/>
            </a:endParaRPr>
          </a:p>
          <a:p>
            <a:pPr algn="just"/>
            <a:r>
              <a:rPr lang="en-US" sz="3200" dirty="0">
                <a:solidFill>
                  <a:srgbClr val="99FFCC"/>
                </a:solidFill>
                <a:latin typeface="Arial Nova" panose="020B0504020202020204" pitchFamily="34" charset="0"/>
              </a:rPr>
              <a:t>Activity I has a slack of 9 weeks, so, $2500*9= $22,500/- can be saved by keeping the project completion time unchanged.</a:t>
            </a:r>
          </a:p>
        </p:txBody>
      </p:sp>
    </p:spTree>
    <p:extLst>
      <p:ext uri="{BB962C8B-B14F-4D97-AF65-F5344CB8AC3E}">
        <p14:creationId xmlns:p14="http://schemas.microsoft.com/office/powerpoint/2010/main" val="2368521612"/>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316A5661-2CFE-478C-BAC3-729F393F3C4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BC1DA2B-FE6F-1C6E-BFA0-9B15DC40309D}"/>
              </a:ext>
            </a:extLst>
          </p:cNvPr>
          <p:cNvSpPr>
            <a:spLocks noGrp="1"/>
          </p:cNvSpPr>
          <p:nvPr>
            <p:ph type="title"/>
          </p:nvPr>
        </p:nvSpPr>
        <p:spPr>
          <a:xfrm>
            <a:off x="2139081" y="92738"/>
            <a:ext cx="9514055" cy="727957"/>
          </a:xfrm>
        </p:spPr>
        <p:txBody>
          <a:bodyPr anchor="ctr">
            <a:normAutofit/>
          </a:bodyPr>
          <a:lstStyle/>
          <a:p>
            <a:r>
              <a:rPr lang="en-US" sz="4000" dirty="0">
                <a:solidFill>
                  <a:schemeClr val="accent6">
                    <a:lumMod val="40000"/>
                    <a:lumOff val="60000"/>
                  </a:schemeClr>
                </a:solidFill>
                <a:latin typeface="Arial Rounded MT Bold" panose="020F0704030504030204" pitchFamily="34" charset="0"/>
              </a:rPr>
              <a:t>Project management tools</a:t>
            </a:r>
          </a:p>
        </p:txBody>
      </p:sp>
      <p:grpSp>
        <p:nvGrpSpPr>
          <p:cNvPr id="10" name="Group 9">
            <a:extLst>
              <a:ext uri="{FF2B5EF4-FFF2-40B4-BE49-F238E27FC236}">
                <a16:creationId xmlns:a16="http://schemas.microsoft.com/office/drawing/2014/main" id="{FB7BE8CD-E348-464A-82CC-7EF7AA82842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999771" y="649304"/>
            <a:ext cx="913428" cy="1315264"/>
            <a:chOff x="999771" y="649304"/>
            <a:chExt cx="913428" cy="1315264"/>
          </a:xfrm>
        </p:grpSpPr>
        <p:grpSp>
          <p:nvGrpSpPr>
            <p:cNvPr id="11" name="Group 10">
              <a:extLst>
                <a:ext uri="{FF2B5EF4-FFF2-40B4-BE49-F238E27FC236}">
                  <a16:creationId xmlns:a16="http://schemas.microsoft.com/office/drawing/2014/main" id="{B8CC82D2-4C4A-4C67-8483-5199F97B37A7}"/>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999771" y="932104"/>
              <a:ext cx="913428" cy="1032464"/>
              <a:chOff x="999771" y="932104"/>
              <a:chExt cx="913428" cy="1032464"/>
            </a:xfrm>
          </p:grpSpPr>
          <p:grpSp>
            <p:nvGrpSpPr>
              <p:cNvPr id="15" name="Group 14">
                <a:extLst>
                  <a:ext uri="{FF2B5EF4-FFF2-40B4-BE49-F238E27FC236}">
                    <a16:creationId xmlns:a16="http://schemas.microsoft.com/office/drawing/2014/main" id="{70D2391D-AA33-4F5E-BD96-B42D93DED226}"/>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rot="8100000" flipV="1">
                <a:off x="1047457" y="1290386"/>
                <a:ext cx="865742" cy="628383"/>
                <a:chOff x="558167" y="958515"/>
                <a:chExt cx="865742" cy="628383"/>
              </a:xfrm>
              <a:solidFill>
                <a:schemeClr val="accent3"/>
              </a:solidFill>
            </p:grpSpPr>
            <p:sp>
              <p:nvSpPr>
                <p:cNvPr id="22" name="Freeform: Shape 21">
                  <a:extLst>
                    <a:ext uri="{FF2B5EF4-FFF2-40B4-BE49-F238E27FC236}">
                      <a16:creationId xmlns:a16="http://schemas.microsoft.com/office/drawing/2014/main" id="{BE166DCE-539D-4C74-9C9D-AC000BA2F8A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8100000" flipH="1">
                  <a:off x="558167" y="1122160"/>
                  <a:ext cx="464738" cy="464738"/>
                </a:xfrm>
                <a:custGeom>
                  <a:avLst/>
                  <a:gdLst>
                    <a:gd name="connsiteX0" fmla="*/ 446142 w 464738"/>
                    <a:gd name="connsiteY0" fmla="*/ 464738 h 464738"/>
                    <a:gd name="connsiteX1" fmla="*/ 130673 w 464738"/>
                    <a:gd name="connsiteY1" fmla="*/ 334066 h 464738"/>
                    <a:gd name="connsiteX2" fmla="*/ 0 w 464738"/>
                    <a:gd name="connsiteY2" fmla="*/ 18596 h 464738"/>
                    <a:gd name="connsiteX3" fmla="*/ 836 w 464738"/>
                    <a:gd name="connsiteY3" fmla="*/ 1089 h 464738"/>
                    <a:gd name="connsiteX4" fmla="*/ 606 w 464738"/>
                    <a:gd name="connsiteY4" fmla="*/ 859 h 464738"/>
                    <a:gd name="connsiteX5" fmla="*/ 848 w 464738"/>
                    <a:gd name="connsiteY5" fmla="*/ 848 h 464738"/>
                    <a:gd name="connsiteX6" fmla="*/ 859 w 464738"/>
                    <a:gd name="connsiteY6" fmla="*/ 606 h 464738"/>
                    <a:gd name="connsiteX7" fmla="*/ 1089 w 464738"/>
                    <a:gd name="connsiteY7" fmla="*/ 836 h 464738"/>
                    <a:gd name="connsiteX8" fmla="*/ 18596 w 464738"/>
                    <a:gd name="connsiteY8" fmla="*/ 0 h 464738"/>
                    <a:gd name="connsiteX9" fmla="*/ 334066 w 464738"/>
                    <a:gd name="connsiteY9" fmla="*/ 130672 h 464738"/>
                    <a:gd name="connsiteX10" fmla="*/ 464738 w 464738"/>
                    <a:gd name="connsiteY10" fmla="*/ 446142 h 464738"/>
                    <a:gd name="connsiteX11" fmla="*/ 463902 w 464738"/>
                    <a:gd name="connsiteY11" fmla="*/ 463650 h 464738"/>
                    <a:gd name="connsiteX12" fmla="*/ 464132 w 464738"/>
                    <a:gd name="connsiteY12" fmla="*/ 463880 h 464738"/>
                    <a:gd name="connsiteX13" fmla="*/ 463891 w 464738"/>
                    <a:gd name="connsiteY13" fmla="*/ 463892 h 464738"/>
                    <a:gd name="connsiteX14" fmla="*/ 463879 w 464738"/>
                    <a:gd name="connsiteY14" fmla="*/ 464132 h 464738"/>
                    <a:gd name="connsiteX15" fmla="*/ 463650 w 464738"/>
                    <a:gd name="connsiteY15" fmla="*/ 463903 h 4647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64738" h="464738">
                      <a:moveTo>
                        <a:pt x="446142" y="464738"/>
                      </a:moveTo>
                      <a:cubicBezTo>
                        <a:pt x="331965" y="464738"/>
                        <a:pt x="217787" y="421181"/>
                        <a:pt x="130673" y="334066"/>
                      </a:cubicBezTo>
                      <a:cubicBezTo>
                        <a:pt x="43558" y="246952"/>
                        <a:pt x="1" y="132774"/>
                        <a:pt x="0" y="18596"/>
                      </a:cubicBezTo>
                      <a:lnTo>
                        <a:pt x="836" y="1089"/>
                      </a:lnTo>
                      <a:lnTo>
                        <a:pt x="606" y="859"/>
                      </a:lnTo>
                      <a:lnTo>
                        <a:pt x="848" y="848"/>
                      </a:lnTo>
                      <a:lnTo>
                        <a:pt x="859" y="606"/>
                      </a:lnTo>
                      <a:lnTo>
                        <a:pt x="1089" y="836"/>
                      </a:lnTo>
                      <a:lnTo>
                        <a:pt x="18596" y="0"/>
                      </a:lnTo>
                      <a:cubicBezTo>
                        <a:pt x="132774" y="0"/>
                        <a:pt x="246951" y="43557"/>
                        <a:pt x="334066" y="130672"/>
                      </a:cubicBezTo>
                      <a:cubicBezTo>
                        <a:pt x="421181" y="217787"/>
                        <a:pt x="464738" y="331964"/>
                        <a:pt x="464738" y="446142"/>
                      </a:cubicBezTo>
                      <a:lnTo>
                        <a:pt x="463902" y="463650"/>
                      </a:lnTo>
                      <a:lnTo>
                        <a:pt x="464132" y="463880"/>
                      </a:lnTo>
                      <a:lnTo>
                        <a:pt x="463891" y="463892"/>
                      </a:lnTo>
                      <a:lnTo>
                        <a:pt x="463879" y="464132"/>
                      </a:lnTo>
                      <a:lnTo>
                        <a:pt x="463650" y="463903"/>
                      </a:lnTo>
                      <a:close/>
                    </a:path>
                  </a:pathLst>
                </a:custGeom>
                <a:solidFill>
                  <a:schemeClr val="accent4">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3" name="Freeform: Shape 22">
                  <a:extLst>
                    <a:ext uri="{FF2B5EF4-FFF2-40B4-BE49-F238E27FC236}">
                      <a16:creationId xmlns:a16="http://schemas.microsoft.com/office/drawing/2014/main" id="{DCC6BEB5-DA1F-4F9E-BA5D-8F892A0FB8F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flipH="1">
                  <a:off x="959170" y="958515"/>
                  <a:ext cx="464739" cy="464739"/>
                </a:xfrm>
                <a:custGeom>
                  <a:avLst/>
                  <a:gdLst>
                    <a:gd name="connsiteX0" fmla="*/ 464132 w 464739"/>
                    <a:gd name="connsiteY0" fmla="*/ 463881 h 464739"/>
                    <a:gd name="connsiteX1" fmla="*/ 463891 w 464739"/>
                    <a:gd name="connsiteY1" fmla="*/ 463892 h 464739"/>
                    <a:gd name="connsiteX2" fmla="*/ 463880 w 464739"/>
                    <a:gd name="connsiteY2" fmla="*/ 464132 h 464739"/>
                    <a:gd name="connsiteX3" fmla="*/ 463651 w 464739"/>
                    <a:gd name="connsiteY3" fmla="*/ 463904 h 464739"/>
                    <a:gd name="connsiteX4" fmla="*/ 446142 w 464739"/>
                    <a:gd name="connsiteY4" fmla="*/ 464739 h 464739"/>
                    <a:gd name="connsiteX5" fmla="*/ 130673 w 464739"/>
                    <a:gd name="connsiteY5" fmla="*/ 334067 h 464739"/>
                    <a:gd name="connsiteX6" fmla="*/ 0 w 464739"/>
                    <a:gd name="connsiteY6" fmla="*/ 18597 h 464739"/>
                    <a:gd name="connsiteX7" fmla="*/ 836 w 464739"/>
                    <a:gd name="connsiteY7" fmla="*/ 1089 h 464739"/>
                    <a:gd name="connsiteX8" fmla="*/ 607 w 464739"/>
                    <a:gd name="connsiteY8" fmla="*/ 859 h 464739"/>
                    <a:gd name="connsiteX9" fmla="*/ 848 w 464739"/>
                    <a:gd name="connsiteY9" fmla="*/ 848 h 464739"/>
                    <a:gd name="connsiteX10" fmla="*/ 859 w 464739"/>
                    <a:gd name="connsiteY10" fmla="*/ 607 h 464739"/>
                    <a:gd name="connsiteX11" fmla="*/ 1089 w 464739"/>
                    <a:gd name="connsiteY11" fmla="*/ 836 h 464739"/>
                    <a:gd name="connsiteX12" fmla="*/ 18597 w 464739"/>
                    <a:gd name="connsiteY12" fmla="*/ 0 h 464739"/>
                    <a:gd name="connsiteX13" fmla="*/ 334067 w 464739"/>
                    <a:gd name="connsiteY13" fmla="*/ 130672 h 464739"/>
                    <a:gd name="connsiteX14" fmla="*/ 464739 w 464739"/>
                    <a:gd name="connsiteY14" fmla="*/ 446142 h 464739"/>
                    <a:gd name="connsiteX15" fmla="*/ 463903 w 464739"/>
                    <a:gd name="connsiteY15" fmla="*/ 463652 h 464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64739" h="464739">
                      <a:moveTo>
                        <a:pt x="464132" y="463881"/>
                      </a:moveTo>
                      <a:lnTo>
                        <a:pt x="463891" y="463892"/>
                      </a:lnTo>
                      <a:lnTo>
                        <a:pt x="463880" y="464132"/>
                      </a:lnTo>
                      <a:lnTo>
                        <a:pt x="463651" y="463904"/>
                      </a:lnTo>
                      <a:lnTo>
                        <a:pt x="446142" y="464739"/>
                      </a:lnTo>
                      <a:cubicBezTo>
                        <a:pt x="331965" y="464739"/>
                        <a:pt x="217787" y="421182"/>
                        <a:pt x="130673" y="334067"/>
                      </a:cubicBezTo>
                      <a:cubicBezTo>
                        <a:pt x="43558" y="246953"/>
                        <a:pt x="1" y="132775"/>
                        <a:pt x="0" y="18597"/>
                      </a:cubicBezTo>
                      <a:lnTo>
                        <a:pt x="836" y="1089"/>
                      </a:lnTo>
                      <a:lnTo>
                        <a:pt x="607" y="859"/>
                      </a:lnTo>
                      <a:lnTo>
                        <a:pt x="848" y="848"/>
                      </a:lnTo>
                      <a:lnTo>
                        <a:pt x="859" y="607"/>
                      </a:lnTo>
                      <a:lnTo>
                        <a:pt x="1089" y="836"/>
                      </a:lnTo>
                      <a:lnTo>
                        <a:pt x="18597" y="0"/>
                      </a:lnTo>
                      <a:cubicBezTo>
                        <a:pt x="132775" y="0"/>
                        <a:pt x="246952" y="43557"/>
                        <a:pt x="334067" y="130672"/>
                      </a:cubicBezTo>
                      <a:cubicBezTo>
                        <a:pt x="421182" y="217787"/>
                        <a:pt x="464739" y="331964"/>
                        <a:pt x="464739" y="446142"/>
                      </a:cubicBezTo>
                      <a:lnTo>
                        <a:pt x="463903" y="463652"/>
                      </a:lnTo>
                      <a:close/>
                    </a:path>
                  </a:pathLst>
                </a:custGeom>
                <a:solidFill>
                  <a:schemeClr val="accent4">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grpSp>
          <p:grpSp>
            <p:nvGrpSpPr>
              <p:cNvPr id="16" name="Group 15">
                <a:extLst>
                  <a:ext uri="{FF2B5EF4-FFF2-40B4-BE49-F238E27FC236}">
                    <a16:creationId xmlns:a16="http://schemas.microsoft.com/office/drawing/2014/main" id="{C0300EB9-093C-4C32-A212-821D7AC082B4}"/>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rot="10800000" flipH="1" flipV="1">
                <a:off x="999771" y="932104"/>
                <a:ext cx="864005" cy="1032464"/>
                <a:chOff x="2207971" y="2384401"/>
                <a:chExt cx="864005" cy="1032464"/>
              </a:xfrm>
            </p:grpSpPr>
            <p:sp>
              <p:nvSpPr>
                <p:cNvPr id="17" name="Freeform: Shape 16">
                  <a:extLst>
                    <a:ext uri="{FF2B5EF4-FFF2-40B4-BE49-F238E27FC236}">
                      <a16:creationId xmlns:a16="http://schemas.microsoft.com/office/drawing/2014/main" id="{AFC97B3C-CF0E-4C93-AA39-7A677A12C50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3500000">
                  <a:off x="2207971" y="2856305"/>
                  <a:ext cx="464739" cy="464739"/>
                </a:xfrm>
                <a:custGeom>
                  <a:avLst/>
                  <a:gdLst>
                    <a:gd name="connsiteX0" fmla="*/ 464132 w 464739"/>
                    <a:gd name="connsiteY0" fmla="*/ 463881 h 464739"/>
                    <a:gd name="connsiteX1" fmla="*/ 463891 w 464739"/>
                    <a:gd name="connsiteY1" fmla="*/ 463892 h 464739"/>
                    <a:gd name="connsiteX2" fmla="*/ 463880 w 464739"/>
                    <a:gd name="connsiteY2" fmla="*/ 464132 h 464739"/>
                    <a:gd name="connsiteX3" fmla="*/ 463651 w 464739"/>
                    <a:gd name="connsiteY3" fmla="*/ 463904 h 464739"/>
                    <a:gd name="connsiteX4" fmla="*/ 446142 w 464739"/>
                    <a:gd name="connsiteY4" fmla="*/ 464739 h 464739"/>
                    <a:gd name="connsiteX5" fmla="*/ 130673 w 464739"/>
                    <a:gd name="connsiteY5" fmla="*/ 334067 h 464739"/>
                    <a:gd name="connsiteX6" fmla="*/ 0 w 464739"/>
                    <a:gd name="connsiteY6" fmla="*/ 18597 h 464739"/>
                    <a:gd name="connsiteX7" fmla="*/ 836 w 464739"/>
                    <a:gd name="connsiteY7" fmla="*/ 1089 h 464739"/>
                    <a:gd name="connsiteX8" fmla="*/ 607 w 464739"/>
                    <a:gd name="connsiteY8" fmla="*/ 859 h 464739"/>
                    <a:gd name="connsiteX9" fmla="*/ 848 w 464739"/>
                    <a:gd name="connsiteY9" fmla="*/ 848 h 464739"/>
                    <a:gd name="connsiteX10" fmla="*/ 859 w 464739"/>
                    <a:gd name="connsiteY10" fmla="*/ 607 h 464739"/>
                    <a:gd name="connsiteX11" fmla="*/ 1089 w 464739"/>
                    <a:gd name="connsiteY11" fmla="*/ 836 h 464739"/>
                    <a:gd name="connsiteX12" fmla="*/ 18597 w 464739"/>
                    <a:gd name="connsiteY12" fmla="*/ 0 h 464739"/>
                    <a:gd name="connsiteX13" fmla="*/ 334067 w 464739"/>
                    <a:gd name="connsiteY13" fmla="*/ 130672 h 464739"/>
                    <a:gd name="connsiteX14" fmla="*/ 464739 w 464739"/>
                    <a:gd name="connsiteY14" fmla="*/ 446142 h 464739"/>
                    <a:gd name="connsiteX15" fmla="*/ 463903 w 464739"/>
                    <a:gd name="connsiteY15" fmla="*/ 463652 h 464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64739" h="464739">
                      <a:moveTo>
                        <a:pt x="464132" y="463881"/>
                      </a:moveTo>
                      <a:lnTo>
                        <a:pt x="463891" y="463892"/>
                      </a:lnTo>
                      <a:lnTo>
                        <a:pt x="463880" y="464132"/>
                      </a:lnTo>
                      <a:lnTo>
                        <a:pt x="463651" y="463904"/>
                      </a:lnTo>
                      <a:lnTo>
                        <a:pt x="446142" y="464739"/>
                      </a:lnTo>
                      <a:cubicBezTo>
                        <a:pt x="331965" y="464739"/>
                        <a:pt x="217787" y="421182"/>
                        <a:pt x="130673" y="334067"/>
                      </a:cubicBezTo>
                      <a:cubicBezTo>
                        <a:pt x="43558" y="246953"/>
                        <a:pt x="1" y="132775"/>
                        <a:pt x="0" y="18597"/>
                      </a:cubicBezTo>
                      <a:lnTo>
                        <a:pt x="836" y="1089"/>
                      </a:lnTo>
                      <a:lnTo>
                        <a:pt x="607" y="859"/>
                      </a:lnTo>
                      <a:lnTo>
                        <a:pt x="848" y="848"/>
                      </a:lnTo>
                      <a:lnTo>
                        <a:pt x="859" y="607"/>
                      </a:lnTo>
                      <a:lnTo>
                        <a:pt x="1089" y="836"/>
                      </a:lnTo>
                      <a:lnTo>
                        <a:pt x="18597" y="0"/>
                      </a:lnTo>
                      <a:cubicBezTo>
                        <a:pt x="132775" y="0"/>
                        <a:pt x="246952" y="43557"/>
                        <a:pt x="334067" y="130672"/>
                      </a:cubicBezTo>
                      <a:cubicBezTo>
                        <a:pt x="421182" y="217787"/>
                        <a:pt x="464739" y="331964"/>
                        <a:pt x="464739" y="446142"/>
                      </a:cubicBezTo>
                      <a:lnTo>
                        <a:pt x="463903" y="463652"/>
                      </a:lnTo>
                      <a:close/>
                    </a:path>
                  </a:pathLst>
                </a:cu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8" name="Freeform: Shape 17">
                  <a:extLst>
                    <a:ext uri="{FF2B5EF4-FFF2-40B4-BE49-F238E27FC236}">
                      <a16:creationId xmlns:a16="http://schemas.microsoft.com/office/drawing/2014/main" id="{0943F14E-6185-4A31-8318-2088A05F5C9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2607238" y="2688467"/>
                  <a:ext cx="464738" cy="464738"/>
                </a:xfrm>
                <a:custGeom>
                  <a:avLst/>
                  <a:gdLst>
                    <a:gd name="connsiteX0" fmla="*/ 446142 w 464738"/>
                    <a:gd name="connsiteY0" fmla="*/ 464738 h 464738"/>
                    <a:gd name="connsiteX1" fmla="*/ 130673 w 464738"/>
                    <a:gd name="connsiteY1" fmla="*/ 334066 h 464738"/>
                    <a:gd name="connsiteX2" fmla="*/ 0 w 464738"/>
                    <a:gd name="connsiteY2" fmla="*/ 18596 h 464738"/>
                    <a:gd name="connsiteX3" fmla="*/ 836 w 464738"/>
                    <a:gd name="connsiteY3" fmla="*/ 1089 h 464738"/>
                    <a:gd name="connsiteX4" fmla="*/ 606 w 464738"/>
                    <a:gd name="connsiteY4" fmla="*/ 859 h 464738"/>
                    <a:gd name="connsiteX5" fmla="*/ 848 w 464738"/>
                    <a:gd name="connsiteY5" fmla="*/ 848 h 464738"/>
                    <a:gd name="connsiteX6" fmla="*/ 859 w 464738"/>
                    <a:gd name="connsiteY6" fmla="*/ 606 h 464738"/>
                    <a:gd name="connsiteX7" fmla="*/ 1089 w 464738"/>
                    <a:gd name="connsiteY7" fmla="*/ 836 h 464738"/>
                    <a:gd name="connsiteX8" fmla="*/ 18596 w 464738"/>
                    <a:gd name="connsiteY8" fmla="*/ 0 h 464738"/>
                    <a:gd name="connsiteX9" fmla="*/ 334066 w 464738"/>
                    <a:gd name="connsiteY9" fmla="*/ 130672 h 464738"/>
                    <a:gd name="connsiteX10" fmla="*/ 464738 w 464738"/>
                    <a:gd name="connsiteY10" fmla="*/ 446142 h 464738"/>
                    <a:gd name="connsiteX11" fmla="*/ 463902 w 464738"/>
                    <a:gd name="connsiteY11" fmla="*/ 463650 h 464738"/>
                    <a:gd name="connsiteX12" fmla="*/ 464132 w 464738"/>
                    <a:gd name="connsiteY12" fmla="*/ 463880 h 464738"/>
                    <a:gd name="connsiteX13" fmla="*/ 463891 w 464738"/>
                    <a:gd name="connsiteY13" fmla="*/ 463892 h 464738"/>
                    <a:gd name="connsiteX14" fmla="*/ 463879 w 464738"/>
                    <a:gd name="connsiteY14" fmla="*/ 464132 h 464738"/>
                    <a:gd name="connsiteX15" fmla="*/ 463650 w 464738"/>
                    <a:gd name="connsiteY15" fmla="*/ 463903 h 4647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64738" h="464738">
                      <a:moveTo>
                        <a:pt x="446142" y="464738"/>
                      </a:moveTo>
                      <a:cubicBezTo>
                        <a:pt x="331965" y="464738"/>
                        <a:pt x="217787" y="421181"/>
                        <a:pt x="130673" y="334066"/>
                      </a:cubicBezTo>
                      <a:cubicBezTo>
                        <a:pt x="43558" y="246952"/>
                        <a:pt x="1" y="132774"/>
                        <a:pt x="0" y="18596"/>
                      </a:cubicBezTo>
                      <a:lnTo>
                        <a:pt x="836" y="1089"/>
                      </a:lnTo>
                      <a:lnTo>
                        <a:pt x="606" y="859"/>
                      </a:lnTo>
                      <a:lnTo>
                        <a:pt x="848" y="848"/>
                      </a:lnTo>
                      <a:lnTo>
                        <a:pt x="859" y="606"/>
                      </a:lnTo>
                      <a:lnTo>
                        <a:pt x="1089" y="836"/>
                      </a:lnTo>
                      <a:lnTo>
                        <a:pt x="18596" y="0"/>
                      </a:lnTo>
                      <a:cubicBezTo>
                        <a:pt x="132774" y="0"/>
                        <a:pt x="246951" y="43557"/>
                        <a:pt x="334066" y="130672"/>
                      </a:cubicBezTo>
                      <a:cubicBezTo>
                        <a:pt x="421181" y="217787"/>
                        <a:pt x="464738" y="331964"/>
                        <a:pt x="464738" y="446142"/>
                      </a:cubicBezTo>
                      <a:lnTo>
                        <a:pt x="463902" y="463650"/>
                      </a:lnTo>
                      <a:lnTo>
                        <a:pt x="464132" y="463880"/>
                      </a:lnTo>
                      <a:lnTo>
                        <a:pt x="463891" y="463892"/>
                      </a:lnTo>
                      <a:lnTo>
                        <a:pt x="463879" y="464132"/>
                      </a:lnTo>
                      <a:lnTo>
                        <a:pt x="463650" y="463903"/>
                      </a:lnTo>
                      <a:close/>
                    </a:path>
                  </a:pathLst>
                </a:cu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nvGrpSpPr>
                <p:cNvPr id="19" name="Group 18">
                  <a:extLst>
                    <a:ext uri="{FF2B5EF4-FFF2-40B4-BE49-F238E27FC236}">
                      <a16:creationId xmlns:a16="http://schemas.microsoft.com/office/drawing/2014/main" id="{F3B56658-371E-446B-B30D-D4EA2A88A973}"/>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2440769" y="2384401"/>
                  <a:ext cx="313009" cy="1032464"/>
                  <a:chOff x="2440769" y="2384401"/>
                  <a:chExt cx="313009" cy="1032464"/>
                </a:xfrm>
              </p:grpSpPr>
              <p:cxnSp>
                <p:nvCxnSpPr>
                  <p:cNvPr id="20" name="Straight Connector 19">
                    <a:extLst>
                      <a:ext uri="{FF2B5EF4-FFF2-40B4-BE49-F238E27FC236}">
                        <a16:creationId xmlns:a16="http://schemas.microsoft.com/office/drawing/2014/main" id="{068979FB-2943-4091-A490-D9F8695DF0D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rot="10800000" flipH="1">
                    <a:off x="2440769" y="2516865"/>
                    <a:ext cx="0" cy="900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B378C39C-3FC0-4521-8336-33A86391920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rot="8100000" flipH="1">
                    <a:off x="2753778" y="2384401"/>
                    <a:ext cx="0" cy="900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grpSp>
        <p:grpSp>
          <p:nvGrpSpPr>
            <p:cNvPr id="12" name="Group 11">
              <a:extLst>
                <a:ext uri="{FF2B5EF4-FFF2-40B4-BE49-F238E27FC236}">
                  <a16:creationId xmlns:a16="http://schemas.microsoft.com/office/drawing/2014/main" id="{72C6951D-2EAF-4333-B8A8-F473DC3BDF44}"/>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1437136" y="649304"/>
              <a:ext cx="388541" cy="388541"/>
              <a:chOff x="5752675" y="5440856"/>
              <a:chExt cx="388541" cy="388541"/>
            </a:xfrm>
          </p:grpSpPr>
          <p:sp>
            <p:nvSpPr>
              <p:cNvPr id="13" name="Oval 12">
                <a:extLst>
                  <a:ext uri="{FF2B5EF4-FFF2-40B4-BE49-F238E27FC236}">
                    <a16:creationId xmlns:a16="http://schemas.microsoft.com/office/drawing/2014/main" id="{63E77698-5758-433A-9DF3-3BE43B6FBDA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5800801" y="5488982"/>
                <a:ext cx="340415" cy="340415"/>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4" name="Oval 13">
                <a:extLst>
                  <a:ext uri="{FF2B5EF4-FFF2-40B4-BE49-F238E27FC236}">
                    <a16:creationId xmlns:a16="http://schemas.microsoft.com/office/drawing/2014/main" id="{FF47FF7F-75A9-438D-8BA7-428BF76974C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52675" y="5440856"/>
                <a:ext cx="340415" cy="340415"/>
              </a:xfrm>
              <a:prstGeom prst="ellipse">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grpSp>
      <p:sp>
        <p:nvSpPr>
          <p:cNvPr id="25" name="TextBox 24">
            <a:extLst>
              <a:ext uri="{FF2B5EF4-FFF2-40B4-BE49-F238E27FC236}">
                <a16:creationId xmlns:a16="http://schemas.microsoft.com/office/drawing/2014/main" id="{D856AD59-8AD1-B85F-4827-7B31CC175126}"/>
              </a:ext>
            </a:extLst>
          </p:cNvPr>
          <p:cNvSpPr txBox="1"/>
          <p:nvPr/>
        </p:nvSpPr>
        <p:spPr>
          <a:xfrm>
            <a:off x="2078799" y="776235"/>
            <a:ext cx="6096000" cy="523220"/>
          </a:xfrm>
          <a:prstGeom prst="rect">
            <a:avLst/>
          </a:prstGeom>
          <a:noFill/>
        </p:spPr>
        <p:txBody>
          <a:bodyPr wrap="square">
            <a:spAutoFit/>
          </a:bodyPr>
          <a:lstStyle/>
          <a:p>
            <a:r>
              <a:rPr lang="en-US" sz="2800" dirty="0">
                <a:solidFill>
                  <a:srgbClr val="FFFF00"/>
                </a:solidFill>
                <a:latin typeface="Arial Rounded MT Bold" panose="020F0704030504030204" pitchFamily="34" charset="0"/>
              </a:rPr>
              <a:t>Critical Path Analysis </a:t>
            </a:r>
          </a:p>
        </p:txBody>
      </p:sp>
      <p:sp>
        <p:nvSpPr>
          <p:cNvPr id="5" name="TextBox 4">
            <a:extLst>
              <a:ext uri="{FF2B5EF4-FFF2-40B4-BE49-F238E27FC236}">
                <a16:creationId xmlns:a16="http://schemas.microsoft.com/office/drawing/2014/main" id="{1143F972-EA42-D368-D471-03382E2BEC39}"/>
              </a:ext>
            </a:extLst>
          </p:cNvPr>
          <p:cNvSpPr txBox="1"/>
          <p:nvPr/>
        </p:nvSpPr>
        <p:spPr>
          <a:xfrm>
            <a:off x="2078799" y="1371680"/>
            <a:ext cx="11364686" cy="523220"/>
          </a:xfrm>
          <a:prstGeom prst="rect">
            <a:avLst/>
          </a:prstGeom>
          <a:noFill/>
        </p:spPr>
        <p:txBody>
          <a:bodyPr wrap="square">
            <a:spAutoFit/>
          </a:bodyPr>
          <a:lstStyle/>
          <a:p>
            <a:pPr algn="just"/>
            <a:r>
              <a:rPr lang="en-US" sz="2800" b="1" dirty="0">
                <a:solidFill>
                  <a:srgbClr val="80EFFF"/>
                </a:solidFill>
                <a:latin typeface="Arial Nova Light" panose="020B0304020202020204" pitchFamily="34" charset="0"/>
              </a:rPr>
              <a:t>Sample Problem #1</a:t>
            </a:r>
          </a:p>
        </p:txBody>
      </p:sp>
      <p:sp>
        <p:nvSpPr>
          <p:cNvPr id="24" name="TextBox 23">
            <a:extLst>
              <a:ext uri="{FF2B5EF4-FFF2-40B4-BE49-F238E27FC236}">
                <a16:creationId xmlns:a16="http://schemas.microsoft.com/office/drawing/2014/main" id="{C78B0A0D-FD06-342F-77E3-CE8F194E7009}"/>
              </a:ext>
            </a:extLst>
          </p:cNvPr>
          <p:cNvSpPr txBox="1"/>
          <p:nvPr/>
        </p:nvSpPr>
        <p:spPr>
          <a:xfrm>
            <a:off x="413657" y="2136833"/>
            <a:ext cx="11364686" cy="3539430"/>
          </a:xfrm>
          <a:prstGeom prst="rect">
            <a:avLst/>
          </a:prstGeom>
          <a:noFill/>
        </p:spPr>
        <p:txBody>
          <a:bodyPr wrap="square">
            <a:spAutoFit/>
          </a:bodyPr>
          <a:lstStyle/>
          <a:p>
            <a:pPr algn="just"/>
            <a:r>
              <a:rPr lang="en-US" sz="2400" dirty="0">
                <a:latin typeface="Arial Nova" panose="020B0504020202020204" pitchFamily="34" charset="0"/>
              </a:rPr>
              <a:t>d) What is the impact on the project if activity F needs a delayed time 2 weeks and extra time 5 weeks? </a:t>
            </a:r>
          </a:p>
          <a:p>
            <a:pPr algn="just"/>
            <a:endParaRPr lang="en-US" sz="2400" dirty="0">
              <a:latin typeface="Arial Nova" panose="020B0504020202020204" pitchFamily="34" charset="0"/>
            </a:endParaRPr>
          </a:p>
          <a:p>
            <a:pPr algn="just"/>
            <a:r>
              <a:rPr lang="en-US" sz="3200" dirty="0">
                <a:solidFill>
                  <a:srgbClr val="99FFCC"/>
                </a:solidFill>
                <a:latin typeface="Arial Nova" panose="020B0504020202020204" pitchFamily="34" charset="0"/>
              </a:rPr>
              <a:t>According to the question, activity F needs to delay by 2+5= 7 weeks, it is possible by keeping the project completion time unchanged as F is a non-critical activity with a slack of 23 weeks. </a:t>
            </a:r>
          </a:p>
          <a:p>
            <a:pPr algn="just"/>
            <a:endParaRPr lang="en-US" sz="2400" dirty="0">
              <a:latin typeface="Arial Nova" panose="020B0504020202020204" pitchFamily="34" charset="0"/>
            </a:endParaRPr>
          </a:p>
        </p:txBody>
      </p:sp>
    </p:spTree>
    <p:extLst>
      <p:ext uri="{BB962C8B-B14F-4D97-AF65-F5344CB8AC3E}">
        <p14:creationId xmlns:p14="http://schemas.microsoft.com/office/powerpoint/2010/main" val="2280837002"/>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316A5661-2CFE-478C-BAC3-729F393F3C4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BC1DA2B-FE6F-1C6E-BFA0-9B15DC40309D}"/>
              </a:ext>
            </a:extLst>
          </p:cNvPr>
          <p:cNvSpPr>
            <a:spLocks noGrp="1"/>
          </p:cNvSpPr>
          <p:nvPr>
            <p:ph type="title"/>
          </p:nvPr>
        </p:nvSpPr>
        <p:spPr>
          <a:xfrm>
            <a:off x="2139081" y="92738"/>
            <a:ext cx="9514055" cy="727957"/>
          </a:xfrm>
        </p:spPr>
        <p:txBody>
          <a:bodyPr anchor="ctr">
            <a:normAutofit/>
          </a:bodyPr>
          <a:lstStyle/>
          <a:p>
            <a:r>
              <a:rPr lang="en-US" sz="4000" dirty="0">
                <a:solidFill>
                  <a:schemeClr val="accent6">
                    <a:lumMod val="40000"/>
                    <a:lumOff val="60000"/>
                  </a:schemeClr>
                </a:solidFill>
                <a:latin typeface="Arial Rounded MT Bold" panose="020F0704030504030204" pitchFamily="34" charset="0"/>
              </a:rPr>
              <a:t>Project management tools</a:t>
            </a:r>
          </a:p>
        </p:txBody>
      </p:sp>
      <p:grpSp>
        <p:nvGrpSpPr>
          <p:cNvPr id="10" name="Group 9">
            <a:extLst>
              <a:ext uri="{FF2B5EF4-FFF2-40B4-BE49-F238E27FC236}">
                <a16:creationId xmlns:a16="http://schemas.microsoft.com/office/drawing/2014/main" id="{FB7BE8CD-E348-464A-82CC-7EF7AA82842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999771" y="649304"/>
            <a:ext cx="913428" cy="1315264"/>
            <a:chOff x="999771" y="649304"/>
            <a:chExt cx="913428" cy="1315264"/>
          </a:xfrm>
        </p:grpSpPr>
        <p:grpSp>
          <p:nvGrpSpPr>
            <p:cNvPr id="11" name="Group 10">
              <a:extLst>
                <a:ext uri="{FF2B5EF4-FFF2-40B4-BE49-F238E27FC236}">
                  <a16:creationId xmlns:a16="http://schemas.microsoft.com/office/drawing/2014/main" id="{B8CC82D2-4C4A-4C67-8483-5199F97B37A7}"/>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999771" y="932104"/>
              <a:ext cx="913428" cy="1032464"/>
              <a:chOff x="999771" y="932104"/>
              <a:chExt cx="913428" cy="1032464"/>
            </a:xfrm>
          </p:grpSpPr>
          <p:grpSp>
            <p:nvGrpSpPr>
              <p:cNvPr id="15" name="Group 14">
                <a:extLst>
                  <a:ext uri="{FF2B5EF4-FFF2-40B4-BE49-F238E27FC236}">
                    <a16:creationId xmlns:a16="http://schemas.microsoft.com/office/drawing/2014/main" id="{70D2391D-AA33-4F5E-BD96-B42D93DED226}"/>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rot="8100000" flipV="1">
                <a:off x="1047457" y="1290386"/>
                <a:ext cx="865742" cy="628383"/>
                <a:chOff x="558167" y="958515"/>
                <a:chExt cx="865742" cy="628383"/>
              </a:xfrm>
              <a:solidFill>
                <a:schemeClr val="accent3"/>
              </a:solidFill>
            </p:grpSpPr>
            <p:sp>
              <p:nvSpPr>
                <p:cNvPr id="22" name="Freeform: Shape 21">
                  <a:extLst>
                    <a:ext uri="{FF2B5EF4-FFF2-40B4-BE49-F238E27FC236}">
                      <a16:creationId xmlns:a16="http://schemas.microsoft.com/office/drawing/2014/main" id="{BE166DCE-539D-4C74-9C9D-AC000BA2F8A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8100000" flipH="1">
                  <a:off x="558167" y="1122160"/>
                  <a:ext cx="464738" cy="464738"/>
                </a:xfrm>
                <a:custGeom>
                  <a:avLst/>
                  <a:gdLst>
                    <a:gd name="connsiteX0" fmla="*/ 446142 w 464738"/>
                    <a:gd name="connsiteY0" fmla="*/ 464738 h 464738"/>
                    <a:gd name="connsiteX1" fmla="*/ 130673 w 464738"/>
                    <a:gd name="connsiteY1" fmla="*/ 334066 h 464738"/>
                    <a:gd name="connsiteX2" fmla="*/ 0 w 464738"/>
                    <a:gd name="connsiteY2" fmla="*/ 18596 h 464738"/>
                    <a:gd name="connsiteX3" fmla="*/ 836 w 464738"/>
                    <a:gd name="connsiteY3" fmla="*/ 1089 h 464738"/>
                    <a:gd name="connsiteX4" fmla="*/ 606 w 464738"/>
                    <a:gd name="connsiteY4" fmla="*/ 859 h 464738"/>
                    <a:gd name="connsiteX5" fmla="*/ 848 w 464738"/>
                    <a:gd name="connsiteY5" fmla="*/ 848 h 464738"/>
                    <a:gd name="connsiteX6" fmla="*/ 859 w 464738"/>
                    <a:gd name="connsiteY6" fmla="*/ 606 h 464738"/>
                    <a:gd name="connsiteX7" fmla="*/ 1089 w 464738"/>
                    <a:gd name="connsiteY7" fmla="*/ 836 h 464738"/>
                    <a:gd name="connsiteX8" fmla="*/ 18596 w 464738"/>
                    <a:gd name="connsiteY8" fmla="*/ 0 h 464738"/>
                    <a:gd name="connsiteX9" fmla="*/ 334066 w 464738"/>
                    <a:gd name="connsiteY9" fmla="*/ 130672 h 464738"/>
                    <a:gd name="connsiteX10" fmla="*/ 464738 w 464738"/>
                    <a:gd name="connsiteY10" fmla="*/ 446142 h 464738"/>
                    <a:gd name="connsiteX11" fmla="*/ 463902 w 464738"/>
                    <a:gd name="connsiteY11" fmla="*/ 463650 h 464738"/>
                    <a:gd name="connsiteX12" fmla="*/ 464132 w 464738"/>
                    <a:gd name="connsiteY12" fmla="*/ 463880 h 464738"/>
                    <a:gd name="connsiteX13" fmla="*/ 463891 w 464738"/>
                    <a:gd name="connsiteY13" fmla="*/ 463892 h 464738"/>
                    <a:gd name="connsiteX14" fmla="*/ 463879 w 464738"/>
                    <a:gd name="connsiteY14" fmla="*/ 464132 h 464738"/>
                    <a:gd name="connsiteX15" fmla="*/ 463650 w 464738"/>
                    <a:gd name="connsiteY15" fmla="*/ 463903 h 4647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64738" h="464738">
                      <a:moveTo>
                        <a:pt x="446142" y="464738"/>
                      </a:moveTo>
                      <a:cubicBezTo>
                        <a:pt x="331965" y="464738"/>
                        <a:pt x="217787" y="421181"/>
                        <a:pt x="130673" y="334066"/>
                      </a:cubicBezTo>
                      <a:cubicBezTo>
                        <a:pt x="43558" y="246952"/>
                        <a:pt x="1" y="132774"/>
                        <a:pt x="0" y="18596"/>
                      </a:cubicBezTo>
                      <a:lnTo>
                        <a:pt x="836" y="1089"/>
                      </a:lnTo>
                      <a:lnTo>
                        <a:pt x="606" y="859"/>
                      </a:lnTo>
                      <a:lnTo>
                        <a:pt x="848" y="848"/>
                      </a:lnTo>
                      <a:lnTo>
                        <a:pt x="859" y="606"/>
                      </a:lnTo>
                      <a:lnTo>
                        <a:pt x="1089" y="836"/>
                      </a:lnTo>
                      <a:lnTo>
                        <a:pt x="18596" y="0"/>
                      </a:lnTo>
                      <a:cubicBezTo>
                        <a:pt x="132774" y="0"/>
                        <a:pt x="246951" y="43557"/>
                        <a:pt x="334066" y="130672"/>
                      </a:cubicBezTo>
                      <a:cubicBezTo>
                        <a:pt x="421181" y="217787"/>
                        <a:pt x="464738" y="331964"/>
                        <a:pt x="464738" y="446142"/>
                      </a:cubicBezTo>
                      <a:lnTo>
                        <a:pt x="463902" y="463650"/>
                      </a:lnTo>
                      <a:lnTo>
                        <a:pt x="464132" y="463880"/>
                      </a:lnTo>
                      <a:lnTo>
                        <a:pt x="463891" y="463892"/>
                      </a:lnTo>
                      <a:lnTo>
                        <a:pt x="463879" y="464132"/>
                      </a:lnTo>
                      <a:lnTo>
                        <a:pt x="463650" y="463903"/>
                      </a:lnTo>
                      <a:close/>
                    </a:path>
                  </a:pathLst>
                </a:custGeom>
                <a:solidFill>
                  <a:schemeClr val="accent4">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3" name="Freeform: Shape 22">
                  <a:extLst>
                    <a:ext uri="{FF2B5EF4-FFF2-40B4-BE49-F238E27FC236}">
                      <a16:creationId xmlns:a16="http://schemas.microsoft.com/office/drawing/2014/main" id="{DCC6BEB5-DA1F-4F9E-BA5D-8F892A0FB8F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flipH="1">
                  <a:off x="959170" y="958515"/>
                  <a:ext cx="464739" cy="464739"/>
                </a:xfrm>
                <a:custGeom>
                  <a:avLst/>
                  <a:gdLst>
                    <a:gd name="connsiteX0" fmla="*/ 464132 w 464739"/>
                    <a:gd name="connsiteY0" fmla="*/ 463881 h 464739"/>
                    <a:gd name="connsiteX1" fmla="*/ 463891 w 464739"/>
                    <a:gd name="connsiteY1" fmla="*/ 463892 h 464739"/>
                    <a:gd name="connsiteX2" fmla="*/ 463880 w 464739"/>
                    <a:gd name="connsiteY2" fmla="*/ 464132 h 464739"/>
                    <a:gd name="connsiteX3" fmla="*/ 463651 w 464739"/>
                    <a:gd name="connsiteY3" fmla="*/ 463904 h 464739"/>
                    <a:gd name="connsiteX4" fmla="*/ 446142 w 464739"/>
                    <a:gd name="connsiteY4" fmla="*/ 464739 h 464739"/>
                    <a:gd name="connsiteX5" fmla="*/ 130673 w 464739"/>
                    <a:gd name="connsiteY5" fmla="*/ 334067 h 464739"/>
                    <a:gd name="connsiteX6" fmla="*/ 0 w 464739"/>
                    <a:gd name="connsiteY6" fmla="*/ 18597 h 464739"/>
                    <a:gd name="connsiteX7" fmla="*/ 836 w 464739"/>
                    <a:gd name="connsiteY7" fmla="*/ 1089 h 464739"/>
                    <a:gd name="connsiteX8" fmla="*/ 607 w 464739"/>
                    <a:gd name="connsiteY8" fmla="*/ 859 h 464739"/>
                    <a:gd name="connsiteX9" fmla="*/ 848 w 464739"/>
                    <a:gd name="connsiteY9" fmla="*/ 848 h 464739"/>
                    <a:gd name="connsiteX10" fmla="*/ 859 w 464739"/>
                    <a:gd name="connsiteY10" fmla="*/ 607 h 464739"/>
                    <a:gd name="connsiteX11" fmla="*/ 1089 w 464739"/>
                    <a:gd name="connsiteY11" fmla="*/ 836 h 464739"/>
                    <a:gd name="connsiteX12" fmla="*/ 18597 w 464739"/>
                    <a:gd name="connsiteY12" fmla="*/ 0 h 464739"/>
                    <a:gd name="connsiteX13" fmla="*/ 334067 w 464739"/>
                    <a:gd name="connsiteY13" fmla="*/ 130672 h 464739"/>
                    <a:gd name="connsiteX14" fmla="*/ 464739 w 464739"/>
                    <a:gd name="connsiteY14" fmla="*/ 446142 h 464739"/>
                    <a:gd name="connsiteX15" fmla="*/ 463903 w 464739"/>
                    <a:gd name="connsiteY15" fmla="*/ 463652 h 464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64739" h="464739">
                      <a:moveTo>
                        <a:pt x="464132" y="463881"/>
                      </a:moveTo>
                      <a:lnTo>
                        <a:pt x="463891" y="463892"/>
                      </a:lnTo>
                      <a:lnTo>
                        <a:pt x="463880" y="464132"/>
                      </a:lnTo>
                      <a:lnTo>
                        <a:pt x="463651" y="463904"/>
                      </a:lnTo>
                      <a:lnTo>
                        <a:pt x="446142" y="464739"/>
                      </a:lnTo>
                      <a:cubicBezTo>
                        <a:pt x="331965" y="464739"/>
                        <a:pt x="217787" y="421182"/>
                        <a:pt x="130673" y="334067"/>
                      </a:cubicBezTo>
                      <a:cubicBezTo>
                        <a:pt x="43558" y="246953"/>
                        <a:pt x="1" y="132775"/>
                        <a:pt x="0" y="18597"/>
                      </a:cubicBezTo>
                      <a:lnTo>
                        <a:pt x="836" y="1089"/>
                      </a:lnTo>
                      <a:lnTo>
                        <a:pt x="607" y="859"/>
                      </a:lnTo>
                      <a:lnTo>
                        <a:pt x="848" y="848"/>
                      </a:lnTo>
                      <a:lnTo>
                        <a:pt x="859" y="607"/>
                      </a:lnTo>
                      <a:lnTo>
                        <a:pt x="1089" y="836"/>
                      </a:lnTo>
                      <a:lnTo>
                        <a:pt x="18597" y="0"/>
                      </a:lnTo>
                      <a:cubicBezTo>
                        <a:pt x="132775" y="0"/>
                        <a:pt x="246952" y="43557"/>
                        <a:pt x="334067" y="130672"/>
                      </a:cubicBezTo>
                      <a:cubicBezTo>
                        <a:pt x="421182" y="217787"/>
                        <a:pt x="464739" y="331964"/>
                        <a:pt x="464739" y="446142"/>
                      </a:cubicBezTo>
                      <a:lnTo>
                        <a:pt x="463903" y="463652"/>
                      </a:lnTo>
                      <a:close/>
                    </a:path>
                  </a:pathLst>
                </a:custGeom>
                <a:solidFill>
                  <a:schemeClr val="accent4">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grpSp>
          <p:grpSp>
            <p:nvGrpSpPr>
              <p:cNvPr id="16" name="Group 15">
                <a:extLst>
                  <a:ext uri="{FF2B5EF4-FFF2-40B4-BE49-F238E27FC236}">
                    <a16:creationId xmlns:a16="http://schemas.microsoft.com/office/drawing/2014/main" id="{C0300EB9-093C-4C32-A212-821D7AC082B4}"/>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rot="10800000" flipH="1" flipV="1">
                <a:off x="999771" y="932104"/>
                <a:ext cx="864005" cy="1032464"/>
                <a:chOff x="2207971" y="2384401"/>
                <a:chExt cx="864005" cy="1032464"/>
              </a:xfrm>
            </p:grpSpPr>
            <p:sp>
              <p:nvSpPr>
                <p:cNvPr id="17" name="Freeform: Shape 16">
                  <a:extLst>
                    <a:ext uri="{FF2B5EF4-FFF2-40B4-BE49-F238E27FC236}">
                      <a16:creationId xmlns:a16="http://schemas.microsoft.com/office/drawing/2014/main" id="{AFC97B3C-CF0E-4C93-AA39-7A677A12C50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3500000">
                  <a:off x="2207971" y="2856305"/>
                  <a:ext cx="464739" cy="464739"/>
                </a:xfrm>
                <a:custGeom>
                  <a:avLst/>
                  <a:gdLst>
                    <a:gd name="connsiteX0" fmla="*/ 464132 w 464739"/>
                    <a:gd name="connsiteY0" fmla="*/ 463881 h 464739"/>
                    <a:gd name="connsiteX1" fmla="*/ 463891 w 464739"/>
                    <a:gd name="connsiteY1" fmla="*/ 463892 h 464739"/>
                    <a:gd name="connsiteX2" fmla="*/ 463880 w 464739"/>
                    <a:gd name="connsiteY2" fmla="*/ 464132 h 464739"/>
                    <a:gd name="connsiteX3" fmla="*/ 463651 w 464739"/>
                    <a:gd name="connsiteY3" fmla="*/ 463904 h 464739"/>
                    <a:gd name="connsiteX4" fmla="*/ 446142 w 464739"/>
                    <a:gd name="connsiteY4" fmla="*/ 464739 h 464739"/>
                    <a:gd name="connsiteX5" fmla="*/ 130673 w 464739"/>
                    <a:gd name="connsiteY5" fmla="*/ 334067 h 464739"/>
                    <a:gd name="connsiteX6" fmla="*/ 0 w 464739"/>
                    <a:gd name="connsiteY6" fmla="*/ 18597 h 464739"/>
                    <a:gd name="connsiteX7" fmla="*/ 836 w 464739"/>
                    <a:gd name="connsiteY7" fmla="*/ 1089 h 464739"/>
                    <a:gd name="connsiteX8" fmla="*/ 607 w 464739"/>
                    <a:gd name="connsiteY8" fmla="*/ 859 h 464739"/>
                    <a:gd name="connsiteX9" fmla="*/ 848 w 464739"/>
                    <a:gd name="connsiteY9" fmla="*/ 848 h 464739"/>
                    <a:gd name="connsiteX10" fmla="*/ 859 w 464739"/>
                    <a:gd name="connsiteY10" fmla="*/ 607 h 464739"/>
                    <a:gd name="connsiteX11" fmla="*/ 1089 w 464739"/>
                    <a:gd name="connsiteY11" fmla="*/ 836 h 464739"/>
                    <a:gd name="connsiteX12" fmla="*/ 18597 w 464739"/>
                    <a:gd name="connsiteY12" fmla="*/ 0 h 464739"/>
                    <a:gd name="connsiteX13" fmla="*/ 334067 w 464739"/>
                    <a:gd name="connsiteY13" fmla="*/ 130672 h 464739"/>
                    <a:gd name="connsiteX14" fmla="*/ 464739 w 464739"/>
                    <a:gd name="connsiteY14" fmla="*/ 446142 h 464739"/>
                    <a:gd name="connsiteX15" fmla="*/ 463903 w 464739"/>
                    <a:gd name="connsiteY15" fmla="*/ 463652 h 464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64739" h="464739">
                      <a:moveTo>
                        <a:pt x="464132" y="463881"/>
                      </a:moveTo>
                      <a:lnTo>
                        <a:pt x="463891" y="463892"/>
                      </a:lnTo>
                      <a:lnTo>
                        <a:pt x="463880" y="464132"/>
                      </a:lnTo>
                      <a:lnTo>
                        <a:pt x="463651" y="463904"/>
                      </a:lnTo>
                      <a:lnTo>
                        <a:pt x="446142" y="464739"/>
                      </a:lnTo>
                      <a:cubicBezTo>
                        <a:pt x="331965" y="464739"/>
                        <a:pt x="217787" y="421182"/>
                        <a:pt x="130673" y="334067"/>
                      </a:cubicBezTo>
                      <a:cubicBezTo>
                        <a:pt x="43558" y="246953"/>
                        <a:pt x="1" y="132775"/>
                        <a:pt x="0" y="18597"/>
                      </a:cubicBezTo>
                      <a:lnTo>
                        <a:pt x="836" y="1089"/>
                      </a:lnTo>
                      <a:lnTo>
                        <a:pt x="607" y="859"/>
                      </a:lnTo>
                      <a:lnTo>
                        <a:pt x="848" y="848"/>
                      </a:lnTo>
                      <a:lnTo>
                        <a:pt x="859" y="607"/>
                      </a:lnTo>
                      <a:lnTo>
                        <a:pt x="1089" y="836"/>
                      </a:lnTo>
                      <a:lnTo>
                        <a:pt x="18597" y="0"/>
                      </a:lnTo>
                      <a:cubicBezTo>
                        <a:pt x="132775" y="0"/>
                        <a:pt x="246952" y="43557"/>
                        <a:pt x="334067" y="130672"/>
                      </a:cubicBezTo>
                      <a:cubicBezTo>
                        <a:pt x="421182" y="217787"/>
                        <a:pt x="464739" y="331964"/>
                        <a:pt x="464739" y="446142"/>
                      </a:cubicBezTo>
                      <a:lnTo>
                        <a:pt x="463903" y="463652"/>
                      </a:lnTo>
                      <a:close/>
                    </a:path>
                  </a:pathLst>
                </a:cu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8" name="Freeform: Shape 17">
                  <a:extLst>
                    <a:ext uri="{FF2B5EF4-FFF2-40B4-BE49-F238E27FC236}">
                      <a16:creationId xmlns:a16="http://schemas.microsoft.com/office/drawing/2014/main" id="{0943F14E-6185-4A31-8318-2088A05F5C9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2607238" y="2688467"/>
                  <a:ext cx="464738" cy="464738"/>
                </a:xfrm>
                <a:custGeom>
                  <a:avLst/>
                  <a:gdLst>
                    <a:gd name="connsiteX0" fmla="*/ 446142 w 464738"/>
                    <a:gd name="connsiteY0" fmla="*/ 464738 h 464738"/>
                    <a:gd name="connsiteX1" fmla="*/ 130673 w 464738"/>
                    <a:gd name="connsiteY1" fmla="*/ 334066 h 464738"/>
                    <a:gd name="connsiteX2" fmla="*/ 0 w 464738"/>
                    <a:gd name="connsiteY2" fmla="*/ 18596 h 464738"/>
                    <a:gd name="connsiteX3" fmla="*/ 836 w 464738"/>
                    <a:gd name="connsiteY3" fmla="*/ 1089 h 464738"/>
                    <a:gd name="connsiteX4" fmla="*/ 606 w 464738"/>
                    <a:gd name="connsiteY4" fmla="*/ 859 h 464738"/>
                    <a:gd name="connsiteX5" fmla="*/ 848 w 464738"/>
                    <a:gd name="connsiteY5" fmla="*/ 848 h 464738"/>
                    <a:gd name="connsiteX6" fmla="*/ 859 w 464738"/>
                    <a:gd name="connsiteY6" fmla="*/ 606 h 464738"/>
                    <a:gd name="connsiteX7" fmla="*/ 1089 w 464738"/>
                    <a:gd name="connsiteY7" fmla="*/ 836 h 464738"/>
                    <a:gd name="connsiteX8" fmla="*/ 18596 w 464738"/>
                    <a:gd name="connsiteY8" fmla="*/ 0 h 464738"/>
                    <a:gd name="connsiteX9" fmla="*/ 334066 w 464738"/>
                    <a:gd name="connsiteY9" fmla="*/ 130672 h 464738"/>
                    <a:gd name="connsiteX10" fmla="*/ 464738 w 464738"/>
                    <a:gd name="connsiteY10" fmla="*/ 446142 h 464738"/>
                    <a:gd name="connsiteX11" fmla="*/ 463902 w 464738"/>
                    <a:gd name="connsiteY11" fmla="*/ 463650 h 464738"/>
                    <a:gd name="connsiteX12" fmla="*/ 464132 w 464738"/>
                    <a:gd name="connsiteY12" fmla="*/ 463880 h 464738"/>
                    <a:gd name="connsiteX13" fmla="*/ 463891 w 464738"/>
                    <a:gd name="connsiteY13" fmla="*/ 463892 h 464738"/>
                    <a:gd name="connsiteX14" fmla="*/ 463879 w 464738"/>
                    <a:gd name="connsiteY14" fmla="*/ 464132 h 464738"/>
                    <a:gd name="connsiteX15" fmla="*/ 463650 w 464738"/>
                    <a:gd name="connsiteY15" fmla="*/ 463903 h 4647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64738" h="464738">
                      <a:moveTo>
                        <a:pt x="446142" y="464738"/>
                      </a:moveTo>
                      <a:cubicBezTo>
                        <a:pt x="331965" y="464738"/>
                        <a:pt x="217787" y="421181"/>
                        <a:pt x="130673" y="334066"/>
                      </a:cubicBezTo>
                      <a:cubicBezTo>
                        <a:pt x="43558" y="246952"/>
                        <a:pt x="1" y="132774"/>
                        <a:pt x="0" y="18596"/>
                      </a:cubicBezTo>
                      <a:lnTo>
                        <a:pt x="836" y="1089"/>
                      </a:lnTo>
                      <a:lnTo>
                        <a:pt x="606" y="859"/>
                      </a:lnTo>
                      <a:lnTo>
                        <a:pt x="848" y="848"/>
                      </a:lnTo>
                      <a:lnTo>
                        <a:pt x="859" y="606"/>
                      </a:lnTo>
                      <a:lnTo>
                        <a:pt x="1089" y="836"/>
                      </a:lnTo>
                      <a:lnTo>
                        <a:pt x="18596" y="0"/>
                      </a:lnTo>
                      <a:cubicBezTo>
                        <a:pt x="132774" y="0"/>
                        <a:pt x="246951" y="43557"/>
                        <a:pt x="334066" y="130672"/>
                      </a:cubicBezTo>
                      <a:cubicBezTo>
                        <a:pt x="421181" y="217787"/>
                        <a:pt x="464738" y="331964"/>
                        <a:pt x="464738" y="446142"/>
                      </a:cubicBezTo>
                      <a:lnTo>
                        <a:pt x="463902" y="463650"/>
                      </a:lnTo>
                      <a:lnTo>
                        <a:pt x="464132" y="463880"/>
                      </a:lnTo>
                      <a:lnTo>
                        <a:pt x="463891" y="463892"/>
                      </a:lnTo>
                      <a:lnTo>
                        <a:pt x="463879" y="464132"/>
                      </a:lnTo>
                      <a:lnTo>
                        <a:pt x="463650" y="463903"/>
                      </a:lnTo>
                      <a:close/>
                    </a:path>
                  </a:pathLst>
                </a:cu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nvGrpSpPr>
                <p:cNvPr id="19" name="Group 18">
                  <a:extLst>
                    <a:ext uri="{FF2B5EF4-FFF2-40B4-BE49-F238E27FC236}">
                      <a16:creationId xmlns:a16="http://schemas.microsoft.com/office/drawing/2014/main" id="{F3B56658-371E-446B-B30D-D4EA2A88A973}"/>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2440769" y="2384401"/>
                  <a:ext cx="313009" cy="1032464"/>
                  <a:chOff x="2440769" y="2384401"/>
                  <a:chExt cx="313009" cy="1032464"/>
                </a:xfrm>
              </p:grpSpPr>
              <p:cxnSp>
                <p:nvCxnSpPr>
                  <p:cNvPr id="20" name="Straight Connector 19">
                    <a:extLst>
                      <a:ext uri="{FF2B5EF4-FFF2-40B4-BE49-F238E27FC236}">
                        <a16:creationId xmlns:a16="http://schemas.microsoft.com/office/drawing/2014/main" id="{068979FB-2943-4091-A490-D9F8695DF0D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rot="10800000" flipH="1">
                    <a:off x="2440769" y="2516865"/>
                    <a:ext cx="0" cy="900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B378C39C-3FC0-4521-8336-33A86391920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rot="8100000" flipH="1">
                    <a:off x="2753778" y="2384401"/>
                    <a:ext cx="0" cy="900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grpSp>
        <p:grpSp>
          <p:nvGrpSpPr>
            <p:cNvPr id="12" name="Group 11">
              <a:extLst>
                <a:ext uri="{FF2B5EF4-FFF2-40B4-BE49-F238E27FC236}">
                  <a16:creationId xmlns:a16="http://schemas.microsoft.com/office/drawing/2014/main" id="{72C6951D-2EAF-4333-B8A8-F473DC3BDF44}"/>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1437136" y="649304"/>
              <a:ext cx="388541" cy="388541"/>
              <a:chOff x="5752675" y="5440856"/>
              <a:chExt cx="388541" cy="388541"/>
            </a:xfrm>
          </p:grpSpPr>
          <p:sp>
            <p:nvSpPr>
              <p:cNvPr id="13" name="Oval 12">
                <a:extLst>
                  <a:ext uri="{FF2B5EF4-FFF2-40B4-BE49-F238E27FC236}">
                    <a16:creationId xmlns:a16="http://schemas.microsoft.com/office/drawing/2014/main" id="{63E77698-5758-433A-9DF3-3BE43B6FBDA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5800801" y="5488982"/>
                <a:ext cx="340415" cy="340415"/>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4" name="Oval 13">
                <a:extLst>
                  <a:ext uri="{FF2B5EF4-FFF2-40B4-BE49-F238E27FC236}">
                    <a16:creationId xmlns:a16="http://schemas.microsoft.com/office/drawing/2014/main" id="{FF47FF7F-75A9-438D-8BA7-428BF76974C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52675" y="5440856"/>
                <a:ext cx="340415" cy="340415"/>
              </a:xfrm>
              <a:prstGeom prst="ellipse">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grpSp>
      <p:sp>
        <p:nvSpPr>
          <p:cNvPr id="25" name="TextBox 24">
            <a:extLst>
              <a:ext uri="{FF2B5EF4-FFF2-40B4-BE49-F238E27FC236}">
                <a16:creationId xmlns:a16="http://schemas.microsoft.com/office/drawing/2014/main" id="{D856AD59-8AD1-B85F-4827-7B31CC175126}"/>
              </a:ext>
            </a:extLst>
          </p:cNvPr>
          <p:cNvSpPr txBox="1"/>
          <p:nvPr/>
        </p:nvSpPr>
        <p:spPr>
          <a:xfrm>
            <a:off x="2078799" y="776235"/>
            <a:ext cx="6096000" cy="523220"/>
          </a:xfrm>
          <a:prstGeom prst="rect">
            <a:avLst/>
          </a:prstGeom>
          <a:noFill/>
        </p:spPr>
        <p:txBody>
          <a:bodyPr wrap="square">
            <a:spAutoFit/>
          </a:bodyPr>
          <a:lstStyle/>
          <a:p>
            <a:r>
              <a:rPr lang="en-US" sz="2800" dirty="0">
                <a:solidFill>
                  <a:srgbClr val="FFFF00"/>
                </a:solidFill>
                <a:latin typeface="Arial Rounded MT Bold" panose="020F0704030504030204" pitchFamily="34" charset="0"/>
              </a:rPr>
              <a:t>Critical Path Analysis </a:t>
            </a:r>
          </a:p>
        </p:txBody>
      </p:sp>
      <p:sp>
        <p:nvSpPr>
          <p:cNvPr id="5" name="TextBox 4">
            <a:extLst>
              <a:ext uri="{FF2B5EF4-FFF2-40B4-BE49-F238E27FC236}">
                <a16:creationId xmlns:a16="http://schemas.microsoft.com/office/drawing/2014/main" id="{1143F972-EA42-D368-D471-03382E2BEC39}"/>
              </a:ext>
            </a:extLst>
          </p:cNvPr>
          <p:cNvSpPr txBox="1"/>
          <p:nvPr/>
        </p:nvSpPr>
        <p:spPr>
          <a:xfrm>
            <a:off x="2078799" y="1371680"/>
            <a:ext cx="9699544" cy="523220"/>
          </a:xfrm>
          <a:prstGeom prst="rect">
            <a:avLst/>
          </a:prstGeom>
          <a:noFill/>
        </p:spPr>
        <p:txBody>
          <a:bodyPr wrap="square">
            <a:spAutoFit/>
          </a:bodyPr>
          <a:lstStyle/>
          <a:p>
            <a:pPr algn="just"/>
            <a:r>
              <a:rPr lang="en-US" sz="2800" b="1" dirty="0">
                <a:solidFill>
                  <a:srgbClr val="80EFFF"/>
                </a:solidFill>
                <a:latin typeface="Arial Nova Light" panose="020B0304020202020204" pitchFamily="34" charset="0"/>
              </a:rPr>
              <a:t>Sample Problem #1</a:t>
            </a:r>
          </a:p>
        </p:txBody>
      </p:sp>
      <p:sp>
        <p:nvSpPr>
          <p:cNvPr id="24" name="TextBox 23">
            <a:extLst>
              <a:ext uri="{FF2B5EF4-FFF2-40B4-BE49-F238E27FC236}">
                <a16:creationId xmlns:a16="http://schemas.microsoft.com/office/drawing/2014/main" id="{C78B0A0D-FD06-342F-77E3-CE8F194E7009}"/>
              </a:ext>
            </a:extLst>
          </p:cNvPr>
          <p:cNvSpPr txBox="1"/>
          <p:nvPr/>
        </p:nvSpPr>
        <p:spPr>
          <a:xfrm>
            <a:off x="413657" y="2136833"/>
            <a:ext cx="11364686" cy="4462760"/>
          </a:xfrm>
          <a:prstGeom prst="rect">
            <a:avLst/>
          </a:prstGeom>
          <a:noFill/>
        </p:spPr>
        <p:txBody>
          <a:bodyPr wrap="square">
            <a:spAutoFit/>
          </a:bodyPr>
          <a:lstStyle/>
          <a:p>
            <a:pPr algn="just"/>
            <a:r>
              <a:rPr lang="en-US" sz="2400" dirty="0">
                <a:latin typeface="Arial Nova" panose="020B0504020202020204" pitchFamily="34" charset="0"/>
              </a:rPr>
              <a:t>e) The PM wants to delay the duration of the activity M from 10 weeks to 16 weeks. What is the impact on the project completion time?</a:t>
            </a:r>
          </a:p>
          <a:p>
            <a:pPr algn="just"/>
            <a:endParaRPr lang="en-US" sz="2400" dirty="0">
              <a:latin typeface="Arial Nova" panose="020B0504020202020204" pitchFamily="34" charset="0"/>
            </a:endParaRPr>
          </a:p>
          <a:p>
            <a:pPr algn="just"/>
            <a:r>
              <a:rPr lang="en-US" sz="2800" dirty="0">
                <a:solidFill>
                  <a:srgbClr val="99FFCC"/>
                </a:solidFill>
                <a:latin typeface="Arial Nova" panose="020B0504020202020204" pitchFamily="34" charset="0"/>
              </a:rPr>
              <a:t>According to the question, if the Project Manager  wants to delay the </a:t>
            </a:r>
          </a:p>
          <a:p>
            <a:pPr algn="just"/>
            <a:r>
              <a:rPr lang="en-US" sz="2800" dirty="0">
                <a:solidFill>
                  <a:srgbClr val="99FFCC"/>
                </a:solidFill>
                <a:latin typeface="Arial Nova" panose="020B0504020202020204" pitchFamily="34" charset="0"/>
              </a:rPr>
              <a:t>duration of the activity M from 10 weeks to 16 weeks, then it will delay the entire duration of the project.</a:t>
            </a:r>
          </a:p>
          <a:p>
            <a:pPr algn="just"/>
            <a:endParaRPr lang="en-US" sz="800" dirty="0">
              <a:solidFill>
                <a:srgbClr val="99FFCC"/>
              </a:solidFill>
              <a:latin typeface="Arial Nova" panose="020B0504020202020204" pitchFamily="34" charset="0"/>
            </a:endParaRPr>
          </a:p>
          <a:p>
            <a:pPr algn="just"/>
            <a:r>
              <a:rPr lang="en-US" sz="2800" dirty="0">
                <a:solidFill>
                  <a:srgbClr val="99FFCC"/>
                </a:solidFill>
                <a:latin typeface="Arial Nova" panose="020B0504020202020204" pitchFamily="34" charset="0"/>
              </a:rPr>
              <a:t>As activity M, falls under critical activity of the project, therefore the Slack of activity M is 0.</a:t>
            </a:r>
          </a:p>
          <a:p>
            <a:pPr algn="just"/>
            <a:endParaRPr lang="en-US" sz="800" dirty="0">
              <a:solidFill>
                <a:srgbClr val="99FFCC"/>
              </a:solidFill>
              <a:latin typeface="Arial Nova" panose="020B0504020202020204" pitchFamily="34" charset="0"/>
            </a:endParaRPr>
          </a:p>
          <a:p>
            <a:pPr algn="just"/>
            <a:r>
              <a:rPr lang="en-US" sz="2800" dirty="0">
                <a:solidFill>
                  <a:srgbClr val="99FFCC"/>
                </a:solidFill>
                <a:latin typeface="Arial Nova" panose="020B0504020202020204" pitchFamily="34" charset="0"/>
              </a:rPr>
              <a:t>It will eventually increase the project duration to more 6 days (a total of 49+6 = 55 days) to complete the project in this situation. </a:t>
            </a:r>
          </a:p>
        </p:txBody>
      </p:sp>
    </p:spTree>
    <p:extLst>
      <p:ext uri="{BB962C8B-B14F-4D97-AF65-F5344CB8AC3E}">
        <p14:creationId xmlns:p14="http://schemas.microsoft.com/office/powerpoint/2010/main" val="10583354"/>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316A5661-2CFE-478C-BAC3-729F393F3C4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BC1DA2B-FE6F-1C6E-BFA0-9B15DC40309D}"/>
              </a:ext>
            </a:extLst>
          </p:cNvPr>
          <p:cNvSpPr>
            <a:spLocks noGrp="1"/>
          </p:cNvSpPr>
          <p:nvPr>
            <p:ph type="title"/>
          </p:nvPr>
        </p:nvSpPr>
        <p:spPr>
          <a:xfrm>
            <a:off x="2139081" y="92738"/>
            <a:ext cx="9514055" cy="1267138"/>
          </a:xfrm>
        </p:spPr>
        <p:txBody>
          <a:bodyPr anchor="ctr">
            <a:normAutofit/>
          </a:bodyPr>
          <a:lstStyle/>
          <a:p>
            <a:r>
              <a:rPr lang="en-US" sz="4000" dirty="0">
                <a:solidFill>
                  <a:schemeClr val="accent6">
                    <a:lumMod val="40000"/>
                    <a:lumOff val="60000"/>
                  </a:schemeClr>
                </a:solidFill>
                <a:latin typeface="Arial Rounded MT Bold" panose="020F0704030504030204" pitchFamily="34" charset="0"/>
              </a:rPr>
              <a:t>Project management tools</a:t>
            </a:r>
          </a:p>
        </p:txBody>
      </p:sp>
      <p:grpSp>
        <p:nvGrpSpPr>
          <p:cNvPr id="10" name="Group 9">
            <a:extLst>
              <a:ext uri="{FF2B5EF4-FFF2-40B4-BE49-F238E27FC236}">
                <a16:creationId xmlns:a16="http://schemas.microsoft.com/office/drawing/2014/main" id="{FB7BE8CD-E348-464A-82CC-7EF7AA82842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999771" y="649304"/>
            <a:ext cx="913428" cy="1315264"/>
            <a:chOff x="999771" y="649304"/>
            <a:chExt cx="913428" cy="1315264"/>
          </a:xfrm>
        </p:grpSpPr>
        <p:grpSp>
          <p:nvGrpSpPr>
            <p:cNvPr id="11" name="Group 10">
              <a:extLst>
                <a:ext uri="{FF2B5EF4-FFF2-40B4-BE49-F238E27FC236}">
                  <a16:creationId xmlns:a16="http://schemas.microsoft.com/office/drawing/2014/main" id="{B8CC82D2-4C4A-4C67-8483-5199F97B37A7}"/>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999771" y="932104"/>
              <a:ext cx="913428" cy="1032464"/>
              <a:chOff x="999771" y="932104"/>
              <a:chExt cx="913428" cy="1032464"/>
            </a:xfrm>
          </p:grpSpPr>
          <p:grpSp>
            <p:nvGrpSpPr>
              <p:cNvPr id="15" name="Group 14">
                <a:extLst>
                  <a:ext uri="{FF2B5EF4-FFF2-40B4-BE49-F238E27FC236}">
                    <a16:creationId xmlns:a16="http://schemas.microsoft.com/office/drawing/2014/main" id="{70D2391D-AA33-4F5E-BD96-B42D93DED226}"/>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rot="8100000" flipV="1">
                <a:off x="1047457" y="1290386"/>
                <a:ext cx="865742" cy="628383"/>
                <a:chOff x="558167" y="958515"/>
                <a:chExt cx="865742" cy="628383"/>
              </a:xfrm>
              <a:solidFill>
                <a:schemeClr val="accent3"/>
              </a:solidFill>
            </p:grpSpPr>
            <p:sp>
              <p:nvSpPr>
                <p:cNvPr id="22" name="Freeform: Shape 21">
                  <a:extLst>
                    <a:ext uri="{FF2B5EF4-FFF2-40B4-BE49-F238E27FC236}">
                      <a16:creationId xmlns:a16="http://schemas.microsoft.com/office/drawing/2014/main" id="{BE166DCE-539D-4C74-9C9D-AC000BA2F8A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8100000" flipH="1">
                  <a:off x="558167" y="1122160"/>
                  <a:ext cx="464738" cy="464738"/>
                </a:xfrm>
                <a:custGeom>
                  <a:avLst/>
                  <a:gdLst>
                    <a:gd name="connsiteX0" fmla="*/ 446142 w 464738"/>
                    <a:gd name="connsiteY0" fmla="*/ 464738 h 464738"/>
                    <a:gd name="connsiteX1" fmla="*/ 130673 w 464738"/>
                    <a:gd name="connsiteY1" fmla="*/ 334066 h 464738"/>
                    <a:gd name="connsiteX2" fmla="*/ 0 w 464738"/>
                    <a:gd name="connsiteY2" fmla="*/ 18596 h 464738"/>
                    <a:gd name="connsiteX3" fmla="*/ 836 w 464738"/>
                    <a:gd name="connsiteY3" fmla="*/ 1089 h 464738"/>
                    <a:gd name="connsiteX4" fmla="*/ 606 w 464738"/>
                    <a:gd name="connsiteY4" fmla="*/ 859 h 464738"/>
                    <a:gd name="connsiteX5" fmla="*/ 848 w 464738"/>
                    <a:gd name="connsiteY5" fmla="*/ 848 h 464738"/>
                    <a:gd name="connsiteX6" fmla="*/ 859 w 464738"/>
                    <a:gd name="connsiteY6" fmla="*/ 606 h 464738"/>
                    <a:gd name="connsiteX7" fmla="*/ 1089 w 464738"/>
                    <a:gd name="connsiteY7" fmla="*/ 836 h 464738"/>
                    <a:gd name="connsiteX8" fmla="*/ 18596 w 464738"/>
                    <a:gd name="connsiteY8" fmla="*/ 0 h 464738"/>
                    <a:gd name="connsiteX9" fmla="*/ 334066 w 464738"/>
                    <a:gd name="connsiteY9" fmla="*/ 130672 h 464738"/>
                    <a:gd name="connsiteX10" fmla="*/ 464738 w 464738"/>
                    <a:gd name="connsiteY10" fmla="*/ 446142 h 464738"/>
                    <a:gd name="connsiteX11" fmla="*/ 463902 w 464738"/>
                    <a:gd name="connsiteY11" fmla="*/ 463650 h 464738"/>
                    <a:gd name="connsiteX12" fmla="*/ 464132 w 464738"/>
                    <a:gd name="connsiteY12" fmla="*/ 463880 h 464738"/>
                    <a:gd name="connsiteX13" fmla="*/ 463891 w 464738"/>
                    <a:gd name="connsiteY13" fmla="*/ 463892 h 464738"/>
                    <a:gd name="connsiteX14" fmla="*/ 463879 w 464738"/>
                    <a:gd name="connsiteY14" fmla="*/ 464132 h 464738"/>
                    <a:gd name="connsiteX15" fmla="*/ 463650 w 464738"/>
                    <a:gd name="connsiteY15" fmla="*/ 463903 h 4647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64738" h="464738">
                      <a:moveTo>
                        <a:pt x="446142" y="464738"/>
                      </a:moveTo>
                      <a:cubicBezTo>
                        <a:pt x="331965" y="464738"/>
                        <a:pt x="217787" y="421181"/>
                        <a:pt x="130673" y="334066"/>
                      </a:cubicBezTo>
                      <a:cubicBezTo>
                        <a:pt x="43558" y="246952"/>
                        <a:pt x="1" y="132774"/>
                        <a:pt x="0" y="18596"/>
                      </a:cubicBezTo>
                      <a:lnTo>
                        <a:pt x="836" y="1089"/>
                      </a:lnTo>
                      <a:lnTo>
                        <a:pt x="606" y="859"/>
                      </a:lnTo>
                      <a:lnTo>
                        <a:pt x="848" y="848"/>
                      </a:lnTo>
                      <a:lnTo>
                        <a:pt x="859" y="606"/>
                      </a:lnTo>
                      <a:lnTo>
                        <a:pt x="1089" y="836"/>
                      </a:lnTo>
                      <a:lnTo>
                        <a:pt x="18596" y="0"/>
                      </a:lnTo>
                      <a:cubicBezTo>
                        <a:pt x="132774" y="0"/>
                        <a:pt x="246951" y="43557"/>
                        <a:pt x="334066" y="130672"/>
                      </a:cubicBezTo>
                      <a:cubicBezTo>
                        <a:pt x="421181" y="217787"/>
                        <a:pt x="464738" y="331964"/>
                        <a:pt x="464738" y="446142"/>
                      </a:cubicBezTo>
                      <a:lnTo>
                        <a:pt x="463902" y="463650"/>
                      </a:lnTo>
                      <a:lnTo>
                        <a:pt x="464132" y="463880"/>
                      </a:lnTo>
                      <a:lnTo>
                        <a:pt x="463891" y="463892"/>
                      </a:lnTo>
                      <a:lnTo>
                        <a:pt x="463879" y="464132"/>
                      </a:lnTo>
                      <a:lnTo>
                        <a:pt x="463650" y="463903"/>
                      </a:lnTo>
                      <a:close/>
                    </a:path>
                  </a:pathLst>
                </a:custGeom>
                <a:solidFill>
                  <a:schemeClr val="accent4">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3" name="Freeform: Shape 22">
                  <a:extLst>
                    <a:ext uri="{FF2B5EF4-FFF2-40B4-BE49-F238E27FC236}">
                      <a16:creationId xmlns:a16="http://schemas.microsoft.com/office/drawing/2014/main" id="{DCC6BEB5-DA1F-4F9E-BA5D-8F892A0FB8F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flipH="1">
                  <a:off x="959170" y="958515"/>
                  <a:ext cx="464739" cy="464739"/>
                </a:xfrm>
                <a:custGeom>
                  <a:avLst/>
                  <a:gdLst>
                    <a:gd name="connsiteX0" fmla="*/ 464132 w 464739"/>
                    <a:gd name="connsiteY0" fmla="*/ 463881 h 464739"/>
                    <a:gd name="connsiteX1" fmla="*/ 463891 w 464739"/>
                    <a:gd name="connsiteY1" fmla="*/ 463892 h 464739"/>
                    <a:gd name="connsiteX2" fmla="*/ 463880 w 464739"/>
                    <a:gd name="connsiteY2" fmla="*/ 464132 h 464739"/>
                    <a:gd name="connsiteX3" fmla="*/ 463651 w 464739"/>
                    <a:gd name="connsiteY3" fmla="*/ 463904 h 464739"/>
                    <a:gd name="connsiteX4" fmla="*/ 446142 w 464739"/>
                    <a:gd name="connsiteY4" fmla="*/ 464739 h 464739"/>
                    <a:gd name="connsiteX5" fmla="*/ 130673 w 464739"/>
                    <a:gd name="connsiteY5" fmla="*/ 334067 h 464739"/>
                    <a:gd name="connsiteX6" fmla="*/ 0 w 464739"/>
                    <a:gd name="connsiteY6" fmla="*/ 18597 h 464739"/>
                    <a:gd name="connsiteX7" fmla="*/ 836 w 464739"/>
                    <a:gd name="connsiteY7" fmla="*/ 1089 h 464739"/>
                    <a:gd name="connsiteX8" fmla="*/ 607 w 464739"/>
                    <a:gd name="connsiteY8" fmla="*/ 859 h 464739"/>
                    <a:gd name="connsiteX9" fmla="*/ 848 w 464739"/>
                    <a:gd name="connsiteY9" fmla="*/ 848 h 464739"/>
                    <a:gd name="connsiteX10" fmla="*/ 859 w 464739"/>
                    <a:gd name="connsiteY10" fmla="*/ 607 h 464739"/>
                    <a:gd name="connsiteX11" fmla="*/ 1089 w 464739"/>
                    <a:gd name="connsiteY11" fmla="*/ 836 h 464739"/>
                    <a:gd name="connsiteX12" fmla="*/ 18597 w 464739"/>
                    <a:gd name="connsiteY12" fmla="*/ 0 h 464739"/>
                    <a:gd name="connsiteX13" fmla="*/ 334067 w 464739"/>
                    <a:gd name="connsiteY13" fmla="*/ 130672 h 464739"/>
                    <a:gd name="connsiteX14" fmla="*/ 464739 w 464739"/>
                    <a:gd name="connsiteY14" fmla="*/ 446142 h 464739"/>
                    <a:gd name="connsiteX15" fmla="*/ 463903 w 464739"/>
                    <a:gd name="connsiteY15" fmla="*/ 463652 h 464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64739" h="464739">
                      <a:moveTo>
                        <a:pt x="464132" y="463881"/>
                      </a:moveTo>
                      <a:lnTo>
                        <a:pt x="463891" y="463892"/>
                      </a:lnTo>
                      <a:lnTo>
                        <a:pt x="463880" y="464132"/>
                      </a:lnTo>
                      <a:lnTo>
                        <a:pt x="463651" y="463904"/>
                      </a:lnTo>
                      <a:lnTo>
                        <a:pt x="446142" y="464739"/>
                      </a:lnTo>
                      <a:cubicBezTo>
                        <a:pt x="331965" y="464739"/>
                        <a:pt x="217787" y="421182"/>
                        <a:pt x="130673" y="334067"/>
                      </a:cubicBezTo>
                      <a:cubicBezTo>
                        <a:pt x="43558" y="246953"/>
                        <a:pt x="1" y="132775"/>
                        <a:pt x="0" y="18597"/>
                      </a:cubicBezTo>
                      <a:lnTo>
                        <a:pt x="836" y="1089"/>
                      </a:lnTo>
                      <a:lnTo>
                        <a:pt x="607" y="859"/>
                      </a:lnTo>
                      <a:lnTo>
                        <a:pt x="848" y="848"/>
                      </a:lnTo>
                      <a:lnTo>
                        <a:pt x="859" y="607"/>
                      </a:lnTo>
                      <a:lnTo>
                        <a:pt x="1089" y="836"/>
                      </a:lnTo>
                      <a:lnTo>
                        <a:pt x="18597" y="0"/>
                      </a:lnTo>
                      <a:cubicBezTo>
                        <a:pt x="132775" y="0"/>
                        <a:pt x="246952" y="43557"/>
                        <a:pt x="334067" y="130672"/>
                      </a:cubicBezTo>
                      <a:cubicBezTo>
                        <a:pt x="421182" y="217787"/>
                        <a:pt x="464739" y="331964"/>
                        <a:pt x="464739" y="446142"/>
                      </a:cubicBezTo>
                      <a:lnTo>
                        <a:pt x="463903" y="463652"/>
                      </a:lnTo>
                      <a:close/>
                    </a:path>
                  </a:pathLst>
                </a:custGeom>
                <a:solidFill>
                  <a:schemeClr val="accent4">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grpSp>
          <p:grpSp>
            <p:nvGrpSpPr>
              <p:cNvPr id="16" name="Group 15">
                <a:extLst>
                  <a:ext uri="{FF2B5EF4-FFF2-40B4-BE49-F238E27FC236}">
                    <a16:creationId xmlns:a16="http://schemas.microsoft.com/office/drawing/2014/main" id="{C0300EB9-093C-4C32-A212-821D7AC082B4}"/>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rot="10800000" flipH="1" flipV="1">
                <a:off x="999771" y="932104"/>
                <a:ext cx="864005" cy="1032464"/>
                <a:chOff x="2207971" y="2384401"/>
                <a:chExt cx="864005" cy="1032464"/>
              </a:xfrm>
            </p:grpSpPr>
            <p:sp>
              <p:nvSpPr>
                <p:cNvPr id="17" name="Freeform: Shape 16">
                  <a:extLst>
                    <a:ext uri="{FF2B5EF4-FFF2-40B4-BE49-F238E27FC236}">
                      <a16:creationId xmlns:a16="http://schemas.microsoft.com/office/drawing/2014/main" id="{AFC97B3C-CF0E-4C93-AA39-7A677A12C50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3500000">
                  <a:off x="2207971" y="2856305"/>
                  <a:ext cx="464739" cy="464739"/>
                </a:xfrm>
                <a:custGeom>
                  <a:avLst/>
                  <a:gdLst>
                    <a:gd name="connsiteX0" fmla="*/ 464132 w 464739"/>
                    <a:gd name="connsiteY0" fmla="*/ 463881 h 464739"/>
                    <a:gd name="connsiteX1" fmla="*/ 463891 w 464739"/>
                    <a:gd name="connsiteY1" fmla="*/ 463892 h 464739"/>
                    <a:gd name="connsiteX2" fmla="*/ 463880 w 464739"/>
                    <a:gd name="connsiteY2" fmla="*/ 464132 h 464739"/>
                    <a:gd name="connsiteX3" fmla="*/ 463651 w 464739"/>
                    <a:gd name="connsiteY3" fmla="*/ 463904 h 464739"/>
                    <a:gd name="connsiteX4" fmla="*/ 446142 w 464739"/>
                    <a:gd name="connsiteY4" fmla="*/ 464739 h 464739"/>
                    <a:gd name="connsiteX5" fmla="*/ 130673 w 464739"/>
                    <a:gd name="connsiteY5" fmla="*/ 334067 h 464739"/>
                    <a:gd name="connsiteX6" fmla="*/ 0 w 464739"/>
                    <a:gd name="connsiteY6" fmla="*/ 18597 h 464739"/>
                    <a:gd name="connsiteX7" fmla="*/ 836 w 464739"/>
                    <a:gd name="connsiteY7" fmla="*/ 1089 h 464739"/>
                    <a:gd name="connsiteX8" fmla="*/ 607 w 464739"/>
                    <a:gd name="connsiteY8" fmla="*/ 859 h 464739"/>
                    <a:gd name="connsiteX9" fmla="*/ 848 w 464739"/>
                    <a:gd name="connsiteY9" fmla="*/ 848 h 464739"/>
                    <a:gd name="connsiteX10" fmla="*/ 859 w 464739"/>
                    <a:gd name="connsiteY10" fmla="*/ 607 h 464739"/>
                    <a:gd name="connsiteX11" fmla="*/ 1089 w 464739"/>
                    <a:gd name="connsiteY11" fmla="*/ 836 h 464739"/>
                    <a:gd name="connsiteX12" fmla="*/ 18597 w 464739"/>
                    <a:gd name="connsiteY12" fmla="*/ 0 h 464739"/>
                    <a:gd name="connsiteX13" fmla="*/ 334067 w 464739"/>
                    <a:gd name="connsiteY13" fmla="*/ 130672 h 464739"/>
                    <a:gd name="connsiteX14" fmla="*/ 464739 w 464739"/>
                    <a:gd name="connsiteY14" fmla="*/ 446142 h 464739"/>
                    <a:gd name="connsiteX15" fmla="*/ 463903 w 464739"/>
                    <a:gd name="connsiteY15" fmla="*/ 463652 h 464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64739" h="464739">
                      <a:moveTo>
                        <a:pt x="464132" y="463881"/>
                      </a:moveTo>
                      <a:lnTo>
                        <a:pt x="463891" y="463892"/>
                      </a:lnTo>
                      <a:lnTo>
                        <a:pt x="463880" y="464132"/>
                      </a:lnTo>
                      <a:lnTo>
                        <a:pt x="463651" y="463904"/>
                      </a:lnTo>
                      <a:lnTo>
                        <a:pt x="446142" y="464739"/>
                      </a:lnTo>
                      <a:cubicBezTo>
                        <a:pt x="331965" y="464739"/>
                        <a:pt x="217787" y="421182"/>
                        <a:pt x="130673" y="334067"/>
                      </a:cubicBezTo>
                      <a:cubicBezTo>
                        <a:pt x="43558" y="246953"/>
                        <a:pt x="1" y="132775"/>
                        <a:pt x="0" y="18597"/>
                      </a:cubicBezTo>
                      <a:lnTo>
                        <a:pt x="836" y="1089"/>
                      </a:lnTo>
                      <a:lnTo>
                        <a:pt x="607" y="859"/>
                      </a:lnTo>
                      <a:lnTo>
                        <a:pt x="848" y="848"/>
                      </a:lnTo>
                      <a:lnTo>
                        <a:pt x="859" y="607"/>
                      </a:lnTo>
                      <a:lnTo>
                        <a:pt x="1089" y="836"/>
                      </a:lnTo>
                      <a:lnTo>
                        <a:pt x="18597" y="0"/>
                      </a:lnTo>
                      <a:cubicBezTo>
                        <a:pt x="132775" y="0"/>
                        <a:pt x="246952" y="43557"/>
                        <a:pt x="334067" y="130672"/>
                      </a:cubicBezTo>
                      <a:cubicBezTo>
                        <a:pt x="421182" y="217787"/>
                        <a:pt x="464739" y="331964"/>
                        <a:pt x="464739" y="446142"/>
                      </a:cubicBezTo>
                      <a:lnTo>
                        <a:pt x="463903" y="463652"/>
                      </a:lnTo>
                      <a:close/>
                    </a:path>
                  </a:pathLst>
                </a:cu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8" name="Freeform: Shape 17">
                  <a:extLst>
                    <a:ext uri="{FF2B5EF4-FFF2-40B4-BE49-F238E27FC236}">
                      <a16:creationId xmlns:a16="http://schemas.microsoft.com/office/drawing/2014/main" id="{0943F14E-6185-4A31-8318-2088A05F5C9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2607238" y="2688467"/>
                  <a:ext cx="464738" cy="464738"/>
                </a:xfrm>
                <a:custGeom>
                  <a:avLst/>
                  <a:gdLst>
                    <a:gd name="connsiteX0" fmla="*/ 446142 w 464738"/>
                    <a:gd name="connsiteY0" fmla="*/ 464738 h 464738"/>
                    <a:gd name="connsiteX1" fmla="*/ 130673 w 464738"/>
                    <a:gd name="connsiteY1" fmla="*/ 334066 h 464738"/>
                    <a:gd name="connsiteX2" fmla="*/ 0 w 464738"/>
                    <a:gd name="connsiteY2" fmla="*/ 18596 h 464738"/>
                    <a:gd name="connsiteX3" fmla="*/ 836 w 464738"/>
                    <a:gd name="connsiteY3" fmla="*/ 1089 h 464738"/>
                    <a:gd name="connsiteX4" fmla="*/ 606 w 464738"/>
                    <a:gd name="connsiteY4" fmla="*/ 859 h 464738"/>
                    <a:gd name="connsiteX5" fmla="*/ 848 w 464738"/>
                    <a:gd name="connsiteY5" fmla="*/ 848 h 464738"/>
                    <a:gd name="connsiteX6" fmla="*/ 859 w 464738"/>
                    <a:gd name="connsiteY6" fmla="*/ 606 h 464738"/>
                    <a:gd name="connsiteX7" fmla="*/ 1089 w 464738"/>
                    <a:gd name="connsiteY7" fmla="*/ 836 h 464738"/>
                    <a:gd name="connsiteX8" fmla="*/ 18596 w 464738"/>
                    <a:gd name="connsiteY8" fmla="*/ 0 h 464738"/>
                    <a:gd name="connsiteX9" fmla="*/ 334066 w 464738"/>
                    <a:gd name="connsiteY9" fmla="*/ 130672 h 464738"/>
                    <a:gd name="connsiteX10" fmla="*/ 464738 w 464738"/>
                    <a:gd name="connsiteY10" fmla="*/ 446142 h 464738"/>
                    <a:gd name="connsiteX11" fmla="*/ 463902 w 464738"/>
                    <a:gd name="connsiteY11" fmla="*/ 463650 h 464738"/>
                    <a:gd name="connsiteX12" fmla="*/ 464132 w 464738"/>
                    <a:gd name="connsiteY12" fmla="*/ 463880 h 464738"/>
                    <a:gd name="connsiteX13" fmla="*/ 463891 w 464738"/>
                    <a:gd name="connsiteY13" fmla="*/ 463892 h 464738"/>
                    <a:gd name="connsiteX14" fmla="*/ 463879 w 464738"/>
                    <a:gd name="connsiteY14" fmla="*/ 464132 h 464738"/>
                    <a:gd name="connsiteX15" fmla="*/ 463650 w 464738"/>
                    <a:gd name="connsiteY15" fmla="*/ 463903 h 4647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64738" h="464738">
                      <a:moveTo>
                        <a:pt x="446142" y="464738"/>
                      </a:moveTo>
                      <a:cubicBezTo>
                        <a:pt x="331965" y="464738"/>
                        <a:pt x="217787" y="421181"/>
                        <a:pt x="130673" y="334066"/>
                      </a:cubicBezTo>
                      <a:cubicBezTo>
                        <a:pt x="43558" y="246952"/>
                        <a:pt x="1" y="132774"/>
                        <a:pt x="0" y="18596"/>
                      </a:cubicBezTo>
                      <a:lnTo>
                        <a:pt x="836" y="1089"/>
                      </a:lnTo>
                      <a:lnTo>
                        <a:pt x="606" y="859"/>
                      </a:lnTo>
                      <a:lnTo>
                        <a:pt x="848" y="848"/>
                      </a:lnTo>
                      <a:lnTo>
                        <a:pt x="859" y="606"/>
                      </a:lnTo>
                      <a:lnTo>
                        <a:pt x="1089" y="836"/>
                      </a:lnTo>
                      <a:lnTo>
                        <a:pt x="18596" y="0"/>
                      </a:lnTo>
                      <a:cubicBezTo>
                        <a:pt x="132774" y="0"/>
                        <a:pt x="246951" y="43557"/>
                        <a:pt x="334066" y="130672"/>
                      </a:cubicBezTo>
                      <a:cubicBezTo>
                        <a:pt x="421181" y="217787"/>
                        <a:pt x="464738" y="331964"/>
                        <a:pt x="464738" y="446142"/>
                      </a:cubicBezTo>
                      <a:lnTo>
                        <a:pt x="463902" y="463650"/>
                      </a:lnTo>
                      <a:lnTo>
                        <a:pt x="464132" y="463880"/>
                      </a:lnTo>
                      <a:lnTo>
                        <a:pt x="463891" y="463892"/>
                      </a:lnTo>
                      <a:lnTo>
                        <a:pt x="463879" y="464132"/>
                      </a:lnTo>
                      <a:lnTo>
                        <a:pt x="463650" y="463903"/>
                      </a:lnTo>
                      <a:close/>
                    </a:path>
                  </a:pathLst>
                </a:cu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nvGrpSpPr>
                <p:cNvPr id="19" name="Group 18">
                  <a:extLst>
                    <a:ext uri="{FF2B5EF4-FFF2-40B4-BE49-F238E27FC236}">
                      <a16:creationId xmlns:a16="http://schemas.microsoft.com/office/drawing/2014/main" id="{F3B56658-371E-446B-B30D-D4EA2A88A973}"/>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2440769" y="2384401"/>
                  <a:ext cx="313009" cy="1032464"/>
                  <a:chOff x="2440769" y="2384401"/>
                  <a:chExt cx="313009" cy="1032464"/>
                </a:xfrm>
              </p:grpSpPr>
              <p:cxnSp>
                <p:nvCxnSpPr>
                  <p:cNvPr id="20" name="Straight Connector 19">
                    <a:extLst>
                      <a:ext uri="{FF2B5EF4-FFF2-40B4-BE49-F238E27FC236}">
                        <a16:creationId xmlns:a16="http://schemas.microsoft.com/office/drawing/2014/main" id="{068979FB-2943-4091-A490-D9F8695DF0D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rot="10800000" flipH="1">
                    <a:off x="2440769" y="2516865"/>
                    <a:ext cx="0" cy="900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B378C39C-3FC0-4521-8336-33A86391920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rot="8100000" flipH="1">
                    <a:off x="2753778" y="2384401"/>
                    <a:ext cx="0" cy="900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grpSp>
        <p:grpSp>
          <p:nvGrpSpPr>
            <p:cNvPr id="12" name="Group 11">
              <a:extLst>
                <a:ext uri="{FF2B5EF4-FFF2-40B4-BE49-F238E27FC236}">
                  <a16:creationId xmlns:a16="http://schemas.microsoft.com/office/drawing/2014/main" id="{72C6951D-2EAF-4333-B8A8-F473DC3BDF44}"/>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1437136" y="649304"/>
              <a:ext cx="388541" cy="388541"/>
              <a:chOff x="5752675" y="5440856"/>
              <a:chExt cx="388541" cy="388541"/>
            </a:xfrm>
          </p:grpSpPr>
          <p:sp>
            <p:nvSpPr>
              <p:cNvPr id="13" name="Oval 12">
                <a:extLst>
                  <a:ext uri="{FF2B5EF4-FFF2-40B4-BE49-F238E27FC236}">
                    <a16:creationId xmlns:a16="http://schemas.microsoft.com/office/drawing/2014/main" id="{63E77698-5758-433A-9DF3-3BE43B6FBDA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5800801" y="5488982"/>
                <a:ext cx="340415" cy="340415"/>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4" name="Oval 13">
                <a:extLst>
                  <a:ext uri="{FF2B5EF4-FFF2-40B4-BE49-F238E27FC236}">
                    <a16:creationId xmlns:a16="http://schemas.microsoft.com/office/drawing/2014/main" id="{FF47FF7F-75A9-438D-8BA7-428BF76974C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52675" y="5440856"/>
                <a:ext cx="340415" cy="340415"/>
              </a:xfrm>
              <a:prstGeom prst="ellipse">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grpSp>
      <p:sp>
        <p:nvSpPr>
          <p:cNvPr id="25" name="TextBox 24">
            <a:extLst>
              <a:ext uri="{FF2B5EF4-FFF2-40B4-BE49-F238E27FC236}">
                <a16:creationId xmlns:a16="http://schemas.microsoft.com/office/drawing/2014/main" id="{D856AD59-8AD1-B85F-4827-7B31CC175126}"/>
              </a:ext>
            </a:extLst>
          </p:cNvPr>
          <p:cNvSpPr txBox="1"/>
          <p:nvPr/>
        </p:nvSpPr>
        <p:spPr>
          <a:xfrm>
            <a:off x="2187635" y="1319164"/>
            <a:ext cx="6096000" cy="523220"/>
          </a:xfrm>
          <a:prstGeom prst="rect">
            <a:avLst/>
          </a:prstGeom>
          <a:noFill/>
        </p:spPr>
        <p:txBody>
          <a:bodyPr wrap="square">
            <a:spAutoFit/>
          </a:bodyPr>
          <a:lstStyle/>
          <a:p>
            <a:r>
              <a:rPr lang="en-US" sz="2800" dirty="0">
                <a:solidFill>
                  <a:srgbClr val="FFFF00"/>
                </a:solidFill>
                <a:latin typeface="Arial Rounded MT Bold" panose="020F0704030504030204" pitchFamily="34" charset="0"/>
              </a:rPr>
              <a:t>Critical Path Analysis </a:t>
            </a:r>
          </a:p>
        </p:txBody>
      </p:sp>
      <p:sp>
        <p:nvSpPr>
          <p:cNvPr id="4" name="TextBox 3">
            <a:extLst>
              <a:ext uri="{FF2B5EF4-FFF2-40B4-BE49-F238E27FC236}">
                <a16:creationId xmlns:a16="http://schemas.microsoft.com/office/drawing/2014/main" id="{1D1EBD71-B577-0908-79BD-AB02DC387319}"/>
              </a:ext>
            </a:extLst>
          </p:cNvPr>
          <p:cNvSpPr txBox="1"/>
          <p:nvPr/>
        </p:nvSpPr>
        <p:spPr>
          <a:xfrm>
            <a:off x="413657" y="2154534"/>
            <a:ext cx="11364686" cy="523220"/>
          </a:xfrm>
          <a:prstGeom prst="rect">
            <a:avLst/>
          </a:prstGeom>
          <a:noFill/>
        </p:spPr>
        <p:txBody>
          <a:bodyPr wrap="square">
            <a:spAutoFit/>
          </a:bodyPr>
          <a:lstStyle/>
          <a:p>
            <a:pPr algn="just"/>
            <a:r>
              <a:rPr lang="en-US" sz="2800" b="1" dirty="0">
                <a:solidFill>
                  <a:srgbClr val="80EFFF"/>
                </a:solidFill>
                <a:latin typeface="Arial Nova Light" panose="020B0304020202020204" pitchFamily="34" charset="0"/>
              </a:rPr>
              <a:t>Sample Problem # 2</a:t>
            </a:r>
          </a:p>
        </p:txBody>
      </p:sp>
      <p:graphicFrame>
        <p:nvGraphicFramePr>
          <p:cNvPr id="3" name="Table 2">
            <a:extLst>
              <a:ext uri="{FF2B5EF4-FFF2-40B4-BE49-F238E27FC236}">
                <a16:creationId xmlns:a16="http://schemas.microsoft.com/office/drawing/2014/main" id="{402603B4-BA9E-AE4F-9BEC-B57C75C2BC05}"/>
              </a:ext>
            </a:extLst>
          </p:cNvPr>
          <p:cNvGraphicFramePr>
            <a:graphicFrameLocks noGrp="1"/>
          </p:cNvGraphicFramePr>
          <p:nvPr>
            <p:extLst>
              <p:ext uri="{D42A27DB-BD31-4B8C-83A1-F6EECF244321}">
                <p14:modId xmlns:p14="http://schemas.microsoft.com/office/powerpoint/2010/main" val="1338218798"/>
              </p:ext>
            </p:extLst>
          </p:nvPr>
        </p:nvGraphicFramePr>
        <p:xfrm>
          <a:off x="499866" y="2884662"/>
          <a:ext cx="11521148" cy="2864170"/>
        </p:xfrm>
        <a:graphic>
          <a:graphicData uri="http://schemas.openxmlformats.org/drawingml/2006/table">
            <a:tbl>
              <a:tblPr firstRow="1" firstCol="1" lastRow="1" lastCol="1" bandRow="1" bandCol="1">
                <a:tableStyleId>{F2DE63D5-997A-4646-A377-4702673A728D}</a:tableStyleId>
              </a:tblPr>
              <a:tblGrid>
                <a:gridCol w="1899571">
                  <a:extLst>
                    <a:ext uri="{9D8B030D-6E8A-4147-A177-3AD203B41FA5}">
                      <a16:colId xmlns:a16="http://schemas.microsoft.com/office/drawing/2014/main" val="2376601181"/>
                    </a:ext>
                  </a:extLst>
                </a:gridCol>
                <a:gridCol w="2072202">
                  <a:extLst>
                    <a:ext uri="{9D8B030D-6E8A-4147-A177-3AD203B41FA5}">
                      <a16:colId xmlns:a16="http://schemas.microsoft.com/office/drawing/2014/main" val="1449150903"/>
                    </a:ext>
                  </a:extLst>
                </a:gridCol>
                <a:gridCol w="1264105">
                  <a:extLst>
                    <a:ext uri="{9D8B030D-6E8A-4147-A177-3AD203B41FA5}">
                      <a16:colId xmlns:a16="http://schemas.microsoft.com/office/drawing/2014/main" val="187686855"/>
                    </a:ext>
                  </a:extLst>
                </a:gridCol>
                <a:gridCol w="480528">
                  <a:extLst>
                    <a:ext uri="{9D8B030D-6E8A-4147-A177-3AD203B41FA5}">
                      <a16:colId xmlns:a16="http://schemas.microsoft.com/office/drawing/2014/main" val="1774992528"/>
                    </a:ext>
                  </a:extLst>
                </a:gridCol>
                <a:gridCol w="1819206">
                  <a:extLst>
                    <a:ext uri="{9D8B030D-6E8A-4147-A177-3AD203B41FA5}">
                      <a16:colId xmlns:a16="http://schemas.microsoft.com/office/drawing/2014/main" val="626327054"/>
                    </a:ext>
                  </a:extLst>
                </a:gridCol>
                <a:gridCol w="2101317">
                  <a:extLst>
                    <a:ext uri="{9D8B030D-6E8A-4147-A177-3AD203B41FA5}">
                      <a16:colId xmlns:a16="http://schemas.microsoft.com/office/drawing/2014/main" val="2866104660"/>
                    </a:ext>
                  </a:extLst>
                </a:gridCol>
                <a:gridCol w="1884219">
                  <a:extLst>
                    <a:ext uri="{9D8B030D-6E8A-4147-A177-3AD203B41FA5}">
                      <a16:colId xmlns:a16="http://schemas.microsoft.com/office/drawing/2014/main" val="3256049492"/>
                    </a:ext>
                  </a:extLst>
                </a:gridCol>
              </a:tblGrid>
              <a:tr h="247015">
                <a:tc>
                  <a:txBody>
                    <a:bodyPr/>
                    <a:lstStyle/>
                    <a:p>
                      <a:pPr marL="0" marR="0" algn="ctr">
                        <a:spcBef>
                          <a:spcPts val="0"/>
                        </a:spcBef>
                        <a:spcAft>
                          <a:spcPts val="0"/>
                        </a:spcAft>
                      </a:pPr>
                      <a:r>
                        <a:rPr lang="en-US" sz="1800">
                          <a:effectLst/>
                        </a:rPr>
                        <a:t>Activity</a:t>
                      </a:r>
                      <a:endParaRPr lang="en-US" sz="2000">
                        <a:effectLst/>
                        <a:latin typeface="Arial Nova" panose="020B0504020202020204" pitchFamily="34" charset="0"/>
                        <a:ea typeface="Times New Roman" panose="02020603050405020304" pitchFamily="18" charset="0"/>
                      </a:endParaRPr>
                    </a:p>
                  </a:txBody>
                  <a:tcPr marL="68580" marR="68580" marT="0" marB="0"/>
                </a:tc>
                <a:tc>
                  <a:txBody>
                    <a:bodyPr/>
                    <a:lstStyle/>
                    <a:p>
                      <a:pPr marL="0" marR="0" algn="ctr">
                        <a:spcBef>
                          <a:spcPts val="0"/>
                        </a:spcBef>
                        <a:spcAft>
                          <a:spcPts val="0"/>
                        </a:spcAft>
                      </a:pPr>
                      <a:r>
                        <a:rPr lang="en-US" sz="1800">
                          <a:effectLst/>
                        </a:rPr>
                        <a:t>Immediate Predecessor(s)</a:t>
                      </a:r>
                      <a:endParaRPr lang="en-US" sz="2000">
                        <a:effectLst/>
                        <a:latin typeface="Arial Nova" panose="020B0504020202020204" pitchFamily="34" charset="0"/>
                        <a:ea typeface="Times New Roman" panose="02020603050405020304" pitchFamily="18" charset="0"/>
                      </a:endParaRPr>
                    </a:p>
                  </a:txBody>
                  <a:tcPr marL="68580" marR="68580" marT="0" marB="0"/>
                </a:tc>
                <a:tc>
                  <a:txBody>
                    <a:bodyPr/>
                    <a:lstStyle/>
                    <a:p>
                      <a:pPr marL="0" marR="0" algn="ctr">
                        <a:spcBef>
                          <a:spcPts val="0"/>
                        </a:spcBef>
                        <a:spcAft>
                          <a:spcPts val="0"/>
                        </a:spcAft>
                      </a:pPr>
                      <a:r>
                        <a:rPr lang="en-US" sz="1800">
                          <a:effectLst/>
                        </a:rPr>
                        <a:t>Duration</a:t>
                      </a:r>
                      <a:endParaRPr lang="en-US" sz="2000">
                        <a:effectLst/>
                      </a:endParaRPr>
                    </a:p>
                    <a:p>
                      <a:pPr marL="0" marR="0" algn="ctr">
                        <a:spcBef>
                          <a:spcPts val="0"/>
                        </a:spcBef>
                        <a:spcAft>
                          <a:spcPts val="0"/>
                        </a:spcAft>
                      </a:pPr>
                      <a:r>
                        <a:rPr lang="en-US" sz="1800">
                          <a:effectLst/>
                        </a:rPr>
                        <a:t>(Weeks)</a:t>
                      </a:r>
                      <a:endParaRPr lang="en-US" sz="2000">
                        <a:effectLst/>
                        <a:latin typeface="Arial Nova" panose="020B0504020202020204" pitchFamily="34" charset="0"/>
                        <a:ea typeface="Times New Roman" panose="02020603050405020304" pitchFamily="18" charset="0"/>
                      </a:endParaRPr>
                    </a:p>
                  </a:txBody>
                  <a:tcPr marL="68580" marR="68580" marT="0" marB="0"/>
                </a:tc>
                <a:tc>
                  <a:txBody>
                    <a:bodyPr/>
                    <a:lstStyle/>
                    <a:p>
                      <a:pPr marL="0" marR="0" algn="ctr">
                        <a:spcBef>
                          <a:spcPts val="0"/>
                        </a:spcBef>
                        <a:spcAft>
                          <a:spcPts val="0"/>
                        </a:spcAft>
                      </a:pPr>
                      <a:r>
                        <a:rPr lang="en-US" sz="1800">
                          <a:effectLst/>
                        </a:rPr>
                        <a:t> </a:t>
                      </a:r>
                      <a:endParaRPr lang="en-US" sz="2000">
                        <a:effectLst/>
                        <a:latin typeface="Arial Nova" panose="020B0504020202020204" pitchFamily="34" charset="0"/>
                        <a:ea typeface="Times New Roman" panose="02020603050405020304" pitchFamily="18" charset="0"/>
                      </a:endParaRPr>
                    </a:p>
                  </a:txBody>
                  <a:tcPr marL="68580" marR="68580" marT="0" marB="0"/>
                </a:tc>
                <a:tc>
                  <a:txBody>
                    <a:bodyPr/>
                    <a:lstStyle/>
                    <a:p>
                      <a:pPr marL="0" marR="0" algn="ctr">
                        <a:spcBef>
                          <a:spcPts val="0"/>
                        </a:spcBef>
                        <a:spcAft>
                          <a:spcPts val="0"/>
                        </a:spcAft>
                      </a:pPr>
                      <a:r>
                        <a:rPr lang="en-US" sz="1800">
                          <a:effectLst/>
                        </a:rPr>
                        <a:t>Activity</a:t>
                      </a:r>
                      <a:endParaRPr lang="en-US" sz="2000">
                        <a:effectLst/>
                        <a:latin typeface="Arial Nova" panose="020B0504020202020204" pitchFamily="34" charset="0"/>
                        <a:ea typeface="Times New Roman" panose="02020603050405020304" pitchFamily="18" charset="0"/>
                      </a:endParaRPr>
                    </a:p>
                  </a:txBody>
                  <a:tcPr marL="68580" marR="68580" marT="0" marB="0"/>
                </a:tc>
                <a:tc>
                  <a:txBody>
                    <a:bodyPr/>
                    <a:lstStyle/>
                    <a:p>
                      <a:pPr marL="0" marR="0" algn="ctr">
                        <a:spcBef>
                          <a:spcPts val="0"/>
                        </a:spcBef>
                        <a:spcAft>
                          <a:spcPts val="0"/>
                        </a:spcAft>
                      </a:pPr>
                      <a:r>
                        <a:rPr lang="en-US" sz="1800">
                          <a:effectLst/>
                        </a:rPr>
                        <a:t>Immediate Predecessor(s)</a:t>
                      </a:r>
                      <a:endParaRPr lang="en-US" sz="2000">
                        <a:effectLst/>
                        <a:latin typeface="Arial Nova" panose="020B0504020202020204" pitchFamily="34" charset="0"/>
                        <a:ea typeface="Times New Roman" panose="02020603050405020304" pitchFamily="18" charset="0"/>
                      </a:endParaRPr>
                    </a:p>
                  </a:txBody>
                  <a:tcPr marL="68580" marR="68580" marT="0" marB="0"/>
                </a:tc>
                <a:tc>
                  <a:txBody>
                    <a:bodyPr/>
                    <a:lstStyle/>
                    <a:p>
                      <a:pPr marL="0" marR="0" algn="ctr">
                        <a:spcBef>
                          <a:spcPts val="0"/>
                        </a:spcBef>
                        <a:spcAft>
                          <a:spcPts val="0"/>
                        </a:spcAft>
                      </a:pPr>
                      <a:r>
                        <a:rPr lang="en-US" sz="1800">
                          <a:effectLst/>
                        </a:rPr>
                        <a:t>Duration</a:t>
                      </a:r>
                      <a:endParaRPr lang="en-US" sz="2000">
                        <a:effectLst/>
                      </a:endParaRPr>
                    </a:p>
                    <a:p>
                      <a:pPr marL="0" marR="0" algn="ctr">
                        <a:spcBef>
                          <a:spcPts val="0"/>
                        </a:spcBef>
                        <a:spcAft>
                          <a:spcPts val="0"/>
                        </a:spcAft>
                      </a:pPr>
                      <a:r>
                        <a:rPr lang="en-US" sz="1800">
                          <a:effectLst/>
                        </a:rPr>
                        <a:t>(Weeks)</a:t>
                      </a:r>
                      <a:endParaRPr lang="en-US" sz="2000">
                        <a:effectLst/>
                        <a:latin typeface="Arial Nova" panose="020B0504020202020204" pitchFamily="34" charset="0"/>
                        <a:ea typeface="Times New Roman" panose="02020603050405020304" pitchFamily="18" charset="0"/>
                      </a:endParaRPr>
                    </a:p>
                  </a:txBody>
                  <a:tcPr marL="68580" marR="68580" marT="0" marB="0"/>
                </a:tc>
                <a:extLst>
                  <a:ext uri="{0D108BD9-81ED-4DB2-BD59-A6C34878D82A}">
                    <a16:rowId xmlns:a16="http://schemas.microsoft.com/office/drawing/2014/main" val="2097511033"/>
                  </a:ext>
                </a:extLst>
              </a:tr>
              <a:tr h="193040">
                <a:tc>
                  <a:txBody>
                    <a:bodyPr/>
                    <a:lstStyle/>
                    <a:p>
                      <a:pPr marL="0" marR="0" algn="ctr">
                        <a:lnSpc>
                          <a:spcPct val="200000"/>
                        </a:lnSpc>
                        <a:spcBef>
                          <a:spcPts val="0"/>
                        </a:spcBef>
                        <a:spcAft>
                          <a:spcPts val="0"/>
                        </a:spcAft>
                      </a:pPr>
                      <a:r>
                        <a:rPr lang="en-US" sz="1800" b="1" dirty="0">
                          <a:effectLst/>
                          <a:latin typeface="Arial Nova" panose="020B0504020202020204" pitchFamily="34" charset="0"/>
                        </a:rPr>
                        <a:t>A</a:t>
                      </a:r>
                      <a:endParaRPr lang="en-US" sz="2000" b="1" dirty="0">
                        <a:effectLst/>
                        <a:latin typeface="Arial Nova" panose="020B0504020202020204" pitchFamily="34" charset="0"/>
                        <a:ea typeface="Times New Roman" panose="02020603050405020304" pitchFamily="18" charset="0"/>
                      </a:endParaRPr>
                    </a:p>
                  </a:txBody>
                  <a:tcPr marL="68580" marR="68580" marT="0" marB="0" anchor="ctr"/>
                </a:tc>
                <a:tc>
                  <a:txBody>
                    <a:bodyPr/>
                    <a:lstStyle/>
                    <a:p>
                      <a:pPr marL="0" marR="0" algn="ctr">
                        <a:lnSpc>
                          <a:spcPct val="200000"/>
                        </a:lnSpc>
                        <a:spcBef>
                          <a:spcPts val="0"/>
                        </a:spcBef>
                        <a:spcAft>
                          <a:spcPts val="0"/>
                        </a:spcAft>
                      </a:pPr>
                      <a:r>
                        <a:rPr lang="en-US" sz="1800" b="1">
                          <a:effectLst/>
                          <a:latin typeface="Arial Nova" panose="020B0504020202020204" pitchFamily="34" charset="0"/>
                        </a:rPr>
                        <a:t> </a:t>
                      </a:r>
                      <a:endParaRPr lang="en-US" sz="2000" b="1">
                        <a:effectLst/>
                        <a:latin typeface="Arial Nova" panose="020B0504020202020204" pitchFamily="34" charset="0"/>
                        <a:ea typeface="Times New Roman" panose="02020603050405020304" pitchFamily="18" charset="0"/>
                      </a:endParaRPr>
                    </a:p>
                  </a:txBody>
                  <a:tcPr marL="68580" marR="68580" marT="0" marB="0" anchor="ctr"/>
                </a:tc>
                <a:tc>
                  <a:txBody>
                    <a:bodyPr/>
                    <a:lstStyle/>
                    <a:p>
                      <a:pPr marL="0" marR="0" algn="ctr">
                        <a:lnSpc>
                          <a:spcPct val="200000"/>
                        </a:lnSpc>
                        <a:spcBef>
                          <a:spcPts val="0"/>
                        </a:spcBef>
                        <a:spcAft>
                          <a:spcPts val="0"/>
                        </a:spcAft>
                      </a:pPr>
                      <a:r>
                        <a:rPr lang="en-US" sz="1800" b="1" dirty="0">
                          <a:effectLst/>
                          <a:latin typeface="Arial Nova" panose="020B0504020202020204" pitchFamily="34" charset="0"/>
                        </a:rPr>
                        <a:t>4</a:t>
                      </a:r>
                      <a:endParaRPr lang="en-US" sz="2000" b="1" dirty="0">
                        <a:effectLst/>
                        <a:latin typeface="Arial Nova" panose="020B0504020202020204" pitchFamily="34" charset="0"/>
                        <a:ea typeface="Times New Roman" panose="02020603050405020304" pitchFamily="18" charset="0"/>
                      </a:endParaRPr>
                    </a:p>
                  </a:txBody>
                  <a:tcPr marL="68580" marR="68580" marT="0" marB="0" anchor="ctr"/>
                </a:tc>
                <a:tc>
                  <a:txBody>
                    <a:bodyPr/>
                    <a:lstStyle/>
                    <a:p>
                      <a:pPr marL="0" marR="0" algn="ctr">
                        <a:lnSpc>
                          <a:spcPct val="200000"/>
                        </a:lnSpc>
                        <a:spcBef>
                          <a:spcPts val="0"/>
                        </a:spcBef>
                        <a:spcAft>
                          <a:spcPts val="0"/>
                        </a:spcAft>
                      </a:pPr>
                      <a:r>
                        <a:rPr lang="en-US" sz="1800" b="1">
                          <a:effectLst/>
                          <a:latin typeface="Arial Nova" panose="020B0504020202020204" pitchFamily="34" charset="0"/>
                        </a:rPr>
                        <a:t> </a:t>
                      </a:r>
                      <a:endParaRPr lang="en-US" sz="2000" b="1">
                        <a:effectLst/>
                        <a:latin typeface="Arial Nova" panose="020B0504020202020204" pitchFamily="34" charset="0"/>
                        <a:ea typeface="Times New Roman" panose="02020603050405020304" pitchFamily="18" charset="0"/>
                      </a:endParaRPr>
                    </a:p>
                  </a:txBody>
                  <a:tcPr marL="68580" marR="68580" marT="0" marB="0" anchor="ctr"/>
                </a:tc>
                <a:tc>
                  <a:txBody>
                    <a:bodyPr/>
                    <a:lstStyle/>
                    <a:p>
                      <a:pPr marL="0" marR="0" algn="ctr">
                        <a:lnSpc>
                          <a:spcPct val="200000"/>
                        </a:lnSpc>
                        <a:spcBef>
                          <a:spcPts val="0"/>
                        </a:spcBef>
                        <a:spcAft>
                          <a:spcPts val="0"/>
                        </a:spcAft>
                      </a:pPr>
                      <a:r>
                        <a:rPr lang="en-US" sz="1800" b="1">
                          <a:effectLst/>
                          <a:latin typeface="Arial Nova" panose="020B0504020202020204" pitchFamily="34" charset="0"/>
                        </a:rPr>
                        <a:t>F</a:t>
                      </a:r>
                      <a:endParaRPr lang="en-US" sz="2000" b="1">
                        <a:effectLst/>
                        <a:latin typeface="Arial Nova" panose="020B0504020202020204" pitchFamily="34" charset="0"/>
                        <a:ea typeface="Times New Roman" panose="02020603050405020304" pitchFamily="18" charset="0"/>
                      </a:endParaRPr>
                    </a:p>
                  </a:txBody>
                  <a:tcPr marL="68580" marR="68580" marT="0" marB="0" anchor="ctr"/>
                </a:tc>
                <a:tc>
                  <a:txBody>
                    <a:bodyPr/>
                    <a:lstStyle/>
                    <a:p>
                      <a:pPr marL="0" marR="0" algn="ctr">
                        <a:lnSpc>
                          <a:spcPct val="200000"/>
                        </a:lnSpc>
                        <a:spcBef>
                          <a:spcPts val="0"/>
                        </a:spcBef>
                        <a:spcAft>
                          <a:spcPts val="0"/>
                        </a:spcAft>
                      </a:pPr>
                      <a:r>
                        <a:rPr lang="en-US" sz="1800" b="1">
                          <a:effectLst/>
                          <a:latin typeface="Arial Nova" panose="020B0504020202020204" pitchFamily="34" charset="0"/>
                        </a:rPr>
                        <a:t>B</a:t>
                      </a:r>
                      <a:endParaRPr lang="en-US" sz="2000" b="1">
                        <a:effectLst/>
                        <a:latin typeface="Arial Nova" panose="020B0504020202020204" pitchFamily="34" charset="0"/>
                        <a:ea typeface="Times New Roman" panose="02020603050405020304" pitchFamily="18" charset="0"/>
                      </a:endParaRPr>
                    </a:p>
                  </a:txBody>
                  <a:tcPr marL="68580" marR="68580" marT="0" marB="0" anchor="ctr"/>
                </a:tc>
                <a:tc>
                  <a:txBody>
                    <a:bodyPr/>
                    <a:lstStyle/>
                    <a:p>
                      <a:pPr marL="0" marR="0" algn="ctr">
                        <a:lnSpc>
                          <a:spcPct val="200000"/>
                        </a:lnSpc>
                        <a:spcBef>
                          <a:spcPts val="0"/>
                        </a:spcBef>
                        <a:spcAft>
                          <a:spcPts val="0"/>
                        </a:spcAft>
                      </a:pPr>
                      <a:r>
                        <a:rPr lang="en-US" sz="1800" b="1">
                          <a:effectLst/>
                          <a:latin typeface="Arial Nova" panose="020B0504020202020204" pitchFamily="34" charset="0"/>
                        </a:rPr>
                        <a:t>6</a:t>
                      </a:r>
                      <a:endParaRPr lang="en-US" sz="2000" b="1">
                        <a:effectLst/>
                        <a:latin typeface="Arial Nova" panose="020B0504020202020204" pitchFamily="34" charset="0"/>
                        <a:ea typeface="Times New Roman" panose="02020603050405020304" pitchFamily="18" charset="0"/>
                      </a:endParaRPr>
                    </a:p>
                  </a:txBody>
                  <a:tcPr marL="68580" marR="68580" marT="0" marB="0" anchor="ctr"/>
                </a:tc>
                <a:extLst>
                  <a:ext uri="{0D108BD9-81ED-4DB2-BD59-A6C34878D82A}">
                    <a16:rowId xmlns:a16="http://schemas.microsoft.com/office/drawing/2014/main" val="691975728"/>
                  </a:ext>
                </a:extLst>
              </a:tr>
              <a:tr h="164465">
                <a:tc>
                  <a:txBody>
                    <a:bodyPr/>
                    <a:lstStyle/>
                    <a:p>
                      <a:pPr marL="0" marR="0" algn="ctr">
                        <a:lnSpc>
                          <a:spcPct val="200000"/>
                        </a:lnSpc>
                        <a:spcBef>
                          <a:spcPts val="0"/>
                        </a:spcBef>
                        <a:spcAft>
                          <a:spcPts val="0"/>
                        </a:spcAft>
                      </a:pPr>
                      <a:r>
                        <a:rPr lang="en-US" sz="1800" b="1">
                          <a:effectLst/>
                          <a:latin typeface="Arial Nova" panose="020B0504020202020204" pitchFamily="34" charset="0"/>
                        </a:rPr>
                        <a:t>B</a:t>
                      </a:r>
                      <a:endParaRPr lang="en-US" sz="2000" b="1">
                        <a:effectLst/>
                        <a:latin typeface="Arial Nova" panose="020B0504020202020204" pitchFamily="34" charset="0"/>
                        <a:ea typeface="Times New Roman" panose="02020603050405020304" pitchFamily="18" charset="0"/>
                      </a:endParaRPr>
                    </a:p>
                  </a:txBody>
                  <a:tcPr marL="68580" marR="68580" marT="0" marB="0" anchor="ctr"/>
                </a:tc>
                <a:tc>
                  <a:txBody>
                    <a:bodyPr/>
                    <a:lstStyle/>
                    <a:p>
                      <a:pPr marL="0" marR="0" algn="ctr">
                        <a:lnSpc>
                          <a:spcPct val="200000"/>
                        </a:lnSpc>
                        <a:spcBef>
                          <a:spcPts val="0"/>
                        </a:spcBef>
                        <a:spcAft>
                          <a:spcPts val="0"/>
                        </a:spcAft>
                      </a:pPr>
                      <a:r>
                        <a:rPr lang="en-US" sz="1800" b="1">
                          <a:effectLst/>
                          <a:latin typeface="Arial Nova" panose="020B0504020202020204" pitchFamily="34" charset="0"/>
                        </a:rPr>
                        <a:t> </a:t>
                      </a:r>
                      <a:endParaRPr lang="en-US" sz="2000" b="1">
                        <a:effectLst/>
                        <a:latin typeface="Arial Nova" panose="020B0504020202020204" pitchFamily="34" charset="0"/>
                        <a:ea typeface="Times New Roman" panose="02020603050405020304" pitchFamily="18" charset="0"/>
                      </a:endParaRPr>
                    </a:p>
                  </a:txBody>
                  <a:tcPr marL="68580" marR="68580" marT="0" marB="0" anchor="ctr"/>
                </a:tc>
                <a:tc>
                  <a:txBody>
                    <a:bodyPr/>
                    <a:lstStyle/>
                    <a:p>
                      <a:pPr marL="0" marR="0" algn="ctr">
                        <a:lnSpc>
                          <a:spcPct val="200000"/>
                        </a:lnSpc>
                        <a:spcBef>
                          <a:spcPts val="0"/>
                        </a:spcBef>
                        <a:spcAft>
                          <a:spcPts val="0"/>
                        </a:spcAft>
                      </a:pPr>
                      <a:r>
                        <a:rPr lang="en-US" sz="1800" b="1">
                          <a:effectLst/>
                          <a:latin typeface="Arial Nova" panose="020B0504020202020204" pitchFamily="34" charset="0"/>
                        </a:rPr>
                        <a:t>10</a:t>
                      </a:r>
                      <a:endParaRPr lang="en-US" sz="2000" b="1">
                        <a:effectLst/>
                        <a:latin typeface="Arial Nova" panose="020B0504020202020204" pitchFamily="34" charset="0"/>
                        <a:ea typeface="Times New Roman" panose="02020603050405020304" pitchFamily="18" charset="0"/>
                      </a:endParaRPr>
                    </a:p>
                  </a:txBody>
                  <a:tcPr marL="68580" marR="68580" marT="0" marB="0" anchor="ctr"/>
                </a:tc>
                <a:tc>
                  <a:txBody>
                    <a:bodyPr/>
                    <a:lstStyle/>
                    <a:p>
                      <a:pPr marL="0" marR="0" algn="ctr">
                        <a:lnSpc>
                          <a:spcPct val="200000"/>
                        </a:lnSpc>
                        <a:spcBef>
                          <a:spcPts val="0"/>
                        </a:spcBef>
                        <a:spcAft>
                          <a:spcPts val="0"/>
                        </a:spcAft>
                      </a:pPr>
                      <a:r>
                        <a:rPr lang="en-US" sz="1800" b="1">
                          <a:effectLst/>
                          <a:latin typeface="Arial Nova" panose="020B0504020202020204" pitchFamily="34" charset="0"/>
                        </a:rPr>
                        <a:t> </a:t>
                      </a:r>
                      <a:endParaRPr lang="en-US" sz="2000" b="1">
                        <a:effectLst/>
                        <a:latin typeface="Arial Nova" panose="020B0504020202020204" pitchFamily="34" charset="0"/>
                        <a:ea typeface="Times New Roman" panose="02020603050405020304" pitchFamily="18" charset="0"/>
                      </a:endParaRPr>
                    </a:p>
                  </a:txBody>
                  <a:tcPr marL="68580" marR="68580" marT="0" marB="0" anchor="ctr"/>
                </a:tc>
                <a:tc>
                  <a:txBody>
                    <a:bodyPr/>
                    <a:lstStyle/>
                    <a:p>
                      <a:pPr marL="0" marR="0" algn="ctr">
                        <a:lnSpc>
                          <a:spcPct val="200000"/>
                        </a:lnSpc>
                        <a:spcBef>
                          <a:spcPts val="0"/>
                        </a:spcBef>
                        <a:spcAft>
                          <a:spcPts val="0"/>
                        </a:spcAft>
                        <a:tabLst>
                          <a:tab pos="674370" algn="ctr"/>
                          <a:tab pos="1348740" algn="r"/>
                        </a:tabLst>
                      </a:pPr>
                      <a:r>
                        <a:rPr lang="en-US" sz="1800" b="1" dirty="0">
                          <a:effectLst/>
                          <a:latin typeface="Arial Nova" panose="020B0504020202020204" pitchFamily="34" charset="0"/>
                        </a:rPr>
                        <a:t>G</a:t>
                      </a:r>
                      <a:endParaRPr lang="en-US" sz="2000" b="1" dirty="0">
                        <a:effectLst/>
                        <a:latin typeface="Arial Nova" panose="020B0504020202020204" pitchFamily="34" charset="0"/>
                        <a:ea typeface="Times New Roman" panose="02020603050405020304" pitchFamily="18" charset="0"/>
                      </a:endParaRPr>
                    </a:p>
                  </a:txBody>
                  <a:tcPr marL="68580" marR="68580" marT="0" marB="0" anchor="ctr"/>
                </a:tc>
                <a:tc>
                  <a:txBody>
                    <a:bodyPr/>
                    <a:lstStyle/>
                    <a:p>
                      <a:pPr marL="0" marR="0" algn="ctr">
                        <a:lnSpc>
                          <a:spcPct val="200000"/>
                        </a:lnSpc>
                        <a:spcBef>
                          <a:spcPts val="0"/>
                        </a:spcBef>
                        <a:spcAft>
                          <a:spcPts val="0"/>
                        </a:spcAft>
                      </a:pPr>
                      <a:r>
                        <a:rPr lang="en-US" sz="1800" b="1" dirty="0">
                          <a:effectLst/>
                          <a:latin typeface="Arial Nova" panose="020B0504020202020204" pitchFamily="34" charset="0"/>
                        </a:rPr>
                        <a:t>C</a:t>
                      </a:r>
                      <a:endParaRPr lang="en-US" sz="2000" b="1" dirty="0">
                        <a:effectLst/>
                        <a:latin typeface="Arial Nova" panose="020B0504020202020204" pitchFamily="34" charset="0"/>
                        <a:ea typeface="Times New Roman" panose="02020603050405020304" pitchFamily="18" charset="0"/>
                      </a:endParaRPr>
                    </a:p>
                  </a:txBody>
                  <a:tcPr marL="68580" marR="68580" marT="0" marB="0" anchor="ctr"/>
                </a:tc>
                <a:tc>
                  <a:txBody>
                    <a:bodyPr/>
                    <a:lstStyle/>
                    <a:p>
                      <a:pPr marL="0" marR="0" algn="ctr">
                        <a:lnSpc>
                          <a:spcPct val="200000"/>
                        </a:lnSpc>
                        <a:spcBef>
                          <a:spcPts val="0"/>
                        </a:spcBef>
                        <a:spcAft>
                          <a:spcPts val="0"/>
                        </a:spcAft>
                      </a:pPr>
                      <a:r>
                        <a:rPr lang="en-US" sz="1800" b="1">
                          <a:effectLst/>
                          <a:latin typeface="Arial Nova" panose="020B0504020202020204" pitchFamily="34" charset="0"/>
                        </a:rPr>
                        <a:t>2</a:t>
                      </a:r>
                      <a:endParaRPr lang="en-US" sz="2000" b="1">
                        <a:effectLst/>
                        <a:latin typeface="Arial Nova" panose="020B0504020202020204" pitchFamily="34" charset="0"/>
                        <a:ea typeface="Times New Roman" panose="02020603050405020304" pitchFamily="18" charset="0"/>
                      </a:endParaRPr>
                    </a:p>
                  </a:txBody>
                  <a:tcPr marL="68580" marR="68580" marT="0" marB="0" anchor="ctr"/>
                </a:tc>
                <a:extLst>
                  <a:ext uri="{0D108BD9-81ED-4DB2-BD59-A6C34878D82A}">
                    <a16:rowId xmlns:a16="http://schemas.microsoft.com/office/drawing/2014/main" val="2721833964"/>
                  </a:ext>
                </a:extLst>
              </a:tr>
              <a:tr h="164465">
                <a:tc>
                  <a:txBody>
                    <a:bodyPr/>
                    <a:lstStyle/>
                    <a:p>
                      <a:pPr marL="0" marR="0" algn="ctr">
                        <a:lnSpc>
                          <a:spcPct val="200000"/>
                        </a:lnSpc>
                        <a:spcBef>
                          <a:spcPts val="0"/>
                        </a:spcBef>
                        <a:spcAft>
                          <a:spcPts val="0"/>
                        </a:spcAft>
                      </a:pPr>
                      <a:r>
                        <a:rPr lang="en-US" sz="1800" b="1">
                          <a:effectLst/>
                          <a:latin typeface="Arial Nova" panose="020B0504020202020204" pitchFamily="34" charset="0"/>
                        </a:rPr>
                        <a:t>C</a:t>
                      </a:r>
                      <a:endParaRPr lang="en-US" sz="2000" b="1">
                        <a:effectLst/>
                        <a:latin typeface="Arial Nova" panose="020B0504020202020204" pitchFamily="34" charset="0"/>
                        <a:ea typeface="Times New Roman" panose="02020603050405020304" pitchFamily="18" charset="0"/>
                      </a:endParaRPr>
                    </a:p>
                  </a:txBody>
                  <a:tcPr marL="68580" marR="68580" marT="0" marB="0" anchor="ctr"/>
                </a:tc>
                <a:tc>
                  <a:txBody>
                    <a:bodyPr/>
                    <a:lstStyle/>
                    <a:p>
                      <a:pPr marL="0" marR="0" algn="ctr">
                        <a:lnSpc>
                          <a:spcPct val="200000"/>
                        </a:lnSpc>
                        <a:spcBef>
                          <a:spcPts val="0"/>
                        </a:spcBef>
                        <a:spcAft>
                          <a:spcPts val="0"/>
                        </a:spcAft>
                      </a:pPr>
                      <a:r>
                        <a:rPr lang="en-US" sz="1800" b="1">
                          <a:effectLst/>
                          <a:latin typeface="Arial Nova" panose="020B0504020202020204" pitchFamily="34" charset="0"/>
                        </a:rPr>
                        <a:t> </a:t>
                      </a:r>
                      <a:endParaRPr lang="en-US" sz="2000" b="1">
                        <a:effectLst/>
                        <a:latin typeface="Arial Nova" panose="020B0504020202020204" pitchFamily="34" charset="0"/>
                        <a:ea typeface="Times New Roman" panose="02020603050405020304" pitchFamily="18" charset="0"/>
                      </a:endParaRPr>
                    </a:p>
                  </a:txBody>
                  <a:tcPr marL="68580" marR="68580" marT="0" marB="0" anchor="ctr"/>
                </a:tc>
                <a:tc>
                  <a:txBody>
                    <a:bodyPr/>
                    <a:lstStyle/>
                    <a:p>
                      <a:pPr marL="0" marR="0" algn="ctr">
                        <a:lnSpc>
                          <a:spcPct val="200000"/>
                        </a:lnSpc>
                        <a:spcBef>
                          <a:spcPts val="0"/>
                        </a:spcBef>
                        <a:spcAft>
                          <a:spcPts val="0"/>
                        </a:spcAft>
                      </a:pPr>
                      <a:r>
                        <a:rPr lang="en-US" sz="1800" b="1">
                          <a:effectLst/>
                          <a:latin typeface="Arial Nova" panose="020B0504020202020204" pitchFamily="34" charset="0"/>
                        </a:rPr>
                        <a:t>7</a:t>
                      </a:r>
                      <a:endParaRPr lang="en-US" sz="2000" b="1">
                        <a:effectLst/>
                        <a:latin typeface="Arial Nova" panose="020B0504020202020204" pitchFamily="34" charset="0"/>
                        <a:ea typeface="Times New Roman" panose="02020603050405020304" pitchFamily="18" charset="0"/>
                      </a:endParaRPr>
                    </a:p>
                  </a:txBody>
                  <a:tcPr marL="68580" marR="68580" marT="0" marB="0" anchor="ctr"/>
                </a:tc>
                <a:tc>
                  <a:txBody>
                    <a:bodyPr/>
                    <a:lstStyle/>
                    <a:p>
                      <a:pPr marL="0" marR="0" algn="ctr">
                        <a:lnSpc>
                          <a:spcPct val="200000"/>
                        </a:lnSpc>
                        <a:spcBef>
                          <a:spcPts val="0"/>
                        </a:spcBef>
                        <a:spcAft>
                          <a:spcPts val="0"/>
                        </a:spcAft>
                      </a:pPr>
                      <a:r>
                        <a:rPr lang="en-US" sz="1800" b="1">
                          <a:effectLst/>
                          <a:latin typeface="Arial Nova" panose="020B0504020202020204" pitchFamily="34" charset="0"/>
                        </a:rPr>
                        <a:t> </a:t>
                      </a:r>
                      <a:endParaRPr lang="en-US" sz="2000" b="1">
                        <a:effectLst/>
                        <a:latin typeface="Arial Nova" panose="020B0504020202020204" pitchFamily="34" charset="0"/>
                        <a:ea typeface="Times New Roman" panose="02020603050405020304" pitchFamily="18" charset="0"/>
                      </a:endParaRPr>
                    </a:p>
                  </a:txBody>
                  <a:tcPr marL="68580" marR="68580" marT="0" marB="0" anchor="ctr"/>
                </a:tc>
                <a:tc>
                  <a:txBody>
                    <a:bodyPr/>
                    <a:lstStyle/>
                    <a:p>
                      <a:pPr marL="0" marR="0" algn="ctr">
                        <a:lnSpc>
                          <a:spcPct val="200000"/>
                        </a:lnSpc>
                        <a:spcBef>
                          <a:spcPts val="0"/>
                        </a:spcBef>
                        <a:spcAft>
                          <a:spcPts val="0"/>
                        </a:spcAft>
                      </a:pPr>
                      <a:r>
                        <a:rPr lang="en-US" sz="1800" b="1">
                          <a:effectLst/>
                          <a:latin typeface="Arial Nova" panose="020B0504020202020204" pitchFamily="34" charset="0"/>
                        </a:rPr>
                        <a:t>H</a:t>
                      </a:r>
                      <a:endParaRPr lang="en-US" sz="2000" b="1">
                        <a:effectLst/>
                        <a:latin typeface="Arial Nova" panose="020B0504020202020204" pitchFamily="34" charset="0"/>
                        <a:ea typeface="Times New Roman" panose="02020603050405020304" pitchFamily="18" charset="0"/>
                      </a:endParaRPr>
                    </a:p>
                  </a:txBody>
                  <a:tcPr marL="68580" marR="68580" marT="0" marB="0" anchor="ctr"/>
                </a:tc>
                <a:tc>
                  <a:txBody>
                    <a:bodyPr/>
                    <a:lstStyle/>
                    <a:p>
                      <a:pPr marL="0" marR="0" algn="ctr">
                        <a:lnSpc>
                          <a:spcPct val="200000"/>
                        </a:lnSpc>
                        <a:spcBef>
                          <a:spcPts val="0"/>
                        </a:spcBef>
                        <a:spcAft>
                          <a:spcPts val="0"/>
                        </a:spcAft>
                      </a:pPr>
                      <a:r>
                        <a:rPr lang="en-US" sz="1800" b="1">
                          <a:effectLst/>
                          <a:latin typeface="Arial Nova" panose="020B0504020202020204" pitchFamily="34" charset="0"/>
                        </a:rPr>
                        <a:t>F</a:t>
                      </a:r>
                      <a:endParaRPr lang="en-US" sz="2000" b="1">
                        <a:effectLst/>
                        <a:latin typeface="Arial Nova" panose="020B0504020202020204" pitchFamily="34" charset="0"/>
                        <a:ea typeface="Times New Roman" panose="02020603050405020304" pitchFamily="18" charset="0"/>
                      </a:endParaRPr>
                    </a:p>
                  </a:txBody>
                  <a:tcPr marL="68580" marR="68580" marT="0" marB="0" anchor="ctr"/>
                </a:tc>
                <a:tc>
                  <a:txBody>
                    <a:bodyPr/>
                    <a:lstStyle/>
                    <a:p>
                      <a:pPr marL="0" marR="0" algn="ctr">
                        <a:lnSpc>
                          <a:spcPct val="200000"/>
                        </a:lnSpc>
                        <a:spcBef>
                          <a:spcPts val="0"/>
                        </a:spcBef>
                        <a:spcAft>
                          <a:spcPts val="0"/>
                        </a:spcAft>
                      </a:pPr>
                      <a:r>
                        <a:rPr lang="en-US" sz="1800" b="1" dirty="0">
                          <a:effectLst/>
                          <a:latin typeface="Arial Nova" panose="020B0504020202020204" pitchFamily="34" charset="0"/>
                        </a:rPr>
                        <a:t>8</a:t>
                      </a:r>
                      <a:endParaRPr lang="en-US" sz="2000" b="1" dirty="0">
                        <a:effectLst/>
                        <a:latin typeface="Arial Nova" panose="020B0504020202020204" pitchFamily="34" charset="0"/>
                        <a:ea typeface="Times New Roman" panose="02020603050405020304" pitchFamily="18" charset="0"/>
                      </a:endParaRPr>
                    </a:p>
                  </a:txBody>
                  <a:tcPr marL="68580" marR="68580" marT="0" marB="0" anchor="ctr"/>
                </a:tc>
                <a:extLst>
                  <a:ext uri="{0D108BD9-81ED-4DB2-BD59-A6C34878D82A}">
                    <a16:rowId xmlns:a16="http://schemas.microsoft.com/office/drawing/2014/main" val="3208509800"/>
                  </a:ext>
                </a:extLst>
              </a:tr>
              <a:tr h="164465">
                <a:tc>
                  <a:txBody>
                    <a:bodyPr/>
                    <a:lstStyle/>
                    <a:p>
                      <a:pPr marL="0" marR="0" algn="ctr">
                        <a:lnSpc>
                          <a:spcPct val="200000"/>
                        </a:lnSpc>
                        <a:spcBef>
                          <a:spcPts val="0"/>
                        </a:spcBef>
                        <a:spcAft>
                          <a:spcPts val="0"/>
                        </a:spcAft>
                      </a:pPr>
                      <a:r>
                        <a:rPr lang="en-US" sz="1800" b="1">
                          <a:effectLst/>
                          <a:latin typeface="Arial Nova" panose="020B0504020202020204" pitchFamily="34" charset="0"/>
                        </a:rPr>
                        <a:t>D</a:t>
                      </a:r>
                      <a:endParaRPr lang="en-US" sz="2000" b="1">
                        <a:effectLst/>
                        <a:latin typeface="Arial Nova" panose="020B0504020202020204" pitchFamily="34" charset="0"/>
                        <a:ea typeface="Times New Roman" panose="02020603050405020304" pitchFamily="18" charset="0"/>
                      </a:endParaRPr>
                    </a:p>
                  </a:txBody>
                  <a:tcPr marL="68580" marR="68580" marT="0" marB="0" anchor="ctr"/>
                </a:tc>
                <a:tc>
                  <a:txBody>
                    <a:bodyPr/>
                    <a:lstStyle/>
                    <a:p>
                      <a:pPr marL="0" marR="0" algn="ctr">
                        <a:lnSpc>
                          <a:spcPct val="200000"/>
                        </a:lnSpc>
                        <a:spcBef>
                          <a:spcPts val="0"/>
                        </a:spcBef>
                        <a:spcAft>
                          <a:spcPts val="0"/>
                        </a:spcAft>
                      </a:pPr>
                      <a:r>
                        <a:rPr lang="en-US" sz="1800" b="1">
                          <a:effectLst/>
                          <a:latin typeface="Arial Nova" panose="020B0504020202020204" pitchFamily="34" charset="0"/>
                        </a:rPr>
                        <a:t>A</a:t>
                      </a:r>
                      <a:endParaRPr lang="en-US" sz="2000" b="1">
                        <a:effectLst/>
                        <a:latin typeface="Arial Nova" panose="020B0504020202020204" pitchFamily="34" charset="0"/>
                        <a:ea typeface="Times New Roman" panose="02020603050405020304" pitchFamily="18" charset="0"/>
                      </a:endParaRPr>
                    </a:p>
                  </a:txBody>
                  <a:tcPr marL="68580" marR="68580" marT="0" marB="0" anchor="ctr"/>
                </a:tc>
                <a:tc>
                  <a:txBody>
                    <a:bodyPr/>
                    <a:lstStyle/>
                    <a:p>
                      <a:pPr marL="0" marR="0" algn="ctr">
                        <a:lnSpc>
                          <a:spcPct val="200000"/>
                        </a:lnSpc>
                        <a:spcBef>
                          <a:spcPts val="0"/>
                        </a:spcBef>
                        <a:spcAft>
                          <a:spcPts val="0"/>
                        </a:spcAft>
                      </a:pPr>
                      <a:r>
                        <a:rPr lang="en-US" sz="1800" b="1">
                          <a:effectLst/>
                          <a:latin typeface="Arial Nova" panose="020B0504020202020204" pitchFamily="34" charset="0"/>
                        </a:rPr>
                        <a:t>5</a:t>
                      </a:r>
                      <a:endParaRPr lang="en-US" sz="2000" b="1">
                        <a:effectLst/>
                        <a:latin typeface="Arial Nova" panose="020B0504020202020204" pitchFamily="34" charset="0"/>
                        <a:ea typeface="Times New Roman" panose="02020603050405020304" pitchFamily="18" charset="0"/>
                      </a:endParaRPr>
                    </a:p>
                  </a:txBody>
                  <a:tcPr marL="68580" marR="68580" marT="0" marB="0" anchor="ctr"/>
                </a:tc>
                <a:tc>
                  <a:txBody>
                    <a:bodyPr/>
                    <a:lstStyle/>
                    <a:p>
                      <a:pPr marL="0" marR="0" algn="ctr">
                        <a:lnSpc>
                          <a:spcPct val="200000"/>
                        </a:lnSpc>
                        <a:spcBef>
                          <a:spcPts val="0"/>
                        </a:spcBef>
                        <a:spcAft>
                          <a:spcPts val="0"/>
                        </a:spcAft>
                      </a:pPr>
                      <a:r>
                        <a:rPr lang="en-US" sz="1800" b="1">
                          <a:effectLst/>
                          <a:latin typeface="Arial Nova" panose="020B0504020202020204" pitchFamily="34" charset="0"/>
                        </a:rPr>
                        <a:t> </a:t>
                      </a:r>
                      <a:endParaRPr lang="en-US" sz="2000" b="1">
                        <a:effectLst/>
                        <a:latin typeface="Arial Nova" panose="020B0504020202020204" pitchFamily="34" charset="0"/>
                        <a:ea typeface="Times New Roman" panose="02020603050405020304" pitchFamily="18" charset="0"/>
                      </a:endParaRPr>
                    </a:p>
                  </a:txBody>
                  <a:tcPr marL="68580" marR="68580" marT="0" marB="0" anchor="ctr"/>
                </a:tc>
                <a:tc>
                  <a:txBody>
                    <a:bodyPr/>
                    <a:lstStyle/>
                    <a:p>
                      <a:pPr marL="0" marR="0" algn="ctr">
                        <a:lnSpc>
                          <a:spcPct val="200000"/>
                        </a:lnSpc>
                        <a:spcBef>
                          <a:spcPts val="0"/>
                        </a:spcBef>
                        <a:spcAft>
                          <a:spcPts val="0"/>
                        </a:spcAft>
                      </a:pPr>
                      <a:r>
                        <a:rPr lang="en-US" sz="1800" b="1">
                          <a:effectLst/>
                          <a:latin typeface="Arial Nova" panose="020B0504020202020204" pitchFamily="34" charset="0"/>
                        </a:rPr>
                        <a:t>I</a:t>
                      </a:r>
                      <a:endParaRPr lang="en-US" sz="2000" b="1">
                        <a:effectLst/>
                        <a:latin typeface="Arial Nova" panose="020B0504020202020204" pitchFamily="34" charset="0"/>
                        <a:ea typeface="Times New Roman" panose="02020603050405020304" pitchFamily="18" charset="0"/>
                      </a:endParaRPr>
                    </a:p>
                  </a:txBody>
                  <a:tcPr marL="68580" marR="68580" marT="0" marB="0" anchor="ctr"/>
                </a:tc>
                <a:tc>
                  <a:txBody>
                    <a:bodyPr/>
                    <a:lstStyle/>
                    <a:p>
                      <a:pPr marL="0" marR="0" algn="ctr">
                        <a:lnSpc>
                          <a:spcPct val="200000"/>
                        </a:lnSpc>
                        <a:spcBef>
                          <a:spcPts val="0"/>
                        </a:spcBef>
                        <a:spcAft>
                          <a:spcPts val="0"/>
                        </a:spcAft>
                      </a:pPr>
                      <a:r>
                        <a:rPr lang="en-US" sz="1800" b="1">
                          <a:effectLst/>
                          <a:latin typeface="Arial Nova" panose="020B0504020202020204" pitchFamily="34" charset="0"/>
                        </a:rPr>
                        <a:t>F, G</a:t>
                      </a:r>
                      <a:endParaRPr lang="en-US" sz="2000" b="1">
                        <a:effectLst/>
                        <a:latin typeface="Arial Nova" panose="020B0504020202020204" pitchFamily="34" charset="0"/>
                        <a:ea typeface="Times New Roman" panose="02020603050405020304" pitchFamily="18" charset="0"/>
                      </a:endParaRPr>
                    </a:p>
                  </a:txBody>
                  <a:tcPr marL="68580" marR="68580" marT="0" marB="0" anchor="ctr"/>
                </a:tc>
                <a:tc>
                  <a:txBody>
                    <a:bodyPr/>
                    <a:lstStyle/>
                    <a:p>
                      <a:pPr marL="0" marR="0" algn="ctr">
                        <a:lnSpc>
                          <a:spcPct val="200000"/>
                        </a:lnSpc>
                        <a:spcBef>
                          <a:spcPts val="0"/>
                        </a:spcBef>
                        <a:spcAft>
                          <a:spcPts val="0"/>
                        </a:spcAft>
                      </a:pPr>
                      <a:r>
                        <a:rPr lang="en-US" sz="1800" b="1" dirty="0">
                          <a:effectLst/>
                          <a:latin typeface="Arial Nova" panose="020B0504020202020204" pitchFamily="34" charset="0"/>
                        </a:rPr>
                        <a:t>11</a:t>
                      </a:r>
                      <a:endParaRPr lang="en-US" sz="2000" b="1" dirty="0">
                        <a:effectLst/>
                        <a:latin typeface="Arial Nova" panose="020B0504020202020204" pitchFamily="34" charset="0"/>
                        <a:ea typeface="Times New Roman" panose="02020603050405020304" pitchFamily="18" charset="0"/>
                      </a:endParaRPr>
                    </a:p>
                  </a:txBody>
                  <a:tcPr marL="68580" marR="68580" marT="0" marB="0" anchor="ctr"/>
                </a:tc>
                <a:extLst>
                  <a:ext uri="{0D108BD9-81ED-4DB2-BD59-A6C34878D82A}">
                    <a16:rowId xmlns:a16="http://schemas.microsoft.com/office/drawing/2014/main" val="3336804773"/>
                  </a:ext>
                </a:extLst>
              </a:tr>
              <a:tr h="164465">
                <a:tc>
                  <a:txBody>
                    <a:bodyPr/>
                    <a:lstStyle/>
                    <a:p>
                      <a:pPr marL="0" marR="0" algn="ctr">
                        <a:lnSpc>
                          <a:spcPct val="200000"/>
                        </a:lnSpc>
                        <a:spcBef>
                          <a:spcPts val="0"/>
                        </a:spcBef>
                        <a:spcAft>
                          <a:spcPts val="0"/>
                        </a:spcAft>
                      </a:pPr>
                      <a:r>
                        <a:rPr lang="en-US" sz="1800" b="1">
                          <a:effectLst/>
                          <a:latin typeface="Arial Nova" panose="020B0504020202020204" pitchFamily="34" charset="0"/>
                        </a:rPr>
                        <a:t>E</a:t>
                      </a:r>
                      <a:endParaRPr lang="en-US" sz="2000" b="1">
                        <a:effectLst/>
                        <a:latin typeface="Arial Nova" panose="020B0504020202020204" pitchFamily="34" charset="0"/>
                        <a:ea typeface="Times New Roman" panose="02020603050405020304" pitchFamily="18" charset="0"/>
                      </a:endParaRPr>
                    </a:p>
                  </a:txBody>
                  <a:tcPr marL="68580" marR="68580" marT="0" marB="0" anchor="ctr"/>
                </a:tc>
                <a:tc>
                  <a:txBody>
                    <a:bodyPr/>
                    <a:lstStyle/>
                    <a:p>
                      <a:pPr marL="0" marR="0" algn="ctr">
                        <a:lnSpc>
                          <a:spcPct val="200000"/>
                        </a:lnSpc>
                        <a:spcBef>
                          <a:spcPts val="0"/>
                        </a:spcBef>
                        <a:spcAft>
                          <a:spcPts val="0"/>
                        </a:spcAft>
                      </a:pPr>
                      <a:r>
                        <a:rPr lang="en-US" sz="1800" b="1">
                          <a:effectLst/>
                          <a:latin typeface="Arial Nova" panose="020B0504020202020204" pitchFamily="34" charset="0"/>
                        </a:rPr>
                        <a:t>B</a:t>
                      </a:r>
                      <a:endParaRPr lang="en-US" sz="2000" b="1">
                        <a:effectLst/>
                        <a:latin typeface="Arial Nova" panose="020B0504020202020204" pitchFamily="34" charset="0"/>
                        <a:ea typeface="Times New Roman" panose="02020603050405020304" pitchFamily="18" charset="0"/>
                      </a:endParaRPr>
                    </a:p>
                  </a:txBody>
                  <a:tcPr marL="68580" marR="68580" marT="0" marB="0" anchor="ctr"/>
                </a:tc>
                <a:tc>
                  <a:txBody>
                    <a:bodyPr/>
                    <a:lstStyle/>
                    <a:p>
                      <a:pPr marL="0" marR="0" algn="ctr">
                        <a:lnSpc>
                          <a:spcPct val="200000"/>
                        </a:lnSpc>
                        <a:spcBef>
                          <a:spcPts val="0"/>
                        </a:spcBef>
                        <a:spcAft>
                          <a:spcPts val="0"/>
                        </a:spcAft>
                      </a:pPr>
                      <a:r>
                        <a:rPr lang="en-US" sz="1800" b="1">
                          <a:effectLst/>
                          <a:latin typeface="Arial Nova" panose="020B0504020202020204" pitchFamily="34" charset="0"/>
                        </a:rPr>
                        <a:t>3</a:t>
                      </a:r>
                      <a:endParaRPr lang="en-US" sz="2000" b="1">
                        <a:effectLst/>
                        <a:latin typeface="Arial Nova" panose="020B0504020202020204" pitchFamily="34" charset="0"/>
                        <a:ea typeface="Times New Roman" panose="02020603050405020304" pitchFamily="18" charset="0"/>
                      </a:endParaRPr>
                    </a:p>
                  </a:txBody>
                  <a:tcPr marL="68580" marR="68580" marT="0" marB="0" anchor="ctr"/>
                </a:tc>
                <a:tc>
                  <a:txBody>
                    <a:bodyPr/>
                    <a:lstStyle/>
                    <a:p>
                      <a:pPr marL="0" marR="0" algn="ctr">
                        <a:lnSpc>
                          <a:spcPct val="200000"/>
                        </a:lnSpc>
                        <a:spcBef>
                          <a:spcPts val="0"/>
                        </a:spcBef>
                        <a:spcAft>
                          <a:spcPts val="0"/>
                        </a:spcAft>
                      </a:pPr>
                      <a:r>
                        <a:rPr lang="en-US" sz="1800" b="1">
                          <a:effectLst/>
                          <a:latin typeface="Arial Nova" panose="020B0504020202020204" pitchFamily="34" charset="0"/>
                        </a:rPr>
                        <a:t> </a:t>
                      </a:r>
                      <a:endParaRPr lang="en-US" sz="2000" b="1">
                        <a:effectLst/>
                        <a:latin typeface="Arial Nova" panose="020B0504020202020204" pitchFamily="34" charset="0"/>
                        <a:ea typeface="Times New Roman" panose="02020603050405020304" pitchFamily="18" charset="0"/>
                      </a:endParaRPr>
                    </a:p>
                  </a:txBody>
                  <a:tcPr marL="68580" marR="68580" marT="0" marB="0" anchor="ctr"/>
                </a:tc>
                <a:tc>
                  <a:txBody>
                    <a:bodyPr/>
                    <a:lstStyle/>
                    <a:p>
                      <a:pPr marL="0" marR="0" algn="ctr">
                        <a:lnSpc>
                          <a:spcPct val="200000"/>
                        </a:lnSpc>
                        <a:spcBef>
                          <a:spcPts val="0"/>
                        </a:spcBef>
                        <a:spcAft>
                          <a:spcPts val="0"/>
                        </a:spcAft>
                      </a:pPr>
                      <a:r>
                        <a:rPr lang="en-US" sz="1800" b="1">
                          <a:effectLst/>
                          <a:latin typeface="Arial Nova" panose="020B0504020202020204" pitchFamily="34" charset="0"/>
                        </a:rPr>
                        <a:t>J</a:t>
                      </a:r>
                      <a:endParaRPr lang="en-US" sz="2000" b="1">
                        <a:effectLst/>
                        <a:latin typeface="Arial Nova" panose="020B0504020202020204" pitchFamily="34" charset="0"/>
                        <a:ea typeface="Times New Roman" panose="02020603050405020304" pitchFamily="18" charset="0"/>
                      </a:endParaRPr>
                    </a:p>
                  </a:txBody>
                  <a:tcPr marL="68580" marR="68580" marT="0" marB="0" anchor="ctr"/>
                </a:tc>
                <a:tc>
                  <a:txBody>
                    <a:bodyPr/>
                    <a:lstStyle/>
                    <a:p>
                      <a:pPr marL="0" marR="0" algn="ctr">
                        <a:lnSpc>
                          <a:spcPct val="200000"/>
                        </a:lnSpc>
                        <a:spcBef>
                          <a:spcPts val="0"/>
                        </a:spcBef>
                        <a:spcAft>
                          <a:spcPts val="0"/>
                        </a:spcAft>
                      </a:pPr>
                      <a:r>
                        <a:rPr lang="en-US" sz="1800" b="1">
                          <a:effectLst/>
                          <a:latin typeface="Arial Nova" panose="020B0504020202020204" pitchFamily="34" charset="0"/>
                        </a:rPr>
                        <a:t>D, E</a:t>
                      </a:r>
                      <a:endParaRPr lang="en-US" sz="2000" b="1">
                        <a:effectLst/>
                        <a:latin typeface="Arial Nova" panose="020B0504020202020204" pitchFamily="34" charset="0"/>
                        <a:ea typeface="Times New Roman" panose="02020603050405020304" pitchFamily="18" charset="0"/>
                      </a:endParaRPr>
                    </a:p>
                  </a:txBody>
                  <a:tcPr marL="68580" marR="68580" marT="0" marB="0" anchor="ctr"/>
                </a:tc>
                <a:tc>
                  <a:txBody>
                    <a:bodyPr/>
                    <a:lstStyle/>
                    <a:p>
                      <a:pPr marL="0" marR="0" algn="ctr">
                        <a:lnSpc>
                          <a:spcPct val="200000"/>
                        </a:lnSpc>
                        <a:spcBef>
                          <a:spcPts val="0"/>
                        </a:spcBef>
                        <a:spcAft>
                          <a:spcPts val="0"/>
                        </a:spcAft>
                      </a:pPr>
                      <a:r>
                        <a:rPr lang="en-US" sz="1800" b="1" dirty="0">
                          <a:effectLst/>
                          <a:latin typeface="Arial Nova" panose="020B0504020202020204" pitchFamily="34" charset="0"/>
                        </a:rPr>
                        <a:t>8</a:t>
                      </a:r>
                      <a:endParaRPr lang="en-US" sz="2000" b="1" dirty="0">
                        <a:effectLst/>
                        <a:latin typeface="Arial Nova" panose="020B0504020202020204" pitchFamily="34" charset="0"/>
                        <a:ea typeface="Times New Roman" panose="02020603050405020304" pitchFamily="18" charset="0"/>
                      </a:endParaRPr>
                    </a:p>
                  </a:txBody>
                  <a:tcPr marL="68580" marR="68580" marT="0" marB="0" anchor="ctr"/>
                </a:tc>
                <a:extLst>
                  <a:ext uri="{0D108BD9-81ED-4DB2-BD59-A6C34878D82A}">
                    <a16:rowId xmlns:a16="http://schemas.microsoft.com/office/drawing/2014/main" val="3092985119"/>
                  </a:ext>
                </a:extLst>
              </a:tr>
            </a:tbl>
          </a:graphicData>
        </a:graphic>
      </p:graphicFrame>
    </p:spTree>
    <p:extLst>
      <p:ext uri="{BB962C8B-B14F-4D97-AF65-F5344CB8AC3E}">
        <p14:creationId xmlns:p14="http://schemas.microsoft.com/office/powerpoint/2010/main" val="3085713789"/>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316A5661-2CFE-478C-BAC3-729F393F3C4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BC1DA2B-FE6F-1C6E-BFA0-9B15DC40309D}"/>
              </a:ext>
            </a:extLst>
          </p:cNvPr>
          <p:cNvSpPr>
            <a:spLocks noGrp="1"/>
          </p:cNvSpPr>
          <p:nvPr>
            <p:ph type="title"/>
          </p:nvPr>
        </p:nvSpPr>
        <p:spPr>
          <a:xfrm>
            <a:off x="2139081" y="92738"/>
            <a:ext cx="9514055" cy="1267138"/>
          </a:xfrm>
        </p:spPr>
        <p:txBody>
          <a:bodyPr anchor="ctr">
            <a:normAutofit/>
          </a:bodyPr>
          <a:lstStyle/>
          <a:p>
            <a:r>
              <a:rPr lang="en-US" sz="4000" dirty="0">
                <a:solidFill>
                  <a:schemeClr val="accent6">
                    <a:lumMod val="40000"/>
                    <a:lumOff val="60000"/>
                  </a:schemeClr>
                </a:solidFill>
                <a:latin typeface="Arial Rounded MT Bold" panose="020F0704030504030204" pitchFamily="34" charset="0"/>
              </a:rPr>
              <a:t>Project management tools</a:t>
            </a:r>
          </a:p>
        </p:txBody>
      </p:sp>
      <p:grpSp>
        <p:nvGrpSpPr>
          <p:cNvPr id="10" name="Group 9">
            <a:extLst>
              <a:ext uri="{FF2B5EF4-FFF2-40B4-BE49-F238E27FC236}">
                <a16:creationId xmlns:a16="http://schemas.microsoft.com/office/drawing/2014/main" id="{FB7BE8CD-E348-464A-82CC-7EF7AA82842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999771" y="649304"/>
            <a:ext cx="913428" cy="1315264"/>
            <a:chOff x="999771" y="649304"/>
            <a:chExt cx="913428" cy="1315264"/>
          </a:xfrm>
        </p:grpSpPr>
        <p:grpSp>
          <p:nvGrpSpPr>
            <p:cNvPr id="11" name="Group 10">
              <a:extLst>
                <a:ext uri="{FF2B5EF4-FFF2-40B4-BE49-F238E27FC236}">
                  <a16:creationId xmlns:a16="http://schemas.microsoft.com/office/drawing/2014/main" id="{B8CC82D2-4C4A-4C67-8483-5199F97B37A7}"/>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999771" y="932104"/>
              <a:ext cx="913428" cy="1032464"/>
              <a:chOff x="999771" y="932104"/>
              <a:chExt cx="913428" cy="1032464"/>
            </a:xfrm>
          </p:grpSpPr>
          <p:grpSp>
            <p:nvGrpSpPr>
              <p:cNvPr id="15" name="Group 14">
                <a:extLst>
                  <a:ext uri="{FF2B5EF4-FFF2-40B4-BE49-F238E27FC236}">
                    <a16:creationId xmlns:a16="http://schemas.microsoft.com/office/drawing/2014/main" id="{70D2391D-AA33-4F5E-BD96-B42D93DED226}"/>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rot="8100000" flipV="1">
                <a:off x="1047457" y="1290386"/>
                <a:ext cx="865742" cy="628383"/>
                <a:chOff x="558167" y="958515"/>
                <a:chExt cx="865742" cy="628383"/>
              </a:xfrm>
              <a:solidFill>
                <a:schemeClr val="accent3"/>
              </a:solidFill>
            </p:grpSpPr>
            <p:sp>
              <p:nvSpPr>
                <p:cNvPr id="22" name="Freeform: Shape 21">
                  <a:extLst>
                    <a:ext uri="{FF2B5EF4-FFF2-40B4-BE49-F238E27FC236}">
                      <a16:creationId xmlns:a16="http://schemas.microsoft.com/office/drawing/2014/main" id="{BE166DCE-539D-4C74-9C9D-AC000BA2F8A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8100000" flipH="1">
                  <a:off x="558167" y="1122160"/>
                  <a:ext cx="464738" cy="464738"/>
                </a:xfrm>
                <a:custGeom>
                  <a:avLst/>
                  <a:gdLst>
                    <a:gd name="connsiteX0" fmla="*/ 446142 w 464738"/>
                    <a:gd name="connsiteY0" fmla="*/ 464738 h 464738"/>
                    <a:gd name="connsiteX1" fmla="*/ 130673 w 464738"/>
                    <a:gd name="connsiteY1" fmla="*/ 334066 h 464738"/>
                    <a:gd name="connsiteX2" fmla="*/ 0 w 464738"/>
                    <a:gd name="connsiteY2" fmla="*/ 18596 h 464738"/>
                    <a:gd name="connsiteX3" fmla="*/ 836 w 464738"/>
                    <a:gd name="connsiteY3" fmla="*/ 1089 h 464738"/>
                    <a:gd name="connsiteX4" fmla="*/ 606 w 464738"/>
                    <a:gd name="connsiteY4" fmla="*/ 859 h 464738"/>
                    <a:gd name="connsiteX5" fmla="*/ 848 w 464738"/>
                    <a:gd name="connsiteY5" fmla="*/ 848 h 464738"/>
                    <a:gd name="connsiteX6" fmla="*/ 859 w 464738"/>
                    <a:gd name="connsiteY6" fmla="*/ 606 h 464738"/>
                    <a:gd name="connsiteX7" fmla="*/ 1089 w 464738"/>
                    <a:gd name="connsiteY7" fmla="*/ 836 h 464738"/>
                    <a:gd name="connsiteX8" fmla="*/ 18596 w 464738"/>
                    <a:gd name="connsiteY8" fmla="*/ 0 h 464738"/>
                    <a:gd name="connsiteX9" fmla="*/ 334066 w 464738"/>
                    <a:gd name="connsiteY9" fmla="*/ 130672 h 464738"/>
                    <a:gd name="connsiteX10" fmla="*/ 464738 w 464738"/>
                    <a:gd name="connsiteY10" fmla="*/ 446142 h 464738"/>
                    <a:gd name="connsiteX11" fmla="*/ 463902 w 464738"/>
                    <a:gd name="connsiteY11" fmla="*/ 463650 h 464738"/>
                    <a:gd name="connsiteX12" fmla="*/ 464132 w 464738"/>
                    <a:gd name="connsiteY12" fmla="*/ 463880 h 464738"/>
                    <a:gd name="connsiteX13" fmla="*/ 463891 w 464738"/>
                    <a:gd name="connsiteY13" fmla="*/ 463892 h 464738"/>
                    <a:gd name="connsiteX14" fmla="*/ 463879 w 464738"/>
                    <a:gd name="connsiteY14" fmla="*/ 464132 h 464738"/>
                    <a:gd name="connsiteX15" fmla="*/ 463650 w 464738"/>
                    <a:gd name="connsiteY15" fmla="*/ 463903 h 4647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64738" h="464738">
                      <a:moveTo>
                        <a:pt x="446142" y="464738"/>
                      </a:moveTo>
                      <a:cubicBezTo>
                        <a:pt x="331965" y="464738"/>
                        <a:pt x="217787" y="421181"/>
                        <a:pt x="130673" y="334066"/>
                      </a:cubicBezTo>
                      <a:cubicBezTo>
                        <a:pt x="43558" y="246952"/>
                        <a:pt x="1" y="132774"/>
                        <a:pt x="0" y="18596"/>
                      </a:cubicBezTo>
                      <a:lnTo>
                        <a:pt x="836" y="1089"/>
                      </a:lnTo>
                      <a:lnTo>
                        <a:pt x="606" y="859"/>
                      </a:lnTo>
                      <a:lnTo>
                        <a:pt x="848" y="848"/>
                      </a:lnTo>
                      <a:lnTo>
                        <a:pt x="859" y="606"/>
                      </a:lnTo>
                      <a:lnTo>
                        <a:pt x="1089" y="836"/>
                      </a:lnTo>
                      <a:lnTo>
                        <a:pt x="18596" y="0"/>
                      </a:lnTo>
                      <a:cubicBezTo>
                        <a:pt x="132774" y="0"/>
                        <a:pt x="246951" y="43557"/>
                        <a:pt x="334066" y="130672"/>
                      </a:cubicBezTo>
                      <a:cubicBezTo>
                        <a:pt x="421181" y="217787"/>
                        <a:pt x="464738" y="331964"/>
                        <a:pt x="464738" y="446142"/>
                      </a:cubicBezTo>
                      <a:lnTo>
                        <a:pt x="463902" y="463650"/>
                      </a:lnTo>
                      <a:lnTo>
                        <a:pt x="464132" y="463880"/>
                      </a:lnTo>
                      <a:lnTo>
                        <a:pt x="463891" y="463892"/>
                      </a:lnTo>
                      <a:lnTo>
                        <a:pt x="463879" y="464132"/>
                      </a:lnTo>
                      <a:lnTo>
                        <a:pt x="463650" y="463903"/>
                      </a:lnTo>
                      <a:close/>
                    </a:path>
                  </a:pathLst>
                </a:custGeom>
                <a:solidFill>
                  <a:schemeClr val="accent4">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3" name="Freeform: Shape 22">
                  <a:extLst>
                    <a:ext uri="{FF2B5EF4-FFF2-40B4-BE49-F238E27FC236}">
                      <a16:creationId xmlns:a16="http://schemas.microsoft.com/office/drawing/2014/main" id="{DCC6BEB5-DA1F-4F9E-BA5D-8F892A0FB8F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flipH="1">
                  <a:off x="959170" y="958515"/>
                  <a:ext cx="464739" cy="464739"/>
                </a:xfrm>
                <a:custGeom>
                  <a:avLst/>
                  <a:gdLst>
                    <a:gd name="connsiteX0" fmla="*/ 464132 w 464739"/>
                    <a:gd name="connsiteY0" fmla="*/ 463881 h 464739"/>
                    <a:gd name="connsiteX1" fmla="*/ 463891 w 464739"/>
                    <a:gd name="connsiteY1" fmla="*/ 463892 h 464739"/>
                    <a:gd name="connsiteX2" fmla="*/ 463880 w 464739"/>
                    <a:gd name="connsiteY2" fmla="*/ 464132 h 464739"/>
                    <a:gd name="connsiteX3" fmla="*/ 463651 w 464739"/>
                    <a:gd name="connsiteY3" fmla="*/ 463904 h 464739"/>
                    <a:gd name="connsiteX4" fmla="*/ 446142 w 464739"/>
                    <a:gd name="connsiteY4" fmla="*/ 464739 h 464739"/>
                    <a:gd name="connsiteX5" fmla="*/ 130673 w 464739"/>
                    <a:gd name="connsiteY5" fmla="*/ 334067 h 464739"/>
                    <a:gd name="connsiteX6" fmla="*/ 0 w 464739"/>
                    <a:gd name="connsiteY6" fmla="*/ 18597 h 464739"/>
                    <a:gd name="connsiteX7" fmla="*/ 836 w 464739"/>
                    <a:gd name="connsiteY7" fmla="*/ 1089 h 464739"/>
                    <a:gd name="connsiteX8" fmla="*/ 607 w 464739"/>
                    <a:gd name="connsiteY8" fmla="*/ 859 h 464739"/>
                    <a:gd name="connsiteX9" fmla="*/ 848 w 464739"/>
                    <a:gd name="connsiteY9" fmla="*/ 848 h 464739"/>
                    <a:gd name="connsiteX10" fmla="*/ 859 w 464739"/>
                    <a:gd name="connsiteY10" fmla="*/ 607 h 464739"/>
                    <a:gd name="connsiteX11" fmla="*/ 1089 w 464739"/>
                    <a:gd name="connsiteY11" fmla="*/ 836 h 464739"/>
                    <a:gd name="connsiteX12" fmla="*/ 18597 w 464739"/>
                    <a:gd name="connsiteY12" fmla="*/ 0 h 464739"/>
                    <a:gd name="connsiteX13" fmla="*/ 334067 w 464739"/>
                    <a:gd name="connsiteY13" fmla="*/ 130672 h 464739"/>
                    <a:gd name="connsiteX14" fmla="*/ 464739 w 464739"/>
                    <a:gd name="connsiteY14" fmla="*/ 446142 h 464739"/>
                    <a:gd name="connsiteX15" fmla="*/ 463903 w 464739"/>
                    <a:gd name="connsiteY15" fmla="*/ 463652 h 464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64739" h="464739">
                      <a:moveTo>
                        <a:pt x="464132" y="463881"/>
                      </a:moveTo>
                      <a:lnTo>
                        <a:pt x="463891" y="463892"/>
                      </a:lnTo>
                      <a:lnTo>
                        <a:pt x="463880" y="464132"/>
                      </a:lnTo>
                      <a:lnTo>
                        <a:pt x="463651" y="463904"/>
                      </a:lnTo>
                      <a:lnTo>
                        <a:pt x="446142" y="464739"/>
                      </a:lnTo>
                      <a:cubicBezTo>
                        <a:pt x="331965" y="464739"/>
                        <a:pt x="217787" y="421182"/>
                        <a:pt x="130673" y="334067"/>
                      </a:cubicBezTo>
                      <a:cubicBezTo>
                        <a:pt x="43558" y="246953"/>
                        <a:pt x="1" y="132775"/>
                        <a:pt x="0" y="18597"/>
                      </a:cubicBezTo>
                      <a:lnTo>
                        <a:pt x="836" y="1089"/>
                      </a:lnTo>
                      <a:lnTo>
                        <a:pt x="607" y="859"/>
                      </a:lnTo>
                      <a:lnTo>
                        <a:pt x="848" y="848"/>
                      </a:lnTo>
                      <a:lnTo>
                        <a:pt x="859" y="607"/>
                      </a:lnTo>
                      <a:lnTo>
                        <a:pt x="1089" y="836"/>
                      </a:lnTo>
                      <a:lnTo>
                        <a:pt x="18597" y="0"/>
                      </a:lnTo>
                      <a:cubicBezTo>
                        <a:pt x="132775" y="0"/>
                        <a:pt x="246952" y="43557"/>
                        <a:pt x="334067" y="130672"/>
                      </a:cubicBezTo>
                      <a:cubicBezTo>
                        <a:pt x="421182" y="217787"/>
                        <a:pt x="464739" y="331964"/>
                        <a:pt x="464739" y="446142"/>
                      </a:cubicBezTo>
                      <a:lnTo>
                        <a:pt x="463903" y="463652"/>
                      </a:lnTo>
                      <a:close/>
                    </a:path>
                  </a:pathLst>
                </a:custGeom>
                <a:solidFill>
                  <a:schemeClr val="accent4">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grpSp>
          <p:grpSp>
            <p:nvGrpSpPr>
              <p:cNvPr id="16" name="Group 15">
                <a:extLst>
                  <a:ext uri="{FF2B5EF4-FFF2-40B4-BE49-F238E27FC236}">
                    <a16:creationId xmlns:a16="http://schemas.microsoft.com/office/drawing/2014/main" id="{C0300EB9-093C-4C32-A212-821D7AC082B4}"/>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rot="10800000" flipH="1" flipV="1">
                <a:off x="999771" y="932104"/>
                <a:ext cx="864005" cy="1032464"/>
                <a:chOff x="2207971" y="2384401"/>
                <a:chExt cx="864005" cy="1032464"/>
              </a:xfrm>
            </p:grpSpPr>
            <p:sp>
              <p:nvSpPr>
                <p:cNvPr id="17" name="Freeform: Shape 16">
                  <a:extLst>
                    <a:ext uri="{FF2B5EF4-FFF2-40B4-BE49-F238E27FC236}">
                      <a16:creationId xmlns:a16="http://schemas.microsoft.com/office/drawing/2014/main" id="{AFC97B3C-CF0E-4C93-AA39-7A677A12C50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3500000">
                  <a:off x="2207971" y="2856305"/>
                  <a:ext cx="464739" cy="464739"/>
                </a:xfrm>
                <a:custGeom>
                  <a:avLst/>
                  <a:gdLst>
                    <a:gd name="connsiteX0" fmla="*/ 464132 w 464739"/>
                    <a:gd name="connsiteY0" fmla="*/ 463881 h 464739"/>
                    <a:gd name="connsiteX1" fmla="*/ 463891 w 464739"/>
                    <a:gd name="connsiteY1" fmla="*/ 463892 h 464739"/>
                    <a:gd name="connsiteX2" fmla="*/ 463880 w 464739"/>
                    <a:gd name="connsiteY2" fmla="*/ 464132 h 464739"/>
                    <a:gd name="connsiteX3" fmla="*/ 463651 w 464739"/>
                    <a:gd name="connsiteY3" fmla="*/ 463904 h 464739"/>
                    <a:gd name="connsiteX4" fmla="*/ 446142 w 464739"/>
                    <a:gd name="connsiteY4" fmla="*/ 464739 h 464739"/>
                    <a:gd name="connsiteX5" fmla="*/ 130673 w 464739"/>
                    <a:gd name="connsiteY5" fmla="*/ 334067 h 464739"/>
                    <a:gd name="connsiteX6" fmla="*/ 0 w 464739"/>
                    <a:gd name="connsiteY6" fmla="*/ 18597 h 464739"/>
                    <a:gd name="connsiteX7" fmla="*/ 836 w 464739"/>
                    <a:gd name="connsiteY7" fmla="*/ 1089 h 464739"/>
                    <a:gd name="connsiteX8" fmla="*/ 607 w 464739"/>
                    <a:gd name="connsiteY8" fmla="*/ 859 h 464739"/>
                    <a:gd name="connsiteX9" fmla="*/ 848 w 464739"/>
                    <a:gd name="connsiteY9" fmla="*/ 848 h 464739"/>
                    <a:gd name="connsiteX10" fmla="*/ 859 w 464739"/>
                    <a:gd name="connsiteY10" fmla="*/ 607 h 464739"/>
                    <a:gd name="connsiteX11" fmla="*/ 1089 w 464739"/>
                    <a:gd name="connsiteY11" fmla="*/ 836 h 464739"/>
                    <a:gd name="connsiteX12" fmla="*/ 18597 w 464739"/>
                    <a:gd name="connsiteY12" fmla="*/ 0 h 464739"/>
                    <a:gd name="connsiteX13" fmla="*/ 334067 w 464739"/>
                    <a:gd name="connsiteY13" fmla="*/ 130672 h 464739"/>
                    <a:gd name="connsiteX14" fmla="*/ 464739 w 464739"/>
                    <a:gd name="connsiteY14" fmla="*/ 446142 h 464739"/>
                    <a:gd name="connsiteX15" fmla="*/ 463903 w 464739"/>
                    <a:gd name="connsiteY15" fmla="*/ 463652 h 464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64739" h="464739">
                      <a:moveTo>
                        <a:pt x="464132" y="463881"/>
                      </a:moveTo>
                      <a:lnTo>
                        <a:pt x="463891" y="463892"/>
                      </a:lnTo>
                      <a:lnTo>
                        <a:pt x="463880" y="464132"/>
                      </a:lnTo>
                      <a:lnTo>
                        <a:pt x="463651" y="463904"/>
                      </a:lnTo>
                      <a:lnTo>
                        <a:pt x="446142" y="464739"/>
                      </a:lnTo>
                      <a:cubicBezTo>
                        <a:pt x="331965" y="464739"/>
                        <a:pt x="217787" y="421182"/>
                        <a:pt x="130673" y="334067"/>
                      </a:cubicBezTo>
                      <a:cubicBezTo>
                        <a:pt x="43558" y="246953"/>
                        <a:pt x="1" y="132775"/>
                        <a:pt x="0" y="18597"/>
                      </a:cubicBezTo>
                      <a:lnTo>
                        <a:pt x="836" y="1089"/>
                      </a:lnTo>
                      <a:lnTo>
                        <a:pt x="607" y="859"/>
                      </a:lnTo>
                      <a:lnTo>
                        <a:pt x="848" y="848"/>
                      </a:lnTo>
                      <a:lnTo>
                        <a:pt x="859" y="607"/>
                      </a:lnTo>
                      <a:lnTo>
                        <a:pt x="1089" y="836"/>
                      </a:lnTo>
                      <a:lnTo>
                        <a:pt x="18597" y="0"/>
                      </a:lnTo>
                      <a:cubicBezTo>
                        <a:pt x="132775" y="0"/>
                        <a:pt x="246952" y="43557"/>
                        <a:pt x="334067" y="130672"/>
                      </a:cubicBezTo>
                      <a:cubicBezTo>
                        <a:pt x="421182" y="217787"/>
                        <a:pt x="464739" y="331964"/>
                        <a:pt x="464739" y="446142"/>
                      </a:cubicBezTo>
                      <a:lnTo>
                        <a:pt x="463903" y="463652"/>
                      </a:lnTo>
                      <a:close/>
                    </a:path>
                  </a:pathLst>
                </a:cu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8" name="Freeform: Shape 17">
                  <a:extLst>
                    <a:ext uri="{FF2B5EF4-FFF2-40B4-BE49-F238E27FC236}">
                      <a16:creationId xmlns:a16="http://schemas.microsoft.com/office/drawing/2014/main" id="{0943F14E-6185-4A31-8318-2088A05F5C9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2607238" y="2688467"/>
                  <a:ext cx="464738" cy="464738"/>
                </a:xfrm>
                <a:custGeom>
                  <a:avLst/>
                  <a:gdLst>
                    <a:gd name="connsiteX0" fmla="*/ 446142 w 464738"/>
                    <a:gd name="connsiteY0" fmla="*/ 464738 h 464738"/>
                    <a:gd name="connsiteX1" fmla="*/ 130673 w 464738"/>
                    <a:gd name="connsiteY1" fmla="*/ 334066 h 464738"/>
                    <a:gd name="connsiteX2" fmla="*/ 0 w 464738"/>
                    <a:gd name="connsiteY2" fmla="*/ 18596 h 464738"/>
                    <a:gd name="connsiteX3" fmla="*/ 836 w 464738"/>
                    <a:gd name="connsiteY3" fmla="*/ 1089 h 464738"/>
                    <a:gd name="connsiteX4" fmla="*/ 606 w 464738"/>
                    <a:gd name="connsiteY4" fmla="*/ 859 h 464738"/>
                    <a:gd name="connsiteX5" fmla="*/ 848 w 464738"/>
                    <a:gd name="connsiteY5" fmla="*/ 848 h 464738"/>
                    <a:gd name="connsiteX6" fmla="*/ 859 w 464738"/>
                    <a:gd name="connsiteY6" fmla="*/ 606 h 464738"/>
                    <a:gd name="connsiteX7" fmla="*/ 1089 w 464738"/>
                    <a:gd name="connsiteY7" fmla="*/ 836 h 464738"/>
                    <a:gd name="connsiteX8" fmla="*/ 18596 w 464738"/>
                    <a:gd name="connsiteY8" fmla="*/ 0 h 464738"/>
                    <a:gd name="connsiteX9" fmla="*/ 334066 w 464738"/>
                    <a:gd name="connsiteY9" fmla="*/ 130672 h 464738"/>
                    <a:gd name="connsiteX10" fmla="*/ 464738 w 464738"/>
                    <a:gd name="connsiteY10" fmla="*/ 446142 h 464738"/>
                    <a:gd name="connsiteX11" fmla="*/ 463902 w 464738"/>
                    <a:gd name="connsiteY11" fmla="*/ 463650 h 464738"/>
                    <a:gd name="connsiteX12" fmla="*/ 464132 w 464738"/>
                    <a:gd name="connsiteY12" fmla="*/ 463880 h 464738"/>
                    <a:gd name="connsiteX13" fmla="*/ 463891 w 464738"/>
                    <a:gd name="connsiteY13" fmla="*/ 463892 h 464738"/>
                    <a:gd name="connsiteX14" fmla="*/ 463879 w 464738"/>
                    <a:gd name="connsiteY14" fmla="*/ 464132 h 464738"/>
                    <a:gd name="connsiteX15" fmla="*/ 463650 w 464738"/>
                    <a:gd name="connsiteY15" fmla="*/ 463903 h 4647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64738" h="464738">
                      <a:moveTo>
                        <a:pt x="446142" y="464738"/>
                      </a:moveTo>
                      <a:cubicBezTo>
                        <a:pt x="331965" y="464738"/>
                        <a:pt x="217787" y="421181"/>
                        <a:pt x="130673" y="334066"/>
                      </a:cubicBezTo>
                      <a:cubicBezTo>
                        <a:pt x="43558" y="246952"/>
                        <a:pt x="1" y="132774"/>
                        <a:pt x="0" y="18596"/>
                      </a:cubicBezTo>
                      <a:lnTo>
                        <a:pt x="836" y="1089"/>
                      </a:lnTo>
                      <a:lnTo>
                        <a:pt x="606" y="859"/>
                      </a:lnTo>
                      <a:lnTo>
                        <a:pt x="848" y="848"/>
                      </a:lnTo>
                      <a:lnTo>
                        <a:pt x="859" y="606"/>
                      </a:lnTo>
                      <a:lnTo>
                        <a:pt x="1089" y="836"/>
                      </a:lnTo>
                      <a:lnTo>
                        <a:pt x="18596" y="0"/>
                      </a:lnTo>
                      <a:cubicBezTo>
                        <a:pt x="132774" y="0"/>
                        <a:pt x="246951" y="43557"/>
                        <a:pt x="334066" y="130672"/>
                      </a:cubicBezTo>
                      <a:cubicBezTo>
                        <a:pt x="421181" y="217787"/>
                        <a:pt x="464738" y="331964"/>
                        <a:pt x="464738" y="446142"/>
                      </a:cubicBezTo>
                      <a:lnTo>
                        <a:pt x="463902" y="463650"/>
                      </a:lnTo>
                      <a:lnTo>
                        <a:pt x="464132" y="463880"/>
                      </a:lnTo>
                      <a:lnTo>
                        <a:pt x="463891" y="463892"/>
                      </a:lnTo>
                      <a:lnTo>
                        <a:pt x="463879" y="464132"/>
                      </a:lnTo>
                      <a:lnTo>
                        <a:pt x="463650" y="463903"/>
                      </a:lnTo>
                      <a:close/>
                    </a:path>
                  </a:pathLst>
                </a:cu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nvGrpSpPr>
                <p:cNvPr id="19" name="Group 18">
                  <a:extLst>
                    <a:ext uri="{FF2B5EF4-FFF2-40B4-BE49-F238E27FC236}">
                      <a16:creationId xmlns:a16="http://schemas.microsoft.com/office/drawing/2014/main" id="{F3B56658-371E-446B-B30D-D4EA2A88A973}"/>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2440769" y="2384401"/>
                  <a:ext cx="313009" cy="1032464"/>
                  <a:chOff x="2440769" y="2384401"/>
                  <a:chExt cx="313009" cy="1032464"/>
                </a:xfrm>
              </p:grpSpPr>
              <p:cxnSp>
                <p:nvCxnSpPr>
                  <p:cNvPr id="20" name="Straight Connector 19">
                    <a:extLst>
                      <a:ext uri="{FF2B5EF4-FFF2-40B4-BE49-F238E27FC236}">
                        <a16:creationId xmlns:a16="http://schemas.microsoft.com/office/drawing/2014/main" id="{068979FB-2943-4091-A490-D9F8695DF0D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rot="10800000" flipH="1">
                    <a:off x="2440769" y="2516865"/>
                    <a:ext cx="0" cy="900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B378C39C-3FC0-4521-8336-33A86391920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rot="8100000" flipH="1">
                    <a:off x="2753778" y="2384401"/>
                    <a:ext cx="0" cy="900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grpSp>
        <p:grpSp>
          <p:nvGrpSpPr>
            <p:cNvPr id="12" name="Group 11">
              <a:extLst>
                <a:ext uri="{FF2B5EF4-FFF2-40B4-BE49-F238E27FC236}">
                  <a16:creationId xmlns:a16="http://schemas.microsoft.com/office/drawing/2014/main" id="{72C6951D-2EAF-4333-B8A8-F473DC3BDF44}"/>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1437136" y="649304"/>
              <a:ext cx="388541" cy="388541"/>
              <a:chOff x="5752675" y="5440856"/>
              <a:chExt cx="388541" cy="388541"/>
            </a:xfrm>
          </p:grpSpPr>
          <p:sp>
            <p:nvSpPr>
              <p:cNvPr id="13" name="Oval 12">
                <a:extLst>
                  <a:ext uri="{FF2B5EF4-FFF2-40B4-BE49-F238E27FC236}">
                    <a16:creationId xmlns:a16="http://schemas.microsoft.com/office/drawing/2014/main" id="{63E77698-5758-433A-9DF3-3BE43B6FBDA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5800801" y="5488982"/>
                <a:ext cx="340415" cy="340415"/>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4" name="Oval 13">
                <a:extLst>
                  <a:ext uri="{FF2B5EF4-FFF2-40B4-BE49-F238E27FC236}">
                    <a16:creationId xmlns:a16="http://schemas.microsoft.com/office/drawing/2014/main" id="{FF47FF7F-75A9-438D-8BA7-428BF76974C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52675" y="5440856"/>
                <a:ext cx="340415" cy="340415"/>
              </a:xfrm>
              <a:prstGeom prst="ellipse">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grpSp>
      <p:sp>
        <p:nvSpPr>
          <p:cNvPr id="25" name="TextBox 24">
            <a:extLst>
              <a:ext uri="{FF2B5EF4-FFF2-40B4-BE49-F238E27FC236}">
                <a16:creationId xmlns:a16="http://schemas.microsoft.com/office/drawing/2014/main" id="{D856AD59-8AD1-B85F-4827-7B31CC175126}"/>
              </a:ext>
            </a:extLst>
          </p:cNvPr>
          <p:cNvSpPr txBox="1"/>
          <p:nvPr/>
        </p:nvSpPr>
        <p:spPr>
          <a:xfrm>
            <a:off x="2127354" y="1132503"/>
            <a:ext cx="6096000" cy="523220"/>
          </a:xfrm>
          <a:prstGeom prst="rect">
            <a:avLst/>
          </a:prstGeom>
          <a:noFill/>
        </p:spPr>
        <p:txBody>
          <a:bodyPr wrap="square">
            <a:spAutoFit/>
          </a:bodyPr>
          <a:lstStyle/>
          <a:p>
            <a:r>
              <a:rPr lang="en-US" sz="2800" dirty="0">
                <a:solidFill>
                  <a:srgbClr val="FFFF00"/>
                </a:solidFill>
                <a:latin typeface="Arial Rounded MT Bold" panose="020F0704030504030204" pitchFamily="34" charset="0"/>
              </a:rPr>
              <a:t>Critical Path Analysis </a:t>
            </a:r>
          </a:p>
        </p:txBody>
      </p:sp>
      <p:sp>
        <p:nvSpPr>
          <p:cNvPr id="4" name="TextBox 3">
            <a:extLst>
              <a:ext uri="{FF2B5EF4-FFF2-40B4-BE49-F238E27FC236}">
                <a16:creationId xmlns:a16="http://schemas.microsoft.com/office/drawing/2014/main" id="{1D1EBD71-B577-0908-79BD-AB02DC387319}"/>
              </a:ext>
            </a:extLst>
          </p:cNvPr>
          <p:cNvSpPr txBox="1"/>
          <p:nvPr/>
        </p:nvSpPr>
        <p:spPr>
          <a:xfrm>
            <a:off x="2409130" y="1636377"/>
            <a:ext cx="3835553" cy="523220"/>
          </a:xfrm>
          <a:prstGeom prst="rect">
            <a:avLst/>
          </a:prstGeom>
          <a:noFill/>
        </p:spPr>
        <p:txBody>
          <a:bodyPr wrap="square">
            <a:spAutoFit/>
          </a:bodyPr>
          <a:lstStyle/>
          <a:p>
            <a:pPr algn="just"/>
            <a:r>
              <a:rPr lang="en-US" sz="2800" b="1" dirty="0">
                <a:solidFill>
                  <a:srgbClr val="80EFFF"/>
                </a:solidFill>
                <a:latin typeface="Arial Nova Light" panose="020B0304020202020204" pitchFamily="34" charset="0"/>
              </a:rPr>
              <a:t>Sample Problem # 2</a:t>
            </a:r>
          </a:p>
        </p:txBody>
      </p:sp>
      <p:sp>
        <p:nvSpPr>
          <p:cNvPr id="24" name="TextBox 23">
            <a:extLst>
              <a:ext uri="{FF2B5EF4-FFF2-40B4-BE49-F238E27FC236}">
                <a16:creationId xmlns:a16="http://schemas.microsoft.com/office/drawing/2014/main" id="{B09A22B4-4B12-58BB-5D8B-AB322F85FE99}"/>
              </a:ext>
            </a:extLst>
          </p:cNvPr>
          <p:cNvSpPr txBox="1"/>
          <p:nvPr/>
        </p:nvSpPr>
        <p:spPr>
          <a:xfrm>
            <a:off x="192358" y="2136833"/>
            <a:ext cx="11608287" cy="4455322"/>
          </a:xfrm>
          <a:prstGeom prst="rect">
            <a:avLst/>
          </a:prstGeom>
          <a:noFill/>
        </p:spPr>
        <p:txBody>
          <a:bodyPr wrap="square">
            <a:spAutoFit/>
          </a:bodyPr>
          <a:lstStyle/>
          <a:p>
            <a:pPr marL="685800" marR="0" indent="-457200" algn="just">
              <a:lnSpc>
                <a:spcPct val="150000"/>
              </a:lnSpc>
              <a:spcBef>
                <a:spcPts val="0"/>
              </a:spcBef>
              <a:spcAft>
                <a:spcPts val="0"/>
              </a:spcAft>
              <a:buFont typeface="+mj-lt"/>
              <a:buAutoNum type="alphaLcParenR"/>
            </a:pPr>
            <a:r>
              <a:rPr lang="en-US" sz="2400" dirty="0">
                <a:effectLst/>
                <a:latin typeface="Arial Nova" panose="020B0504020202020204" pitchFamily="34" charset="0"/>
                <a:ea typeface="Times New Roman" panose="02020603050405020304" pitchFamily="18" charset="0"/>
              </a:rPr>
              <a:t>Draw a network diagram and find the critical path and project completion time. </a:t>
            </a:r>
            <a:endParaRPr lang="en-US" sz="2800" dirty="0">
              <a:effectLst/>
              <a:latin typeface="Arial Nova" panose="020B0504020202020204" pitchFamily="34" charset="0"/>
              <a:ea typeface="Times New Roman" panose="02020603050405020304" pitchFamily="18" charset="0"/>
            </a:endParaRPr>
          </a:p>
          <a:p>
            <a:pPr marL="685800" marR="0" indent="-457200" algn="just">
              <a:lnSpc>
                <a:spcPct val="150000"/>
              </a:lnSpc>
              <a:spcBef>
                <a:spcPts val="0"/>
              </a:spcBef>
              <a:spcAft>
                <a:spcPts val="0"/>
              </a:spcAft>
              <a:buFont typeface="+mj-lt"/>
              <a:buAutoNum type="alphaLcParenR"/>
            </a:pPr>
            <a:r>
              <a:rPr lang="en-US" sz="2400" dirty="0">
                <a:effectLst/>
                <a:latin typeface="Arial Nova" panose="020B0504020202020204" pitchFamily="34" charset="0"/>
                <a:ea typeface="Times New Roman" panose="02020603050405020304" pitchFamily="18" charset="0"/>
              </a:rPr>
              <a:t>Calculate float/ slack of the all activities. </a:t>
            </a:r>
            <a:endParaRPr lang="en-US" sz="2800" dirty="0">
              <a:effectLst/>
              <a:latin typeface="Arial Nova" panose="020B0504020202020204" pitchFamily="34" charset="0"/>
              <a:ea typeface="Times New Roman" panose="02020603050405020304" pitchFamily="18" charset="0"/>
            </a:endParaRPr>
          </a:p>
          <a:p>
            <a:pPr marL="685800" marR="0" indent="-457200" algn="just">
              <a:lnSpc>
                <a:spcPct val="150000"/>
              </a:lnSpc>
              <a:spcBef>
                <a:spcPts val="0"/>
              </a:spcBef>
              <a:spcAft>
                <a:spcPts val="0"/>
              </a:spcAft>
              <a:buFont typeface="+mj-lt"/>
              <a:buAutoNum type="alphaLcParenR"/>
            </a:pPr>
            <a:r>
              <a:rPr lang="en-US" sz="2400" dirty="0">
                <a:effectLst/>
                <a:latin typeface="Arial Nova" panose="020B0504020202020204" pitchFamily="34" charset="0"/>
                <a:ea typeface="Times New Roman" panose="02020603050405020304" pitchFamily="18" charset="0"/>
              </a:rPr>
              <a:t>If $1000 can be saved for each </a:t>
            </a:r>
            <a:r>
              <a:rPr lang="en-US" sz="2400">
                <a:effectLst/>
                <a:latin typeface="Arial Nova" panose="020B0504020202020204" pitchFamily="34" charset="0"/>
                <a:ea typeface="Times New Roman" panose="02020603050405020304" pitchFamily="18" charset="0"/>
              </a:rPr>
              <a:t>delayed weeks </a:t>
            </a:r>
            <a:r>
              <a:rPr lang="en-US" sz="2400" dirty="0">
                <a:effectLst/>
                <a:latin typeface="Arial Nova" panose="020B0504020202020204" pitchFamily="34" charset="0"/>
                <a:ea typeface="Times New Roman" panose="02020603050405020304" pitchFamily="18" charset="0"/>
              </a:rPr>
              <a:t>of activity H, then how much dollar can be saved keeping the project completion time unchanged? </a:t>
            </a:r>
            <a:endParaRPr lang="en-US" sz="2800" dirty="0">
              <a:effectLst/>
              <a:latin typeface="Arial Nova" panose="020B0504020202020204" pitchFamily="34" charset="0"/>
              <a:ea typeface="Times New Roman" panose="02020603050405020304" pitchFamily="18" charset="0"/>
            </a:endParaRPr>
          </a:p>
          <a:p>
            <a:pPr marL="685800" marR="0" indent="-457200" algn="just">
              <a:lnSpc>
                <a:spcPct val="150000"/>
              </a:lnSpc>
              <a:spcBef>
                <a:spcPts val="0"/>
              </a:spcBef>
              <a:spcAft>
                <a:spcPts val="0"/>
              </a:spcAft>
              <a:buFont typeface="+mj-lt"/>
              <a:buAutoNum type="alphaLcParenR"/>
            </a:pPr>
            <a:r>
              <a:rPr lang="en-US" sz="2400" dirty="0">
                <a:effectLst/>
                <a:latin typeface="Arial Nova" panose="020B0504020202020204" pitchFamily="34" charset="0"/>
                <a:ea typeface="Times New Roman" panose="02020603050405020304" pitchFamily="18" charset="0"/>
              </a:rPr>
              <a:t>Activity G needs a delayed time of two weeks and an extra time of five weeks. Is it possible by keeping the project completion time unchanged? Explain. </a:t>
            </a:r>
            <a:endParaRPr lang="en-US" sz="2800" dirty="0">
              <a:latin typeface="Arial Nova" panose="020B0504020202020204" pitchFamily="34" charset="0"/>
              <a:ea typeface="Times New Roman" panose="02020603050405020304" pitchFamily="18" charset="0"/>
            </a:endParaRPr>
          </a:p>
          <a:p>
            <a:pPr marL="685800" marR="0" indent="-457200" algn="just">
              <a:lnSpc>
                <a:spcPct val="150000"/>
              </a:lnSpc>
              <a:spcBef>
                <a:spcPts val="0"/>
              </a:spcBef>
              <a:spcAft>
                <a:spcPts val="0"/>
              </a:spcAft>
              <a:buFont typeface="+mj-lt"/>
              <a:buAutoNum type="alphaLcParenR"/>
            </a:pPr>
            <a:r>
              <a:rPr lang="en-US" sz="2400" dirty="0">
                <a:effectLst/>
                <a:latin typeface="Arial Nova" panose="020B0504020202020204" pitchFamily="34" charset="0"/>
                <a:ea typeface="Times New Roman" panose="02020603050405020304" pitchFamily="18" charset="0"/>
              </a:rPr>
              <a:t>The PM wants to shorten the duration of the activity I from 11 weeks to 9 weeks. What is the impact of this change on project completion time</a:t>
            </a:r>
            <a:endParaRPr lang="en-US" sz="2400" dirty="0">
              <a:latin typeface="Arial Nova" panose="020B0504020202020204" pitchFamily="34" charset="0"/>
            </a:endParaRPr>
          </a:p>
        </p:txBody>
      </p:sp>
    </p:spTree>
    <p:extLst>
      <p:ext uri="{BB962C8B-B14F-4D97-AF65-F5344CB8AC3E}">
        <p14:creationId xmlns:p14="http://schemas.microsoft.com/office/powerpoint/2010/main" val="1552382393"/>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316A5661-2CFE-478C-BAC3-729F393F3C4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FB7BE8CD-E348-464A-82CC-7EF7AA82842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999771" y="649304"/>
            <a:ext cx="913428" cy="1315264"/>
            <a:chOff x="999771" y="649304"/>
            <a:chExt cx="913428" cy="1315264"/>
          </a:xfrm>
        </p:grpSpPr>
        <p:grpSp>
          <p:nvGrpSpPr>
            <p:cNvPr id="11" name="Group 10">
              <a:extLst>
                <a:ext uri="{FF2B5EF4-FFF2-40B4-BE49-F238E27FC236}">
                  <a16:creationId xmlns:a16="http://schemas.microsoft.com/office/drawing/2014/main" id="{B8CC82D2-4C4A-4C67-8483-5199F97B37A7}"/>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999771" y="932104"/>
              <a:ext cx="913428" cy="1032464"/>
              <a:chOff x="999771" y="932104"/>
              <a:chExt cx="913428" cy="1032464"/>
            </a:xfrm>
          </p:grpSpPr>
          <p:grpSp>
            <p:nvGrpSpPr>
              <p:cNvPr id="15" name="Group 14">
                <a:extLst>
                  <a:ext uri="{FF2B5EF4-FFF2-40B4-BE49-F238E27FC236}">
                    <a16:creationId xmlns:a16="http://schemas.microsoft.com/office/drawing/2014/main" id="{70D2391D-AA33-4F5E-BD96-B42D93DED226}"/>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rot="8100000" flipV="1">
                <a:off x="1047457" y="1290386"/>
                <a:ext cx="865742" cy="628383"/>
                <a:chOff x="558167" y="958515"/>
                <a:chExt cx="865742" cy="628383"/>
              </a:xfrm>
              <a:solidFill>
                <a:schemeClr val="accent3"/>
              </a:solidFill>
            </p:grpSpPr>
            <p:sp>
              <p:nvSpPr>
                <p:cNvPr id="22" name="Freeform: Shape 21">
                  <a:extLst>
                    <a:ext uri="{FF2B5EF4-FFF2-40B4-BE49-F238E27FC236}">
                      <a16:creationId xmlns:a16="http://schemas.microsoft.com/office/drawing/2014/main" id="{BE166DCE-539D-4C74-9C9D-AC000BA2F8A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8100000" flipH="1">
                  <a:off x="558167" y="1122160"/>
                  <a:ext cx="464738" cy="464738"/>
                </a:xfrm>
                <a:custGeom>
                  <a:avLst/>
                  <a:gdLst>
                    <a:gd name="connsiteX0" fmla="*/ 446142 w 464738"/>
                    <a:gd name="connsiteY0" fmla="*/ 464738 h 464738"/>
                    <a:gd name="connsiteX1" fmla="*/ 130673 w 464738"/>
                    <a:gd name="connsiteY1" fmla="*/ 334066 h 464738"/>
                    <a:gd name="connsiteX2" fmla="*/ 0 w 464738"/>
                    <a:gd name="connsiteY2" fmla="*/ 18596 h 464738"/>
                    <a:gd name="connsiteX3" fmla="*/ 836 w 464738"/>
                    <a:gd name="connsiteY3" fmla="*/ 1089 h 464738"/>
                    <a:gd name="connsiteX4" fmla="*/ 606 w 464738"/>
                    <a:gd name="connsiteY4" fmla="*/ 859 h 464738"/>
                    <a:gd name="connsiteX5" fmla="*/ 848 w 464738"/>
                    <a:gd name="connsiteY5" fmla="*/ 848 h 464738"/>
                    <a:gd name="connsiteX6" fmla="*/ 859 w 464738"/>
                    <a:gd name="connsiteY6" fmla="*/ 606 h 464738"/>
                    <a:gd name="connsiteX7" fmla="*/ 1089 w 464738"/>
                    <a:gd name="connsiteY7" fmla="*/ 836 h 464738"/>
                    <a:gd name="connsiteX8" fmla="*/ 18596 w 464738"/>
                    <a:gd name="connsiteY8" fmla="*/ 0 h 464738"/>
                    <a:gd name="connsiteX9" fmla="*/ 334066 w 464738"/>
                    <a:gd name="connsiteY9" fmla="*/ 130672 h 464738"/>
                    <a:gd name="connsiteX10" fmla="*/ 464738 w 464738"/>
                    <a:gd name="connsiteY10" fmla="*/ 446142 h 464738"/>
                    <a:gd name="connsiteX11" fmla="*/ 463902 w 464738"/>
                    <a:gd name="connsiteY11" fmla="*/ 463650 h 464738"/>
                    <a:gd name="connsiteX12" fmla="*/ 464132 w 464738"/>
                    <a:gd name="connsiteY12" fmla="*/ 463880 h 464738"/>
                    <a:gd name="connsiteX13" fmla="*/ 463891 w 464738"/>
                    <a:gd name="connsiteY13" fmla="*/ 463892 h 464738"/>
                    <a:gd name="connsiteX14" fmla="*/ 463879 w 464738"/>
                    <a:gd name="connsiteY14" fmla="*/ 464132 h 464738"/>
                    <a:gd name="connsiteX15" fmla="*/ 463650 w 464738"/>
                    <a:gd name="connsiteY15" fmla="*/ 463903 h 4647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64738" h="464738">
                      <a:moveTo>
                        <a:pt x="446142" y="464738"/>
                      </a:moveTo>
                      <a:cubicBezTo>
                        <a:pt x="331965" y="464738"/>
                        <a:pt x="217787" y="421181"/>
                        <a:pt x="130673" y="334066"/>
                      </a:cubicBezTo>
                      <a:cubicBezTo>
                        <a:pt x="43558" y="246952"/>
                        <a:pt x="1" y="132774"/>
                        <a:pt x="0" y="18596"/>
                      </a:cubicBezTo>
                      <a:lnTo>
                        <a:pt x="836" y="1089"/>
                      </a:lnTo>
                      <a:lnTo>
                        <a:pt x="606" y="859"/>
                      </a:lnTo>
                      <a:lnTo>
                        <a:pt x="848" y="848"/>
                      </a:lnTo>
                      <a:lnTo>
                        <a:pt x="859" y="606"/>
                      </a:lnTo>
                      <a:lnTo>
                        <a:pt x="1089" y="836"/>
                      </a:lnTo>
                      <a:lnTo>
                        <a:pt x="18596" y="0"/>
                      </a:lnTo>
                      <a:cubicBezTo>
                        <a:pt x="132774" y="0"/>
                        <a:pt x="246951" y="43557"/>
                        <a:pt x="334066" y="130672"/>
                      </a:cubicBezTo>
                      <a:cubicBezTo>
                        <a:pt x="421181" y="217787"/>
                        <a:pt x="464738" y="331964"/>
                        <a:pt x="464738" y="446142"/>
                      </a:cubicBezTo>
                      <a:lnTo>
                        <a:pt x="463902" y="463650"/>
                      </a:lnTo>
                      <a:lnTo>
                        <a:pt x="464132" y="463880"/>
                      </a:lnTo>
                      <a:lnTo>
                        <a:pt x="463891" y="463892"/>
                      </a:lnTo>
                      <a:lnTo>
                        <a:pt x="463879" y="464132"/>
                      </a:lnTo>
                      <a:lnTo>
                        <a:pt x="463650" y="463903"/>
                      </a:lnTo>
                      <a:close/>
                    </a:path>
                  </a:pathLst>
                </a:custGeom>
                <a:solidFill>
                  <a:schemeClr val="accent4">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3" name="Freeform: Shape 22">
                  <a:extLst>
                    <a:ext uri="{FF2B5EF4-FFF2-40B4-BE49-F238E27FC236}">
                      <a16:creationId xmlns:a16="http://schemas.microsoft.com/office/drawing/2014/main" id="{DCC6BEB5-DA1F-4F9E-BA5D-8F892A0FB8F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flipH="1">
                  <a:off x="959170" y="958515"/>
                  <a:ext cx="464739" cy="464739"/>
                </a:xfrm>
                <a:custGeom>
                  <a:avLst/>
                  <a:gdLst>
                    <a:gd name="connsiteX0" fmla="*/ 464132 w 464739"/>
                    <a:gd name="connsiteY0" fmla="*/ 463881 h 464739"/>
                    <a:gd name="connsiteX1" fmla="*/ 463891 w 464739"/>
                    <a:gd name="connsiteY1" fmla="*/ 463892 h 464739"/>
                    <a:gd name="connsiteX2" fmla="*/ 463880 w 464739"/>
                    <a:gd name="connsiteY2" fmla="*/ 464132 h 464739"/>
                    <a:gd name="connsiteX3" fmla="*/ 463651 w 464739"/>
                    <a:gd name="connsiteY3" fmla="*/ 463904 h 464739"/>
                    <a:gd name="connsiteX4" fmla="*/ 446142 w 464739"/>
                    <a:gd name="connsiteY4" fmla="*/ 464739 h 464739"/>
                    <a:gd name="connsiteX5" fmla="*/ 130673 w 464739"/>
                    <a:gd name="connsiteY5" fmla="*/ 334067 h 464739"/>
                    <a:gd name="connsiteX6" fmla="*/ 0 w 464739"/>
                    <a:gd name="connsiteY6" fmla="*/ 18597 h 464739"/>
                    <a:gd name="connsiteX7" fmla="*/ 836 w 464739"/>
                    <a:gd name="connsiteY7" fmla="*/ 1089 h 464739"/>
                    <a:gd name="connsiteX8" fmla="*/ 607 w 464739"/>
                    <a:gd name="connsiteY8" fmla="*/ 859 h 464739"/>
                    <a:gd name="connsiteX9" fmla="*/ 848 w 464739"/>
                    <a:gd name="connsiteY9" fmla="*/ 848 h 464739"/>
                    <a:gd name="connsiteX10" fmla="*/ 859 w 464739"/>
                    <a:gd name="connsiteY10" fmla="*/ 607 h 464739"/>
                    <a:gd name="connsiteX11" fmla="*/ 1089 w 464739"/>
                    <a:gd name="connsiteY11" fmla="*/ 836 h 464739"/>
                    <a:gd name="connsiteX12" fmla="*/ 18597 w 464739"/>
                    <a:gd name="connsiteY12" fmla="*/ 0 h 464739"/>
                    <a:gd name="connsiteX13" fmla="*/ 334067 w 464739"/>
                    <a:gd name="connsiteY13" fmla="*/ 130672 h 464739"/>
                    <a:gd name="connsiteX14" fmla="*/ 464739 w 464739"/>
                    <a:gd name="connsiteY14" fmla="*/ 446142 h 464739"/>
                    <a:gd name="connsiteX15" fmla="*/ 463903 w 464739"/>
                    <a:gd name="connsiteY15" fmla="*/ 463652 h 464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64739" h="464739">
                      <a:moveTo>
                        <a:pt x="464132" y="463881"/>
                      </a:moveTo>
                      <a:lnTo>
                        <a:pt x="463891" y="463892"/>
                      </a:lnTo>
                      <a:lnTo>
                        <a:pt x="463880" y="464132"/>
                      </a:lnTo>
                      <a:lnTo>
                        <a:pt x="463651" y="463904"/>
                      </a:lnTo>
                      <a:lnTo>
                        <a:pt x="446142" y="464739"/>
                      </a:lnTo>
                      <a:cubicBezTo>
                        <a:pt x="331965" y="464739"/>
                        <a:pt x="217787" y="421182"/>
                        <a:pt x="130673" y="334067"/>
                      </a:cubicBezTo>
                      <a:cubicBezTo>
                        <a:pt x="43558" y="246953"/>
                        <a:pt x="1" y="132775"/>
                        <a:pt x="0" y="18597"/>
                      </a:cubicBezTo>
                      <a:lnTo>
                        <a:pt x="836" y="1089"/>
                      </a:lnTo>
                      <a:lnTo>
                        <a:pt x="607" y="859"/>
                      </a:lnTo>
                      <a:lnTo>
                        <a:pt x="848" y="848"/>
                      </a:lnTo>
                      <a:lnTo>
                        <a:pt x="859" y="607"/>
                      </a:lnTo>
                      <a:lnTo>
                        <a:pt x="1089" y="836"/>
                      </a:lnTo>
                      <a:lnTo>
                        <a:pt x="18597" y="0"/>
                      </a:lnTo>
                      <a:cubicBezTo>
                        <a:pt x="132775" y="0"/>
                        <a:pt x="246952" y="43557"/>
                        <a:pt x="334067" y="130672"/>
                      </a:cubicBezTo>
                      <a:cubicBezTo>
                        <a:pt x="421182" y="217787"/>
                        <a:pt x="464739" y="331964"/>
                        <a:pt x="464739" y="446142"/>
                      </a:cubicBezTo>
                      <a:lnTo>
                        <a:pt x="463903" y="463652"/>
                      </a:lnTo>
                      <a:close/>
                    </a:path>
                  </a:pathLst>
                </a:custGeom>
                <a:solidFill>
                  <a:schemeClr val="accent4">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grpSp>
          <p:grpSp>
            <p:nvGrpSpPr>
              <p:cNvPr id="16" name="Group 15">
                <a:extLst>
                  <a:ext uri="{FF2B5EF4-FFF2-40B4-BE49-F238E27FC236}">
                    <a16:creationId xmlns:a16="http://schemas.microsoft.com/office/drawing/2014/main" id="{C0300EB9-093C-4C32-A212-821D7AC082B4}"/>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rot="10800000" flipH="1" flipV="1">
                <a:off x="999771" y="932104"/>
                <a:ext cx="864005" cy="1032464"/>
                <a:chOff x="2207971" y="2384401"/>
                <a:chExt cx="864005" cy="1032464"/>
              </a:xfrm>
            </p:grpSpPr>
            <p:sp>
              <p:nvSpPr>
                <p:cNvPr id="17" name="Freeform: Shape 16">
                  <a:extLst>
                    <a:ext uri="{FF2B5EF4-FFF2-40B4-BE49-F238E27FC236}">
                      <a16:creationId xmlns:a16="http://schemas.microsoft.com/office/drawing/2014/main" id="{AFC97B3C-CF0E-4C93-AA39-7A677A12C50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3500000">
                  <a:off x="2207971" y="2856305"/>
                  <a:ext cx="464739" cy="464739"/>
                </a:xfrm>
                <a:custGeom>
                  <a:avLst/>
                  <a:gdLst>
                    <a:gd name="connsiteX0" fmla="*/ 464132 w 464739"/>
                    <a:gd name="connsiteY0" fmla="*/ 463881 h 464739"/>
                    <a:gd name="connsiteX1" fmla="*/ 463891 w 464739"/>
                    <a:gd name="connsiteY1" fmla="*/ 463892 h 464739"/>
                    <a:gd name="connsiteX2" fmla="*/ 463880 w 464739"/>
                    <a:gd name="connsiteY2" fmla="*/ 464132 h 464739"/>
                    <a:gd name="connsiteX3" fmla="*/ 463651 w 464739"/>
                    <a:gd name="connsiteY3" fmla="*/ 463904 h 464739"/>
                    <a:gd name="connsiteX4" fmla="*/ 446142 w 464739"/>
                    <a:gd name="connsiteY4" fmla="*/ 464739 h 464739"/>
                    <a:gd name="connsiteX5" fmla="*/ 130673 w 464739"/>
                    <a:gd name="connsiteY5" fmla="*/ 334067 h 464739"/>
                    <a:gd name="connsiteX6" fmla="*/ 0 w 464739"/>
                    <a:gd name="connsiteY6" fmla="*/ 18597 h 464739"/>
                    <a:gd name="connsiteX7" fmla="*/ 836 w 464739"/>
                    <a:gd name="connsiteY7" fmla="*/ 1089 h 464739"/>
                    <a:gd name="connsiteX8" fmla="*/ 607 w 464739"/>
                    <a:gd name="connsiteY8" fmla="*/ 859 h 464739"/>
                    <a:gd name="connsiteX9" fmla="*/ 848 w 464739"/>
                    <a:gd name="connsiteY9" fmla="*/ 848 h 464739"/>
                    <a:gd name="connsiteX10" fmla="*/ 859 w 464739"/>
                    <a:gd name="connsiteY10" fmla="*/ 607 h 464739"/>
                    <a:gd name="connsiteX11" fmla="*/ 1089 w 464739"/>
                    <a:gd name="connsiteY11" fmla="*/ 836 h 464739"/>
                    <a:gd name="connsiteX12" fmla="*/ 18597 w 464739"/>
                    <a:gd name="connsiteY12" fmla="*/ 0 h 464739"/>
                    <a:gd name="connsiteX13" fmla="*/ 334067 w 464739"/>
                    <a:gd name="connsiteY13" fmla="*/ 130672 h 464739"/>
                    <a:gd name="connsiteX14" fmla="*/ 464739 w 464739"/>
                    <a:gd name="connsiteY14" fmla="*/ 446142 h 464739"/>
                    <a:gd name="connsiteX15" fmla="*/ 463903 w 464739"/>
                    <a:gd name="connsiteY15" fmla="*/ 463652 h 464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64739" h="464739">
                      <a:moveTo>
                        <a:pt x="464132" y="463881"/>
                      </a:moveTo>
                      <a:lnTo>
                        <a:pt x="463891" y="463892"/>
                      </a:lnTo>
                      <a:lnTo>
                        <a:pt x="463880" y="464132"/>
                      </a:lnTo>
                      <a:lnTo>
                        <a:pt x="463651" y="463904"/>
                      </a:lnTo>
                      <a:lnTo>
                        <a:pt x="446142" y="464739"/>
                      </a:lnTo>
                      <a:cubicBezTo>
                        <a:pt x="331965" y="464739"/>
                        <a:pt x="217787" y="421182"/>
                        <a:pt x="130673" y="334067"/>
                      </a:cubicBezTo>
                      <a:cubicBezTo>
                        <a:pt x="43558" y="246953"/>
                        <a:pt x="1" y="132775"/>
                        <a:pt x="0" y="18597"/>
                      </a:cubicBezTo>
                      <a:lnTo>
                        <a:pt x="836" y="1089"/>
                      </a:lnTo>
                      <a:lnTo>
                        <a:pt x="607" y="859"/>
                      </a:lnTo>
                      <a:lnTo>
                        <a:pt x="848" y="848"/>
                      </a:lnTo>
                      <a:lnTo>
                        <a:pt x="859" y="607"/>
                      </a:lnTo>
                      <a:lnTo>
                        <a:pt x="1089" y="836"/>
                      </a:lnTo>
                      <a:lnTo>
                        <a:pt x="18597" y="0"/>
                      </a:lnTo>
                      <a:cubicBezTo>
                        <a:pt x="132775" y="0"/>
                        <a:pt x="246952" y="43557"/>
                        <a:pt x="334067" y="130672"/>
                      </a:cubicBezTo>
                      <a:cubicBezTo>
                        <a:pt x="421182" y="217787"/>
                        <a:pt x="464739" y="331964"/>
                        <a:pt x="464739" y="446142"/>
                      </a:cubicBezTo>
                      <a:lnTo>
                        <a:pt x="463903" y="463652"/>
                      </a:lnTo>
                      <a:close/>
                    </a:path>
                  </a:pathLst>
                </a:cu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8" name="Freeform: Shape 17">
                  <a:extLst>
                    <a:ext uri="{FF2B5EF4-FFF2-40B4-BE49-F238E27FC236}">
                      <a16:creationId xmlns:a16="http://schemas.microsoft.com/office/drawing/2014/main" id="{0943F14E-6185-4A31-8318-2088A05F5C9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2607238" y="2688467"/>
                  <a:ext cx="464738" cy="464738"/>
                </a:xfrm>
                <a:custGeom>
                  <a:avLst/>
                  <a:gdLst>
                    <a:gd name="connsiteX0" fmla="*/ 446142 w 464738"/>
                    <a:gd name="connsiteY0" fmla="*/ 464738 h 464738"/>
                    <a:gd name="connsiteX1" fmla="*/ 130673 w 464738"/>
                    <a:gd name="connsiteY1" fmla="*/ 334066 h 464738"/>
                    <a:gd name="connsiteX2" fmla="*/ 0 w 464738"/>
                    <a:gd name="connsiteY2" fmla="*/ 18596 h 464738"/>
                    <a:gd name="connsiteX3" fmla="*/ 836 w 464738"/>
                    <a:gd name="connsiteY3" fmla="*/ 1089 h 464738"/>
                    <a:gd name="connsiteX4" fmla="*/ 606 w 464738"/>
                    <a:gd name="connsiteY4" fmla="*/ 859 h 464738"/>
                    <a:gd name="connsiteX5" fmla="*/ 848 w 464738"/>
                    <a:gd name="connsiteY5" fmla="*/ 848 h 464738"/>
                    <a:gd name="connsiteX6" fmla="*/ 859 w 464738"/>
                    <a:gd name="connsiteY6" fmla="*/ 606 h 464738"/>
                    <a:gd name="connsiteX7" fmla="*/ 1089 w 464738"/>
                    <a:gd name="connsiteY7" fmla="*/ 836 h 464738"/>
                    <a:gd name="connsiteX8" fmla="*/ 18596 w 464738"/>
                    <a:gd name="connsiteY8" fmla="*/ 0 h 464738"/>
                    <a:gd name="connsiteX9" fmla="*/ 334066 w 464738"/>
                    <a:gd name="connsiteY9" fmla="*/ 130672 h 464738"/>
                    <a:gd name="connsiteX10" fmla="*/ 464738 w 464738"/>
                    <a:gd name="connsiteY10" fmla="*/ 446142 h 464738"/>
                    <a:gd name="connsiteX11" fmla="*/ 463902 w 464738"/>
                    <a:gd name="connsiteY11" fmla="*/ 463650 h 464738"/>
                    <a:gd name="connsiteX12" fmla="*/ 464132 w 464738"/>
                    <a:gd name="connsiteY12" fmla="*/ 463880 h 464738"/>
                    <a:gd name="connsiteX13" fmla="*/ 463891 w 464738"/>
                    <a:gd name="connsiteY13" fmla="*/ 463892 h 464738"/>
                    <a:gd name="connsiteX14" fmla="*/ 463879 w 464738"/>
                    <a:gd name="connsiteY14" fmla="*/ 464132 h 464738"/>
                    <a:gd name="connsiteX15" fmla="*/ 463650 w 464738"/>
                    <a:gd name="connsiteY15" fmla="*/ 463903 h 4647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64738" h="464738">
                      <a:moveTo>
                        <a:pt x="446142" y="464738"/>
                      </a:moveTo>
                      <a:cubicBezTo>
                        <a:pt x="331965" y="464738"/>
                        <a:pt x="217787" y="421181"/>
                        <a:pt x="130673" y="334066"/>
                      </a:cubicBezTo>
                      <a:cubicBezTo>
                        <a:pt x="43558" y="246952"/>
                        <a:pt x="1" y="132774"/>
                        <a:pt x="0" y="18596"/>
                      </a:cubicBezTo>
                      <a:lnTo>
                        <a:pt x="836" y="1089"/>
                      </a:lnTo>
                      <a:lnTo>
                        <a:pt x="606" y="859"/>
                      </a:lnTo>
                      <a:lnTo>
                        <a:pt x="848" y="848"/>
                      </a:lnTo>
                      <a:lnTo>
                        <a:pt x="859" y="606"/>
                      </a:lnTo>
                      <a:lnTo>
                        <a:pt x="1089" y="836"/>
                      </a:lnTo>
                      <a:lnTo>
                        <a:pt x="18596" y="0"/>
                      </a:lnTo>
                      <a:cubicBezTo>
                        <a:pt x="132774" y="0"/>
                        <a:pt x="246951" y="43557"/>
                        <a:pt x="334066" y="130672"/>
                      </a:cubicBezTo>
                      <a:cubicBezTo>
                        <a:pt x="421181" y="217787"/>
                        <a:pt x="464738" y="331964"/>
                        <a:pt x="464738" y="446142"/>
                      </a:cubicBezTo>
                      <a:lnTo>
                        <a:pt x="463902" y="463650"/>
                      </a:lnTo>
                      <a:lnTo>
                        <a:pt x="464132" y="463880"/>
                      </a:lnTo>
                      <a:lnTo>
                        <a:pt x="463891" y="463892"/>
                      </a:lnTo>
                      <a:lnTo>
                        <a:pt x="463879" y="464132"/>
                      </a:lnTo>
                      <a:lnTo>
                        <a:pt x="463650" y="463903"/>
                      </a:lnTo>
                      <a:close/>
                    </a:path>
                  </a:pathLst>
                </a:cu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nvGrpSpPr>
                <p:cNvPr id="19" name="Group 18">
                  <a:extLst>
                    <a:ext uri="{FF2B5EF4-FFF2-40B4-BE49-F238E27FC236}">
                      <a16:creationId xmlns:a16="http://schemas.microsoft.com/office/drawing/2014/main" id="{F3B56658-371E-446B-B30D-D4EA2A88A973}"/>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2440769" y="2384401"/>
                  <a:ext cx="313009" cy="1032464"/>
                  <a:chOff x="2440769" y="2384401"/>
                  <a:chExt cx="313009" cy="1032464"/>
                </a:xfrm>
              </p:grpSpPr>
              <p:cxnSp>
                <p:nvCxnSpPr>
                  <p:cNvPr id="20" name="Straight Connector 19">
                    <a:extLst>
                      <a:ext uri="{FF2B5EF4-FFF2-40B4-BE49-F238E27FC236}">
                        <a16:creationId xmlns:a16="http://schemas.microsoft.com/office/drawing/2014/main" id="{068979FB-2943-4091-A490-D9F8695DF0D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rot="10800000" flipH="1">
                    <a:off x="2440769" y="2516865"/>
                    <a:ext cx="0" cy="900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B378C39C-3FC0-4521-8336-33A86391920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rot="8100000" flipH="1">
                    <a:off x="2753778" y="2384401"/>
                    <a:ext cx="0" cy="900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grpSp>
        <p:grpSp>
          <p:nvGrpSpPr>
            <p:cNvPr id="12" name="Group 11">
              <a:extLst>
                <a:ext uri="{FF2B5EF4-FFF2-40B4-BE49-F238E27FC236}">
                  <a16:creationId xmlns:a16="http://schemas.microsoft.com/office/drawing/2014/main" id="{72C6951D-2EAF-4333-B8A8-F473DC3BDF44}"/>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1437136" y="649304"/>
              <a:ext cx="388541" cy="388541"/>
              <a:chOff x="5752675" y="5440856"/>
              <a:chExt cx="388541" cy="388541"/>
            </a:xfrm>
          </p:grpSpPr>
          <p:sp>
            <p:nvSpPr>
              <p:cNvPr id="13" name="Oval 12">
                <a:extLst>
                  <a:ext uri="{FF2B5EF4-FFF2-40B4-BE49-F238E27FC236}">
                    <a16:creationId xmlns:a16="http://schemas.microsoft.com/office/drawing/2014/main" id="{63E77698-5758-433A-9DF3-3BE43B6FBDA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5800801" y="5488982"/>
                <a:ext cx="340415" cy="340415"/>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4" name="Oval 13">
                <a:extLst>
                  <a:ext uri="{FF2B5EF4-FFF2-40B4-BE49-F238E27FC236}">
                    <a16:creationId xmlns:a16="http://schemas.microsoft.com/office/drawing/2014/main" id="{FF47FF7F-75A9-438D-8BA7-428BF76974C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52675" y="5440856"/>
                <a:ext cx="340415" cy="340415"/>
              </a:xfrm>
              <a:prstGeom prst="ellipse">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grpSp>
      <p:sp>
        <p:nvSpPr>
          <p:cNvPr id="4" name="TextBox 3">
            <a:extLst>
              <a:ext uri="{FF2B5EF4-FFF2-40B4-BE49-F238E27FC236}">
                <a16:creationId xmlns:a16="http://schemas.microsoft.com/office/drawing/2014/main" id="{1D1EBD71-B577-0908-79BD-AB02DC387319}"/>
              </a:ext>
            </a:extLst>
          </p:cNvPr>
          <p:cNvSpPr txBox="1"/>
          <p:nvPr/>
        </p:nvSpPr>
        <p:spPr>
          <a:xfrm>
            <a:off x="2935755" y="2908618"/>
            <a:ext cx="6320490" cy="769441"/>
          </a:xfrm>
          <a:prstGeom prst="rect">
            <a:avLst/>
          </a:prstGeom>
          <a:noFill/>
        </p:spPr>
        <p:txBody>
          <a:bodyPr wrap="square">
            <a:spAutoFit/>
          </a:bodyPr>
          <a:lstStyle/>
          <a:p>
            <a:pPr algn="ctr"/>
            <a:r>
              <a:rPr lang="en-US" sz="4400" b="1" dirty="0">
                <a:solidFill>
                  <a:srgbClr val="80EFFF"/>
                </a:solidFill>
                <a:latin typeface="Arial Nova Light" panose="020B0304020202020204" pitchFamily="34" charset="0"/>
              </a:rPr>
              <a:t>END OF THE CHAPTER</a:t>
            </a:r>
          </a:p>
        </p:txBody>
      </p:sp>
    </p:spTree>
    <p:extLst>
      <p:ext uri="{BB962C8B-B14F-4D97-AF65-F5344CB8AC3E}">
        <p14:creationId xmlns:p14="http://schemas.microsoft.com/office/powerpoint/2010/main" val="2975291773"/>
      </p:ext>
    </p:extLst>
  </p:cSld>
  <p:clrMapOvr>
    <a:masterClrMapping/>
  </p:clrMapOvr>
</p:sld>
</file>

<file path=ppt/theme/theme1.xml><?xml version="1.0" encoding="utf-8"?>
<a:theme xmlns:a="http://schemas.openxmlformats.org/drawingml/2006/main" name="LeafVTI">
  <a:themeElements>
    <a:clrScheme name="AnalogousFromLightSeedLeftStep">
      <a:dk1>
        <a:srgbClr val="000000"/>
      </a:dk1>
      <a:lt1>
        <a:srgbClr val="FFFFFF"/>
      </a:lt1>
      <a:dk2>
        <a:srgbClr val="352D1E"/>
      </a:dk2>
      <a:lt2>
        <a:srgbClr val="E5E2E8"/>
      </a:lt2>
      <a:accent1>
        <a:srgbClr val="94A77F"/>
      </a:accent1>
      <a:accent2>
        <a:srgbClr val="A1A570"/>
      </a:accent2>
      <a:accent3>
        <a:srgbClr val="B19F7D"/>
      </a:accent3>
      <a:accent4>
        <a:srgbClr val="BA8C7F"/>
      </a:accent4>
      <a:accent5>
        <a:srgbClr val="C4929C"/>
      </a:accent5>
      <a:accent6>
        <a:srgbClr val="BA7FA3"/>
      </a:accent6>
      <a:hlink>
        <a:srgbClr val="8A69AE"/>
      </a:hlink>
      <a:folHlink>
        <a:srgbClr val="7F7F7F"/>
      </a:folHlink>
    </a:clrScheme>
    <a:fontScheme name="Leaf">
      <a:majorFont>
        <a:latin typeface="Rockwell Nova Light"/>
        <a:ea typeface=""/>
        <a:cs typeface=""/>
      </a:majorFont>
      <a:minorFont>
        <a:latin typeface="Avenir Next LT Pro Light"/>
        <a:ea typeface=""/>
        <a:cs typeface=""/>
      </a:minorFont>
    </a:fontScheme>
    <a:fmtScheme name="Subtle Solids">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LeafVTI" id="{AD13D32C-3873-4EF1-A28C-5D0E64FF0913}" vid="{0D2E0FD0-9C17-4337-BD21-33917FC300A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0130A8883D509741AAD9698FAF47E5F3" ma:contentTypeVersion="3" ma:contentTypeDescription="Create a new document." ma:contentTypeScope="" ma:versionID="ff89cdacd3a61eed31ca6cf071b8b226">
  <xsd:schema xmlns:xsd="http://www.w3.org/2001/XMLSchema" xmlns:xs="http://www.w3.org/2001/XMLSchema" xmlns:p="http://schemas.microsoft.com/office/2006/metadata/properties" xmlns:ns2="9c9eb58d-2f4c-499b-ab9c-47c1d5de8bf8" targetNamespace="http://schemas.microsoft.com/office/2006/metadata/properties" ma:root="true" ma:fieldsID="c7d838d636f2945413649be92e4efa58" ns2:_="">
    <xsd:import namespace="9c9eb58d-2f4c-499b-ab9c-47c1d5de8bf8"/>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c9eb58d-2f4c-499b-ab9c-47c1d5de8bf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8878F5D8-4C0E-4936-8AD4-3FADA7CD5818}"/>
</file>

<file path=customXml/itemProps2.xml><?xml version="1.0" encoding="utf-8"?>
<ds:datastoreItem xmlns:ds="http://schemas.openxmlformats.org/officeDocument/2006/customXml" ds:itemID="{89ECF661-DF17-4453-A472-814F3F16910B}"/>
</file>

<file path=customXml/itemProps3.xml><?xml version="1.0" encoding="utf-8"?>
<ds:datastoreItem xmlns:ds="http://schemas.openxmlformats.org/officeDocument/2006/customXml" ds:itemID="{FAFD5B9B-4A64-43A9-A9D3-EA815F8A1983}"/>
</file>

<file path=docProps/app.xml><?xml version="1.0" encoding="utf-8"?>
<Properties xmlns="http://schemas.openxmlformats.org/officeDocument/2006/extended-properties" xmlns:vt="http://schemas.openxmlformats.org/officeDocument/2006/docPropsVTypes">
  <Template>Ion Boardroom</Template>
  <TotalTime>991</TotalTime>
  <Words>4143</Words>
  <Application>Microsoft Office PowerPoint</Application>
  <PresentationFormat>Widescreen</PresentationFormat>
  <Paragraphs>864</Paragraphs>
  <Slides>62</Slides>
  <Notes>12</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62</vt:i4>
      </vt:variant>
    </vt:vector>
  </HeadingPairs>
  <TitlesOfParts>
    <vt:vector size="72" baseType="lpstr">
      <vt:lpstr>Arial Unicode MS</vt:lpstr>
      <vt:lpstr>Arial</vt:lpstr>
      <vt:lpstr>Arial Nova</vt:lpstr>
      <vt:lpstr>Arial Nova Light</vt:lpstr>
      <vt:lpstr>Arial Rounded MT Bold</vt:lpstr>
      <vt:lpstr>Avenir Next LT Pro Light</vt:lpstr>
      <vt:lpstr>Calibri</vt:lpstr>
      <vt:lpstr>Rockwell Nova Light</vt:lpstr>
      <vt:lpstr>Wingdings</vt:lpstr>
      <vt:lpstr>LeafVTI</vt:lpstr>
      <vt:lpstr>Engineering management</vt:lpstr>
      <vt:lpstr>Project management</vt:lpstr>
      <vt:lpstr>Characteristics of a project</vt:lpstr>
      <vt:lpstr>PROJECT LIFE CYCLE</vt:lpstr>
      <vt:lpstr>PROJECT LIFE CYCLE</vt:lpstr>
      <vt:lpstr>PROJECT LIFE CYCLE</vt:lpstr>
      <vt:lpstr>PROJECT LIFE CYCLE</vt:lpstr>
      <vt:lpstr>Key Decisions in Project Management</vt:lpstr>
      <vt:lpstr>The Project Manager</vt:lpstr>
      <vt:lpstr>The Project Manager</vt:lpstr>
      <vt:lpstr>Project management tools</vt:lpstr>
      <vt:lpstr>Project management tools</vt:lpstr>
      <vt:lpstr>Project management tools</vt:lpstr>
      <vt:lpstr>Project management tools</vt:lpstr>
      <vt:lpstr>Project management tools</vt:lpstr>
      <vt:lpstr>Project management tools</vt:lpstr>
      <vt:lpstr>Project management tools</vt:lpstr>
      <vt:lpstr>Project management tools</vt:lpstr>
      <vt:lpstr>Project management tools</vt:lpstr>
      <vt:lpstr>Project management tools</vt:lpstr>
      <vt:lpstr>Project management tools</vt:lpstr>
      <vt:lpstr>Project management tools</vt:lpstr>
      <vt:lpstr>Project management tools</vt:lpstr>
      <vt:lpstr>Project management tools</vt:lpstr>
      <vt:lpstr>Project management tools</vt:lpstr>
      <vt:lpstr>Project management tools</vt:lpstr>
      <vt:lpstr>Project management tools</vt:lpstr>
      <vt:lpstr>Project management tools</vt:lpstr>
      <vt:lpstr>Project management tools</vt:lpstr>
      <vt:lpstr>Project management tools</vt:lpstr>
      <vt:lpstr>Project management tools</vt:lpstr>
      <vt:lpstr>Project management tools</vt:lpstr>
      <vt:lpstr>Project management tools</vt:lpstr>
      <vt:lpstr>Project management tools</vt:lpstr>
      <vt:lpstr>Project management tools</vt:lpstr>
      <vt:lpstr>Project management tools</vt:lpstr>
      <vt:lpstr>Project management tools</vt:lpstr>
      <vt:lpstr>Project management tools</vt:lpstr>
      <vt:lpstr>Project management tools</vt:lpstr>
      <vt:lpstr>Project management tools</vt:lpstr>
      <vt:lpstr>Gantt chart</vt:lpstr>
      <vt:lpstr>Project management tools</vt:lpstr>
      <vt:lpstr>Project management tools</vt:lpstr>
      <vt:lpstr>Project management tools</vt:lpstr>
      <vt:lpstr>Project management tools</vt:lpstr>
      <vt:lpstr>Project management tools</vt:lpstr>
      <vt:lpstr>Project management tools</vt:lpstr>
      <vt:lpstr>Project management tools</vt:lpstr>
      <vt:lpstr>Project management tools</vt:lpstr>
      <vt:lpstr>Project management tools</vt:lpstr>
      <vt:lpstr>Project management tools</vt:lpstr>
      <vt:lpstr>Project management tools</vt:lpstr>
      <vt:lpstr>Project management tools</vt:lpstr>
      <vt:lpstr>Project management tools</vt:lpstr>
      <vt:lpstr>Project management tools</vt:lpstr>
      <vt:lpstr>Project management tools</vt:lpstr>
      <vt:lpstr>Project management tools</vt:lpstr>
      <vt:lpstr>Project management tools</vt:lpstr>
      <vt:lpstr>Project management tools</vt:lpstr>
      <vt:lpstr>Project management tools</vt:lpstr>
      <vt:lpstr>Project management tools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Management</dc:title>
  <dc:subject>Engineering Management</dc:subject>
  <dc:creator>Stanley Rodrick</dc:creator>
  <cp:keywords>Chapter # 17</cp:keywords>
  <cp:lastModifiedBy>Hasibul Islam</cp:lastModifiedBy>
  <cp:revision>8</cp:revision>
  <dcterms:created xsi:type="dcterms:W3CDTF">2022-07-29T14:27:20Z</dcterms:created>
  <dcterms:modified xsi:type="dcterms:W3CDTF">2024-04-28T06:20:06Z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0x0101000130A8883D509741AAD9698FAF47E5F3</vt:lpwstr>
  </property>
</Properties>
</file>