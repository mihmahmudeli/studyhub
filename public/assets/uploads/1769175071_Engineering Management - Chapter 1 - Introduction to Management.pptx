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diagrams/drawing1.xml" ContentType="application/vnd.ms-office.drawingml.diagramDrawing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331" r:id="rId4"/>
    <p:sldId id="333" r:id="rId5"/>
    <p:sldId id="334" r:id="rId6"/>
    <p:sldId id="335" r:id="rId7"/>
    <p:sldId id="332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1" r:id="rId33"/>
    <p:sldId id="362" r:id="rId34"/>
    <p:sldId id="360" r:id="rId35"/>
    <p:sldId id="363" r:id="rId36"/>
    <p:sldId id="364" r:id="rId37"/>
    <p:sldId id="33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3333CC"/>
    <a:srgbClr val="990033"/>
    <a:srgbClr val="FF3300"/>
    <a:srgbClr val="006666"/>
    <a:srgbClr val="CC0099"/>
    <a:srgbClr val="663300"/>
    <a:srgbClr val="008080"/>
    <a:srgbClr val="9933FF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3" autoAdjust="0"/>
    <p:restoredTop sz="95073"/>
  </p:normalViewPr>
  <p:slideViewPr>
    <p:cSldViewPr snapToGrid="0">
      <p:cViewPr varScale="1">
        <p:scale>
          <a:sx n="79" d="100"/>
          <a:sy n="79" d="100"/>
        </p:scale>
        <p:origin x="8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ley Rodrick" userId="8969fbcc-7c96-46fb-a663-9e2e5920ff04" providerId="ADAL" clId="{EED2B5D5-CDB7-204B-B010-2A96B431BB03}"/>
    <pc:docChg chg="modSld">
      <pc:chgData name="Stanley Rodrick" userId="8969fbcc-7c96-46fb-a663-9e2e5920ff04" providerId="ADAL" clId="{EED2B5D5-CDB7-204B-B010-2A96B431BB03}" dt="2021-08-09T09:26:38.356" v="0" actId="1076"/>
      <pc:docMkLst>
        <pc:docMk/>
      </pc:docMkLst>
      <pc:sldChg chg="modSp mod">
        <pc:chgData name="Stanley Rodrick" userId="8969fbcc-7c96-46fb-a663-9e2e5920ff04" providerId="ADAL" clId="{EED2B5D5-CDB7-204B-B010-2A96B431BB03}" dt="2021-08-09T09:26:38.356" v="0" actId="1076"/>
        <pc:sldMkLst>
          <pc:docMk/>
          <pc:sldMk cId="1438381353" sldId="276"/>
        </pc:sldMkLst>
        <pc:spChg chg="mod">
          <ac:chgData name="Stanley Rodrick" userId="8969fbcc-7c96-46fb-a663-9e2e5920ff04" providerId="ADAL" clId="{EED2B5D5-CDB7-204B-B010-2A96B431BB03}" dt="2021-08-09T09:26:38.356" v="0" actId="1076"/>
          <ac:spMkLst>
            <pc:docMk/>
            <pc:sldMk cId="1438381353" sldId="276"/>
            <ac:spMk id="2" creationId="{82427FDC-DAC1-4195-9C09-70E522A8BB66}"/>
          </ac:spMkLst>
        </pc:spChg>
      </pc:sldChg>
    </pc:docChg>
  </pc:docChgLst>
  <pc:docChgLst>
    <pc:chgData name="Stanley Rodrick" userId="8969fbcc-7c96-46fb-a663-9e2e5920ff04" providerId="ADAL" clId="{25F20A14-5FDF-4127-86EB-70D056AA604E}"/>
    <pc:docChg chg="modSld">
      <pc:chgData name="Stanley Rodrick" userId="8969fbcc-7c96-46fb-a663-9e2e5920ff04" providerId="ADAL" clId="{25F20A14-5FDF-4127-86EB-70D056AA604E}" dt="2022-01-22T17:38:22.570" v="2" actId="14100"/>
      <pc:docMkLst>
        <pc:docMk/>
      </pc:docMkLst>
      <pc:sldChg chg="modSp mod">
        <pc:chgData name="Stanley Rodrick" userId="8969fbcc-7c96-46fb-a663-9e2e5920ff04" providerId="ADAL" clId="{25F20A14-5FDF-4127-86EB-70D056AA604E}" dt="2022-01-22T17:38:22.570" v="2" actId="14100"/>
        <pc:sldMkLst>
          <pc:docMk/>
          <pc:sldMk cId="1962116659" sldId="298"/>
        </pc:sldMkLst>
        <pc:spChg chg="mod">
          <ac:chgData name="Stanley Rodrick" userId="8969fbcc-7c96-46fb-a663-9e2e5920ff04" providerId="ADAL" clId="{25F20A14-5FDF-4127-86EB-70D056AA604E}" dt="2022-01-22T17:38:17.899" v="0" actId="14100"/>
          <ac:spMkLst>
            <pc:docMk/>
            <pc:sldMk cId="1962116659" sldId="298"/>
            <ac:spMk id="17" creationId="{614983A3-4EC4-4B01-BCB7-8500A850359B}"/>
          </ac:spMkLst>
        </pc:spChg>
        <pc:spChg chg="mod">
          <ac:chgData name="Stanley Rodrick" userId="8969fbcc-7c96-46fb-a663-9e2e5920ff04" providerId="ADAL" clId="{25F20A14-5FDF-4127-86EB-70D056AA604E}" dt="2022-01-22T17:38:22.570" v="2" actId="14100"/>
          <ac:spMkLst>
            <pc:docMk/>
            <pc:sldMk cId="1962116659" sldId="298"/>
            <ac:spMk id="19" creationId="{CF67DEEC-40FD-4947-91E9-4EBA65577333}"/>
          </ac:spMkLst>
        </pc:spChg>
        <pc:spChg chg="mod">
          <ac:chgData name="Stanley Rodrick" userId="8969fbcc-7c96-46fb-a663-9e2e5920ff04" providerId="ADAL" clId="{25F20A14-5FDF-4127-86EB-70D056AA604E}" dt="2022-01-22T17:38:20.290" v="1" actId="14100"/>
          <ac:spMkLst>
            <pc:docMk/>
            <pc:sldMk cId="1962116659" sldId="298"/>
            <ac:spMk id="21" creationId="{D9641870-D4F3-458D-BEFC-9F49B8E3A6CD}"/>
          </ac:spMkLst>
        </pc:spChg>
      </pc:sldChg>
    </pc:docChg>
  </pc:docChgLst>
  <pc:docChgLst>
    <pc:chgData name="Stanley Rodrick" userId="8969fbcc-7c96-46fb-a663-9e2e5920ff04" providerId="ADAL" clId="{555CE64A-58F4-4C70-8952-950F34B8F9C6}"/>
    <pc:docChg chg="modSld">
      <pc:chgData name="Stanley Rodrick" userId="8969fbcc-7c96-46fb-a663-9e2e5920ff04" providerId="ADAL" clId="{555CE64A-58F4-4C70-8952-950F34B8F9C6}" dt="2022-09-20T06:19:55.659" v="0"/>
      <pc:docMkLst>
        <pc:docMk/>
      </pc:docMkLst>
      <pc:sldChg chg="modSp">
        <pc:chgData name="Stanley Rodrick" userId="8969fbcc-7c96-46fb-a663-9e2e5920ff04" providerId="ADAL" clId="{555CE64A-58F4-4C70-8952-950F34B8F9C6}" dt="2022-09-20T06:19:55.659" v="0"/>
        <pc:sldMkLst>
          <pc:docMk/>
          <pc:sldMk cId="202118099" sldId="335"/>
        </pc:sldMkLst>
        <pc:graphicFrameChg chg="mod">
          <ac:chgData name="Stanley Rodrick" userId="8969fbcc-7c96-46fb-a663-9e2e5920ff04" providerId="ADAL" clId="{555CE64A-58F4-4C70-8952-950F34B8F9C6}" dt="2022-09-20T06:19:55.659" v="0"/>
          <ac:graphicFrameMkLst>
            <pc:docMk/>
            <pc:sldMk cId="202118099" sldId="335"/>
            <ac:graphicFrameMk id="18" creationId="{455541D3-FB2F-7033-B03D-535740F7800E}"/>
          </ac:graphicFrameMkLst>
        </pc:graphicFrameChg>
      </pc:sldChg>
    </pc:docChg>
  </pc:docChgLst>
  <pc:docChgLst>
    <pc:chgData name="Stanley Rodrick" userId="8969fbcc-7c96-46fb-a663-9e2e5920ff04" providerId="ADAL" clId="{71FB37DC-5FA2-AE4A-ABA5-24CB41BD0C1C}"/>
    <pc:docChg chg="undo custSel addSld modSld">
      <pc:chgData name="Stanley Rodrick" userId="8969fbcc-7c96-46fb-a663-9e2e5920ff04" providerId="ADAL" clId="{71FB37DC-5FA2-AE4A-ABA5-24CB41BD0C1C}" dt="2021-04-11T10:50:20.844" v="1543" actId="20577"/>
      <pc:docMkLst>
        <pc:docMk/>
      </pc:docMkLst>
      <pc:sldChg chg="delSp modSp mod">
        <pc:chgData name="Stanley Rodrick" userId="8969fbcc-7c96-46fb-a663-9e2e5920ff04" providerId="ADAL" clId="{71FB37DC-5FA2-AE4A-ABA5-24CB41BD0C1C}" dt="2021-04-10T14:16:49.905" v="153" actId="207"/>
        <pc:sldMkLst>
          <pc:docMk/>
          <pc:sldMk cId="1900048667" sldId="260"/>
        </pc:sldMkLst>
        <pc:spChg chg="mod">
          <ac:chgData name="Stanley Rodrick" userId="8969fbcc-7c96-46fb-a663-9e2e5920ff04" providerId="ADAL" clId="{71FB37DC-5FA2-AE4A-ABA5-24CB41BD0C1C}" dt="2021-04-10T14:16:49.905" v="153" actId="207"/>
          <ac:spMkLst>
            <pc:docMk/>
            <pc:sldMk cId="1900048667" sldId="260"/>
            <ac:spMk id="7" creationId="{281E3C42-7EE3-4ACA-86EC-F7B009DE76C9}"/>
          </ac:spMkLst>
        </pc:spChg>
        <pc:spChg chg="del">
          <ac:chgData name="Stanley Rodrick" userId="8969fbcc-7c96-46fb-a663-9e2e5920ff04" providerId="ADAL" clId="{71FB37DC-5FA2-AE4A-ABA5-24CB41BD0C1C}" dt="2021-04-07T06:33:49.359" v="0" actId="478"/>
          <ac:spMkLst>
            <pc:docMk/>
            <pc:sldMk cId="1900048667" sldId="260"/>
            <ac:spMk id="9" creationId="{237B159C-24A7-4130-A655-B8FEDD3CA39E}"/>
          </ac:spMkLst>
        </pc:spChg>
        <pc:spChg chg="del">
          <ac:chgData name="Stanley Rodrick" userId="8969fbcc-7c96-46fb-a663-9e2e5920ff04" providerId="ADAL" clId="{71FB37DC-5FA2-AE4A-ABA5-24CB41BD0C1C}" dt="2021-04-07T06:33:50.939" v="1" actId="478"/>
          <ac:spMkLst>
            <pc:docMk/>
            <pc:sldMk cId="1900048667" sldId="260"/>
            <ac:spMk id="11" creationId="{8BB1717A-07DC-433B-BE7C-CB4EC6193DA1}"/>
          </ac:spMkLst>
        </pc:spChg>
      </pc:sldChg>
      <pc:sldChg chg="modSp mod">
        <pc:chgData name="Stanley Rodrick" userId="8969fbcc-7c96-46fb-a663-9e2e5920ff04" providerId="ADAL" clId="{71FB37DC-5FA2-AE4A-ABA5-24CB41BD0C1C}" dt="2021-04-11T09:35:53.099" v="1031" actId="20577"/>
        <pc:sldMkLst>
          <pc:docMk/>
          <pc:sldMk cId="3548706007" sldId="261"/>
        </pc:sldMkLst>
        <pc:spChg chg="mod">
          <ac:chgData name="Stanley Rodrick" userId="8969fbcc-7c96-46fb-a663-9e2e5920ff04" providerId="ADAL" clId="{71FB37DC-5FA2-AE4A-ABA5-24CB41BD0C1C}" dt="2021-04-10T14:18:53.769" v="182" actId="20577"/>
          <ac:spMkLst>
            <pc:docMk/>
            <pc:sldMk cId="3548706007" sldId="261"/>
            <ac:spMk id="7" creationId="{281E3C42-7EE3-4ACA-86EC-F7B009DE76C9}"/>
          </ac:spMkLst>
        </pc:spChg>
        <pc:spChg chg="mod">
          <ac:chgData name="Stanley Rodrick" userId="8969fbcc-7c96-46fb-a663-9e2e5920ff04" providerId="ADAL" clId="{71FB37DC-5FA2-AE4A-ABA5-24CB41BD0C1C}" dt="2021-04-11T09:35:53.099" v="1031" actId="20577"/>
          <ac:spMkLst>
            <pc:docMk/>
            <pc:sldMk cId="3548706007" sldId="261"/>
            <ac:spMk id="18" creationId="{50AF35B9-D192-414A-A967-D4BC21734BBD}"/>
          </ac:spMkLst>
        </pc:spChg>
      </pc:sldChg>
      <pc:sldChg chg="modSp mod">
        <pc:chgData name="Stanley Rodrick" userId="8969fbcc-7c96-46fb-a663-9e2e5920ff04" providerId="ADAL" clId="{71FB37DC-5FA2-AE4A-ABA5-24CB41BD0C1C}" dt="2021-04-10T14:19:19.076" v="200" actId="207"/>
        <pc:sldMkLst>
          <pc:docMk/>
          <pc:sldMk cId="64074477" sldId="263"/>
        </pc:sldMkLst>
        <pc:spChg chg="mod">
          <ac:chgData name="Stanley Rodrick" userId="8969fbcc-7c96-46fb-a663-9e2e5920ff04" providerId="ADAL" clId="{71FB37DC-5FA2-AE4A-ABA5-24CB41BD0C1C}" dt="2021-04-10T14:19:19.076" v="200" actId="207"/>
          <ac:spMkLst>
            <pc:docMk/>
            <pc:sldMk cId="64074477" sldId="263"/>
            <ac:spMk id="7" creationId="{281E3C42-7EE3-4ACA-86EC-F7B009DE76C9}"/>
          </ac:spMkLst>
        </pc:spChg>
      </pc:sldChg>
      <pc:sldChg chg="modSp mod">
        <pc:chgData name="Stanley Rodrick" userId="8969fbcc-7c96-46fb-a663-9e2e5920ff04" providerId="ADAL" clId="{71FB37DC-5FA2-AE4A-ABA5-24CB41BD0C1C}" dt="2021-04-11T09:55:07.692" v="1123" actId="207"/>
        <pc:sldMkLst>
          <pc:docMk/>
          <pc:sldMk cId="3941312680" sldId="266"/>
        </pc:sldMkLst>
        <pc:spChg chg="mod">
          <ac:chgData name="Stanley Rodrick" userId="8969fbcc-7c96-46fb-a663-9e2e5920ff04" providerId="ADAL" clId="{71FB37DC-5FA2-AE4A-ABA5-24CB41BD0C1C}" dt="2021-04-11T09:55:07.692" v="1123" actId="207"/>
          <ac:spMkLst>
            <pc:docMk/>
            <pc:sldMk cId="3941312680" sldId="266"/>
            <ac:spMk id="6" creationId="{97E6E5F8-2CA9-479F-856B-17E37E303BF9}"/>
          </ac:spMkLst>
        </pc:spChg>
        <pc:spChg chg="mod">
          <ac:chgData name="Stanley Rodrick" userId="8969fbcc-7c96-46fb-a663-9e2e5920ff04" providerId="ADAL" clId="{71FB37DC-5FA2-AE4A-ABA5-24CB41BD0C1C}" dt="2021-04-10T14:20:15.583" v="220" actId="207"/>
          <ac:spMkLst>
            <pc:docMk/>
            <pc:sldMk cId="3941312680" sldId="266"/>
            <ac:spMk id="7" creationId="{281E3C42-7EE3-4ACA-86EC-F7B009DE76C9}"/>
          </ac:spMkLst>
        </pc:spChg>
      </pc:sldChg>
      <pc:sldChg chg="addSp delSp modSp mod">
        <pc:chgData name="Stanley Rodrick" userId="8969fbcc-7c96-46fb-a663-9e2e5920ff04" providerId="ADAL" clId="{71FB37DC-5FA2-AE4A-ABA5-24CB41BD0C1C}" dt="2021-04-11T09:55:26.965" v="1128" actId="207"/>
        <pc:sldMkLst>
          <pc:docMk/>
          <pc:sldMk cId="3823205407" sldId="267"/>
        </pc:sldMkLst>
        <pc:spChg chg="mod">
          <ac:chgData name="Stanley Rodrick" userId="8969fbcc-7c96-46fb-a663-9e2e5920ff04" providerId="ADAL" clId="{71FB37DC-5FA2-AE4A-ABA5-24CB41BD0C1C}" dt="2021-04-11T09:55:26.965" v="1128" actId="207"/>
          <ac:spMkLst>
            <pc:docMk/>
            <pc:sldMk cId="3823205407" sldId="267"/>
            <ac:spMk id="6" creationId="{97E6E5F8-2CA9-479F-856B-17E37E303BF9}"/>
          </ac:spMkLst>
        </pc:spChg>
        <pc:spChg chg="del">
          <ac:chgData name="Stanley Rodrick" userId="8969fbcc-7c96-46fb-a663-9e2e5920ff04" providerId="ADAL" clId="{71FB37DC-5FA2-AE4A-ABA5-24CB41BD0C1C}" dt="2021-04-10T14:20:46.940" v="232" actId="478"/>
          <ac:spMkLst>
            <pc:docMk/>
            <pc:sldMk cId="3823205407" sldId="267"/>
            <ac:spMk id="7" creationId="{281E3C42-7EE3-4ACA-86EC-F7B009DE76C9}"/>
          </ac:spMkLst>
        </pc:spChg>
        <pc:spChg chg="add mod">
          <ac:chgData name="Stanley Rodrick" userId="8969fbcc-7c96-46fb-a663-9e2e5920ff04" providerId="ADAL" clId="{71FB37DC-5FA2-AE4A-ABA5-24CB41BD0C1C}" dt="2021-04-10T14:20:50.919" v="234" actId="1076"/>
          <ac:spMkLst>
            <pc:docMk/>
            <pc:sldMk cId="3823205407" sldId="267"/>
            <ac:spMk id="11" creationId="{BA00C2E6-0379-F14D-9806-CC274A7B74BB}"/>
          </ac:spMkLst>
        </pc:spChg>
      </pc:sldChg>
      <pc:sldChg chg="addSp delSp modSp mod">
        <pc:chgData name="Stanley Rodrick" userId="8969fbcc-7c96-46fb-a663-9e2e5920ff04" providerId="ADAL" clId="{71FB37DC-5FA2-AE4A-ABA5-24CB41BD0C1C}" dt="2021-04-11T09:55:36.068" v="1130" actId="207"/>
        <pc:sldMkLst>
          <pc:docMk/>
          <pc:sldMk cId="3518413720" sldId="268"/>
        </pc:sldMkLst>
        <pc:spChg chg="add mod">
          <ac:chgData name="Stanley Rodrick" userId="8969fbcc-7c96-46fb-a663-9e2e5920ff04" providerId="ADAL" clId="{71FB37DC-5FA2-AE4A-ABA5-24CB41BD0C1C}" dt="2021-04-11T09:55:36.068" v="1130" actId="207"/>
          <ac:spMkLst>
            <pc:docMk/>
            <pc:sldMk cId="3518413720" sldId="268"/>
            <ac:spMk id="4" creationId="{82E01A50-2CD6-8D4A-8B66-143AEAFAC595}"/>
          </ac:spMkLst>
        </pc:spChg>
        <pc:spChg chg="mod">
          <ac:chgData name="Stanley Rodrick" userId="8969fbcc-7c96-46fb-a663-9e2e5920ff04" providerId="ADAL" clId="{71FB37DC-5FA2-AE4A-ABA5-24CB41BD0C1C}" dt="2021-04-11T09:55:33.661" v="1129" actId="207"/>
          <ac:spMkLst>
            <pc:docMk/>
            <pc:sldMk cId="3518413720" sldId="268"/>
            <ac:spMk id="6" creationId="{97E6E5F8-2CA9-479F-856B-17E37E303BF9}"/>
          </ac:spMkLst>
        </pc:spChg>
        <pc:spChg chg="del">
          <ac:chgData name="Stanley Rodrick" userId="8969fbcc-7c96-46fb-a663-9e2e5920ff04" providerId="ADAL" clId="{71FB37DC-5FA2-AE4A-ABA5-24CB41BD0C1C}" dt="2021-04-10T14:20:55.420" v="235" actId="478"/>
          <ac:spMkLst>
            <pc:docMk/>
            <pc:sldMk cId="3518413720" sldId="268"/>
            <ac:spMk id="7" creationId="{281E3C42-7EE3-4ACA-86EC-F7B009DE76C9}"/>
          </ac:spMkLst>
        </pc:spChg>
        <pc:spChg chg="add mod">
          <ac:chgData name="Stanley Rodrick" userId="8969fbcc-7c96-46fb-a663-9e2e5920ff04" providerId="ADAL" clId="{71FB37DC-5FA2-AE4A-ABA5-24CB41BD0C1C}" dt="2021-04-10T14:20:55.816" v="236"/>
          <ac:spMkLst>
            <pc:docMk/>
            <pc:sldMk cId="3518413720" sldId="268"/>
            <ac:spMk id="11" creationId="{952F80E6-8A17-C04C-AF9C-989EFF10D039}"/>
          </ac:spMkLst>
        </pc:spChg>
        <pc:picChg chg="add mod">
          <ac:chgData name="Stanley Rodrick" userId="8969fbcc-7c96-46fb-a663-9e2e5920ff04" providerId="ADAL" clId="{71FB37DC-5FA2-AE4A-ABA5-24CB41BD0C1C}" dt="2021-04-11T09:40:22.362" v="1054" actId="1076"/>
          <ac:picMkLst>
            <pc:docMk/>
            <pc:sldMk cId="3518413720" sldId="268"/>
            <ac:picMk id="5" creationId="{09498169-5F32-3F4F-8B62-909B34220B43}"/>
          </ac:picMkLst>
        </pc:picChg>
        <pc:picChg chg="add mod">
          <ac:chgData name="Stanley Rodrick" userId="8969fbcc-7c96-46fb-a663-9e2e5920ff04" providerId="ADAL" clId="{71FB37DC-5FA2-AE4A-ABA5-24CB41BD0C1C}" dt="2021-04-11T09:40:14.738" v="1051" actId="1076"/>
          <ac:picMkLst>
            <pc:docMk/>
            <pc:sldMk cId="3518413720" sldId="268"/>
            <ac:picMk id="1026" creationId="{1CBBDF56-7EF6-1A40-B7EC-4C105AA1D40C}"/>
          </ac:picMkLst>
        </pc:picChg>
      </pc:sldChg>
      <pc:sldChg chg="addSp delSp modSp mod">
        <pc:chgData name="Stanley Rodrick" userId="8969fbcc-7c96-46fb-a663-9e2e5920ff04" providerId="ADAL" clId="{71FB37DC-5FA2-AE4A-ABA5-24CB41BD0C1C}" dt="2021-04-11T09:55:47.125" v="1133" actId="207"/>
        <pc:sldMkLst>
          <pc:docMk/>
          <pc:sldMk cId="2157138631" sldId="269"/>
        </pc:sldMkLst>
        <pc:spChg chg="add mod">
          <ac:chgData name="Stanley Rodrick" userId="8969fbcc-7c96-46fb-a663-9e2e5920ff04" providerId="ADAL" clId="{71FB37DC-5FA2-AE4A-ABA5-24CB41BD0C1C}" dt="2021-04-11T09:55:47.125" v="1133" actId="207"/>
          <ac:spMkLst>
            <pc:docMk/>
            <pc:sldMk cId="2157138631" sldId="269"/>
            <ac:spMk id="4" creationId="{D1211DAE-A265-1E44-94F5-8B49227CD020}"/>
          </ac:spMkLst>
        </pc:spChg>
        <pc:spChg chg="add del mod">
          <ac:chgData name="Stanley Rodrick" userId="8969fbcc-7c96-46fb-a663-9e2e5920ff04" providerId="ADAL" clId="{71FB37DC-5FA2-AE4A-ABA5-24CB41BD0C1C}" dt="2021-04-11T09:55:44.843" v="1132" actId="207"/>
          <ac:spMkLst>
            <pc:docMk/>
            <pc:sldMk cId="2157138631" sldId="269"/>
            <ac:spMk id="6" creationId="{97E6E5F8-2CA9-479F-856B-17E37E303BF9}"/>
          </ac:spMkLst>
        </pc:spChg>
        <pc:picChg chg="add del">
          <ac:chgData name="Stanley Rodrick" userId="8969fbcc-7c96-46fb-a663-9e2e5920ff04" providerId="ADAL" clId="{71FB37DC-5FA2-AE4A-ABA5-24CB41BD0C1C}" dt="2021-04-11T09:47:18.421" v="1061" actId="478"/>
          <ac:picMkLst>
            <pc:docMk/>
            <pc:sldMk cId="2157138631" sldId="269"/>
            <ac:picMk id="5" creationId="{E9919396-830A-8A47-8D12-5DA36F37F2D3}"/>
          </ac:picMkLst>
        </pc:picChg>
        <pc:picChg chg="add mod">
          <ac:chgData name="Stanley Rodrick" userId="8969fbcc-7c96-46fb-a663-9e2e5920ff04" providerId="ADAL" clId="{71FB37DC-5FA2-AE4A-ABA5-24CB41BD0C1C}" dt="2021-04-11T09:47:17.025" v="1060" actId="1076"/>
          <ac:picMkLst>
            <pc:docMk/>
            <pc:sldMk cId="2157138631" sldId="269"/>
            <ac:picMk id="2050" creationId="{AF3D958A-5786-1040-BC36-FC18DFAEEDBB}"/>
          </ac:picMkLst>
        </pc:picChg>
      </pc:sldChg>
      <pc:sldChg chg="modSp mod">
        <pc:chgData name="Stanley Rodrick" userId="8969fbcc-7c96-46fb-a663-9e2e5920ff04" providerId="ADAL" clId="{71FB37DC-5FA2-AE4A-ABA5-24CB41BD0C1C}" dt="2021-04-11T09:56:23.014" v="1140" actId="33524"/>
        <pc:sldMkLst>
          <pc:docMk/>
          <pc:sldMk cId="3469539835" sldId="270"/>
        </pc:sldMkLst>
        <pc:spChg chg="mod">
          <ac:chgData name="Stanley Rodrick" userId="8969fbcc-7c96-46fb-a663-9e2e5920ff04" providerId="ADAL" clId="{71FB37DC-5FA2-AE4A-ABA5-24CB41BD0C1C}" dt="2021-04-11T09:56:23.014" v="1140" actId="33524"/>
          <ac:spMkLst>
            <pc:docMk/>
            <pc:sldMk cId="3469539835" sldId="270"/>
            <ac:spMk id="6" creationId="{97E6E5F8-2CA9-479F-856B-17E37E303BF9}"/>
          </ac:spMkLst>
        </pc:spChg>
        <pc:spChg chg="mod">
          <ac:chgData name="Stanley Rodrick" userId="8969fbcc-7c96-46fb-a663-9e2e5920ff04" providerId="ADAL" clId="{71FB37DC-5FA2-AE4A-ABA5-24CB41BD0C1C}" dt="2021-04-11T09:48:14.317" v="1073" actId="207"/>
          <ac:spMkLst>
            <pc:docMk/>
            <pc:sldMk cId="3469539835" sldId="270"/>
            <ac:spMk id="7" creationId="{281E3C42-7EE3-4ACA-86EC-F7B009DE76C9}"/>
          </ac:spMkLst>
        </pc:spChg>
      </pc:sldChg>
      <pc:sldChg chg="addSp delSp modSp mod">
        <pc:chgData name="Stanley Rodrick" userId="8969fbcc-7c96-46fb-a663-9e2e5920ff04" providerId="ADAL" clId="{71FB37DC-5FA2-AE4A-ABA5-24CB41BD0C1C}" dt="2021-04-11T09:57:09.008" v="1152"/>
        <pc:sldMkLst>
          <pc:docMk/>
          <pc:sldMk cId="1867454111" sldId="271"/>
        </pc:sldMkLst>
        <pc:spChg chg="add del mod">
          <ac:chgData name="Stanley Rodrick" userId="8969fbcc-7c96-46fb-a663-9e2e5920ff04" providerId="ADAL" clId="{71FB37DC-5FA2-AE4A-ABA5-24CB41BD0C1C}" dt="2021-04-11T09:57:09.008" v="1152"/>
          <ac:spMkLst>
            <pc:docMk/>
            <pc:sldMk cId="1867454111" sldId="271"/>
            <ac:spMk id="4" creationId="{80FCF2D8-5A9F-9D43-9EE2-52A7851FB984}"/>
          </ac:spMkLst>
        </pc:spChg>
        <pc:spChg chg="mod">
          <ac:chgData name="Stanley Rodrick" userId="8969fbcc-7c96-46fb-a663-9e2e5920ff04" providerId="ADAL" clId="{71FB37DC-5FA2-AE4A-ABA5-24CB41BD0C1C}" dt="2021-04-11T09:57:02.304" v="1149"/>
          <ac:spMkLst>
            <pc:docMk/>
            <pc:sldMk cId="1867454111" sldId="271"/>
            <ac:spMk id="6" creationId="{97E6E5F8-2CA9-479F-856B-17E37E303BF9}"/>
          </ac:spMkLst>
        </pc:spChg>
        <pc:spChg chg="del">
          <ac:chgData name="Stanley Rodrick" userId="8969fbcc-7c96-46fb-a663-9e2e5920ff04" providerId="ADAL" clId="{71FB37DC-5FA2-AE4A-ABA5-24CB41BD0C1C}" dt="2021-04-11T09:48:40.377" v="1087" actId="478"/>
          <ac:spMkLst>
            <pc:docMk/>
            <pc:sldMk cId="1867454111" sldId="271"/>
            <ac:spMk id="7" creationId="{281E3C42-7EE3-4ACA-86EC-F7B009DE76C9}"/>
          </ac:spMkLst>
        </pc:spChg>
        <pc:spChg chg="add mod">
          <ac:chgData name="Stanley Rodrick" userId="8969fbcc-7c96-46fb-a663-9e2e5920ff04" providerId="ADAL" clId="{71FB37DC-5FA2-AE4A-ABA5-24CB41BD0C1C}" dt="2021-04-11T09:48:40.831" v="1088"/>
          <ac:spMkLst>
            <pc:docMk/>
            <pc:sldMk cId="1867454111" sldId="271"/>
            <ac:spMk id="11" creationId="{0A893B3B-55F4-C646-8456-B9D410174CDB}"/>
          </ac:spMkLst>
        </pc:spChg>
      </pc:sldChg>
      <pc:sldChg chg="addSp delSp modSp mod">
        <pc:chgData name="Stanley Rodrick" userId="8969fbcc-7c96-46fb-a663-9e2e5920ff04" providerId="ADAL" clId="{71FB37DC-5FA2-AE4A-ABA5-24CB41BD0C1C}" dt="2021-04-11T10:06:16.251" v="1180" actId="20577"/>
        <pc:sldMkLst>
          <pc:docMk/>
          <pc:sldMk cId="2707755602" sldId="272"/>
        </pc:sldMkLst>
        <pc:spChg chg="mod">
          <ac:chgData name="Stanley Rodrick" userId="8969fbcc-7c96-46fb-a663-9e2e5920ff04" providerId="ADAL" clId="{71FB37DC-5FA2-AE4A-ABA5-24CB41BD0C1C}" dt="2021-04-11T10:06:16.251" v="1180" actId="20577"/>
          <ac:spMkLst>
            <pc:docMk/>
            <pc:sldMk cId="2707755602" sldId="272"/>
            <ac:spMk id="6" creationId="{97E6E5F8-2CA9-479F-856B-17E37E303BF9}"/>
          </ac:spMkLst>
        </pc:spChg>
        <pc:spChg chg="add del mod">
          <ac:chgData name="Stanley Rodrick" userId="8969fbcc-7c96-46fb-a663-9e2e5920ff04" providerId="ADAL" clId="{71FB37DC-5FA2-AE4A-ABA5-24CB41BD0C1C}" dt="2021-04-11T09:48:48.299" v="1090"/>
          <ac:spMkLst>
            <pc:docMk/>
            <pc:sldMk cId="2707755602" sldId="272"/>
            <ac:spMk id="11" creationId="{E7B0F56E-FE75-434F-B2E7-4ADD58BBE6E5}"/>
          </ac:spMkLst>
        </pc:spChg>
      </pc:sldChg>
      <pc:sldChg chg="modSp mod">
        <pc:chgData name="Stanley Rodrick" userId="8969fbcc-7c96-46fb-a663-9e2e5920ff04" providerId="ADAL" clId="{71FB37DC-5FA2-AE4A-ABA5-24CB41BD0C1C}" dt="2021-04-11T10:06:09.804" v="1178" actId="20577"/>
        <pc:sldMkLst>
          <pc:docMk/>
          <pc:sldMk cId="688274659" sldId="273"/>
        </pc:sldMkLst>
        <pc:spChg chg="mod">
          <ac:chgData name="Stanley Rodrick" userId="8969fbcc-7c96-46fb-a663-9e2e5920ff04" providerId="ADAL" clId="{71FB37DC-5FA2-AE4A-ABA5-24CB41BD0C1C}" dt="2021-04-11T10:06:09.804" v="1178" actId="20577"/>
          <ac:spMkLst>
            <pc:docMk/>
            <pc:sldMk cId="688274659" sldId="273"/>
            <ac:spMk id="6" creationId="{97E6E5F8-2CA9-479F-856B-17E37E303BF9}"/>
          </ac:spMkLst>
        </pc:spChg>
      </pc:sldChg>
      <pc:sldChg chg="modSp mod">
        <pc:chgData name="Stanley Rodrick" userId="8969fbcc-7c96-46fb-a663-9e2e5920ff04" providerId="ADAL" clId="{71FB37DC-5FA2-AE4A-ABA5-24CB41BD0C1C}" dt="2021-04-11T10:40:20.785" v="1223" actId="20577"/>
        <pc:sldMkLst>
          <pc:docMk/>
          <pc:sldMk cId="1438381353" sldId="276"/>
        </pc:sldMkLst>
        <pc:spChg chg="mod">
          <ac:chgData name="Stanley Rodrick" userId="8969fbcc-7c96-46fb-a663-9e2e5920ff04" providerId="ADAL" clId="{71FB37DC-5FA2-AE4A-ABA5-24CB41BD0C1C}" dt="2021-04-11T10:40:20.785" v="1223" actId="20577"/>
          <ac:spMkLst>
            <pc:docMk/>
            <pc:sldMk cId="1438381353" sldId="276"/>
            <ac:spMk id="6" creationId="{97E6E5F8-2CA9-479F-856B-17E37E303BF9}"/>
          </ac:spMkLst>
        </pc:spChg>
      </pc:sldChg>
      <pc:sldChg chg="modSp mod">
        <pc:chgData name="Stanley Rodrick" userId="8969fbcc-7c96-46fb-a663-9e2e5920ff04" providerId="ADAL" clId="{71FB37DC-5FA2-AE4A-ABA5-24CB41BD0C1C}" dt="2021-04-10T14:17:48.116" v="161" actId="207"/>
        <pc:sldMkLst>
          <pc:docMk/>
          <pc:sldMk cId="1068248254" sldId="279"/>
        </pc:sldMkLst>
        <pc:spChg chg="mod">
          <ac:chgData name="Stanley Rodrick" userId="8969fbcc-7c96-46fb-a663-9e2e5920ff04" providerId="ADAL" clId="{71FB37DC-5FA2-AE4A-ABA5-24CB41BD0C1C}" dt="2021-04-10T14:17:48.116" v="161" actId="207"/>
          <ac:spMkLst>
            <pc:docMk/>
            <pc:sldMk cId="1068248254" sldId="279"/>
            <ac:spMk id="6" creationId="{97E6E5F8-2CA9-479F-856B-17E37E303BF9}"/>
          </ac:spMkLst>
        </pc:spChg>
        <pc:spChg chg="mod">
          <ac:chgData name="Stanley Rodrick" userId="8969fbcc-7c96-46fb-a663-9e2e5920ff04" providerId="ADAL" clId="{71FB37DC-5FA2-AE4A-ABA5-24CB41BD0C1C}" dt="2021-04-10T14:17:41.666" v="160" actId="207"/>
          <ac:spMkLst>
            <pc:docMk/>
            <pc:sldMk cId="1068248254" sldId="279"/>
            <ac:spMk id="7" creationId="{281E3C42-7EE3-4ACA-86EC-F7B009DE76C9}"/>
          </ac:spMkLst>
        </pc:spChg>
      </pc:sldChg>
      <pc:sldChg chg="modSp mod">
        <pc:chgData name="Stanley Rodrick" userId="8969fbcc-7c96-46fb-a663-9e2e5920ff04" providerId="ADAL" clId="{71FB37DC-5FA2-AE4A-ABA5-24CB41BD0C1C}" dt="2021-04-10T14:18:29.670" v="165" actId="207"/>
        <pc:sldMkLst>
          <pc:docMk/>
          <pc:sldMk cId="3128920291" sldId="286"/>
        </pc:sldMkLst>
        <pc:spChg chg="mod">
          <ac:chgData name="Stanley Rodrick" userId="8969fbcc-7c96-46fb-a663-9e2e5920ff04" providerId="ADAL" clId="{71FB37DC-5FA2-AE4A-ABA5-24CB41BD0C1C}" dt="2021-04-10T14:18:29.670" v="165" actId="207"/>
          <ac:spMkLst>
            <pc:docMk/>
            <pc:sldMk cId="3128920291" sldId="286"/>
            <ac:spMk id="7" creationId="{281E3C42-7EE3-4ACA-86EC-F7B009DE76C9}"/>
          </ac:spMkLst>
        </pc:spChg>
      </pc:sldChg>
      <pc:sldChg chg="modSp mod">
        <pc:chgData name="Stanley Rodrick" userId="8969fbcc-7c96-46fb-a663-9e2e5920ff04" providerId="ADAL" clId="{71FB37DC-5FA2-AE4A-ABA5-24CB41BD0C1C}" dt="2021-04-10T14:17:12.001" v="158" actId="207"/>
        <pc:sldMkLst>
          <pc:docMk/>
          <pc:sldMk cId="2025147077" sldId="287"/>
        </pc:sldMkLst>
        <pc:spChg chg="mod">
          <ac:chgData name="Stanley Rodrick" userId="8969fbcc-7c96-46fb-a663-9e2e5920ff04" providerId="ADAL" clId="{71FB37DC-5FA2-AE4A-ABA5-24CB41BD0C1C}" dt="2021-04-10T14:17:12.001" v="158" actId="207"/>
          <ac:spMkLst>
            <pc:docMk/>
            <pc:sldMk cId="2025147077" sldId="287"/>
            <ac:spMk id="7" creationId="{281E3C42-7EE3-4ACA-86EC-F7B009DE76C9}"/>
          </ac:spMkLst>
        </pc:spChg>
      </pc:sldChg>
      <pc:sldChg chg="addSp delSp modSp mod">
        <pc:chgData name="Stanley Rodrick" userId="8969fbcc-7c96-46fb-a663-9e2e5920ff04" providerId="ADAL" clId="{71FB37DC-5FA2-AE4A-ABA5-24CB41BD0C1C}" dt="2021-04-10T14:19:32.477" v="214" actId="20577"/>
        <pc:sldMkLst>
          <pc:docMk/>
          <pc:sldMk cId="195600550" sldId="288"/>
        </pc:sldMkLst>
        <pc:spChg chg="add del mod">
          <ac:chgData name="Stanley Rodrick" userId="8969fbcc-7c96-46fb-a663-9e2e5920ff04" providerId="ADAL" clId="{71FB37DC-5FA2-AE4A-ABA5-24CB41BD0C1C}" dt="2021-04-10T14:19:28.746" v="205"/>
          <ac:spMkLst>
            <pc:docMk/>
            <pc:sldMk cId="195600550" sldId="288"/>
            <ac:spMk id="5" creationId="{DC41BC6F-9216-8649-B63B-38C6E8F73D26}"/>
          </ac:spMkLst>
        </pc:spChg>
        <pc:spChg chg="mod">
          <ac:chgData name="Stanley Rodrick" userId="8969fbcc-7c96-46fb-a663-9e2e5920ff04" providerId="ADAL" clId="{71FB37DC-5FA2-AE4A-ABA5-24CB41BD0C1C}" dt="2021-04-10T14:19:32.477" v="214" actId="20577"/>
          <ac:spMkLst>
            <pc:docMk/>
            <pc:sldMk cId="195600550" sldId="288"/>
            <ac:spMk id="7" creationId="{281E3C42-7EE3-4ACA-86EC-F7B009DE76C9}"/>
          </ac:spMkLst>
        </pc:spChg>
      </pc:sldChg>
      <pc:sldChg chg="modSp mod">
        <pc:chgData name="Stanley Rodrick" userId="8969fbcc-7c96-46fb-a663-9e2e5920ff04" providerId="ADAL" clId="{71FB37DC-5FA2-AE4A-ABA5-24CB41BD0C1C}" dt="2021-04-10T15:01:22.531" v="360" actId="20577"/>
        <pc:sldMkLst>
          <pc:docMk/>
          <pc:sldMk cId="4207740636" sldId="289"/>
        </pc:sldMkLst>
        <pc:spChg chg="mod">
          <ac:chgData name="Stanley Rodrick" userId="8969fbcc-7c96-46fb-a663-9e2e5920ff04" providerId="ADAL" clId="{71FB37DC-5FA2-AE4A-ABA5-24CB41BD0C1C}" dt="2021-04-10T15:01:22.531" v="360" actId="20577"/>
          <ac:spMkLst>
            <pc:docMk/>
            <pc:sldMk cId="4207740636" sldId="289"/>
            <ac:spMk id="6" creationId="{97E6E5F8-2CA9-479F-856B-17E37E303BF9}"/>
          </ac:spMkLst>
        </pc:spChg>
      </pc:sldChg>
      <pc:sldChg chg="modSp">
        <pc:chgData name="Stanley Rodrick" userId="8969fbcc-7c96-46fb-a663-9e2e5920ff04" providerId="ADAL" clId="{71FB37DC-5FA2-AE4A-ABA5-24CB41BD0C1C}" dt="2021-04-11T10:42:46.601" v="1226"/>
        <pc:sldMkLst>
          <pc:docMk/>
          <pc:sldMk cId="1063313041" sldId="294"/>
        </pc:sldMkLst>
        <pc:spChg chg="mod">
          <ac:chgData name="Stanley Rodrick" userId="8969fbcc-7c96-46fb-a663-9e2e5920ff04" providerId="ADAL" clId="{71FB37DC-5FA2-AE4A-ABA5-24CB41BD0C1C}" dt="2021-04-11T10:42:46.601" v="1226"/>
          <ac:spMkLst>
            <pc:docMk/>
            <pc:sldMk cId="1063313041" sldId="294"/>
            <ac:spMk id="6" creationId="{97E6E5F8-2CA9-479F-856B-17E37E303BF9}"/>
          </ac:spMkLst>
        </pc:spChg>
      </pc:sldChg>
      <pc:sldChg chg="modSp mod">
        <pc:chgData name="Stanley Rodrick" userId="8969fbcc-7c96-46fb-a663-9e2e5920ff04" providerId="ADAL" clId="{71FB37DC-5FA2-AE4A-ABA5-24CB41BD0C1C}" dt="2021-04-11T10:43:01.144" v="1233"/>
        <pc:sldMkLst>
          <pc:docMk/>
          <pc:sldMk cId="2982338897" sldId="295"/>
        </pc:sldMkLst>
        <pc:spChg chg="mod">
          <ac:chgData name="Stanley Rodrick" userId="8969fbcc-7c96-46fb-a663-9e2e5920ff04" providerId="ADAL" clId="{71FB37DC-5FA2-AE4A-ABA5-24CB41BD0C1C}" dt="2021-04-11T10:43:01.144" v="1233"/>
          <ac:spMkLst>
            <pc:docMk/>
            <pc:sldMk cId="2982338897" sldId="295"/>
            <ac:spMk id="6" creationId="{97E6E5F8-2CA9-479F-856B-17E37E303BF9}"/>
          </ac:spMkLst>
        </pc:spChg>
      </pc:sldChg>
      <pc:sldChg chg="addSp delSp modSp mod">
        <pc:chgData name="Stanley Rodrick" userId="8969fbcc-7c96-46fb-a663-9e2e5920ff04" providerId="ADAL" clId="{71FB37DC-5FA2-AE4A-ABA5-24CB41BD0C1C}" dt="2021-04-10T14:19:42.149" v="216"/>
        <pc:sldMkLst>
          <pc:docMk/>
          <pc:sldMk cId="3776461026" sldId="297"/>
        </pc:sldMkLst>
        <pc:spChg chg="del">
          <ac:chgData name="Stanley Rodrick" userId="8969fbcc-7c96-46fb-a663-9e2e5920ff04" providerId="ADAL" clId="{71FB37DC-5FA2-AE4A-ABA5-24CB41BD0C1C}" dt="2021-04-10T14:19:40.887" v="215" actId="478"/>
          <ac:spMkLst>
            <pc:docMk/>
            <pc:sldMk cId="3776461026" sldId="297"/>
            <ac:spMk id="7" creationId="{281E3C42-7EE3-4ACA-86EC-F7B009DE76C9}"/>
          </ac:spMkLst>
        </pc:spChg>
        <pc:spChg chg="add mod">
          <ac:chgData name="Stanley Rodrick" userId="8969fbcc-7c96-46fb-a663-9e2e5920ff04" providerId="ADAL" clId="{71FB37DC-5FA2-AE4A-ABA5-24CB41BD0C1C}" dt="2021-04-10T14:19:42.149" v="216"/>
          <ac:spMkLst>
            <pc:docMk/>
            <pc:sldMk cId="3776461026" sldId="297"/>
            <ac:spMk id="13" creationId="{8A9926C1-47AF-0246-B8DE-3451141D1884}"/>
          </ac:spMkLst>
        </pc:spChg>
      </pc:sldChg>
      <pc:sldChg chg="addSp modSp mod">
        <pc:chgData name="Stanley Rodrick" userId="8969fbcc-7c96-46fb-a663-9e2e5920ff04" providerId="ADAL" clId="{71FB37DC-5FA2-AE4A-ABA5-24CB41BD0C1C}" dt="2021-04-11T09:50:05.586" v="1111" actId="207"/>
        <pc:sldMkLst>
          <pc:docMk/>
          <pc:sldMk cId="1962116659" sldId="298"/>
        </pc:sldMkLst>
        <pc:spChg chg="mod">
          <ac:chgData name="Stanley Rodrick" userId="8969fbcc-7c96-46fb-a663-9e2e5920ff04" providerId="ADAL" clId="{71FB37DC-5FA2-AE4A-ABA5-24CB41BD0C1C}" dt="2021-04-11T09:49:38.687" v="1102" actId="207"/>
          <ac:spMkLst>
            <pc:docMk/>
            <pc:sldMk cId="1962116659" sldId="298"/>
            <ac:spMk id="7" creationId="{281E3C42-7EE3-4ACA-86EC-F7B009DE76C9}"/>
          </ac:spMkLst>
        </pc:spChg>
        <pc:spChg chg="mod">
          <ac:chgData name="Stanley Rodrick" userId="8969fbcc-7c96-46fb-a663-9e2e5920ff04" providerId="ADAL" clId="{71FB37DC-5FA2-AE4A-ABA5-24CB41BD0C1C}" dt="2021-04-11T09:49:49.345" v="1105" actId="207"/>
          <ac:spMkLst>
            <pc:docMk/>
            <pc:sldMk cId="1962116659" sldId="298"/>
            <ac:spMk id="17" creationId="{614983A3-4EC4-4B01-BCB7-8500A850359B}"/>
          </ac:spMkLst>
        </pc:spChg>
        <pc:spChg chg="mod">
          <ac:chgData name="Stanley Rodrick" userId="8969fbcc-7c96-46fb-a663-9e2e5920ff04" providerId="ADAL" clId="{71FB37DC-5FA2-AE4A-ABA5-24CB41BD0C1C}" dt="2021-04-11T09:49:52.635" v="1106" actId="207"/>
          <ac:spMkLst>
            <pc:docMk/>
            <pc:sldMk cId="1962116659" sldId="298"/>
            <ac:spMk id="18" creationId="{97245C8E-1C81-4B54-B32E-201A77188BBB}"/>
          </ac:spMkLst>
        </pc:spChg>
        <pc:spChg chg="add mod">
          <ac:chgData name="Stanley Rodrick" userId="8969fbcc-7c96-46fb-a663-9e2e5920ff04" providerId="ADAL" clId="{71FB37DC-5FA2-AE4A-ABA5-24CB41BD0C1C}" dt="2021-04-11T09:50:05.586" v="1111" actId="207"/>
          <ac:spMkLst>
            <pc:docMk/>
            <pc:sldMk cId="1962116659" sldId="298"/>
            <ac:spMk id="19" creationId="{CF67DEEC-40FD-4947-91E9-4EBA65577333}"/>
          </ac:spMkLst>
        </pc:spChg>
        <pc:spChg chg="mod">
          <ac:chgData name="Stanley Rodrick" userId="8969fbcc-7c96-46fb-a663-9e2e5920ff04" providerId="ADAL" clId="{71FB37DC-5FA2-AE4A-ABA5-24CB41BD0C1C}" dt="2021-04-11T09:49:55.042" v="1107" actId="207"/>
          <ac:spMkLst>
            <pc:docMk/>
            <pc:sldMk cId="1962116659" sldId="298"/>
            <ac:spMk id="20" creationId="{DF5F2CA0-7CCC-45A7-BF7D-D652FC0F8345}"/>
          </ac:spMkLst>
        </pc:spChg>
        <pc:spChg chg="mod">
          <ac:chgData name="Stanley Rodrick" userId="8969fbcc-7c96-46fb-a663-9e2e5920ff04" providerId="ADAL" clId="{71FB37DC-5FA2-AE4A-ABA5-24CB41BD0C1C}" dt="2021-04-11T09:49:58.354" v="1108" actId="207"/>
          <ac:spMkLst>
            <pc:docMk/>
            <pc:sldMk cId="1962116659" sldId="298"/>
            <ac:spMk id="21" creationId="{D9641870-D4F3-458D-BEFC-9F49B8E3A6CD}"/>
          </ac:spMkLst>
        </pc:spChg>
        <pc:spChg chg="mod">
          <ac:chgData name="Stanley Rodrick" userId="8969fbcc-7c96-46fb-a663-9e2e5920ff04" providerId="ADAL" clId="{71FB37DC-5FA2-AE4A-ABA5-24CB41BD0C1C}" dt="2021-04-11T09:50:00.979" v="1109" actId="207"/>
          <ac:spMkLst>
            <pc:docMk/>
            <pc:sldMk cId="1962116659" sldId="298"/>
            <ac:spMk id="22" creationId="{B6AFA4A2-3764-400B-857F-C63207F34B6A}"/>
          </ac:spMkLst>
        </pc:spChg>
        <pc:spChg chg="mod">
          <ac:chgData name="Stanley Rodrick" userId="8969fbcc-7c96-46fb-a663-9e2e5920ff04" providerId="ADAL" clId="{71FB37DC-5FA2-AE4A-ABA5-24CB41BD0C1C}" dt="2021-04-11T09:49:43.169" v="1103" actId="207"/>
          <ac:spMkLst>
            <pc:docMk/>
            <pc:sldMk cId="1962116659" sldId="298"/>
            <ac:spMk id="23" creationId="{2378DC32-CEA6-4197-8F06-246F982E94C6}"/>
          </ac:spMkLst>
        </pc:spChg>
        <pc:spChg chg="mod">
          <ac:chgData name="Stanley Rodrick" userId="8969fbcc-7c96-46fb-a663-9e2e5920ff04" providerId="ADAL" clId="{71FB37DC-5FA2-AE4A-ABA5-24CB41BD0C1C}" dt="2021-04-11T09:49:46.346" v="1104" actId="207"/>
          <ac:spMkLst>
            <pc:docMk/>
            <pc:sldMk cId="1962116659" sldId="298"/>
            <ac:spMk id="24" creationId="{8277F0CA-7820-488F-A6D8-80CB2B34B3AD}"/>
          </ac:spMkLst>
        </pc:spChg>
        <pc:spChg chg="add mod">
          <ac:chgData name="Stanley Rodrick" userId="8969fbcc-7c96-46fb-a663-9e2e5920ff04" providerId="ADAL" clId="{71FB37DC-5FA2-AE4A-ABA5-24CB41BD0C1C}" dt="2021-04-11T09:50:03.362" v="1110" actId="207"/>
          <ac:spMkLst>
            <pc:docMk/>
            <pc:sldMk cId="1962116659" sldId="298"/>
            <ac:spMk id="25" creationId="{62894007-1158-5449-8313-CA22837F9CBA}"/>
          </ac:spMkLst>
        </pc:spChg>
      </pc:sldChg>
      <pc:sldChg chg="modSp mod">
        <pc:chgData name="Stanley Rodrick" userId="8969fbcc-7c96-46fb-a663-9e2e5920ff04" providerId="ADAL" clId="{71FB37DC-5FA2-AE4A-ABA5-24CB41BD0C1C}" dt="2021-04-10T14:16:54.699" v="154" actId="207"/>
        <pc:sldMkLst>
          <pc:docMk/>
          <pc:sldMk cId="369362312" sldId="299"/>
        </pc:sldMkLst>
        <pc:spChg chg="mod">
          <ac:chgData name="Stanley Rodrick" userId="8969fbcc-7c96-46fb-a663-9e2e5920ff04" providerId="ADAL" clId="{71FB37DC-5FA2-AE4A-ABA5-24CB41BD0C1C}" dt="2021-04-10T14:16:54.699" v="154" actId="207"/>
          <ac:spMkLst>
            <pc:docMk/>
            <pc:sldMk cId="369362312" sldId="299"/>
            <ac:spMk id="7" creationId="{281E3C42-7EE3-4ACA-86EC-F7B009DE76C9}"/>
          </ac:spMkLst>
        </pc:spChg>
      </pc:sldChg>
      <pc:sldChg chg="modSp mod">
        <pc:chgData name="Stanley Rodrick" userId="8969fbcc-7c96-46fb-a663-9e2e5920ff04" providerId="ADAL" clId="{71FB37DC-5FA2-AE4A-ABA5-24CB41BD0C1C}" dt="2021-04-10T14:17:02.484" v="156" actId="207"/>
        <pc:sldMkLst>
          <pc:docMk/>
          <pc:sldMk cId="3444248800" sldId="300"/>
        </pc:sldMkLst>
        <pc:spChg chg="mod">
          <ac:chgData name="Stanley Rodrick" userId="8969fbcc-7c96-46fb-a663-9e2e5920ff04" providerId="ADAL" clId="{71FB37DC-5FA2-AE4A-ABA5-24CB41BD0C1C}" dt="2021-04-10T14:17:02.484" v="156" actId="207"/>
          <ac:spMkLst>
            <pc:docMk/>
            <pc:sldMk cId="3444248800" sldId="300"/>
            <ac:spMk id="13" creationId="{9CCC75B6-D2B1-47C8-A901-96C7F069E4AC}"/>
          </ac:spMkLst>
        </pc:spChg>
      </pc:sldChg>
      <pc:sldChg chg="modSp mod">
        <pc:chgData name="Stanley Rodrick" userId="8969fbcc-7c96-46fb-a663-9e2e5920ff04" providerId="ADAL" clId="{71FB37DC-5FA2-AE4A-ABA5-24CB41BD0C1C}" dt="2021-04-10T14:18:07.466" v="163" actId="108"/>
        <pc:sldMkLst>
          <pc:docMk/>
          <pc:sldMk cId="1697740778" sldId="301"/>
        </pc:sldMkLst>
        <pc:spChg chg="mod">
          <ac:chgData name="Stanley Rodrick" userId="8969fbcc-7c96-46fb-a663-9e2e5920ff04" providerId="ADAL" clId="{71FB37DC-5FA2-AE4A-ABA5-24CB41BD0C1C}" dt="2021-04-10T14:18:07.466" v="163" actId="108"/>
          <ac:spMkLst>
            <pc:docMk/>
            <pc:sldMk cId="1697740778" sldId="301"/>
            <ac:spMk id="7" creationId="{281E3C42-7EE3-4ACA-86EC-F7B009DE76C9}"/>
          </ac:spMkLst>
        </pc:spChg>
      </pc:sldChg>
      <pc:sldChg chg="modSp mod">
        <pc:chgData name="Stanley Rodrick" userId="8969fbcc-7c96-46fb-a663-9e2e5920ff04" providerId="ADAL" clId="{71FB37DC-5FA2-AE4A-ABA5-24CB41BD0C1C}" dt="2021-04-10T14:16:57.995" v="155" actId="207"/>
        <pc:sldMkLst>
          <pc:docMk/>
          <pc:sldMk cId="573568754" sldId="302"/>
        </pc:sldMkLst>
        <pc:spChg chg="mod">
          <ac:chgData name="Stanley Rodrick" userId="8969fbcc-7c96-46fb-a663-9e2e5920ff04" providerId="ADAL" clId="{71FB37DC-5FA2-AE4A-ABA5-24CB41BD0C1C}" dt="2021-04-10T14:16:57.995" v="155" actId="207"/>
          <ac:spMkLst>
            <pc:docMk/>
            <pc:sldMk cId="573568754" sldId="302"/>
            <ac:spMk id="11" creationId="{2844B70C-1A44-45F6-8DFB-2D03A5A506F3}"/>
          </ac:spMkLst>
        </pc:spChg>
      </pc:sldChg>
      <pc:sldChg chg="modSp mod">
        <pc:chgData name="Stanley Rodrick" userId="8969fbcc-7c96-46fb-a663-9e2e5920ff04" providerId="ADAL" clId="{71FB37DC-5FA2-AE4A-ABA5-24CB41BD0C1C}" dt="2021-04-10T14:20:43.202" v="231" actId="14100"/>
        <pc:sldMkLst>
          <pc:docMk/>
          <pc:sldMk cId="2974597256" sldId="303"/>
        </pc:sldMkLst>
        <pc:spChg chg="mod">
          <ac:chgData name="Stanley Rodrick" userId="8969fbcc-7c96-46fb-a663-9e2e5920ff04" providerId="ADAL" clId="{71FB37DC-5FA2-AE4A-ABA5-24CB41BD0C1C}" dt="2021-04-10T14:20:43.202" v="231" actId="14100"/>
          <ac:spMkLst>
            <pc:docMk/>
            <pc:sldMk cId="2974597256" sldId="303"/>
            <ac:spMk id="7" creationId="{281E3C42-7EE3-4ACA-86EC-F7B009DE76C9}"/>
          </ac:spMkLst>
        </pc:spChg>
      </pc:sldChg>
      <pc:sldChg chg="modSp mod">
        <pc:chgData name="Stanley Rodrick" userId="8969fbcc-7c96-46fb-a663-9e2e5920ff04" providerId="ADAL" clId="{71FB37DC-5FA2-AE4A-ABA5-24CB41BD0C1C}" dt="2021-04-11T09:48:25.049" v="1083" actId="20577"/>
        <pc:sldMkLst>
          <pc:docMk/>
          <pc:sldMk cId="2239828267" sldId="305"/>
        </pc:sldMkLst>
        <pc:spChg chg="mod">
          <ac:chgData name="Stanley Rodrick" userId="8969fbcc-7c96-46fb-a663-9e2e5920ff04" providerId="ADAL" clId="{71FB37DC-5FA2-AE4A-ABA5-24CB41BD0C1C}" dt="2021-04-11T09:48:25.049" v="1083" actId="20577"/>
          <ac:spMkLst>
            <pc:docMk/>
            <pc:sldMk cId="2239828267" sldId="305"/>
            <ac:spMk id="7" creationId="{281E3C42-7EE3-4ACA-86EC-F7B009DE76C9}"/>
          </ac:spMkLst>
        </pc:spChg>
      </pc:sldChg>
      <pc:sldChg chg="addSp delSp modSp mod">
        <pc:chgData name="Stanley Rodrick" userId="8969fbcc-7c96-46fb-a663-9e2e5920ff04" providerId="ADAL" clId="{71FB37DC-5FA2-AE4A-ABA5-24CB41BD0C1C}" dt="2021-04-11T09:54:41.495" v="1120" actId="1076"/>
        <pc:sldMkLst>
          <pc:docMk/>
          <pc:sldMk cId="92487556" sldId="306"/>
        </pc:sldMkLst>
        <pc:spChg chg="del">
          <ac:chgData name="Stanley Rodrick" userId="8969fbcc-7c96-46fb-a663-9e2e5920ff04" providerId="ADAL" clId="{71FB37DC-5FA2-AE4A-ABA5-24CB41BD0C1C}" dt="2021-04-10T14:19:45.220" v="217" actId="478"/>
          <ac:spMkLst>
            <pc:docMk/>
            <pc:sldMk cId="92487556" sldId="306"/>
            <ac:spMk id="7" creationId="{281E3C42-7EE3-4ACA-86EC-F7B009DE76C9}"/>
          </ac:spMkLst>
        </pc:spChg>
        <pc:spChg chg="add mod">
          <ac:chgData name="Stanley Rodrick" userId="8969fbcc-7c96-46fb-a663-9e2e5920ff04" providerId="ADAL" clId="{71FB37DC-5FA2-AE4A-ABA5-24CB41BD0C1C}" dt="2021-04-10T14:19:46.124" v="218"/>
          <ac:spMkLst>
            <pc:docMk/>
            <pc:sldMk cId="92487556" sldId="306"/>
            <ac:spMk id="11" creationId="{19898254-5706-A04A-805C-BBEDBB2D797C}"/>
          </ac:spMkLst>
        </pc:spChg>
        <pc:picChg chg="mod">
          <ac:chgData name="Stanley Rodrick" userId="8969fbcc-7c96-46fb-a663-9e2e5920ff04" providerId="ADAL" clId="{71FB37DC-5FA2-AE4A-ABA5-24CB41BD0C1C}" dt="2021-04-11T09:54:36.712" v="1117" actId="1076"/>
          <ac:picMkLst>
            <pc:docMk/>
            <pc:sldMk cId="92487556" sldId="306"/>
            <ac:picMk id="4" creationId="{B06C0504-B4FD-4732-BAAE-EA8ECB61313F}"/>
          </ac:picMkLst>
        </pc:picChg>
        <pc:picChg chg="add mod">
          <ac:chgData name="Stanley Rodrick" userId="8969fbcc-7c96-46fb-a663-9e2e5920ff04" providerId="ADAL" clId="{71FB37DC-5FA2-AE4A-ABA5-24CB41BD0C1C}" dt="2021-04-11T09:54:41.495" v="1120" actId="1076"/>
          <ac:picMkLst>
            <pc:docMk/>
            <pc:sldMk cId="92487556" sldId="306"/>
            <ac:picMk id="3074" creationId="{56260C3C-F7BE-B34D-AE64-3D99D2704027}"/>
          </ac:picMkLst>
        </pc:picChg>
      </pc:sldChg>
      <pc:sldChg chg="addSp delSp modSp mod">
        <pc:chgData name="Stanley Rodrick" userId="8969fbcc-7c96-46fb-a663-9e2e5920ff04" providerId="ADAL" clId="{71FB37DC-5FA2-AE4A-ABA5-24CB41BD0C1C}" dt="2021-04-11T09:48:59.626" v="1095"/>
        <pc:sldMkLst>
          <pc:docMk/>
          <pc:sldMk cId="3154388901" sldId="307"/>
        </pc:sldMkLst>
        <pc:spChg chg="del">
          <ac:chgData name="Stanley Rodrick" userId="8969fbcc-7c96-46fb-a663-9e2e5920ff04" providerId="ADAL" clId="{71FB37DC-5FA2-AE4A-ABA5-24CB41BD0C1C}" dt="2021-04-11T09:48:58.593" v="1094" actId="478"/>
          <ac:spMkLst>
            <pc:docMk/>
            <pc:sldMk cId="3154388901" sldId="307"/>
            <ac:spMk id="7" creationId="{281E3C42-7EE3-4ACA-86EC-F7B009DE76C9}"/>
          </ac:spMkLst>
        </pc:spChg>
        <pc:spChg chg="add mod">
          <ac:chgData name="Stanley Rodrick" userId="8969fbcc-7c96-46fb-a663-9e2e5920ff04" providerId="ADAL" clId="{71FB37DC-5FA2-AE4A-ABA5-24CB41BD0C1C}" dt="2021-04-11T09:48:59.626" v="1095"/>
          <ac:spMkLst>
            <pc:docMk/>
            <pc:sldMk cId="3154388901" sldId="307"/>
            <ac:spMk id="13" creationId="{67720B1C-0BBF-E344-8B0B-DFEF2ED754C5}"/>
          </ac:spMkLst>
        </pc:spChg>
      </pc:sldChg>
      <pc:sldChg chg="addSp delSp modSp mod">
        <pc:chgData name="Stanley Rodrick" userId="8969fbcc-7c96-46fb-a663-9e2e5920ff04" providerId="ADAL" clId="{71FB37DC-5FA2-AE4A-ABA5-24CB41BD0C1C}" dt="2021-04-11T09:48:34.920" v="1086" actId="1076"/>
        <pc:sldMkLst>
          <pc:docMk/>
          <pc:sldMk cId="3706115930" sldId="308"/>
        </pc:sldMkLst>
        <pc:spChg chg="del">
          <ac:chgData name="Stanley Rodrick" userId="8969fbcc-7c96-46fb-a663-9e2e5920ff04" providerId="ADAL" clId="{71FB37DC-5FA2-AE4A-ABA5-24CB41BD0C1C}" dt="2021-04-11T09:48:29.822" v="1084" actId="478"/>
          <ac:spMkLst>
            <pc:docMk/>
            <pc:sldMk cId="3706115930" sldId="308"/>
            <ac:spMk id="7" creationId="{281E3C42-7EE3-4ACA-86EC-F7B009DE76C9}"/>
          </ac:spMkLst>
        </pc:spChg>
        <pc:spChg chg="add mod">
          <ac:chgData name="Stanley Rodrick" userId="8969fbcc-7c96-46fb-a663-9e2e5920ff04" providerId="ADAL" clId="{71FB37DC-5FA2-AE4A-ABA5-24CB41BD0C1C}" dt="2021-04-11T09:48:30.941" v="1085"/>
          <ac:spMkLst>
            <pc:docMk/>
            <pc:sldMk cId="3706115930" sldId="308"/>
            <ac:spMk id="13" creationId="{4814D259-39BB-5C4F-819A-F20F4374CD05}"/>
          </ac:spMkLst>
        </pc:spChg>
        <pc:picChg chg="mod">
          <ac:chgData name="Stanley Rodrick" userId="8969fbcc-7c96-46fb-a663-9e2e5920ff04" providerId="ADAL" clId="{71FB37DC-5FA2-AE4A-ABA5-24CB41BD0C1C}" dt="2021-04-10T14:34:15.979" v="271" actId="1076"/>
          <ac:picMkLst>
            <pc:docMk/>
            <pc:sldMk cId="3706115930" sldId="308"/>
            <ac:picMk id="6" creationId="{59B2D34B-28BB-4D4B-9CC7-DCACB58F2C2E}"/>
          </ac:picMkLst>
        </pc:picChg>
        <pc:picChg chg="mod">
          <ac:chgData name="Stanley Rodrick" userId="8969fbcc-7c96-46fb-a663-9e2e5920ff04" providerId="ADAL" clId="{71FB37DC-5FA2-AE4A-ABA5-24CB41BD0C1C}" dt="2021-04-11T09:48:34.920" v="1086" actId="1076"/>
          <ac:picMkLst>
            <pc:docMk/>
            <pc:sldMk cId="3706115930" sldId="308"/>
            <ac:picMk id="9" creationId="{A6F9D4C5-245F-4183-B16E-888F3C5B8DD6}"/>
          </ac:picMkLst>
        </pc:picChg>
        <pc:picChg chg="add mod">
          <ac:chgData name="Stanley Rodrick" userId="8969fbcc-7c96-46fb-a663-9e2e5920ff04" providerId="ADAL" clId="{71FB37DC-5FA2-AE4A-ABA5-24CB41BD0C1C}" dt="2021-04-10T14:33:52.634" v="265" actId="1076"/>
          <ac:picMkLst>
            <pc:docMk/>
            <pc:sldMk cId="3706115930" sldId="308"/>
            <ac:picMk id="3074" creationId="{D2B553A8-2282-504F-BD3C-D1079E3264E0}"/>
          </ac:picMkLst>
        </pc:picChg>
      </pc:sldChg>
      <pc:sldChg chg="addSp delSp modSp mod">
        <pc:chgData name="Stanley Rodrick" userId="8969fbcc-7c96-46fb-a663-9e2e5920ff04" providerId="ADAL" clId="{71FB37DC-5FA2-AE4A-ABA5-24CB41BD0C1C}" dt="2021-04-11T09:57:19.211" v="1153" actId="1076"/>
        <pc:sldMkLst>
          <pc:docMk/>
          <pc:sldMk cId="46525631" sldId="309"/>
        </pc:sldMkLst>
        <pc:spChg chg="del mod">
          <ac:chgData name="Stanley Rodrick" userId="8969fbcc-7c96-46fb-a663-9e2e5920ff04" providerId="ADAL" clId="{71FB37DC-5FA2-AE4A-ABA5-24CB41BD0C1C}" dt="2021-04-11T09:48:51.417" v="1091" actId="478"/>
          <ac:spMkLst>
            <pc:docMk/>
            <pc:sldMk cId="46525631" sldId="309"/>
            <ac:spMk id="7" creationId="{281E3C42-7EE3-4ACA-86EC-F7B009DE76C9}"/>
          </ac:spMkLst>
        </pc:spChg>
        <pc:spChg chg="add mod">
          <ac:chgData name="Stanley Rodrick" userId="8969fbcc-7c96-46fb-a663-9e2e5920ff04" providerId="ADAL" clId="{71FB37DC-5FA2-AE4A-ABA5-24CB41BD0C1C}" dt="2021-04-11T09:48:56.184" v="1093" actId="1076"/>
          <ac:spMkLst>
            <pc:docMk/>
            <pc:sldMk cId="46525631" sldId="309"/>
            <ac:spMk id="13" creationId="{2E81F635-EBD7-3243-8EB4-9BE4E704F087}"/>
          </ac:spMkLst>
        </pc:spChg>
        <pc:picChg chg="mod">
          <ac:chgData name="Stanley Rodrick" userId="8969fbcc-7c96-46fb-a663-9e2e5920ff04" providerId="ADAL" clId="{71FB37DC-5FA2-AE4A-ABA5-24CB41BD0C1C}" dt="2021-04-11T09:57:19.211" v="1153" actId="1076"/>
          <ac:picMkLst>
            <pc:docMk/>
            <pc:sldMk cId="46525631" sldId="309"/>
            <ac:picMk id="6" creationId="{E283A157-7FB2-47A4-9F16-A9992BA7EA04}"/>
          </ac:picMkLst>
        </pc:picChg>
        <pc:picChg chg="add mod">
          <ac:chgData name="Stanley Rodrick" userId="8969fbcc-7c96-46fb-a663-9e2e5920ff04" providerId="ADAL" clId="{71FB37DC-5FA2-AE4A-ABA5-24CB41BD0C1C}" dt="2021-04-11T09:57:19.211" v="1153" actId="1076"/>
          <ac:picMkLst>
            <pc:docMk/>
            <pc:sldMk cId="46525631" sldId="309"/>
            <ac:picMk id="3074" creationId="{30D2D311-47C2-8646-AC39-4BB211168FE0}"/>
          </ac:picMkLst>
        </pc:picChg>
      </pc:sldChg>
      <pc:sldChg chg="modSp mod">
        <pc:chgData name="Stanley Rodrick" userId="8969fbcc-7c96-46fb-a663-9e2e5920ff04" providerId="ADAL" clId="{71FB37DC-5FA2-AE4A-ABA5-24CB41BD0C1C}" dt="2021-04-10T14:17:06.702" v="157" actId="207"/>
        <pc:sldMkLst>
          <pc:docMk/>
          <pc:sldMk cId="3772546011" sldId="310"/>
        </pc:sldMkLst>
        <pc:spChg chg="mod">
          <ac:chgData name="Stanley Rodrick" userId="8969fbcc-7c96-46fb-a663-9e2e5920ff04" providerId="ADAL" clId="{71FB37DC-5FA2-AE4A-ABA5-24CB41BD0C1C}" dt="2021-04-10T14:17:06.702" v="157" actId="207"/>
          <ac:spMkLst>
            <pc:docMk/>
            <pc:sldMk cId="3772546011" sldId="310"/>
            <ac:spMk id="11" creationId="{4B75166E-15D8-44BF-B7C3-09D5D8A06F59}"/>
          </ac:spMkLst>
        </pc:spChg>
      </pc:sldChg>
      <pc:sldChg chg="delSp modSp add mod delAnim modAnim">
        <pc:chgData name="Stanley Rodrick" userId="8969fbcc-7c96-46fb-a663-9e2e5920ff04" providerId="ADAL" clId="{71FB37DC-5FA2-AE4A-ABA5-24CB41BD0C1C}" dt="2021-04-10T15:18:02.295" v="965" actId="20577"/>
        <pc:sldMkLst>
          <pc:docMk/>
          <pc:sldMk cId="618132353" sldId="313"/>
        </pc:sldMkLst>
        <pc:spChg chg="mod">
          <ac:chgData name="Stanley Rodrick" userId="8969fbcc-7c96-46fb-a663-9e2e5920ff04" providerId="ADAL" clId="{71FB37DC-5FA2-AE4A-ABA5-24CB41BD0C1C}" dt="2021-04-10T15:02:11.734" v="379" actId="20577"/>
          <ac:spMkLst>
            <pc:docMk/>
            <pc:sldMk cId="618132353" sldId="313"/>
            <ac:spMk id="2" creationId="{82427FDC-DAC1-4195-9C09-70E522A8BB66}"/>
          </ac:spMkLst>
        </pc:spChg>
        <pc:spChg chg="del">
          <ac:chgData name="Stanley Rodrick" userId="8969fbcc-7c96-46fb-a663-9e2e5920ff04" providerId="ADAL" clId="{71FB37DC-5FA2-AE4A-ABA5-24CB41BD0C1C}" dt="2021-04-10T15:02:38.622" v="380" actId="478"/>
          <ac:spMkLst>
            <pc:docMk/>
            <pc:sldMk cId="618132353" sldId="313"/>
            <ac:spMk id="4" creationId="{0E69150A-2EF4-B440-85E5-3E35BA3DB729}"/>
          </ac:spMkLst>
        </pc:spChg>
        <pc:spChg chg="mod">
          <ac:chgData name="Stanley Rodrick" userId="8969fbcc-7c96-46fb-a663-9e2e5920ff04" providerId="ADAL" clId="{71FB37DC-5FA2-AE4A-ABA5-24CB41BD0C1C}" dt="2021-04-10T15:18:02.295" v="965" actId="20577"/>
          <ac:spMkLst>
            <pc:docMk/>
            <pc:sldMk cId="618132353" sldId="313"/>
            <ac:spMk id="5" creationId="{C4F99E36-5F48-E54E-BF4C-E74CD9C13433}"/>
          </ac:spMkLst>
        </pc:spChg>
        <pc:spChg chg="del">
          <ac:chgData name="Stanley Rodrick" userId="8969fbcc-7c96-46fb-a663-9e2e5920ff04" providerId="ADAL" clId="{71FB37DC-5FA2-AE4A-ABA5-24CB41BD0C1C}" dt="2021-04-10T15:02:40.001" v="381" actId="478"/>
          <ac:spMkLst>
            <pc:docMk/>
            <pc:sldMk cId="618132353" sldId="313"/>
            <ac:spMk id="13" creationId="{2AC0FAF4-6D3B-2F41-8FEB-07923B6A5D76}"/>
          </ac:spMkLst>
        </pc:spChg>
        <pc:spChg chg="del">
          <ac:chgData name="Stanley Rodrick" userId="8969fbcc-7c96-46fb-a663-9e2e5920ff04" providerId="ADAL" clId="{71FB37DC-5FA2-AE4A-ABA5-24CB41BD0C1C}" dt="2021-04-10T15:07:11.055" v="960" actId="478"/>
          <ac:spMkLst>
            <pc:docMk/>
            <pc:sldMk cId="618132353" sldId="313"/>
            <ac:spMk id="19" creationId="{380101DA-1E8D-264B-89C4-4D31326D6FE2}"/>
          </ac:spMkLst>
        </pc:spChg>
        <pc:spChg chg="del">
          <ac:chgData name="Stanley Rodrick" userId="8969fbcc-7c96-46fb-a663-9e2e5920ff04" providerId="ADAL" clId="{71FB37DC-5FA2-AE4A-ABA5-24CB41BD0C1C}" dt="2021-04-10T15:07:09.927" v="959" actId="478"/>
          <ac:spMkLst>
            <pc:docMk/>
            <pc:sldMk cId="618132353" sldId="313"/>
            <ac:spMk id="20" creationId="{CED6B91C-BBD5-3240-911A-05933EADE293}"/>
          </ac:spMkLst>
        </pc:spChg>
      </pc:sldChg>
      <pc:sldChg chg="addSp delSp modSp add mod">
        <pc:chgData name="Stanley Rodrick" userId="8969fbcc-7c96-46fb-a663-9e2e5920ff04" providerId="ADAL" clId="{71FB37DC-5FA2-AE4A-ABA5-24CB41BD0C1C}" dt="2021-04-10T19:31:54.143" v="1021" actId="14100"/>
        <pc:sldMkLst>
          <pc:docMk/>
          <pc:sldMk cId="3712375402" sldId="314"/>
        </pc:sldMkLst>
        <pc:spChg chg="del">
          <ac:chgData name="Stanley Rodrick" userId="8969fbcc-7c96-46fb-a663-9e2e5920ff04" providerId="ADAL" clId="{71FB37DC-5FA2-AE4A-ABA5-24CB41BD0C1C}" dt="2021-04-10T19:19:32.924" v="969" actId="478"/>
          <ac:spMkLst>
            <pc:docMk/>
            <pc:sldMk cId="3712375402" sldId="314"/>
            <ac:spMk id="4" creationId="{82E01A50-2CD6-8D4A-8B66-143AEAFAC595}"/>
          </ac:spMkLst>
        </pc:spChg>
        <pc:spChg chg="mod">
          <ac:chgData name="Stanley Rodrick" userId="8969fbcc-7c96-46fb-a663-9e2e5920ff04" providerId="ADAL" clId="{71FB37DC-5FA2-AE4A-ABA5-24CB41BD0C1C}" dt="2021-04-10T19:20:33.872" v="988" actId="207"/>
          <ac:spMkLst>
            <pc:docMk/>
            <pc:sldMk cId="3712375402" sldId="314"/>
            <ac:spMk id="6" creationId="{97E6E5F8-2CA9-479F-856B-17E37E303BF9}"/>
          </ac:spMkLst>
        </pc:spChg>
        <pc:picChg chg="add mod">
          <ac:chgData name="Stanley Rodrick" userId="8969fbcc-7c96-46fb-a663-9e2e5920ff04" providerId="ADAL" clId="{71FB37DC-5FA2-AE4A-ABA5-24CB41BD0C1C}" dt="2021-04-10T19:22:17.373" v="994" actId="1076"/>
          <ac:picMkLst>
            <pc:docMk/>
            <pc:sldMk cId="3712375402" sldId="314"/>
            <ac:picMk id="7" creationId="{1FA02451-505A-F745-A0C5-6AB7B0953DCB}"/>
          </ac:picMkLst>
        </pc:picChg>
        <pc:picChg chg="add del mod">
          <ac:chgData name="Stanley Rodrick" userId="8969fbcc-7c96-46fb-a663-9e2e5920ff04" providerId="ADAL" clId="{71FB37DC-5FA2-AE4A-ABA5-24CB41BD0C1C}" dt="2021-04-10T19:31:07.218" v="1010" actId="478"/>
          <ac:picMkLst>
            <pc:docMk/>
            <pc:sldMk cId="3712375402" sldId="314"/>
            <ac:picMk id="13" creationId="{5B91D1FC-C420-1D43-91D0-BEDC680AB204}"/>
          </ac:picMkLst>
        </pc:picChg>
        <pc:picChg chg="add mod">
          <ac:chgData name="Stanley Rodrick" userId="8969fbcc-7c96-46fb-a663-9e2e5920ff04" providerId="ADAL" clId="{71FB37DC-5FA2-AE4A-ABA5-24CB41BD0C1C}" dt="2021-04-10T19:31:46.178" v="1019" actId="1076"/>
          <ac:picMkLst>
            <pc:docMk/>
            <pc:sldMk cId="3712375402" sldId="314"/>
            <ac:picMk id="15" creationId="{9AB198AE-FE6B-3D42-BE55-C86492AB4047}"/>
          </ac:picMkLst>
        </pc:picChg>
        <pc:picChg chg="del">
          <ac:chgData name="Stanley Rodrick" userId="8969fbcc-7c96-46fb-a663-9e2e5920ff04" providerId="ADAL" clId="{71FB37DC-5FA2-AE4A-ABA5-24CB41BD0C1C}" dt="2021-04-10T19:19:07.460" v="967" actId="478"/>
          <ac:picMkLst>
            <pc:docMk/>
            <pc:sldMk cId="3712375402" sldId="314"/>
            <ac:picMk id="1026" creationId="{1CBBDF56-7EF6-1A40-B7EC-4C105AA1D40C}"/>
          </ac:picMkLst>
        </pc:picChg>
        <pc:picChg chg="add del mod">
          <ac:chgData name="Stanley Rodrick" userId="8969fbcc-7c96-46fb-a663-9e2e5920ff04" providerId="ADAL" clId="{71FB37DC-5FA2-AE4A-ABA5-24CB41BD0C1C}" dt="2021-04-10T19:31:38.121" v="1015" actId="478"/>
          <ac:picMkLst>
            <pc:docMk/>
            <pc:sldMk cId="3712375402" sldId="314"/>
            <ac:picMk id="1028" creationId="{0F12E977-8EA8-144E-B114-835844660BFC}"/>
          </ac:picMkLst>
        </pc:picChg>
        <pc:picChg chg="add mod">
          <ac:chgData name="Stanley Rodrick" userId="8969fbcc-7c96-46fb-a663-9e2e5920ff04" providerId="ADAL" clId="{71FB37DC-5FA2-AE4A-ABA5-24CB41BD0C1C}" dt="2021-04-10T19:31:54.143" v="1021" actId="14100"/>
          <ac:picMkLst>
            <pc:docMk/>
            <pc:sldMk cId="3712375402" sldId="314"/>
            <ac:picMk id="1030" creationId="{882CBDCC-4FDF-4641-A44A-AEC6F75BFB91}"/>
          </ac:picMkLst>
        </pc:picChg>
      </pc:sldChg>
      <pc:sldChg chg="addSp modSp add mod">
        <pc:chgData name="Stanley Rodrick" userId="8969fbcc-7c96-46fb-a663-9e2e5920ff04" providerId="ADAL" clId="{71FB37DC-5FA2-AE4A-ABA5-24CB41BD0C1C}" dt="2021-04-10T19:28:57.171" v="1009" actId="1076"/>
        <pc:sldMkLst>
          <pc:docMk/>
          <pc:sldMk cId="1726889480" sldId="315"/>
        </pc:sldMkLst>
        <pc:spChg chg="mod">
          <ac:chgData name="Stanley Rodrick" userId="8969fbcc-7c96-46fb-a663-9e2e5920ff04" providerId="ADAL" clId="{71FB37DC-5FA2-AE4A-ABA5-24CB41BD0C1C}" dt="2021-04-10T19:28:49.681" v="1006" actId="20577"/>
          <ac:spMkLst>
            <pc:docMk/>
            <pc:sldMk cId="1726889480" sldId="315"/>
            <ac:spMk id="6" creationId="{97E6E5F8-2CA9-479F-856B-17E37E303BF9}"/>
          </ac:spMkLst>
        </pc:spChg>
        <pc:picChg chg="add mod">
          <ac:chgData name="Stanley Rodrick" userId="8969fbcc-7c96-46fb-a663-9e2e5920ff04" providerId="ADAL" clId="{71FB37DC-5FA2-AE4A-ABA5-24CB41BD0C1C}" dt="2021-04-10T19:28:57.171" v="1009" actId="1076"/>
          <ac:picMkLst>
            <pc:docMk/>
            <pc:sldMk cId="1726889480" sldId="315"/>
            <ac:picMk id="2050" creationId="{6EB3888D-C834-D949-BA99-06562B906927}"/>
          </ac:picMkLst>
        </pc:picChg>
      </pc:sldChg>
      <pc:sldChg chg="addSp delSp modSp add mod">
        <pc:chgData name="Stanley Rodrick" userId="8969fbcc-7c96-46fb-a663-9e2e5920ff04" providerId="ADAL" clId="{71FB37DC-5FA2-AE4A-ABA5-24CB41BD0C1C}" dt="2021-04-11T10:07:52.452" v="1193" actId="20577"/>
        <pc:sldMkLst>
          <pc:docMk/>
          <pc:sldMk cId="728729968" sldId="316"/>
        </pc:sldMkLst>
        <pc:spChg chg="del">
          <ac:chgData name="Stanley Rodrick" userId="8969fbcc-7c96-46fb-a663-9e2e5920ff04" providerId="ADAL" clId="{71FB37DC-5FA2-AE4A-ABA5-24CB41BD0C1C}" dt="2021-04-11T10:00:18.410" v="1162" actId="478"/>
          <ac:spMkLst>
            <pc:docMk/>
            <pc:sldMk cId="728729968" sldId="316"/>
            <ac:spMk id="6" creationId="{97E6E5F8-2CA9-479F-856B-17E37E303BF9}"/>
          </ac:spMkLst>
        </pc:spChg>
        <pc:spChg chg="mod">
          <ac:chgData name="Stanley Rodrick" userId="8969fbcc-7c96-46fb-a663-9e2e5920ff04" providerId="ADAL" clId="{71FB37DC-5FA2-AE4A-ABA5-24CB41BD0C1C}" dt="2021-04-11T10:07:52.452" v="1193" actId="20577"/>
          <ac:spMkLst>
            <pc:docMk/>
            <pc:sldMk cId="728729968" sldId="316"/>
            <ac:spMk id="7" creationId="{281E3C42-7EE3-4ACA-86EC-F7B009DE76C9}"/>
          </ac:spMkLst>
        </pc:spChg>
        <pc:picChg chg="add mod">
          <ac:chgData name="Stanley Rodrick" userId="8969fbcc-7c96-46fb-a663-9e2e5920ff04" providerId="ADAL" clId="{71FB37DC-5FA2-AE4A-ABA5-24CB41BD0C1C}" dt="2021-04-11T10:00:41.783" v="1168" actId="1076"/>
          <ac:picMkLst>
            <pc:docMk/>
            <pc:sldMk cId="728729968" sldId="316"/>
            <ac:picMk id="4098" creationId="{402609C1-7183-AF43-8FF4-448692B7DA9E}"/>
          </ac:picMkLst>
        </pc:picChg>
        <pc:picChg chg="add mod">
          <ac:chgData name="Stanley Rodrick" userId="8969fbcc-7c96-46fb-a663-9e2e5920ff04" providerId="ADAL" clId="{71FB37DC-5FA2-AE4A-ABA5-24CB41BD0C1C}" dt="2021-04-11T10:04:14.147" v="1171" actId="1076"/>
          <ac:picMkLst>
            <pc:docMk/>
            <pc:sldMk cId="728729968" sldId="316"/>
            <ac:picMk id="4100" creationId="{2D8EE830-DD85-F645-8330-A83BF265F01B}"/>
          </ac:picMkLst>
        </pc:picChg>
      </pc:sldChg>
      <pc:sldChg chg="modSp add mod">
        <pc:chgData name="Stanley Rodrick" userId="8969fbcc-7c96-46fb-a663-9e2e5920ff04" providerId="ADAL" clId="{71FB37DC-5FA2-AE4A-ABA5-24CB41BD0C1C}" dt="2021-04-11T10:50:03.953" v="1541" actId="20577"/>
        <pc:sldMkLst>
          <pc:docMk/>
          <pc:sldMk cId="1137168124" sldId="317"/>
        </pc:sldMkLst>
        <pc:spChg chg="mod">
          <ac:chgData name="Stanley Rodrick" userId="8969fbcc-7c96-46fb-a663-9e2e5920ff04" providerId="ADAL" clId="{71FB37DC-5FA2-AE4A-ABA5-24CB41BD0C1C}" dt="2021-04-11T10:50:03.953" v="1541" actId="20577"/>
          <ac:spMkLst>
            <pc:docMk/>
            <pc:sldMk cId="1137168124" sldId="317"/>
            <ac:spMk id="5" creationId="{C4F99E36-5F48-E54E-BF4C-E74CD9C13433}"/>
          </ac:spMkLst>
        </pc:spChg>
      </pc:sldChg>
      <pc:sldChg chg="modSp add">
        <pc:chgData name="Stanley Rodrick" userId="8969fbcc-7c96-46fb-a663-9e2e5920ff04" providerId="ADAL" clId="{71FB37DC-5FA2-AE4A-ABA5-24CB41BD0C1C}" dt="2021-04-11T10:50:20.844" v="1543" actId="20577"/>
        <pc:sldMkLst>
          <pc:docMk/>
          <pc:sldMk cId="1799447987" sldId="318"/>
        </pc:sldMkLst>
        <pc:spChg chg="mod">
          <ac:chgData name="Stanley Rodrick" userId="8969fbcc-7c96-46fb-a663-9e2e5920ff04" providerId="ADAL" clId="{71FB37DC-5FA2-AE4A-ABA5-24CB41BD0C1C}" dt="2021-04-11T10:50:20.844" v="1543" actId="20577"/>
          <ac:spMkLst>
            <pc:docMk/>
            <pc:sldMk cId="1799447987" sldId="318"/>
            <ac:spMk id="5" creationId="{C4F99E36-5F48-E54E-BF4C-E74CD9C13433}"/>
          </ac:spMkLst>
        </pc:spChg>
      </pc:sldChg>
    </pc:docChg>
  </pc:docChgLst>
  <pc:docChgLst>
    <pc:chgData name="Stanley Rodrick" userId="8969fbcc-7c96-46fb-a663-9e2e5920ff04" providerId="ADAL" clId="{57E2A627-81AC-554B-AAE3-7CE8E59A21D6}"/>
    <pc:docChg chg="modSld">
      <pc:chgData name="Stanley Rodrick" userId="8969fbcc-7c96-46fb-a663-9e2e5920ff04" providerId="ADAL" clId="{57E2A627-81AC-554B-AAE3-7CE8E59A21D6}" dt="2021-04-19T09:17:02.017" v="4" actId="1076"/>
      <pc:docMkLst>
        <pc:docMk/>
      </pc:docMkLst>
      <pc:sldChg chg="addSp modSp mod modAnim">
        <pc:chgData name="Stanley Rodrick" userId="8969fbcc-7c96-46fb-a663-9e2e5920ff04" providerId="ADAL" clId="{57E2A627-81AC-554B-AAE3-7CE8E59A21D6}" dt="2021-04-19T09:17:02.017" v="4" actId="1076"/>
        <pc:sldMkLst>
          <pc:docMk/>
          <pc:sldMk cId="3354091579" sldId="311"/>
        </pc:sldMkLst>
        <pc:picChg chg="mod">
          <ac:chgData name="Stanley Rodrick" userId="8969fbcc-7c96-46fb-a663-9e2e5920ff04" providerId="ADAL" clId="{57E2A627-81AC-554B-AAE3-7CE8E59A21D6}" dt="2021-04-19T09:17:00.418" v="3" actId="1076"/>
          <ac:picMkLst>
            <pc:docMk/>
            <pc:sldMk cId="3354091579" sldId="311"/>
            <ac:picMk id="4" creationId="{0AF7795A-7B12-4A12-880A-36DD247CE60B}"/>
          </ac:picMkLst>
        </pc:picChg>
        <pc:picChg chg="mod">
          <ac:chgData name="Stanley Rodrick" userId="8969fbcc-7c96-46fb-a663-9e2e5920ff04" providerId="ADAL" clId="{57E2A627-81AC-554B-AAE3-7CE8E59A21D6}" dt="2021-04-19T09:16:39.744" v="0" actId="1076"/>
          <ac:picMkLst>
            <pc:docMk/>
            <pc:sldMk cId="3354091579" sldId="311"/>
            <ac:picMk id="5" creationId="{AA42CB3F-6292-479F-AF9C-FF94A6410059}"/>
          </ac:picMkLst>
        </pc:picChg>
        <pc:picChg chg="add mod">
          <ac:chgData name="Stanley Rodrick" userId="8969fbcc-7c96-46fb-a663-9e2e5920ff04" providerId="ADAL" clId="{57E2A627-81AC-554B-AAE3-7CE8E59A21D6}" dt="2021-04-19T09:17:02.017" v="4" actId="1076"/>
          <ac:picMkLst>
            <pc:docMk/>
            <pc:sldMk cId="3354091579" sldId="311"/>
            <ac:picMk id="13" creationId="{34C6F772-2300-7A49-A30C-846CD99281DE}"/>
          </ac:picMkLst>
        </pc:picChg>
      </pc:sldChg>
    </pc:docChg>
  </pc:docChgLst>
  <pc:docChgLst>
    <pc:chgData name="Hasibul Islam" userId="7a1954ca182d2d6d" providerId="LiveId" clId="{2BBDE5FE-FD41-42B6-8C3B-0F1F2AC17838}"/>
    <pc:docChg chg="custSel addSld delSld modSld sldOrd">
      <pc:chgData name="Hasibul Islam" userId="7a1954ca182d2d6d" providerId="LiveId" clId="{2BBDE5FE-FD41-42B6-8C3B-0F1F2AC17838}" dt="2023-02-28T03:41:22.238" v="269" actId="47"/>
      <pc:docMkLst>
        <pc:docMk/>
      </pc:docMkLst>
      <pc:sldChg chg="modSp new del mod ord">
        <pc:chgData name="Hasibul Islam" userId="7a1954ca182d2d6d" providerId="LiveId" clId="{2BBDE5FE-FD41-42B6-8C3B-0F1F2AC17838}" dt="2023-02-28T03:41:22.238" v="269" actId="47"/>
        <pc:sldMkLst>
          <pc:docMk/>
          <pc:sldMk cId="3747430189" sldId="365"/>
        </pc:sldMkLst>
        <pc:spChg chg="mod">
          <ac:chgData name="Hasibul Islam" userId="7a1954ca182d2d6d" providerId="LiveId" clId="{2BBDE5FE-FD41-42B6-8C3B-0F1F2AC17838}" dt="2023-02-27T04:23:48.714" v="8" actId="20577"/>
          <ac:spMkLst>
            <pc:docMk/>
            <pc:sldMk cId="3747430189" sldId="365"/>
            <ac:spMk id="2" creationId="{8F09F423-09E3-3546-27EC-6F26177DEED9}"/>
          </ac:spMkLst>
        </pc:spChg>
        <pc:spChg chg="mod">
          <ac:chgData name="Hasibul Islam" userId="7a1954ca182d2d6d" providerId="LiveId" clId="{2BBDE5FE-FD41-42B6-8C3B-0F1F2AC17838}" dt="2023-02-27T04:24:59.982" v="266" actId="20577"/>
          <ac:spMkLst>
            <pc:docMk/>
            <pc:sldMk cId="3747430189" sldId="365"/>
            <ac:spMk id="3" creationId="{D50BA29B-0AFC-0631-AAC8-012A0ABF5028}"/>
          </ac:spMkLst>
        </pc:spChg>
      </pc:sldChg>
    </pc:docChg>
  </pc:docChgLst>
  <pc:docChgLst>
    <pc:chgData name="Stanley Rodrick" userId="8969fbcc-7c96-46fb-a663-9e2e5920ff04" providerId="ADAL" clId="{25DDA761-1AAA-447D-946A-812699B5EB28}"/>
    <pc:docChg chg="undo custSel modSld">
      <pc:chgData name="Stanley Rodrick" userId="8969fbcc-7c96-46fb-a663-9e2e5920ff04" providerId="ADAL" clId="{25DDA761-1AAA-447D-946A-812699B5EB28}" dt="2022-05-24T04:02:27.788" v="287" actId="1076"/>
      <pc:docMkLst>
        <pc:docMk/>
      </pc:docMkLst>
      <pc:sldChg chg="addSp modSp mod">
        <pc:chgData name="Stanley Rodrick" userId="8969fbcc-7c96-46fb-a663-9e2e5920ff04" providerId="ADAL" clId="{25DDA761-1AAA-447D-946A-812699B5EB28}" dt="2022-05-24T04:02:27.788" v="287" actId="1076"/>
        <pc:sldMkLst>
          <pc:docMk/>
          <pc:sldMk cId="1842558928" sldId="256"/>
        </pc:sldMkLst>
        <pc:spChg chg="add mod">
          <ac:chgData name="Stanley Rodrick" userId="8969fbcc-7c96-46fb-a663-9e2e5920ff04" providerId="ADAL" clId="{25DDA761-1AAA-447D-946A-812699B5EB28}" dt="2022-05-24T04:02:27.788" v="287" actId="1076"/>
          <ac:spMkLst>
            <pc:docMk/>
            <pc:sldMk cId="1842558928" sldId="256"/>
            <ac:spMk id="8" creationId="{EBF77230-8F5C-1857-8622-5F73AAC1C2C6}"/>
          </ac:spMkLst>
        </pc:spChg>
        <pc:picChg chg="mod">
          <ac:chgData name="Stanley Rodrick" userId="8969fbcc-7c96-46fb-a663-9e2e5920ff04" providerId="ADAL" clId="{25DDA761-1AAA-447D-946A-812699B5EB28}" dt="2022-05-24T04:02:03.035" v="278" actId="1076"/>
          <ac:picMkLst>
            <pc:docMk/>
            <pc:sldMk cId="1842558928" sldId="256"/>
            <ac:picMk id="5" creationId="{F7E88BBC-BD80-4EE9-B7F2-560126CD40D6}"/>
          </ac:picMkLst>
        </pc:picChg>
      </pc:sldChg>
      <pc:sldChg chg="modSp mod">
        <pc:chgData name="Stanley Rodrick" userId="8969fbcc-7c96-46fb-a663-9e2e5920ff04" providerId="ADAL" clId="{25DDA761-1AAA-447D-946A-812699B5EB28}" dt="2022-05-24T03:46:49.259" v="5"/>
        <pc:sldMkLst>
          <pc:docMk/>
          <pc:sldMk cId="2668082235" sldId="257"/>
        </pc:sldMkLst>
        <pc:spChg chg="mod">
          <ac:chgData name="Stanley Rodrick" userId="8969fbcc-7c96-46fb-a663-9e2e5920ff04" providerId="ADAL" clId="{25DDA761-1AAA-447D-946A-812699B5EB28}" dt="2022-05-24T03:46:41.858" v="3"/>
          <ac:spMkLst>
            <pc:docMk/>
            <pc:sldMk cId="2668082235" sldId="257"/>
            <ac:spMk id="13" creationId="{80E652FD-0DA2-E8BA-98ED-3DFF310CFF7C}"/>
          </ac:spMkLst>
        </pc:spChg>
        <pc:spChg chg="mod">
          <ac:chgData name="Stanley Rodrick" userId="8969fbcc-7c96-46fb-a663-9e2e5920ff04" providerId="ADAL" clId="{25DDA761-1AAA-447D-946A-812699B5EB28}" dt="2022-05-24T03:46:45.553" v="4"/>
          <ac:spMkLst>
            <pc:docMk/>
            <pc:sldMk cId="2668082235" sldId="257"/>
            <ac:spMk id="17" creationId="{2CE8F5C2-C9F1-7912-6DC2-54A88D6A4AFD}"/>
          </ac:spMkLst>
        </pc:spChg>
        <pc:spChg chg="mod">
          <ac:chgData name="Stanley Rodrick" userId="8969fbcc-7c96-46fb-a663-9e2e5920ff04" providerId="ADAL" clId="{25DDA761-1AAA-447D-946A-812699B5EB28}" dt="2022-05-24T03:46:49.259" v="5"/>
          <ac:spMkLst>
            <pc:docMk/>
            <pc:sldMk cId="2668082235" sldId="257"/>
            <ac:spMk id="18" creationId="{211E32EE-CF61-9E46-2976-505643CA5902}"/>
          </ac:spMkLst>
        </pc:spChg>
      </pc:sldChg>
      <pc:sldChg chg="modAnim">
        <pc:chgData name="Stanley Rodrick" userId="8969fbcc-7c96-46fb-a663-9e2e5920ff04" providerId="ADAL" clId="{25DDA761-1AAA-447D-946A-812699B5EB28}" dt="2022-05-24T04:00:42.805" v="229"/>
        <pc:sldMkLst>
          <pc:docMk/>
          <pc:sldMk cId="1912835717" sldId="330"/>
        </pc:sldMkLst>
      </pc:sldChg>
      <pc:sldChg chg="modSp mod">
        <pc:chgData name="Stanley Rodrick" userId="8969fbcc-7c96-46fb-a663-9e2e5920ff04" providerId="ADAL" clId="{25DDA761-1AAA-447D-946A-812699B5EB28}" dt="2022-05-24T03:48:10.819" v="24" actId="207"/>
        <pc:sldMkLst>
          <pc:docMk/>
          <pc:sldMk cId="2341119848" sldId="331"/>
        </pc:sldMkLst>
        <pc:spChg chg="mod">
          <ac:chgData name="Stanley Rodrick" userId="8969fbcc-7c96-46fb-a663-9e2e5920ff04" providerId="ADAL" clId="{25DDA761-1AAA-447D-946A-812699B5EB28}" dt="2022-05-24T03:47:51.320" v="20" actId="20577"/>
          <ac:spMkLst>
            <pc:docMk/>
            <pc:sldMk cId="2341119848" sldId="331"/>
            <ac:spMk id="5" creationId="{55428B44-E25B-53F6-B4E6-EFD268897201}"/>
          </ac:spMkLst>
        </pc:spChg>
        <pc:spChg chg="mod">
          <ac:chgData name="Stanley Rodrick" userId="8969fbcc-7c96-46fb-a663-9e2e5920ff04" providerId="ADAL" clId="{25DDA761-1AAA-447D-946A-812699B5EB28}" dt="2022-05-24T03:48:10.819" v="24" actId="207"/>
          <ac:spMkLst>
            <pc:docMk/>
            <pc:sldMk cId="2341119848" sldId="331"/>
            <ac:spMk id="13" creationId="{80E652FD-0DA2-E8BA-98ED-3DFF310CFF7C}"/>
          </ac:spMkLst>
        </pc:spChg>
      </pc:sldChg>
      <pc:sldChg chg="modSp mod">
        <pc:chgData name="Stanley Rodrick" userId="8969fbcc-7c96-46fb-a663-9e2e5920ff04" providerId="ADAL" clId="{25DDA761-1AAA-447D-946A-812699B5EB28}" dt="2022-05-24T03:50:47.027" v="74" actId="255"/>
        <pc:sldMkLst>
          <pc:docMk/>
          <pc:sldMk cId="237740207" sldId="332"/>
        </pc:sldMkLst>
        <pc:spChg chg="mod">
          <ac:chgData name="Stanley Rodrick" userId="8969fbcc-7c96-46fb-a663-9e2e5920ff04" providerId="ADAL" clId="{25DDA761-1AAA-447D-946A-812699B5EB28}" dt="2022-05-24T03:50:47.027" v="74" actId="255"/>
          <ac:spMkLst>
            <pc:docMk/>
            <pc:sldMk cId="237740207" sldId="332"/>
            <ac:spMk id="9" creationId="{7B1E8C8E-38C1-FBC4-D133-0A2C03FD5F3B}"/>
          </ac:spMkLst>
        </pc:spChg>
      </pc:sldChg>
      <pc:sldChg chg="addSp delSp modSp mod">
        <pc:chgData name="Stanley Rodrick" userId="8969fbcc-7c96-46fb-a663-9e2e5920ff04" providerId="ADAL" clId="{25DDA761-1AAA-447D-946A-812699B5EB28}" dt="2022-05-24T03:49:44.152" v="63"/>
        <pc:sldMkLst>
          <pc:docMk/>
          <pc:sldMk cId="2781884691" sldId="333"/>
        </pc:sldMkLst>
        <pc:spChg chg="mod">
          <ac:chgData name="Stanley Rodrick" userId="8969fbcc-7c96-46fb-a663-9e2e5920ff04" providerId="ADAL" clId="{25DDA761-1AAA-447D-946A-812699B5EB28}" dt="2022-05-24T03:49:44.152" v="63"/>
          <ac:spMkLst>
            <pc:docMk/>
            <pc:sldMk cId="2781884691" sldId="333"/>
            <ac:spMk id="3" creationId="{BC3ACEA7-6524-3694-9899-229BC6F7D202}"/>
          </ac:spMkLst>
        </pc:spChg>
        <pc:spChg chg="mod">
          <ac:chgData name="Stanley Rodrick" userId="8969fbcc-7c96-46fb-a663-9e2e5920ff04" providerId="ADAL" clId="{25DDA761-1AAA-447D-946A-812699B5EB28}" dt="2022-05-24T03:49:35.865" v="60" actId="20577"/>
          <ac:spMkLst>
            <pc:docMk/>
            <pc:sldMk cId="2781884691" sldId="333"/>
            <ac:spMk id="9" creationId="{24D2067D-ED7C-14DF-8CEC-99EF5BB26FFA}"/>
          </ac:spMkLst>
        </pc:spChg>
        <pc:spChg chg="add del mod">
          <ac:chgData name="Stanley Rodrick" userId="8969fbcc-7c96-46fb-a663-9e2e5920ff04" providerId="ADAL" clId="{25DDA761-1AAA-447D-946A-812699B5EB28}" dt="2022-05-24T03:49:15.180" v="45" actId="478"/>
          <ac:spMkLst>
            <pc:docMk/>
            <pc:sldMk cId="2781884691" sldId="333"/>
            <ac:spMk id="11" creationId="{E9C8158A-6D03-377B-D97D-756A6145C666}"/>
          </ac:spMkLst>
        </pc:spChg>
      </pc:sldChg>
      <pc:sldChg chg="modAnim">
        <pc:chgData name="Stanley Rodrick" userId="8969fbcc-7c96-46fb-a663-9e2e5920ff04" providerId="ADAL" clId="{25DDA761-1AAA-447D-946A-812699B5EB28}" dt="2022-05-24T04:01:03.380" v="233"/>
        <pc:sldMkLst>
          <pc:docMk/>
          <pc:sldMk cId="3723849217" sldId="334"/>
        </pc:sldMkLst>
      </pc:sldChg>
      <pc:sldChg chg="modSp mod">
        <pc:chgData name="Stanley Rodrick" userId="8969fbcc-7c96-46fb-a663-9e2e5920ff04" providerId="ADAL" clId="{25DDA761-1AAA-447D-946A-812699B5EB28}" dt="2022-05-24T03:50:32.718" v="73" actId="123"/>
        <pc:sldMkLst>
          <pc:docMk/>
          <pc:sldMk cId="202118099" sldId="335"/>
        </pc:sldMkLst>
        <pc:graphicFrameChg chg="mod">
          <ac:chgData name="Stanley Rodrick" userId="8969fbcc-7c96-46fb-a663-9e2e5920ff04" providerId="ADAL" clId="{25DDA761-1AAA-447D-946A-812699B5EB28}" dt="2022-05-24T03:50:32.718" v="73" actId="123"/>
          <ac:graphicFrameMkLst>
            <pc:docMk/>
            <pc:sldMk cId="202118099" sldId="335"/>
            <ac:graphicFrameMk id="18" creationId="{455541D3-FB2F-7033-B03D-535740F7800E}"/>
          </ac:graphicFrameMkLst>
        </pc:graphicFrameChg>
      </pc:sldChg>
      <pc:sldChg chg="modSp modAnim">
        <pc:chgData name="Stanley Rodrick" userId="8969fbcc-7c96-46fb-a663-9e2e5920ff04" providerId="ADAL" clId="{25DDA761-1AAA-447D-946A-812699B5EB28}" dt="2022-05-24T04:00:57.796" v="232"/>
        <pc:sldMkLst>
          <pc:docMk/>
          <pc:sldMk cId="759903894" sldId="336"/>
        </pc:sldMkLst>
        <pc:spChg chg="mod">
          <ac:chgData name="Stanley Rodrick" userId="8969fbcc-7c96-46fb-a663-9e2e5920ff04" providerId="ADAL" clId="{25DDA761-1AAA-447D-946A-812699B5EB28}" dt="2022-05-24T03:51:14.350" v="78"/>
          <ac:spMkLst>
            <pc:docMk/>
            <pc:sldMk cId="759903894" sldId="336"/>
            <ac:spMk id="23" creationId="{69B1571E-5EC0-8A2C-7780-CD84E1B0654F}"/>
          </ac:spMkLst>
        </pc:spChg>
      </pc:sldChg>
      <pc:sldChg chg="modSp mod">
        <pc:chgData name="Stanley Rodrick" userId="8969fbcc-7c96-46fb-a663-9e2e5920ff04" providerId="ADAL" clId="{25DDA761-1AAA-447D-946A-812699B5EB28}" dt="2022-05-24T03:51:31.526" v="81"/>
        <pc:sldMkLst>
          <pc:docMk/>
          <pc:sldMk cId="996682582" sldId="337"/>
        </pc:sldMkLst>
        <pc:spChg chg="mod">
          <ac:chgData name="Stanley Rodrick" userId="8969fbcc-7c96-46fb-a663-9e2e5920ff04" providerId="ADAL" clId="{25DDA761-1AAA-447D-946A-812699B5EB28}" dt="2022-05-24T03:51:31.526" v="81"/>
          <ac:spMkLst>
            <pc:docMk/>
            <pc:sldMk cId="996682582" sldId="337"/>
            <ac:spMk id="11" creationId="{40D543D9-8A8F-83F9-05F2-AF5360406A70}"/>
          </ac:spMkLst>
        </pc:spChg>
      </pc:sldChg>
      <pc:sldChg chg="modSp mod">
        <pc:chgData name="Stanley Rodrick" userId="8969fbcc-7c96-46fb-a663-9e2e5920ff04" providerId="ADAL" clId="{25DDA761-1AAA-447D-946A-812699B5EB28}" dt="2022-05-24T03:52:48.757" v="117" actId="27636"/>
        <pc:sldMkLst>
          <pc:docMk/>
          <pc:sldMk cId="775715385" sldId="338"/>
        </pc:sldMkLst>
        <pc:spChg chg="mod">
          <ac:chgData name="Stanley Rodrick" userId="8969fbcc-7c96-46fb-a663-9e2e5920ff04" providerId="ADAL" clId="{25DDA761-1AAA-447D-946A-812699B5EB28}" dt="2022-05-24T03:52:48.757" v="117" actId="27636"/>
          <ac:spMkLst>
            <pc:docMk/>
            <pc:sldMk cId="775715385" sldId="338"/>
            <ac:spMk id="13" creationId="{D69489B5-A69A-96CB-5711-75B8F85EFD78}"/>
          </ac:spMkLst>
        </pc:spChg>
      </pc:sldChg>
      <pc:sldChg chg="modAnim">
        <pc:chgData name="Stanley Rodrick" userId="8969fbcc-7c96-46fb-a663-9e2e5920ff04" providerId="ADAL" clId="{25DDA761-1AAA-447D-946A-812699B5EB28}" dt="2022-05-24T04:00:54.561" v="231"/>
        <pc:sldMkLst>
          <pc:docMk/>
          <pc:sldMk cId="2253622528" sldId="339"/>
        </pc:sldMkLst>
      </pc:sldChg>
      <pc:sldChg chg="modSp">
        <pc:chgData name="Stanley Rodrick" userId="8969fbcc-7c96-46fb-a663-9e2e5920ff04" providerId="ADAL" clId="{25DDA761-1AAA-447D-946A-812699B5EB28}" dt="2022-05-24T03:53:09.997" v="121"/>
        <pc:sldMkLst>
          <pc:docMk/>
          <pc:sldMk cId="3603850497" sldId="340"/>
        </pc:sldMkLst>
        <pc:spChg chg="mod">
          <ac:chgData name="Stanley Rodrick" userId="8969fbcc-7c96-46fb-a663-9e2e5920ff04" providerId="ADAL" clId="{25DDA761-1AAA-447D-946A-812699B5EB28}" dt="2022-05-24T03:53:09.997" v="121"/>
          <ac:spMkLst>
            <pc:docMk/>
            <pc:sldMk cId="3603850497" sldId="340"/>
            <ac:spMk id="17" creationId="{D94CD19A-147D-650F-95B7-02C9A645E6BE}"/>
          </ac:spMkLst>
        </pc:spChg>
      </pc:sldChg>
      <pc:sldChg chg="modSp mod">
        <pc:chgData name="Stanley Rodrick" userId="8969fbcc-7c96-46fb-a663-9e2e5920ff04" providerId="ADAL" clId="{25DDA761-1AAA-447D-946A-812699B5EB28}" dt="2022-05-24T03:55:03.025" v="157" actId="115"/>
        <pc:sldMkLst>
          <pc:docMk/>
          <pc:sldMk cId="4271258442" sldId="342"/>
        </pc:sldMkLst>
        <pc:spChg chg="mod">
          <ac:chgData name="Stanley Rodrick" userId="8969fbcc-7c96-46fb-a663-9e2e5920ff04" providerId="ADAL" clId="{25DDA761-1AAA-447D-946A-812699B5EB28}" dt="2022-05-24T03:55:03.025" v="157" actId="115"/>
          <ac:spMkLst>
            <pc:docMk/>
            <pc:sldMk cId="4271258442" sldId="342"/>
            <ac:spMk id="11" creationId="{897F4C67-83D3-77E9-7BD8-9B85EB6018C3}"/>
          </ac:spMkLst>
        </pc:spChg>
        <pc:spChg chg="mod">
          <ac:chgData name="Stanley Rodrick" userId="8969fbcc-7c96-46fb-a663-9e2e5920ff04" providerId="ADAL" clId="{25DDA761-1AAA-447D-946A-812699B5EB28}" dt="2022-05-24T03:53:32.173" v="124" actId="207"/>
          <ac:spMkLst>
            <pc:docMk/>
            <pc:sldMk cId="4271258442" sldId="342"/>
            <ac:spMk id="17" creationId="{D94CD19A-147D-650F-95B7-02C9A645E6BE}"/>
          </ac:spMkLst>
        </pc:spChg>
      </pc:sldChg>
      <pc:sldChg chg="modSp mod">
        <pc:chgData name="Stanley Rodrick" userId="8969fbcc-7c96-46fb-a663-9e2e5920ff04" providerId="ADAL" clId="{25DDA761-1AAA-447D-946A-812699B5EB28}" dt="2022-05-24T03:55:16.063" v="159" actId="5793"/>
        <pc:sldMkLst>
          <pc:docMk/>
          <pc:sldMk cId="3223395014" sldId="343"/>
        </pc:sldMkLst>
        <pc:spChg chg="mod">
          <ac:chgData name="Stanley Rodrick" userId="8969fbcc-7c96-46fb-a663-9e2e5920ff04" providerId="ADAL" clId="{25DDA761-1AAA-447D-946A-812699B5EB28}" dt="2022-05-24T03:55:16.063" v="159" actId="5793"/>
          <ac:spMkLst>
            <pc:docMk/>
            <pc:sldMk cId="3223395014" sldId="343"/>
            <ac:spMk id="13" creationId="{D3EA69BE-D578-E74C-590F-AFFC12066B79}"/>
          </ac:spMkLst>
        </pc:spChg>
        <pc:spChg chg="mod">
          <ac:chgData name="Stanley Rodrick" userId="8969fbcc-7c96-46fb-a663-9e2e5920ff04" providerId="ADAL" clId="{25DDA761-1AAA-447D-946A-812699B5EB28}" dt="2022-05-24T03:53:36.483" v="125"/>
          <ac:spMkLst>
            <pc:docMk/>
            <pc:sldMk cId="3223395014" sldId="343"/>
            <ac:spMk id="17" creationId="{D94CD19A-147D-650F-95B7-02C9A645E6BE}"/>
          </ac:spMkLst>
        </pc:spChg>
      </pc:sldChg>
      <pc:sldChg chg="modSp mod">
        <pc:chgData name="Stanley Rodrick" userId="8969fbcc-7c96-46fb-a663-9e2e5920ff04" providerId="ADAL" clId="{25DDA761-1AAA-447D-946A-812699B5EB28}" dt="2022-05-24T03:55:22.410" v="160" actId="5793"/>
        <pc:sldMkLst>
          <pc:docMk/>
          <pc:sldMk cId="3261942739" sldId="344"/>
        </pc:sldMkLst>
        <pc:spChg chg="mod">
          <ac:chgData name="Stanley Rodrick" userId="8969fbcc-7c96-46fb-a663-9e2e5920ff04" providerId="ADAL" clId="{25DDA761-1AAA-447D-946A-812699B5EB28}" dt="2022-05-24T03:55:22.410" v="160" actId="5793"/>
          <ac:spMkLst>
            <pc:docMk/>
            <pc:sldMk cId="3261942739" sldId="344"/>
            <ac:spMk id="15" creationId="{42AB3EC7-D095-AC75-082B-138B5A835387}"/>
          </ac:spMkLst>
        </pc:spChg>
        <pc:spChg chg="mod">
          <ac:chgData name="Stanley Rodrick" userId="8969fbcc-7c96-46fb-a663-9e2e5920ff04" providerId="ADAL" clId="{25DDA761-1AAA-447D-946A-812699B5EB28}" dt="2022-05-24T03:53:40.164" v="126"/>
          <ac:spMkLst>
            <pc:docMk/>
            <pc:sldMk cId="3261942739" sldId="344"/>
            <ac:spMk id="17" creationId="{D94CD19A-147D-650F-95B7-02C9A645E6BE}"/>
          </ac:spMkLst>
        </pc:spChg>
      </pc:sldChg>
      <pc:sldChg chg="modSp mod">
        <pc:chgData name="Stanley Rodrick" userId="8969fbcc-7c96-46fb-a663-9e2e5920ff04" providerId="ADAL" clId="{25DDA761-1AAA-447D-946A-812699B5EB28}" dt="2022-05-24T03:55:28.104" v="161" actId="5793"/>
        <pc:sldMkLst>
          <pc:docMk/>
          <pc:sldMk cId="1016655912" sldId="345"/>
        </pc:sldMkLst>
        <pc:spChg chg="mod">
          <ac:chgData name="Stanley Rodrick" userId="8969fbcc-7c96-46fb-a663-9e2e5920ff04" providerId="ADAL" clId="{25DDA761-1AAA-447D-946A-812699B5EB28}" dt="2022-05-24T03:55:28.104" v="161" actId="5793"/>
          <ac:spMkLst>
            <pc:docMk/>
            <pc:sldMk cId="1016655912" sldId="345"/>
            <ac:spMk id="13" creationId="{12E335B7-5C68-BBE3-F20F-2F5B63ADF0A2}"/>
          </ac:spMkLst>
        </pc:spChg>
        <pc:spChg chg="mod">
          <ac:chgData name="Stanley Rodrick" userId="8969fbcc-7c96-46fb-a663-9e2e5920ff04" providerId="ADAL" clId="{25DDA761-1AAA-447D-946A-812699B5EB28}" dt="2022-05-24T03:53:43.155" v="127"/>
          <ac:spMkLst>
            <pc:docMk/>
            <pc:sldMk cId="1016655912" sldId="345"/>
            <ac:spMk id="17" creationId="{D94CD19A-147D-650F-95B7-02C9A645E6BE}"/>
          </ac:spMkLst>
        </pc:spChg>
      </pc:sldChg>
      <pc:sldChg chg="modSp mod">
        <pc:chgData name="Stanley Rodrick" userId="8969fbcc-7c96-46fb-a663-9e2e5920ff04" providerId="ADAL" clId="{25DDA761-1AAA-447D-946A-812699B5EB28}" dt="2022-05-24T03:55:41.296" v="163" actId="207"/>
        <pc:sldMkLst>
          <pc:docMk/>
          <pc:sldMk cId="2989602068" sldId="346"/>
        </pc:sldMkLst>
        <pc:spChg chg="mod">
          <ac:chgData name="Stanley Rodrick" userId="8969fbcc-7c96-46fb-a663-9e2e5920ff04" providerId="ADAL" clId="{25DDA761-1AAA-447D-946A-812699B5EB28}" dt="2022-05-24T03:55:41.296" v="163" actId="207"/>
          <ac:spMkLst>
            <pc:docMk/>
            <pc:sldMk cId="2989602068" sldId="346"/>
            <ac:spMk id="6" creationId="{D1FFACD4-B4FA-53A7-A062-C4F4CCEB1B2E}"/>
          </ac:spMkLst>
        </pc:spChg>
      </pc:sldChg>
      <pc:sldChg chg="modSp mod">
        <pc:chgData name="Stanley Rodrick" userId="8969fbcc-7c96-46fb-a663-9e2e5920ff04" providerId="ADAL" clId="{25DDA761-1AAA-447D-946A-812699B5EB28}" dt="2022-05-24T03:56:20.518" v="175" actId="20577"/>
        <pc:sldMkLst>
          <pc:docMk/>
          <pc:sldMk cId="3665600634" sldId="347"/>
        </pc:sldMkLst>
        <pc:spChg chg="mod">
          <ac:chgData name="Stanley Rodrick" userId="8969fbcc-7c96-46fb-a663-9e2e5920ff04" providerId="ADAL" clId="{25DDA761-1AAA-447D-946A-812699B5EB28}" dt="2022-05-24T03:56:20.518" v="175" actId="20577"/>
          <ac:spMkLst>
            <pc:docMk/>
            <pc:sldMk cId="3665600634" sldId="347"/>
            <ac:spMk id="11" creationId="{AC950C0F-4E77-757A-47C5-0158F0A6CC73}"/>
          </ac:spMkLst>
        </pc:spChg>
      </pc:sldChg>
      <pc:sldChg chg="modSp mod">
        <pc:chgData name="Stanley Rodrick" userId="8969fbcc-7c96-46fb-a663-9e2e5920ff04" providerId="ADAL" clId="{25DDA761-1AAA-447D-946A-812699B5EB28}" dt="2022-05-24T03:56:44.602" v="180" actId="14100"/>
        <pc:sldMkLst>
          <pc:docMk/>
          <pc:sldMk cId="1004019289" sldId="349"/>
        </pc:sldMkLst>
        <pc:spChg chg="mod">
          <ac:chgData name="Stanley Rodrick" userId="8969fbcc-7c96-46fb-a663-9e2e5920ff04" providerId="ADAL" clId="{25DDA761-1AAA-447D-946A-812699B5EB28}" dt="2022-05-24T03:56:44.602" v="180" actId="14100"/>
          <ac:spMkLst>
            <pc:docMk/>
            <pc:sldMk cId="1004019289" sldId="349"/>
            <ac:spMk id="11" creationId="{F975BF43-EF0E-5DA7-A152-6F3F597107B3}"/>
          </ac:spMkLst>
        </pc:spChg>
      </pc:sldChg>
      <pc:sldChg chg="modSp mod">
        <pc:chgData name="Stanley Rodrick" userId="8969fbcc-7c96-46fb-a663-9e2e5920ff04" providerId="ADAL" clId="{25DDA761-1AAA-447D-946A-812699B5EB28}" dt="2022-05-24T03:57:27.594" v="190" actId="207"/>
        <pc:sldMkLst>
          <pc:docMk/>
          <pc:sldMk cId="3172293582" sldId="350"/>
        </pc:sldMkLst>
        <pc:spChg chg="mod">
          <ac:chgData name="Stanley Rodrick" userId="8969fbcc-7c96-46fb-a663-9e2e5920ff04" providerId="ADAL" clId="{25DDA761-1AAA-447D-946A-812699B5EB28}" dt="2022-05-24T03:57:27.594" v="190" actId="207"/>
          <ac:spMkLst>
            <pc:docMk/>
            <pc:sldMk cId="3172293582" sldId="350"/>
            <ac:spMk id="3" creationId="{93757E56-A308-9670-C4D2-92CDE72C749F}"/>
          </ac:spMkLst>
        </pc:spChg>
      </pc:sldChg>
      <pc:sldChg chg="modSp mod">
        <pc:chgData name="Stanley Rodrick" userId="8969fbcc-7c96-46fb-a663-9e2e5920ff04" providerId="ADAL" clId="{25DDA761-1AAA-447D-946A-812699B5EB28}" dt="2022-05-24T03:57:47.458" v="193"/>
        <pc:sldMkLst>
          <pc:docMk/>
          <pc:sldMk cId="3354268872" sldId="351"/>
        </pc:sldMkLst>
        <pc:spChg chg="mod">
          <ac:chgData name="Stanley Rodrick" userId="8969fbcc-7c96-46fb-a663-9e2e5920ff04" providerId="ADAL" clId="{25DDA761-1AAA-447D-946A-812699B5EB28}" dt="2022-05-24T03:57:47.458" v="193"/>
          <ac:spMkLst>
            <pc:docMk/>
            <pc:sldMk cId="3354268872" sldId="351"/>
            <ac:spMk id="5" creationId="{42B56FC8-58CE-7B41-36D8-B9FA2600EE05}"/>
          </ac:spMkLst>
        </pc:spChg>
      </pc:sldChg>
      <pc:sldChg chg="modSp mod">
        <pc:chgData name="Stanley Rodrick" userId="8969fbcc-7c96-46fb-a663-9e2e5920ff04" providerId="ADAL" clId="{25DDA761-1AAA-447D-946A-812699B5EB28}" dt="2022-05-24T03:58:18.354" v="206" actId="1076"/>
        <pc:sldMkLst>
          <pc:docMk/>
          <pc:sldMk cId="2346861565" sldId="352"/>
        </pc:sldMkLst>
        <pc:spChg chg="mod">
          <ac:chgData name="Stanley Rodrick" userId="8969fbcc-7c96-46fb-a663-9e2e5920ff04" providerId="ADAL" clId="{25DDA761-1AAA-447D-946A-812699B5EB28}" dt="2022-05-24T03:58:18.354" v="206" actId="1076"/>
          <ac:spMkLst>
            <pc:docMk/>
            <pc:sldMk cId="2346861565" sldId="352"/>
            <ac:spMk id="5" creationId="{42B56FC8-58CE-7B41-36D8-B9FA2600EE05}"/>
          </ac:spMkLst>
        </pc:spChg>
      </pc:sldChg>
      <pc:sldChg chg="modSp mod">
        <pc:chgData name="Stanley Rodrick" userId="8969fbcc-7c96-46fb-a663-9e2e5920ff04" providerId="ADAL" clId="{25DDA761-1AAA-447D-946A-812699B5EB28}" dt="2022-05-24T03:58:32.884" v="210"/>
        <pc:sldMkLst>
          <pc:docMk/>
          <pc:sldMk cId="2311461391" sldId="353"/>
        </pc:sldMkLst>
        <pc:spChg chg="mod">
          <ac:chgData name="Stanley Rodrick" userId="8969fbcc-7c96-46fb-a663-9e2e5920ff04" providerId="ADAL" clId="{25DDA761-1AAA-447D-946A-812699B5EB28}" dt="2022-05-24T03:58:32.884" v="210"/>
          <ac:spMkLst>
            <pc:docMk/>
            <pc:sldMk cId="2311461391" sldId="353"/>
            <ac:spMk id="3" creationId="{AB15F644-0253-0464-04B1-18EBDF4A7E3A}"/>
          </ac:spMkLst>
        </pc:spChg>
      </pc:sldChg>
      <pc:sldChg chg="addSp modSp mod">
        <pc:chgData name="Stanley Rodrick" userId="8969fbcc-7c96-46fb-a663-9e2e5920ff04" providerId="ADAL" clId="{25DDA761-1AAA-447D-946A-812699B5EB28}" dt="2022-05-24T03:59:34.599" v="219" actId="164"/>
        <pc:sldMkLst>
          <pc:docMk/>
          <pc:sldMk cId="1686783521" sldId="354"/>
        </pc:sldMkLst>
        <pc:spChg chg="mod">
          <ac:chgData name="Stanley Rodrick" userId="8969fbcc-7c96-46fb-a663-9e2e5920ff04" providerId="ADAL" clId="{25DDA761-1AAA-447D-946A-812699B5EB28}" dt="2022-05-24T03:58:43.014" v="213"/>
          <ac:spMkLst>
            <pc:docMk/>
            <pc:sldMk cId="1686783521" sldId="354"/>
            <ac:spMk id="3" creationId="{AB15F644-0253-0464-04B1-18EBDF4A7E3A}"/>
          </ac:spMkLst>
        </pc:spChg>
        <pc:spChg chg="add mod">
          <ac:chgData name="Stanley Rodrick" userId="8969fbcc-7c96-46fb-a663-9e2e5920ff04" providerId="ADAL" clId="{25DDA761-1AAA-447D-946A-812699B5EB28}" dt="2022-05-24T03:59:34.599" v="219" actId="164"/>
          <ac:spMkLst>
            <pc:docMk/>
            <pc:sldMk cId="1686783521" sldId="354"/>
            <ac:spMk id="5" creationId="{C045865D-4F4F-B160-0091-1F8247B553F6}"/>
          </ac:spMkLst>
        </pc:spChg>
        <pc:grpChg chg="add mod">
          <ac:chgData name="Stanley Rodrick" userId="8969fbcc-7c96-46fb-a663-9e2e5920ff04" providerId="ADAL" clId="{25DDA761-1AAA-447D-946A-812699B5EB28}" dt="2022-05-24T03:59:34.599" v="219" actId="164"/>
          <ac:grpSpMkLst>
            <pc:docMk/>
            <pc:sldMk cId="1686783521" sldId="354"/>
            <ac:grpSpMk id="7" creationId="{444307F1-F77E-ADC5-EFCB-E1F652F13822}"/>
          </ac:grpSpMkLst>
        </pc:grpChg>
        <pc:picChg chg="mod">
          <ac:chgData name="Stanley Rodrick" userId="8969fbcc-7c96-46fb-a663-9e2e5920ff04" providerId="ADAL" clId="{25DDA761-1AAA-447D-946A-812699B5EB28}" dt="2022-05-24T03:59:34.599" v="219" actId="164"/>
          <ac:picMkLst>
            <pc:docMk/>
            <pc:sldMk cId="1686783521" sldId="354"/>
            <ac:picMk id="6" creationId="{400872CE-DD5E-4FF3-649F-A1122B20A00B}"/>
          </ac:picMkLst>
        </pc:picChg>
      </pc:sldChg>
      <pc:sldChg chg="addSp modSp mod">
        <pc:chgData name="Stanley Rodrick" userId="8969fbcc-7c96-46fb-a663-9e2e5920ff04" providerId="ADAL" clId="{25DDA761-1AAA-447D-946A-812699B5EB28}" dt="2022-05-24T03:59:47.053" v="221" actId="1076"/>
        <pc:sldMkLst>
          <pc:docMk/>
          <pc:sldMk cId="1611640430" sldId="359"/>
        </pc:sldMkLst>
        <pc:spChg chg="add mod">
          <ac:chgData name="Stanley Rodrick" userId="8969fbcc-7c96-46fb-a663-9e2e5920ff04" providerId="ADAL" clId="{25DDA761-1AAA-447D-946A-812699B5EB28}" dt="2022-05-24T03:59:47.053" v="221" actId="1076"/>
          <ac:spMkLst>
            <pc:docMk/>
            <pc:sldMk cId="1611640430" sldId="359"/>
            <ac:spMk id="7" creationId="{5D610E54-A24F-324D-6CE5-75D4320611FD}"/>
          </ac:spMkLst>
        </pc:spChg>
      </pc:sldChg>
      <pc:sldChg chg="addSp modSp mod">
        <pc:chgData name="Stanley Rodrick" userId="8969fbcc-7c96-46fb-a663-9e2e5920ff04" providerId="ADAL" clId="{25DDA761-1AAA-447D-946A-812699B5EB28}" dt="2022-05-24T04:00:13.421" v="227" actId="1076"/>
        <pc:sldMkLst>
          <pc:docMk/>
          <pc:sldMk cId="1963053590" sldId="360"/>
        </pc:sldMkLst>
        <pc:spChg chg="add mod">
          <ac:chgData name="Stanley Rodrick" userId="8969fbcc-7c96-46fb-a663-9e2e5920ff04" providerId="ADAL" clId="{25DDA761-1AAA-447D-946A-812699B5EB28}" dt="2022-05-24T04:00:13.421" v="227" actId="1076"/>
          <ac:spMkLst>
            <pc:docMk/>
            <pc:sldMk cId="1963053590" sldId="360"/>
            <ac:spMk id="7" creationId="{B18B36EC-F372-F13D-1DF4-EC91B80A1CCE}"/>
          </ac:spMkLst>
        </pc:spChg>
      </pc:sldChg>
      <pc:sldChg chg="addSp modSp mod">
        <pc:chgData name="Stanley Rodrick" userId="8969fbcc-7c96-46fb-a663-9e2e5920ff04" providerId="ADAL" clId="{25DDA761-1AAA-447D-946A-812699B5EB28}" dt="2022-05-24T03:59:59.845" v="223" actId="1076"/>
        <pc:sldMkLst>
          <pc:docMk/>
          <pc:sldMk cId="3739289276" sldId="361"/>
        </pc:sldMkLst>
        <pc:spChg chg="add mod">
          <ac:chgData name="Stanley Rodrick" userId="8969fbcc-7c96-46fb-a663-9e2e5920ff04" providerId="ADAL" clId="{25DDA761-1AAA-447D-946A-812699B5EB28}" dt="2022-05-24T03:59:59.845" v="223" actId="1076"/>
          <ac:spMkLst>
            <pc:docMk/>
            <pc:sldMk cId="3739289276" sldId="361"/>
            <ac:spMk id="7" creationId="{C9449D5D-63A7-90AA-A133-956255106EA3}"/>
          </ac:spMkLst>
        </pc:spChg>
      </pc:sldChg>
      <pc:sldChg chg="addSp modSp mod">
        <pc:chgData name="Stanley Rodrick" userId="8969fbcc-7c96-46fb-a663-9e2e5920ff04" providerId="ADAL" clId="{25DDA761-1AAA-447D-946A-812699B5EB28}" dt="2022-05-24T04:00:07.489" v="225" actId="1076"/>
        <pc:sldMkLst>
          <pc:docMk/>
          <pc:sldMk cId="3884678419" sldId="362"/>
        </pc:sldMkLst>
        <pc:spChg chg="add mod">
          <ac:chgData name="Stanley Rodrick" userId="8969fbcc-7c96-46fb-a663-9e2e5920ff04" providerId="ADAL" clId="{25DDA761-1AAA-447D-946A-812699B5EB28}" dt="2022-05-24T04:00:07.489" v="225" actId="1076"/>
          <ac:spMkLst>
            <pc:docMk/>
            <pc:sldMk cId="3884678419" sldId="362"/>
            <ac:spMk id="7" creationId="{574008DB-2AC8-DDCA-8FD2-A7FAB1638E24}"/>
          </ac:spMkLst>
        </pc:spChg>
      </pc:sldChg>
      <pc:sldChg chg="modSp modAnim">
        <pc:chgData name="Stanley Rodrick" userId="8969fbcc-7c96-46fb-a663-9e2e5920ff04" providerId="ADAL" clId="{25DDA761-1AAA-447D-946A-812699B5EB28}" dt="2022-05-24T04:00:44.868" v="230"/>
        <pc:sldMkLst>
          <pc:docMk/>
          <pc:sldMk cId="3940030372" sldId="363"/>
        </pc:sldMkLst>
        <pc:spChg chg="mod">
          <ac:chgData name="Stanley Rodrick" userId="8969fbcc-7c96-46fb-a663-9e2e5920ff04" providerId="ADAL" clId="{25DDA761-1AAA-447D-946A-812699B5EB28}" dt="2022-05-24T04:00:28.705" v="228" actId="113"/>
          <ac:spMkLst>
            <pc:docMk/>
            <pc:sldMk cId="3940030372" sldId="363"/>
            <ac:spMk id="11" creationId="{84E06987-08FB-76E2-8022-9F9DA56B618B}"/>
          </ac:spMkLst>
        </pc:spChg>
      </pc:sldChg>
    </pc:docChg>
  </pc:docChgLst>
  <pc:docChgLst>
    <pc:chgData name="Stanley Rodrick" userId="8969fbcc-7c96-46fb-a663-9e2e5920ff04" providerId="ADAL" clId="{B89DE663-B0B5-794D-B36F-BDCF9DA44951}"/>
    <pc:docChg chg="custSel addSld modSld">
      <pc:chgData name="Stanley Rodrick" userId="8969fbcc-7c96-46fb-a663-9e2e5920ff04" providerId="ADAL" clId="{B89DE663-B0B5-794D-B36F-BDCF9DA44951}" dt="2021-05-29T07:10:40.925" v="60"/>
      <pc:docMkLst>
        <pc:docMk/>
      </pc:docMkLst>
      <pc:sldChg chg="addSp delSp mod">
        <pc:chgData name="Stanley Rodrick" userId="8969fbcc-7c96-46fb-a663-9e2e5920ff04" providerId="ADAL" clId="{B89DE663-B0B5-794D-B36F-BDCF9DA44951}" dt="2021-05-29T07:07:39.978" v="25" actId="21"/>
        <pc:sldMkLst>
          <pc:docMk/>
          <pc:sldMk cId="1842558928" sldId="256"/>
        </pc:sldMkLst>
        <pc:picChg chg="add del">
          <ac:chgData name="Stanley Rodrick" userId="8969fbcc-7c96-46fb-a663-9e2e5920ff04" providerId="ADAL" clId="{B89DE663-B0B5-794D-B36F-BDCF9DA44951}" dt="2021-05-29T07:07:39.978" v="25" actId="21"/>
          <ac:picMkLst>
            <pc:docMk/>
            <pc:sldMk cId="1842558928" sldId="256"/>
            <ac:picMk id="4" creationId="{99732D38-66B1-AE46-B9D7-1D8F5AC6100D}"/>
          </ac:picMkLst>
        </pc:picChg>
      </pc:sldChg>
      <pc:sldChg chg="addSp modSp add mod modAnim">
        <pc:chgData name="Stanley Rodrick" userId="8969fbcc-7c96-46fb-a663-9e2e5920ff04" providerId="ADAL" clId="{B89DE663-B0B5-794D-B36F-BDCF9DA44951}" dt="2021-05-29T07:10:40.925" v="60"/>
        <pc:sldMkLst>
          <pc:docMk/>
          <pc:sldMk cId="1082264970" sldId="331"/>
        </pc:sldMkLst>
        <pc:spChg chg="mod">
          <ac:chgData name="Stanley Rodrick" userId="8969fbcc-7c96-46fb-a663-9e2e5920ff04" providerId="ADAL" clId="{B89DE663-B0B5-794D-B36F-BDCF9DA44951}" dt="2021-05-29T07:07:53.271" v="27" actId="1076"/>
          <ac:spMkLst>
            <pc:docMk/>
            <pc:sldMk cId="1082264970" sldId="331"/>
            <ac:spMk id="2" creationId="{82427FDC-DAC1-4195-9C09-70E522A8BB66}"/>
          </ac:spMkLst>
        </pc:spChg>
        <pc:spChg chg="mod">
          <ac:chgData name="Stanley Rodrick" userId="8969fbcc-7c96-46fb-a663-9e2e5920ff04" providerId="ADAL" clId="{B89DE663-B0B5-794D-B36F-BDCF9DA44951}" dt="2021-05-29T06:58:14.970" v="9"/>
          <ac:spMkLst>
            <pc:docMk/>
            <pc:sldMk cId="1082264970" sldId="331"/>
            <ac:spMk id="6" creationId="{97E6E5F8-2CA9-479F-856B-17E37E303BF9}"/>
          </ac:spMkLst>
        </pc:spChg>
        <pc:picChg chg="add mod">
          <ac:chgData name="Stanley Rodrick" userId="8969fbcc-7c96-46fb-a663-9e2e5920ff04" providerId="ADAL" clId="{B89DE663-B0B5-794D-B36F-BDCF9DA44951}" dt="2021-05-29T07:08:47.096" v="39" actId="1076"/>
          <ac:picMkLst>
            <pc:docMk/>
            <pc:sldMk cId="1082264970" sldId="331"/>
            <ac:picMk id="4" creationId="{E616EC11-62BC-744F-AA74-1AEED216185C}"/>
          </ac:picMkLst>
        </pc:picChg>
        <pc:picChg chg="add mod modCrop">
          <ac:chgData name="Stanley Rodrick" userId="8969fbcc-7c96-46fb-a663-9e2e5920ff04" providerId="ADAL" clId="{B89DE663-B0B5-794D-B36F-BDCF9DA44951}" dt="2021-05-29T07:08:45.498" v="38" actId="1076"/>
          <ac:picMkLst>
            <pc:docMk/>
            <pc:sldMk cId="1082264970" sldId="331"/>
            <ac:picMk id="9" creationId="{BE0F752A-4997-6240-B30B-CA3B0429773C}"/>
          </ac:picMkLst>
        </pc:picChg>
        <pc:picChg chg="add mod">
          <ac:chgData name="Stanley Rodrick" userId="8969fbcc-7c96-46fb-a663-9e2e5920ff04" providerId="ADAL" clId="{B89DE663-B0B5-794D-B36F-BDCF9DA44951}" dt="2021-05-29T07:08:06.608" v="31" actId="1076"/>
          <ac:picMkLst>
            <pc:docMk/>
            <pc:sldMk cId="1082264970" sldId="331"/>
            <ac:picMk id="13" creationId="{8297D822-3030-584D-B9AE-44EBD1EE9087}"/>
          </ac:picMkLst>
        </pc:picChg>
        <pc:picChg chg="add mod">
          <ac:chgData name="Stanley Rodrick" userId="8969fbcc-7c96-46fb-a663-9e2e5920ff04" providerId="ADAL" clId="{B89DE663-B0B5-794D-B36F-BDCF9DA44951}" dt="2021-05-29T07:08:12.604" v="33" actId="1076"/>
          <ac:picMkLst>
            <pc:docMk/>
            <pc:sldMk cId="1082264970" sldId="331"/>
            <ac:picMk id="15" creationId="{6FA50FA3-7288-A846-9889-958D0FB7D1B3}"/>
          </ac:picMkLst>
        </pc:picChg>
      </pc:sldChg>
    </pc:docChg>
  </pc:docChgLst>
  <pc:docChgLst>
    <pc:chgData name="Stanley Rodrick" userId="8969fbcc-7c96-46fb-a663-9e2e5920ff04" providerId="ADAL" clId="{F2D33CA1-730A-594B-A8AC-9656F1125A21}"/>
    <pc:docChg chg="custSel addSld modSld sldOrd">
      <pc:chgData name="Stanley Rodrick" userId="8969fbcc-7c96-46fb-a663-9e2e5920ff04" providerId="ADAL" clId="{F2D33CA1-730A-594B-A8AC-9656F1125A21}" dt="2022-05-23T17:37:43.227" v="47" actId="1076"/>
      <pc:docMkLst>
        <pc:docMk/>
      </pc:docMkLst>
      <pc:sldChg chg="addSp delSp modSp add mod ord modAnim">
        <pc:chgData name="Stanley Rodrick" userId="8969fbcc-7c96-46fb-a663-9e2e5920ff04" providerId="ADAL" clId="{F2D33CA1-730A-594B-A8AC-9656F1125A21}" dt="2022-05-23T17:36:48.643" v="18" actId="207"/>
        <pc:sldMkLst>
          <pc:docMk/>
          <pc:sldMk cId="3940030372" sldId="363"/>
        </pc:sldMkLst>
        <pc:spChg chg="mod">
          <ac:chgData name="Stanley Rodrick" userId="8969fbcc-7c96-46fb-a663-9e2e5920ff04" providerId="ADAL" clId="{F2D33CA1-730A-594B-A8AC-9656F1125A21}" dt="2022-05-23T17:36:22.168" v="12" actId="20577"/>
          <ac:spMkLst>
            <pc:docMk/>
            <pc:sldMk cId="3940030372" sldId="363"/>
            <ac:spMk id="2" creationId="{82427FDC-DAC1-4195-9C09-70E522A8BB66}"/>
          </ac:spMkLst>
        </pc:spChg>
        <pc:spChg chg="add mod">
          <ac:chgData name="Stanley Rodrick" userId="8969fbcc-7c96-46fb-a663-9e2e5920ff04" providerId="ADAL" clId="{F2D33CA1-730A-594B-A8AC-9656F1125A21}" dt="2022-05-23T17:36:48.643" v="18" actId="207"/>
          <ac:spMkLst>
            <pc:docMk/>
            <pc:sldMk cId="3940030372" sldId="363"/>
            <ac:spMk id="11" creationId="{84E06987-08FB-76E2-8022-9F9DA56B618B}"/>
          </ac:spMkLst>
        </pc:spChg>
        <pc:picChg chg="del">
          <ac:chgData name="Stanley Rodrick" userId="8969fbcc-7c96-46fb-a663-9e2e5920ff04" providerId="ADAL" clId="{F2D33CA1-730A-594B-A8AC-9656F1125A21}" dt="2022-05-23T17:36:12.425" v="2" actId="478"/>
          <ac:picMkLst>
            <pc:docMk/>
            <pc:sldMk cId="3940030372" sldId="363"/>
            <ac:picMk id="6" creationId="{76666763-2D92-919A-6A0D-3889E03D3F4A}"/>
          </ac:picMkLst>
        </pc:picChg>
      </pc:sldChg>
      <pc:sldChg chg="addSp delSp modSp add mod delAnim">
        <pc:chgData name="Stanley Rodrick" userId="8969fbcc-7c96-46fb-a663-9e2e5920ff04" providerId="ADAL" clId="{F2D33CA1-730A-594B-A8AC-9656F1125A21}" dt="2022-05-23T17:37:43.227" v="47" actId="1076"/>
        <pc:sldMkLst>
          <pc:docMk/>
          <pc:sldMk cId="2599881815" sldId="364"/>
        </pc:sldMkLst>
        <pc:spChg chg="mod">
          <ac:chgData name="Stanley Rodrick" userId="8969fbcc-7c96-46fb-a663-9e2e5920ff04" providerId="ADAL" clId="{F2D33CA1-730A-594B-A8AC-9656F1125A21}" dt="2022-05-23T17:37:29.719" v="43" actId="20577"/>
          <ac:spMkLst>
            <pc:docMk/>
            <pc:sldMk cId="2599881815" sldId="364"/>
            <ac:spMk id="2" creationId="{82427FDC-DAC1-4195-9C09-70E522A8BB66}"/>
          </ac:spMkLst>
        </pc:spChg>
        <pc:spChg chg="del">
          <ac:chgData name="Stanley Rodrick" userId="8969fbcc-7c96-46fb-a663-9e2e5920ff04" providerId="ADAL" clId="{F2D33CA1-730A-594B-A8AC-9656F1125A21}" dt="2022-05-23T17:37:19.868" v="20" actId="478"/>
          <ac:spMkLst>
            <pc:docMk/>
            <pc:sldMk cId="2599881815" sldId="364"/>
            <ac:spMk id="11" creationId="{84E06987-08FB-76E2-8022-9F9DA56B618B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15" creationId="{0E00663B-B7B9-B139-9041-C2D81FE667AB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17" creationId="{0D6BF9E4-71C3-9855-2189-99077D165D33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18" creationId="{658AA6FE-C181-67A0-3F07-B28B6A639323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19" creationId="{8BA1AC82-9207-CC36-7770-D4F69FB9C6D7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20" creationId="{EC8138DC-17C4-6999-4A42-4DBB57DF97BA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21" creationId="{F66C8857-044C-FDEF-195F-F68F81A2C379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23" creationId="{839B52F2-4349-C27A-6A51-81C0DC79EB96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24" creationId="{DCEA8EDA-93CD-5E3B-594E-A98CB93D21AC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25" creationId="{A1530938-BE00-826D-3710-92361530C62D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26" creationId="{D709CBC9-78C1-11FA-FD30-0D67DA90D0DA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27" creationId="{62198187-3311-7747-AAD8-C44775117AD4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28" creationId="{3F3DFA85-20AF-A66C-E9BC-0A13E2C3115F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29" creationId="{E4D0B421-FEFA-4621-1A21-527F196B460B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0" creationId="{2679A19B-1E68-838E-7055-F29E77FF87B3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1" creationId="{0761ED59-D20D-BE00-9152-93F435C96362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2" creationId="{5B055E45-4405-821A-6539-898B67063ECA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3" creationId="{8817157C-059A-90AB-0BC5-F9E130772302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4" creationId="{53E65335-38E8-B1A7-86F3-DE190450E9C8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5" creationId="{7E1E891F-18DF-B7C7-E5D9-5546B2375EC0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6" creationId="{25815019-BE85-FB08-10F5-B3B135C681B2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7" creationId="{64FCB803-1A30-24C3-C9D6-0E916F2E8A06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8" creationId="{466927AC-2A86-8A45-60BB-3AEC942D5529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39" creationId="{4407C26E-5543-37DF-E3ED-2C192F3A6D2C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40" creationId="{744277BE-0D9B-CBED-F759-BCCC6ADFA326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41" creationId="{612E94F9-6CD7-DFC7-1576-59A0761342FD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42" creationId="{1C0D8430-038E-6F7C-6E4E-151B125A1E41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43" creationId="{AC4BD5A5-6460-5F54-8E01-4B1C8857411B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44" creationId="{30BCD263-2313-4A94-82D3-6A0611517E00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45" creationId="{AC0DAD6C-7DB1-A38B-176E-DFDD3D086672}"/>
          </ac:spMkLst>
        </pc:spChg>
        <pc:spChg chg="mod">
          <ac:chgData name="Stanley Rodrick" userId="8969fbcc-7c96-46fb-a663-9e2e5920ff04" providerId="ADAL" clId="{F2D33CA1-730A-594B-A8AC-9656F1125A21}" dt="2022-05-23T17:37:31.998" v="44"/>
          <ac:spMkLst>
            <pc:docMk/>
            <pc:sldMk cId="2599881815" sldId="364"/>
            <ac:spMk id="46" creationId="{94072C84-0908-B30C-AC0F-956E8BAE8492}"/>
          </ac:spMkLst>
        </pc:spChg>
        <pc:grpChg chg="add mod">
          <ac:chgData name="Stanley Rodrick" userId="8969fbcc-7c96-46fb-a663-9e2e5920ff04" providerId="ADAL" clId="{F2D33CA1-730A-594B-A8AC-9656F1125A21}" dt="2022-05-23T17:37:43.227" v="47" actId="1076"/>
          <ac:grpSpMkLst>
            <pc:docMk/>
            <pc:sldMk cId="2599881815" sldId="364"/>
            <ac:grpSpMk id="13" creationId="{A1277BF2-458A-E1AD-C8BE-8A5E7E1B98B7}"/>
          </ac:grpSpMkLst>
        </pc:grpChg>
        <pc:grpChg chg="mod">
          <ac:chgData name="Stanley Rodrick" userId="8969fbcc-7c96-46fb-a663-9e2e5920ff04" providerId="ADAL" clId="{F2D33CA1-730A-594B-A8AC-9656F1125A21}" dt="2022-05-23T17:37:31.998" v="44"/>
          <ac:grpSpMkLst>
            <pc:docMk/>
            <pc:sldMk cId="2599881815" sldId="364"/>
            <ac:grpSpMk id="22" creationId="{221B8E61-ECB0-E7B0-AE67-F270C2A9B899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0D6A91-4BE9-4BED-AED1-3A93F058CA5E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A2E9122-7807-43C1-B6C3-0372DB434162}">
      <dgm:prSet/>
      <dgm:spPr/>
      <dgm:t>
        <a:bodyPr/>
        <a:lstStyle/>
        <a:p>
          <a:r>
            <a:rPr lang="en-US" dirty="0">
              <a:ea typeface="Arial Unicode MS" panose="020B0604020202020204"/>
            </a:rPr>
            <a:t>First-line Managers</a:t>
          </a:r>
        </a:p>
      </dgm:t>
    </dgm:pt>
    <dgm:pt modelId="{E58B26A4-1792-4B7F-8AF1-C8F5E8C20344}" type="parTrans" cxnId="{A310E6C6-37EC-47CF-859E-5D58D94E947E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820ADBE3-D200-45C8-A01C-3EDD270492FB}" type="sibTrans" cxnId="{A310E6C6-37EC-47CF-859E-5D58D94E947E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2A21F576-B4D6-470F-8D5B-8FC0B4A5D6B8}">
      <dgm:prSet/>
      <dgm:spPr/>
      <dgm:t>
        <a:bodyPr/>
        <a:lstStyle/>
        <a:p>
          <a:pPr algn="just"/>
          <a:r>
            <a:rPr lang="en-US" dirty="0">
              <a:ea typeface="Arial Unicode MS" panose="020B0604020202020204"/>
            </a:rPr>
            <a:t>Individuals who manage the work of non-managerial employees.</a:t>
          </a:r>
        </a:p>
      </dgm:t>
    </dgm:pt>
    <dgm:pt modelId="{D8EDA0D4-5769-40E3-B0D9-271ADDF64D9E}" type="parTrans" cxnId="{63824145-BBB9-44FB-9B3F-3E16735585E3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916839EF-CEE0-4AAA-93FC-52F8E8E6AABE}" type="sibTrans" cxnId="{63824145-BBB9-44FB-9B3F-3E16735585E3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B594C6BE-75F2-4D51-8197-33C1797244C1}">
      <dgm:prSet/>
      <dgm:spPr/>
      <dgm:t>
        <a:bodyPr/>
        <a:lstStyle/>
        <a:p>
          <a:r>
            <a:rPr lang="en-US">
              <a:ea typeface="Arial Unicode MS" panose="020B0604020202020204"/>
            </a:rPr>
            <a:t>Middle Managers</a:t>
          </a:r>
        </a:p>
      </dgm:t>
    </dgm:pt>
    <dgm:pt modelId="{82CB770B-AC9A-476C-88A1-1578249645EE}" type="parTrans" cxnId="{D46D7AFC-AFFA-49D2-AD33-5D7243AB673A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8A80C397-17AC-4307-ADA5-9BB5A2A18536}" type="sibTrans" cxnId="{D46D7AFC-AFFA-49D2-AD33-5D7243AB673A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54968B2A-FBB7-42E5-8702-69552D043682}">
      <dgm:prSet/>
      <dgm:spPr/>
      <dgm:t>
        <a:bodyPr/>
        <a:lstStyle/>
        <a:p>
          <a:pPr algn="just"/>
          <a:r>
            <a:rPr lang="en-US" dirty="0">
              <a:ea typeface="Arial Unicode MS" panose="020B0604020202020204"/>
            </a:rPr>
            <a:t>Individuals who manage the work of first-line managers.</a:t>
          </a:r>
        </a:p>
      </dgm:t>
    </dgm:pt>
    <dgm:pt modelId="{80CDFEE4-3DEE-414B-99F9-CF702D86C0D9}" type="parTrans" cxnId="{5EF4A2E6-94A2-448E-87E5-A885F6085E64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CC154126-BFF7-43D8-A2B9-27E117A3B964}" type="sibTrans" cxnId="{5EF4A2E6-94A2-448E-87E5-A885F6085E64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67EC64FF-C2D8-4AD3-9FA0-600CDA90570F}">
      <dgm:prSet/>
      <dgm:spPr/>
      <dgm:t>
        <a:bodyPr/>
        <a:lstStyle/>
        <a:p>
          <a:r>
            <a:rPr lang="en-US">
              <a:ea typeface="Arial Unicode MS" panose="020B0604020202020204"/>
            </a:rPr>
            <a:t>Top Managers</a:t>
          </a:r>
        </a:p>
      </dgm:t>
    </dgm:pt>
    <dgm:pt modelId="{7E569EFA-2928-4E1B-972D-92AD70B70DFD}" type="parTrans" cxnId="{A6A3B3A1-EE79-411E-AC97-5FC32E40E3F1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BC120379-3BFB-46BF-B679-0155A6F69D12}" type="sibTrans" cxnId="{A6A3B3A1-EE79-411E-AC97-5FC32E40E3F1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5CB73705-1A20-4ADF-91D8-19D5CC6EC137}">
      <dgm:prSet/>
      <dgm:spPr/>
      <dgm:t>
        <a:bodyPr/>
        <a:lstStyle/>
        <a:p>
          <a:pPr algn="just"/>
          <a:r>
            <a:rPr lang="en-US" dirty="0">
              <a:ea typeface="Arial Unicode MS" panose="020B0604020202020204"/>
            </a:rPr>
            <a:t>Individuals who are responsible for making organization-wide decisions and establishing plans and goals that affect the entire organization.</a:t>
          </a:r>
        </a:p>
      </dgm:t>
    </dgm:pt>
    <dgm:pt modelId="{7E35D63F-A681-4F74-8EF8-D86B89BC5989}" type="parTrans" cxnId="{654198BF-26CC-429F-A6DF-A05816B6D881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C3A620C5-38D9-442D-91AD-8D8D511C756D}" type="sibTrans" cxnId="{654198BF-26CC-429F-A6DF-A05816B6D881}">
      <dgm:prSet/>
      <dgm:spPr/>
      <dgm:t>
        <a:bodyPr/>
        <a:lstStyle/>
        <a:p>
          <a:endParaRPr lang="en-US">
            <a:ea typeface="Arial Unicode MS" panose="020B0604020202020204"/>
          </a:endParaRPr>
        </a:p>
      </dgm:t>
    </dgm:pt>
    <dgm:pt modelId="{6F83883C-6A73-6E44-98BB-6A461549A7E9}" type="pres">
      <dgm:prSet presAssocID="{FE0D6A91-4BE9-4BED-AED1-3A93F058CA5E}" presName="linear" presStyleCnt="0">
        <dgm:presLayoutVars>
          <dgm:dir/>
          <dgm:animLvl val="lvl"/>
          <dgm:resizeHandles val="exact"/>
        </dgm:presLayoutVars>
      </dgm:prSet>
      <dgm:spPr/>
    </dgm:pt>
    <dgm:pt modelId="{0B60A6A7-8A63-7547-8CEA-452CFFEE2B92}" type="pres">
      <dgm:prSet presAssocID="{5A2E9122-7807-43C1-B6C3-0372DB434162}" presName="parentLin" presStyleCnt="0"/>
      <dgm:spPr/>
    </dgm:pt>
    <dgm:pt modelId="{282358F5-010C-FD49-B005-91976C0B7B9D}" type="pres">
      <dgm:prSet presAssocID="{5A2E9122-7807-43C1-B6C3-0372DB434162}" presName="parentLeftMargin" presStyleLbl="node1" presStyleIdx="0" presStyleCnt="3"/>
      <dgm:spPr/>
    </dgm:pt>
    <dgm:pt modelId="{8C4F8453-D380-6F4F-B0B5-35ED18861142}" type="pres">
      <dgm:prSet presAssocID="{5A2E9122-7807-43C1-B6C3-0372DB43416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E83775-22BA-4045-8ACF-A49AFD8D0E1A}" type="pres">
      <dgm:prSet presAssocID="{5A2E9122-7807-43C1-B6C3-0372DB434162}" presName="negativeSpace" presStyleCnt="0"/>
      <dgm:spPr/>
    </dgm:pt>
    <dgm:pt modelId="{29201CF4-DFE8-3E4F-A4BB-097081444581}" type="pres">
      <dgm:prSet presAssocID="{5A2E9122-7807-43C1-B6C3-0372DB434162}" presName="childText" presStyleLbl="conFgAcc1" presStyleIdx="0" presStyleCnt="3">
        <dgm:presLayoutVars>
          <dgm:bulletEnabled val="1"/>
        </dgm:presLayoutVars>
      </dgm:prSet>
      <dgm:spPr/>
    </dgm:pt>
    <dgm:pt modelId="{58A38CE4-7268-4D49-8DA4-665E39E3288E}" type="pres">
      <dgm:prSet presAssocID="{820ADBE3-D200-45C8-A01C-3EDD270492FB}" presName="spaceBetweenRectangles" presStyleCnt="0"/>
      <dgm:spPr/>
    </dgm:pt>
    <dgm:pt modelId="{8AF5210F-8711-F247-AE88-B7CAE65FADB0}" type="pres">
      <dgm:prSet presAssocID="{B594C6BE-75F2-4D51-8197-33C1797244C1}" presName="parentLin" presStyleCnt="0"/>
      <dgm:spPr/>
    </dgm:pt>
    <dgm:pt modelId="{B9FDF460-39CC-9D4F-BF27-7187039B4C87}" type="pres">
      <dgm:prSet presAssocID="{B594C6BE-75F2-4D51-8197-33C1797244C1}" presName="parentLeftMargin" presStyleLbl="node1" presStyleIdx="0" presStyleCnt="3"/>
      <dgm:spPr/>
    </dgm:pt>
    <dgm:pt modelId="{8C17F8B5-4EAC-2746-8AD4-6F18EFB30494}" type="pres">
      <dgm:prSet presAssocID="{B594C6BE-75F2-4D51-8197-33C1797244C1}" presName="parentText" presStyleLbl="node1" presStyleIdx="1" presStyleCnt="3" custLinFactNeighborX="8187" custLinFactNeighborY="-8831">
        <dgm:presLayoutVars>
          <dgm:chMax val="0"/>
          <dgm:bulletEnabled val="1"/>
        </dgm:presLayoutVars>
      </dgm:prSet>
      <dgm:spPr/>
    </dgm:pt>
    <dgm:pt modelId="{6972A825-D30D-A543-905D-129BFFB13B50}" type="pres">
      <dgm:prSet presAssocID="{B594C6BE-75F2-4D51-8197-33C1797244C1}" presName="negativeSpace" presStyleCnt="0"/>
      <dgm:spPr/>
    </dgm:pt>
    <dgm:pt modelId="{EA849E59-28A1-8E42-B0A6-7BAA8066EA5D}" type="pres">
      <dgm:prSet presAssocID="{B594C6BE-75F2-4D51-8197-33C1797244C1}" presName="childText" presStyleLbl="conFgAcc1" presStyleIdx="1" presStyleCnt="3">
        <dgm:presLayoutVars>
          <dgm:bulletEnabled val="1"/>
        </dgm:presLayoutVars>
      </dgm:prSet>
      <dgm:spPr/>
    </dgm:pt>
    <dgm:pt modelId="{93ECC1F9-5AC3-C34F-ADB4-614AC94526B7}" type="pres">
      <dgm:prSet presAssocID="{8A80C397-17AC-4307-ADA5-9BB5A2A18536}" presName="spaceBetweenRectangles" presStyleCnt="0"/>
      <dgm:spPr/>
    </dgm:pt>
    <dgm:pt modelId="{1661664E-C2D5-204B-BE7D-348CAC52DE0B}" type="pres">
      <dgm:prSet presAssocID="{67EC64FF-C2D8-4AD3-9FA0-600CDA90570F}" presName="parentLin" presStyleCnt="0"/>
      <dgm:spPr/>
    </dgm:pt>
    <dgm:pt modelId="{BCB5C77A-3228-3B46-82FC-B90C340FE228}" type="pres">
      <dgm:prSet presAssocID="{67EC64FF-C2D8-4AD3-9FA0-600CDA90570F}" presName="parentLeftMargin" presStyleLbl="node1" presStyleIdx="1" presStyleCnt="3"/>
      <dgm:spPr/>
    </dgm:pt>
    <dgm:pt modelId="{539E8DCB-FD1D-1142-AF88-1F5201BA530D}" type="pres">
      <dgm:prSet presAssocID="{67EC64FF-C2D8-4AD3-9FA0-600CDA90570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A96C58-E46B-394A-803F-C554B86E0B32}" type="pres">
      <dgm:prSet presAssocID="{67EC64FF-C2D8-4AD3-9FA0-600CDA90570F}" presName="negativeSpace" presStyleCnt="0"/>
      <dgm:spPr/>
    </dgm:pt>
    <dgm:pt modelId="{FB972796-3638-1144-84A2-26CA004F151B}" type="pres">
      <dgm:prSet presAssocID="{67EC64FF-C2D8-4AD3-9FA0-600CDA90570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BE15A32-A29D-B842-A36B-78110B65093E}" type="presOf" srcId="{B594C6BE-75F2-4D51-8197-33C1797244C1}" destId="{B9FDF460-39CC-9D4F-BF27-7187039B4C87}" srcOrd="0" destOrd="0" presId="urn:microsoft.com/office/officeart/2005/8/layout/list1"/>
    <dgm:cxn modelId="{63824145-BBB9-44FB-9B3F-3E16735585E3}" srcId="{5A2E9122-7807-43C1-B6C3-0372DB434162}" destId="{2A21F576-B4D6-470F-8D5B-8FC0B4A5D6B8}" srcOrd="0" destOrd="0" parTransId="{D8EDA0D4-5769-40E3-B0D9-271ADDF64D9E}" sibTransId="{916839EF-CEE0-4AAA-93FC-52F8E8E6AABE}"/>
    <dgm:cxn modelId="{A5CB294B-C474-104E-B51F-07EC2B085339}" type="presOf" srcId="{5A2E9122-7807-43C1-B6C3-0372DB434162}" destId="{282358F5-010C-FD49-B005-91976C0B7B9D}" srcOrd="0" destOrd="0" presId="urn:microsoft.com/office/officeart/2005/8/layout/list1"/>
    <dgm:cxn modelId="{351B036C-63CE-474E-9197-FB8511C7295D}" type="presOf" srcId="{54968B2A-FBB7-42E5-8702-69552D043682}" destId="{EA849E59-28A1-8E42-B0A6-7BAA8066EA5D}" srcOrd="0" destOrd="0" presId="urn:microsoft.com/office/officeart/2005/8/layout/list1"/>
    <dgm:cxn modelId="{83305078-ABB7-8844-B351-22FF7890E324}" type="presOf" srcId="{5A2E9122-7807-43C1-B6C3-0372DB434162}" destId="{8C4F8453-D380-6F4F-B0B5-35ED18861142}" srcOrd="1" destOrd="0" presId="urn:microsoft.com/office/officeart/2005/8/layout/list1"/>
    <dgm:cxn modelId="{607F017F-48A4-544D-B256-2F1E5308142D}" type="presOf" srcId="{2A21F576-B4D6-470F-8D5B-8FC0B4A5D6B8}" destId="{29201CF4-DFE8-3E4F-A4BB-097081444581}" srcOrd="0" destOrd="0" presId="urn:microsoft.com/office/officeart/2005/8/layout/list1"/>
    <dgm:cxn modelId="{FD37C28C-B400-E441-BC05-7435BE644A52}" type="presOf" srcId="{B594C6BE-75F2-4D51-8197-33C1797244C1}" destId="{8C17F8B5-4EAC-2746-8AD4-6F18EFB30494}" srcOrd="1" destOrd="0" presId="urn:microsoft.com/office/officeart/2005/8/layout/list1"/>
    <dgm:cxn modelId="{2AEBE892-876A-E345-BECB-99EC5F9B1277}" type="presOf" srcId="{5CB73705-1A20-4ADF-91D8-19D5CC6EC137}" destId="{FB972796-3638-1144-84A2-26CA004F151B}" srcOrd="0" destOrd="0" presId="urn:microsoft.com/office/officeart/2005/8/layout/list1"/>
    <dgm:cxn modelId="{A6A3B3A1-EE79-411E-AC97-5FC32E40E3F1}" srcId="{FE0D6A91-4BE9-4BED-AED1-3A93F058CA5E}" destId="{67EC64FF-C2D8-4AD3-9FA0-600CDA90570F}" srcOrd="2" destOrd="0" parTransId="{7E569EFA-2928-4E1B-972D-92AD70B70DFD}" sibTransId="{BC120379-3BFB-46BF-B679-0155A6F69D12}"/>
    <dgm:cxn modelId="{D01F39A3-8E61-E149-9380-A294AC48DBD8}" type="presOf" srcId="{67EC64FF-C2D8-4AD3-9FA0-600CDA90570F}" destId="{539E8DCB-FD1D-1142-AF88-1F5201BA530D}" srcOrd="1" destOrd="0" presId="urn:microsoft.com/office/officeart/2005/8/layout/list1"/>
    <dgm:cxn modelId="{3B25A5BB-0256-8342-80C7-917025B84FE0}" type="presOf" srcId="{67EC64FF-C2D8-4AD3-9FA0-600CDA90570F}" destId="{BCB5C77A-3228-3B46-82FC-B90C340FE228}" srcOrd="0" destOrd="0" presId="urn:microsoft.com/office/officeart/2005/8/layout/list1"/>
    <dgm:cxn modelId="{654198BF-26CC-429F-A6DF-A05816B6D881}" srcId="{67EC64FF-C2D8-4AD3-9FA0-600CDA90570F}" destId="{5CB73705-1A20-4ADF-91D8-19D5CC6EC137}" srcOrd="0" destOrd="0" parTransId="{7E35D63F-A681-4F74-8EF8-D86B89BC5989}" sibTransId="{C3A620C5-38D9-442D-91AD-8D8D511C756D}"/>
    <dgm:cxn modelId="{A310E6C6-37EC-47CF-859E-5D58D94E947E}" srcId="{FE0D6A91-4BE9-4BED-AED1-3A93F058CA5E}" destId="{5A2E9122-7807-43C1-B6C3-0372DB434162}" srcOrd="0" destOrd="0" parTransId="{E58B26A4-1792-4B7F-8AF1-C8F5E8C20344}" sibTransId="{820ADBE3-D200-45C8-A01C-3EDD270492FB}"/>
    <dgm:cxn modelId="{5EF4A2E6-94A2-448E-87E5-A885F6085E64}" srcId="{B594C6BE-75F2-4D51-8197-33C1797244C1}" destId="{54968B2A-FBB7-42E5-8702-69552D043682}" srcOrd="0" destOrd="0" parTransId="{80CDFEE4-3DEE-414B-99F9-CF702D86C0D9}" sibTransId="{CC154126-BFF7-43D8-A2B9-27E117A3B964}"/>
    <dgm:cxn modelId="{D46D7AFC-AFFA-49D2-AD33-5D7243AB673A}" srcId="{FE0D6A91-4BE9-4BED-AED1-3A93F058CA5E}" destId="{B594C6BE-75F2-4D51-8197-33C1797244C1}" srcOrd="1" destOrd="0" parTransId="{82CB770B-AC9A-476C-88A1-1578249645EE}" sibTransId="{8A80C397-17AC-4307-ADA5-9BB5A2A18536}"/>
    <dgm:cxn modelId="{42B590FE-EE25-F244-9AA0-6C285CACF9D4}" type="presOf" srcId="{FE0D6A91-4BE9-4BED-AED1-3A93F058CA5E}" destId="{6F83883C-6A73-6E44-98BB-6A461549A7E9}" srcOrd="0" destOrd="0" presId="urn:microsoft.com/office/officeart/2005/8/layout/list1"/>
    <dgm:cxn modelId="{2A2A08D6-FDFE-7845-A02B-9CC6B646BFBB}" type="presParOf" srcId="{6F83883C-6A73-6E44-98BB-6A461549A7E9}" destId="{0B60A6A7-8A63-7547-8CEA-452CFFEE2B92}" srcOrd="0" destOrd="0" presId="urn:microsoft.com/office/officeart/2005/8/layout/list1"/>
    <dgm:cxn modelId="{F6A8F624-9A00-3046-89BB-376FF03D684C}" type="presParOf" srcId="{0B60A6A7-8A63-7547-8CEA-452CFFEE2B92}" destId="{282358F5-010C-FD49-B005-91976C0B7B9D}" srcOrd="0" destOrd="0" presId="urn:microsoft.com/office/officeart/2005/8/layout/list1"/>
    <dgm:cxn modelId="{C443600B-D8D6-8249-A7C7-9741AEA70FF1}" type="presParOf" srcId="{0B60A6A7-8A63-7547-8CEA-452CFFEE2B92}" destId="{8C4F8453-D380-6F4F-B0B5-35ED18861142}" srcOrd="1" destOrd="0" presId="urn:microsoft.com/office/officeart/2005/8/layout/list1"/>
    <dgm:cxn modelId="{65726D44-A088-5B4D-B716-B24DC4B17759}" type="presParOf" srcId="{6F83883C-6A73-6E44-98BB-6A461549A7E9}" destId="{CDE83775-22BA-4045-8ACF-A49AFD8D0E1A}" srcOrd="1" destOrd="0" presId="urn:microsoft.com/office/officeart/2005/8/layout/list1"/>
    <dgm:cxn modelId="{3DB660CB-56F2-7244-95E0-CC3B88DD76C7}" type="presParOf" srcId="{6F83883C-6A73-6E44-98BB-6A461549A7E9}" destId="{29201CF4-DFE8-3E4F-A4BB-097081444581}" srcOrd="2" destOrd="0" presId="urn:microsoft.com/office/officeart/2005/8/layout/list1"/>
    <dgm:cxn modelId="{87C0A667-3F1D-A54E-9634-436D0E70EDA1}" type="presParOf" srcId="{6F83883C-6A73-6E44-98BB-6A461549A7E9}" destId="{58A38CE4-7268-4D49-8DA4-665E39E3288E}" srcOrd="3" destOrd="0" presId="urn:microsoft.com/office/officeart/2005/8/layout/list1"/>
    <dgm:cxn modelId="{39A3CCBA-E5EF-E443-A060-C4025DC1E3DE}" type="presParOf" srcId="{6F83883C-6A73-6E44-98BB-6A461549A7E9}" destId="{8AF5210F-8711-F247-AE88-B7CAE65FADB0}" srcOrd="4" destOrd="0" presId="urn:microsoft.com/office/officeart/2005/8/layout/list1"/>
    <dgm:cxn modelId="{8E5A458B-539B-1642-A4BD-B07FB7E69072}" type="presParOf" srcId="{8AF5210F-8711-F247-AE88-B7CAE65FADB0}" destId="{B9FDF460-39CC-9D4F-BF27-7187039B4C87}" srcOrd="0" destOrd="0" presId="urn:microsoft.com/office/officeart/2005/8/layout/list1"/>
    <dgm:cxn modelId="{A954E03C-D784-B948-81C0-783FF9F1EF3A}" type="presParOf" srcId="{8AF5210F-8711-F247-AE88-B7CAE65FADB0}" destId="{8C17F8B5-4EAC-2746-8AD4-6F18EFB30494}" srcOrd="1" destOrd="0" presId="urn:microsoft.com/office/officeart/2005/8/layout/list1"/>
    <dgm:cxn modelId="{55319732-1840-254D-8D8E-0FB084915456}" type="presParOf" srcId="{6F83883C-6A73-6E44-98BB-6A461549A7E9}" destId="{6972A825-D30D-A543-905D-129BFFB13B50}" srcOrd="5" destOrd="0" presId="urn:microsoft.com/office/officeart/2005/8/layout/list1"/>
    <dgm:cxn modelId="{9DCD16F7-3730-3A4F-A843-12A29D67FB99}" type="presParOf" srcId="{6F83883C-6A73-6E44-98BB-6A461549A7E9}" destId="{EA849E59-28A1-8E42-B0A6-7BAA8066EA5D}" srcOrd="6" destOrd="0" presId="urn:microsoft.com/office/officeart/2005/8/layout/list1"/>
    <dgm:cxn modelId="{F02F1E42-0558-4048-8CFE-4CC3EC63155A}" type="presParOf" srcId="{6F83883C-6A73-6E44-98BB-6A461549A7E9}" destId="{93ECC1F9-5AC3-C34F-ADB4-614AC94526B7}" srcOrd="7" destOrd="0" presId="urn:microsoft.com/office/officeart/2005/8/layout/list1"/>
    <dgm:cxn modelId="{E2C80DF6-1910-D847-B2C2-764B218DB4E1}" type="presParOf" srcId="{6F83883C-6A73-6E44-98BB-6A461549A7E9}" destId="{1661664E-C2D5-204B-BE7D-348CAC52DE0B}" srcOrd="8" destOrd="0" presId="urn:microsoft.com/office/officeart/2005/8/layout/list1"/>
    <dgm:cxn modelId="{EA1021C8-EC96-4B4D-B95F-96D48024110C}" type="presParOf" srcId="{1661664E-C2D5-204B-BE7D-348CAC52DE0B}" destId="{BCB5C77A-3228-3B46-82FC-B90C340FE228}" srcOrd="0" destOrd="0" presId="urn:microsoft.com/office/officeart/2005/8/layout/list1"/>
    <dgm:cxn modelId="{87461D32-4C55-0C40-B4B8-0D1A24867685}" type="presParOf" srcId="{1661664E-C2D5-204B-BE7D-348CAC52DE0B}" destId="{539E8DCB-FD1D-1142-AF88-1F5201BA530D}" srcOrd="1" destOrd="0" presId="urn:microsoft.com/office/officeart/2005/8/layout/list1"/>
    <dgm:cxn modelId="{9EC44D4A-78FD-7442-8F54-7C3D3637FFC6}" type="presParOf" srcId="{6F83883C-6A73-6E44-98BB-6A461549A7E9}" destId="{76A96C58-E46B-394A-803F-C554B86E0B32}" srcOrd="9" destOrd="0" presId="urn:microsoft.com/office/officeart/2005/8/layout/list1"/>
    <dgm:cxn modelId="{A7F576B8-E180-7644-B46F-7BC454D58A6D}" type="presParOf" srcId="{6F83883C-6A73-6E44-98BB-6A461549A7E9}" destId="{FB972796-3638-1144-84A2-26CA004F151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01CF4-DFE8-3E4F-A4BB-097081444581}">
      <dsp:nvSpPr>
        <dsp:cNvPr id="0" name=""/>
        <dsp:cNvSpPr/>
      </dsp:nvSpPr>
      <dsp:spPr>
        <a:xfrm>
          <a:off x="0" y="627224"/>
          <a:ext cx="7323588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392" tIns="479044" rIns="568392" bIns="163576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ea typeface="Arial Unicode MS" panose="020B0604020202020204"/>
            </a:rPr>
            <a:t>Individuals who manage the work of non-managerial employees.</a:t>
          </a:r>
        </a:p>
      </dsp:txBody>
      <dsp:txXfrm>
        <a:off x="0" y="627224"/>
        <a:ext cx="7323588" cy="1304100"/>
      </dsp:txXfrm>
    </dsp:sp>
    <dsp:sp modelId="{8C4F8453-D380-6F4F-B0B5-35ED18861142}">
      <dsp:nvSpPr>
        <dsp:cNvPr id="0" name=""/>
        <dsp:cNvSpPr/>
      </dsp:nvSpPr>
      <dsp:spPr>
        <a:xfrm>
          <a:off x="366179" y="287744"/>
          <a:ext cx="5126511" cy="678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770" tIns="0" rIns="19377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ea typeface="Arial Unicode MS" panose="020B0604020202020204"/>
            </a:rPr>
            <a:t>First-line Managers</a:t>
          </a:r>
        </a:p>
      </dsp:txBody>
      <dsp:txXfrm>
        <a:off x="399323" y="320888"/>
        <a:ext cx="5060223" cy="612672"/>
      </dsp:txXfrm>
    </dsp:sp>
    <dsp:sp modelId="{EA849E59-28A1-8E42-B0A6-7BAA8066EA5D}">
      <dsp:nvSpPr>
        <dsp:cNvPr id="0" name=""/>
        <dsp:cNvSpPr/>
      </dsp:nvSpPr>
      <dsp:spPr>
        <a:xfrm>
          <a:off x="0" y="2395004"/>
          <a:ext cx="7323588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392" tIns="479044" rIns="568392" bIns="163576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ea typeface="Arial Unicode MS" panose="020B0604020202020204"/>
            </a:rPr>
            <a:t>Individuals who manage the work of first-line managers.</a:t>
          </a:r>
        </a:p>
      </dsp:txBody>
      <dsp:txXfrm>
        <a:off x="0" y="2395004"/>
        <a:ext cx="7323588" cy="1304100"/>
      </dsp:txXfrm>
    </dsp:sp>
    <dsp:sp modelId="{8C17F8B5-4EAC-2746-8AD4-6F18EFB30494}">
      <dsp:nvSpPr>
        <dsp:cNvPr id="0" name=""/>
        <dsp:cNvSpPr/>
      </dsp:nvSpPr>
      <dsp:spPr>
        <a:xfrm>
          <a:off x="396158" y="1995565"/>
          <a:ext cx="5126511" cy="67896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770" tIns="0" rIns="19377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ea typeface="Arial Unicode MS" panose="020B0604020202020204"/>
            </a:rPr>
            <a:t>Middle Managers</a:t>
          </a:r>
        </a:p>
      </dsp:txBody>
      <dsp:txXfrm>
        <a:off x="429302" y="2028709"/>
        <a:ext cx="5060223" cy="612672"/>
      </dsp:txXfrm>
    </dsp:sp>
    <dsp:sp modelId="{FB972796-3638-1144-84A2-26CA004F151B}">
      <dsp:nvSpPr>
        <dsp:cNvPr id="0" name=""/>
        <dsp:cNvSpPr/>
      </dsp:nvSpPr>
      <dsp:spPr>
        <a:xfrm>
          <a:off x="0" y="4162784"/>
          <a:ext cx="7323588" cy="1630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392" tIns="479044" rIns="568392" bIns="163576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ea typeface="Arial Unicode MS" panose="020B0604020202020204"/>
            </a:rPr>
            <a:t>Individuals who are responsible for making organization-wide decisions and establishing plans and goals that affect the entire organization.</a:t>
          </a:r>
        </a:p>
      </dsp:txBody>
      <dsp:txXfrm>
        <a:off x="0" y="4162784"/>
        <a:ext cx="7323588" cy="1630125"/>
      </dsp:txXfrm>
    </dsp:sp>
    <dsp:sp modelId="{539E8DCB-FD1D-1142-AF88-1F5201BA530D}">
      <dsp:nvSpPr>
        <dsp:cNvPr id="0" name=""/>
        <dsp:cNvSpPr/>
      </dsp:nvSpPr>
      <dsp:spPr>
        <a:xfrm>
          <a:off x="366179" y="3823304"/>
          <a:ext cx="5126511" cy="67896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770" tIns="0" rIns="19377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ea typeface="Arial Unicode MS" panose="020B0604020202020204"/>
            </a:rPr>
            <a:t>Top Managers</a:t>
          </a:r>
        </a:p>
      </dsp:txBody>
      <dsp:txXfrm>
        <a:off x="399323" y="3856448"/>
        <a:ext cx="5060223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4F457-B52D-40EB-B059-5722D0F56C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E2D7A-8B13-404B-9781-38BDD7A01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51FC3-C591-4733-A2E4-75ED2368E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E754B-0872-4F2D-88DA-85CA3BD13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E9122-9446-4DAB-AC39-2BF478E1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2FE-9AED-4F6D-B95F-DE5897A92748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DC627-0048-412B-9E80-1AFD7F87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94F87-FB24-4D66-9E30-EA81E4E61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7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3C59B-D032-4892-991C-4D9B80E9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587A4-D80C-400D-9A7C-F50B43D61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0AFF8-9B68-4F6C-B54E-74EFEAA1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96B81-E862-4EBE-A65E-4F1D364AD797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D324C-0AD9-443E-B46E-424CA6F39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F127F-5289-46DE-A349-937EF0A9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32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311B-E738-4682-AC3F-879C39D8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CFAB6-BE6D-42E5-A272-0745909E2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072F2-818B-4146-9248-DA2D4748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13838-72CE-4345-A334-3675D326BA92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F573C-BCDA-4338-A191-6E9D51B7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8F25B-9BB9-48C8-AC22-DB313A4B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6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1088F-496B-4B2A-9D77-1A8FD535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B7F3F-B26D-4353-9FD4-FCF67B08F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20F37-FB8B-4DC1-95F1-A9586CAC9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294AF-81D7-41FC-926B-73451757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9605D-2DF8-4DBF-8BF3-60127F399020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AB948-2FC7-4966-A52A-5F81BAC8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42035-A073-491A-84DC-A26677EB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60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EB73-2444-44B1-86DD-6586D8A8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1E0DA-2119-4957-A38D-F8F942BCF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EFC7D-3009-46EF-A64F-4F5FB18DF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0755E-2174-47CC-9414-D39D0C8AF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63EB7-FB57-4D86-ACFD-08DFBCB57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3B674E-2BE7-4B21-9840-1646E27E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74F5-5646-4BED-8CD8-32FA1BC8860D}" type="datetime1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4F030F-2780-4A7F-8F25-B06A8F46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39975-7685-4CDF-A4CF-59F228D3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5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E354-B767-4533-8C8A-59312020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DB4A6-87A7-4473-9EB8-AEA3C8468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8A29-1080-4B9C-BEE3-54A3BFF9C0AC}" type="datetime1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F71D5-A4D0-4EDA-BE39-3170C68D6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058CD-FB3C-43F7-BB9A-98D094B1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2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076ABD-2DC3-4731-96C5-DCDF1BA2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2F5CD-BBAC-48D6-AA72-2F445264E4C7}" type="datetime1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E6E06-6CB6-4ED1-AED5-65550A9A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158D1-4A67-4530-A074-B7592C3D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8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0B6FD-8E6E-4EF8-9EE1-A1559FEA9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5C8AC-C8F2-4649-B68D-F23E476D0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0F6B1-DA1D-47F4-AADD-5094FDF50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1932F-7AC6-4D4D-9563-A4CA8F93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1309-A65D-41EF-B5AD-058FF4F5D4D1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E2A84-EC2D-4AB1-A16E-3D40BAF3B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963C3-0B87-4B45-B304-F9E7CE686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0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4A1F-7163-4EC6-9C27-26660301A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FA3B6-5EAF-4BCF-A1A9-02911C3D4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5DFA6-F594-415D-8A97-4EAE2EAE7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3E7FF-62F8-44A7-A0D6-DA0B15D3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7B50-1618-4F43-A57F-F1D7A9C7E221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05600-12FC-4ACC-8F8E-95E6B7C1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C7121-E51A-4CF9-ACAE-34683EE7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1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D042-2D9D-4467-BC6F-590F6FB7A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4D540-CFC7-4ED9-A469-B73CE8EE9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174C5-41B5-43A4-8D2F-C830525D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CE301-EB66-4F3A-BE66-790598A55EA2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6C974-75A6-4A27-BBA5-A34A0B9D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5EAD5-CE8A-44C6-BC9A-E16A6BBA4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7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287AE0-8EFD-4F0F-925A-CF4100489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F7AE3-9C79-4641-9421-15997AAAB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953C-9409-463B-B355-954A1ACC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63618-0A1C-497D-A1C6-6AD9F6FD9080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D8452-F325-43E8-BE2B-597EC0E30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8F96E-BC25-4BF9-A9A2-36947A61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0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1212AC-5F78-42FD-A8C7-DBFD276B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A882C-227A-41A3-8DC7-C38B453E8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F9172-2335-41C5-8FAA-D86376E35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1010F-0AA3-4EB7-9012-70853DF1E7EC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7595D-3005-408A-8858-9DBA82002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C4903-D221-43C6-A228-273C4DD66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C2184-9A48-4D48-B5D3-8356A7557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1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E88BBC-BD80-4EE9-B7F2-560126CD40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7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A906-9C9A-4563-A5BB-BE7521860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1683" y="3033018"/>
            <a:ext cx="4592715" cy="14155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Introduction to Management</a:t>
            </a:r>
            <a:endParaRPr lang="en-US" sz="36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9C5C1A7-60F7-869E-E0E8-9356AFCC1626}"/>
              </a:ext>
            </a:extLst>
          </p:cNvPr>
          <p:cNvSpPr txBox="1">
            <a:spLocks/>
          </p:cNvSpPr>
          <p:nvPr/>
        </p:nvSpPr>
        <p:spPr>
          <a:xfrm>
            <a:off x="7436223" y="4502671"/>
            <a:ext cx="4592715" cy="5673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31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Chapter#  1</a:t>
            </a:r>
            <a:endParaRPr lang="en-US" sz="40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F77230-8F5C-1857-8622-5F73AAC1C2C6}"/>
              </a:ext>
            </a:extLst>
          </p:cNvPr>
          <p:cNvSpPr txBox="1">
            <a:spLocks/>
          </p:cNvSpPr>
          <p:nvPr/>
        </p:nvSpPr>
        <p:spPr>
          <a:xfrm>
            <a:off x="0" y="5123793"/>
            <a:ext cx="2947428" cy="158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Engineering 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Management</a:t>
            </a:r>
            <a:endParaRPr lang="en-US" sz="4000" dirty="0">
              <a:solidFill>
                <a:schemeClr val="accent4">
                  <a:lumMod val="40000"/>
                  <a:lumOff val="6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558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Difference between a Manager and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E652FD-0DA2-E8BA-98ED-3DFF310C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87" y="1898090"/>
            <a:ext cx="11348292" cy="1544753"/>
          </a:xfrm>
        </p:spPr>
        <p:txBody>
          <a:bodyPr anchor="ctr">
            <a:normAutofit/>
          </a:bodyPr>
          <a:lstStyle/>
          <a:p>
            <a:pPr algn="just">
              <a:buClr>
                <a:srgbClr val="7030A0"/>
              </a:buClr>
              <a:buFont typeface="Wingdings" panose="05000000000000000000" pitchFamily="2" charset="2"/>
              <a:buChar char="F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 </a:t>
            </a:r>
            <a:r>
              <a:rPr lang="en-US" sz="32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Manager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someone who coordinates and oversees the work of other people so that organizational goals and objectives can be accomplished.</a:t>
            </a:r>
          </a:p>
        </p:txBody>
      </p:sp>
      <p:pic>
        <p:nvPicPr>
          <p:cNvPr id="1026" name="Picture 2" descr="Stellar Animations - Animated Gif Business Conference Gif, HD Png Download  - kindpng">
            <a:extLst>
              <a:ext uri="{FF2B5EF4-FFF2-40B4-BE49-F238E27FC236}">
                <a16:creationId xmlns:a16="http://schemas.microsoft.com/office/drawing/2014/main" id="{88A3A3AF-0956-538F-ED44-7713D7F3A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825" y="3093866"/>
            <a:ext cx="4569218" cy="250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CE8F5C2-C9F1-7912-6DC2-54A88D6A4AFD}"/>
              </a:ext>
            </a:extLst>
          </p:cNvPr>
          <p:cNvSpPr txBox="1">
            <a:spLocks/>
          </p:cNvSpPr>
          <p:nvPr/>
        </p:nvSpPr>
        <p:spPr>
          <a:xfrm>
            <a:off x="361487" y="3451993"/>
            <a:ext cx="6776292" cy="2007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7030A0"/>
              </a:buClr>
              <a:buFont typeface="Wingdings" panose="05000000000000000000" pitchFamily="2" charset="2"/>
              <a:buChar char="F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Management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in all business areas and organizational activities are the acts of getting people together to accomplish desired goals and objectives.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11E32EE-CF61-9E46-2976-505643CA5902}"/>
              </a:ext>
            </a:extLst>
          </p:cNvPr>
          <p:cNvSpPr txBox="1">
            <a:spLocks/>
          </p:cNvSpPr>
          <p:nvPr/>
        </p:nvSpPr>
        <p:spPr>
          <a:xfrm>
            <a:off x="361488" y="5744143"/>
            <a:ext cx="10442500" cy="9817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7030A0"/>
              </a:buClr>
              <a:buFont typeface="Wingdings" panose="05000000000000000000" pitchFamily="2" charset="2"/>
              <a:buChar char="F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3200" b="1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Organizations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comprises of people working together and coordinating their actions to achieve specific goals.</a:t>
            </a:r>
          </a:p>
        </p:txBody>
      </p:sp>
    </p:spTree>
    <p:extLst>
      <p:ext uri="{BB962C8B-B14F-4D97-AF65-F5344CB8AC3E}">
        <p14:creationId xmlns:p14="http://schemas.microsoft.com/office/powerpoint/2010/main" val="266808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Difference between Objectives and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3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E652FD-0DA2-E8BA-98ED-3DFF310C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852" y="2375672"/>
            <a:ext cx="11348292" cy="2258245"/>
          </a:xfrm>
        </p:spPr>
        <p:txBody>
          <a:bodyPr anchor="ctr">
            <a:normAutofit/>
          </a:bodyPr>
          <a:lstStyle/>
          <a:p>
            <a:pPr algn="just">
              <a:buClr>
                <a:srgbClr val="7030A0"/>
              </a:buClr>
              <a:buFont typeface="Wingdings" panose="05000000000000000000" pitchFamily="2" charset="2"/>
              <a:buChar char="F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 </a:t>
            </a:r>
            <a:r>
              <a:rPr lang="en-US" sz="36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goal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a short statement of a </a:t>
            </a:r>
            <a:r>
              <a:rPr lang="en-US" b="1" dirty="0">
                <a:solidFill>
                  <a:srgbClr val="CC0099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desired outcome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to be accomplished over a </a:t>
            </a:r>
            <a:r>
              <a:rPr lang="en-US" b="1" dirty="0">
                <a:solidFill>
                  <a:srgbClr val="99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long-time frame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usually three to five years.</a:t>
            </a:r>
          </a:p>
          <a:p>
            <a:pPr algn="just">
              <a:buClr>
                <a:srgbClr val="7030A0"/>
              </a:buClr>
              <a:buFont typeface="Wingdings" panose="05000000000000000000" pitchFamily="2" charset="2"/>
              <a:buChar char="F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It is a broad statement that focuses on the desired results and does not describe the methods used to get the intended outcome.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3ACEA7-6524-3694-9899-229BC6F7D202}"/>
              </a:ext>
            </a:extLst>
          </p:cNvPr>
          <p:cNvSpPr/>
          <p:nvPr/>
        </p:nvSpPr>
        <p:spPr>
          <a:xfrm>
            <a:off x="459350" y="1858493"/>
            <a:ext cx="36471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are Goals?</a:t>
            </a:r>
            <a:endParaRPr lang="en-GB" sz="3600" b="1" i="0" dirty="0">
              <a:solidFill>
                <a:srgbClr val="7030A0"/>
              </a:solidFill>
              <a:effectLst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428B44-E25B-53F6-B4E6-EFD268897201}"/>
              </a:ext>
            </a:extLst>
          </p:cNvPr>
          <p:cNvSpPr/>
          <p:nvPr/>
        </p:nvSpPr>
        <p:spPr>
          <a:xfrm>
            <a:off x="666742" y="4505306"/>
            <a:ext cx="1110340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Some common examples of business goals include the following: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006666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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Maximizing profits		</a:t>
            </a:r>
            <a:r>
              <a:rPr lang="en-GB" sz="2400" dirty="0">
                <a:solidFill>
                  <a:srgbClr val="006666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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Growing revenues</a:t>
            </a:r>
          </a:p>
          <a:p>
            <a:pPr algn="just"/>
            <a:r>
              <a:rPr lang="en-GB" sz="2400" dirty="0">
                <a:solidFill>
                  <a:srgbClr val="006666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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Increasing efficiency		</a:t>
            </a:r>
            <a:r>
              <a:rPr lang="en-GB" sz="2400" dirty="0">
                <a:solidFill>
                  <a:srgbClr val="006666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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Providing excellent customer service</a:t>
            </a:r>
          </a:p>
          <a:p>
            <a:pPr algn="just"/>
            <a:r>
              <a:rPr lang="en-GB" sz="2400" dirty="0">
                <a:solidFill>
                  <a:srgbClr val="006666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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Becoming an industry leader	</a:t>
            </a:r>
            <a:r>
              <a:rPr lang="en-GB" sz="2400" dirty="0">
                <a:solidFill>
                  <a:srgbClr val="006666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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Creating a brand</a:t>
            </a:r>
          </a:p>
          <a:p>
            <a:pPr algn="just"/>
            <a:r>
              <a:rPr lang="en-GB" sz="2400" dirty="0">
                <a:solidFill>
                  <a:srgbClr val="006666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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Becoming carbon-neutral</a:t>
            </a:r>
          </a:p>
        </p:txBody>
      </p:sp>
    </p:spTree>
    <p:extLst>
      <p:ext uri="{BB962C8B-B14F-4D97-AF65-F5344CB8AC3E}">
        <p14:creationId xmlns:p14="http://schemas.microsoft.com/office/powerpoint/2010/main" val="234111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Resources needed by an Organization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3ACEA7-6524-3694-9899-229BC6F7D202}"/>
              </a:ext>
            </a:extLst>
          </p:cNvPr>
          <p:cNvSpPr/>
          <p:nvPr/>
        </p:nvSpPr>
        <p:spPr>
          <a:xfrm>
            <a:off x="459350" y="1858493"/>
            <a:ext cx="25442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Resources</a:t>
            </a:r>
            <a:endParaRPr lang="en-GB" sz="3600" b="1" i="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D2067D-ED7C-14DF-8CEC-99EF5BB26FFA}"/>
              </a:ext>
            </a:extLst>
          </p:cNvPr>
          <p:cNvSpPr/>
          <p:nvPr/>
        </p:nvSpPr>
        <p:spPr>
          <a:xfrm>
            <a:off x="456716" y="2637779"/>
            <a:ext cx="11204359" cy="1996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Resources are organizational assets and include:</a:t>
            </a:r>
          </a:p>
          <a:p>
            <a:pPr>
              <a:lnSpc>
                <a:spcPct val="90000"/>
              </a:lnSpc>
            </a:pPr>
            <a:endParaRPr lang="en-US" altLang="en-US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2" indent="-368300">
              <a:lnSpc>
                <a:spcPct val="70000"/>
              </a:lnSpc>
              <a:buSzPct val="65000"/>
            </a:pPr>
            <a:endParaRPr lang="en-US" altLang="en-US" sz="9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2" indent="-368300">
              <a:lnSpc>
                <a:spcPct val="70000"/>
              </a:lnSpc>
              <a:buSzPct val="65000"/>
            </a:pPr>
            <a:r>
              <a:rPr lang="en-US" altLang="en-US" sz="3200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</a:t>
            </a: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People			</a:t>
            </a:r>
            <a:r>
              <a:rPr lang="en-US" altLang="en-US" sz="3200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 </a:t>
            </a: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Machinery	</a:t>
            </a:r>
            <a:r>
              <a:rPr lang="en-US" altLang="en-US" sz="3200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 </a:t>
            </a: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Raw materials</a:t>
            </a:r>
          </a:p>
          <a:p>
            <a:pPr marL="0" lvl="2" indent="-368300">
              <a:lnSpc>
                <a:spcPct val="70000"/>
              </a:lnSpc>
              <a:buSzPct val="65000"/>
            </a:pPr>
            <a:endParaRPr lang="en-US" altLang="en-US" sz="9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2" indent="-368300">
              <a:lnSpc>
                <a:spcPct val="70000"/>
              </a:lnSpc>
              <a:buSzPct val="65000"/>
            </a:pPr>
            <a:endParaRPr lang="en-US" altLang="en-US" sz="32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2" indent="-368300">
              <a:lnSpc>
                <a:spcPct val="70000"/>
              </a:lnSpc>
              <a:buSzPct val="65000"/>
            </a:pPr>
            <a:r>
              <a:rPr lang="en-US" altLang="en-US" sz="3200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 </a:t>
            </a: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		</a:t>
            </a:r>
            <a:r>
              <a:rPr lang="en-US" altLang="en-US" sz="3200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 </a:t>
            </a: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Skills		</a:t>
            </a:r>
            <a:r>
              <a:rPr lang="en-US" altLang="en-US" sz="3200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 </a:t>
            </a: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Financial capital</a:t>
            </a:r>
          </a:p>
        </p:txBody>
      </p:sp>
    </p:spTree>
    <p:extLst>
      <p:ext uri="{BB962C8B-B14F-4D97-AF65-F5344CB8AC3E}">
        <p14:creationId xmlns:p14="http://schemas.microsoft.com/office/powerpoint/2010/main" val="278188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Levels of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5</a:t>
            </a:fld>
            <a:endParaRPr lang="en-US"/>
          </a:p>
        </p:txBody>
      </p:sp>
      <p:pic>
        <p:nvPicPr>
          <p:cNvPr id="15" name="Picture 47">
            <a:extLst>
              <a:ext uri="{FF2B5EF4-FFF2-40B4-BE49-F238E27FC236}">
                <a16:creationId xmlns:a16="http://schemas.microsoft.com/office/drawing/2014/main" id="{F4CB1D0D-5758-4C58-1EE8-FAB77FCB7713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9029" y="1991462"/>
            <a:ext cx="7373937" cy="4572000"/>
          </a:xfrm>
          <a:noFill/>
        </p:spPr>
      </p:pic>
    </p:spTree>
    <p:extLst>
      <p:ext uri="{BB962C8B-B14F-4D97-AF65-F5344CB8AC3E}">
        <p14:creationId xmlns:p14="http://schemas.microsoft.com/office/powerpoint/2010/main" val="3723849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 b="1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Classification of Managers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4AC2184-9A48-4D48-B5D3-8356A755729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18" name="Rectangle 3">
            <a:extLst>
              <a:ext uri="{FF2B5EF4-FFF2-40B4-BE49-F238E27FC236}">
                <a16:creationId xmlns:a16="http://schemas.microsoft.com/office/drawing/2014/main" id="{455541D3-FB2F-7033-B03D-535740F780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085749"/>
              </p:ext>
            </p:extLst>
          </p:nvPr>
        </p:nvGraphicFramePr>
        <p:xfrm>
          <a:off x="4603529" y="431536"/>
          <a:ext cx="7323588" cy="6080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118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Managing for Competitive Advantage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7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8772AE-9570-E50E-2E2D-927E34CC737B}"/>
              </a:ext>
            </a:extLst>
          </p:cNvPr>
          <p:cNvSpPr/>
          <p:nvPr/>
        </p:nvSpPr>
        <p:spPr>
          <a:xfrm>
            <a:off x="3264087" y="3123823"/>
            <a:ext cx="5663821" cy="203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Competitive advantage </a:t>
            </a: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a position of a company in a competitive landscape that allows the company earning return on investments higher than the cost of investments.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B1E8C8E-38C1-FBC4-D133-0A2C03FD5F3B}"/>
              </a:ext>
            </a:extLst>
          </p:cNvPr>
          <p:cNvSpPr/>
          <p:nvPr/>
        </p:nvSpPr>
        <p:spPr>
          <a:xfrm>
            <a:off x="1587403" y="1982362"/>
            <a:ext cx="3398293" cy="68238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300" b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Cost Competitiveness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089A3D3-A6B2-1798-7A0C-8FAE380C8F47}"/>
              </a:ext>
            </a:extLst>
          </p:cNvPr>
          <p:cNvSpPr/>
          <p:nvPr/>
        </p:nvSpPr>
        <p:spPr>
          <a:xfrm>
            <a:off x="7206306" y="1988882"/>
            <a:ext cx="3398293" cy="682388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8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Innovation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DC4E987-816B-C808-3484-6FCEFC459274}"/>
              </a:ext>
            </a:extLst>
          </p:cNvPr>
          <p:cNvSpPr/>
          <p:nvPr/>
        </p:nvSpPr>
        <p:spPr>
          <a:xfrm>
            <a:off x="1564940" y="5533648"/>
            <a:ext cx="3398293" cy="6823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800" b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Quality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FBC4BC3-4AE4-8060-E395-34FA29129D4D}"/>
              </a:ext>
            </a:extLst>
          </p:cNvPr>
          <p:cNvSpPr/>
          <p:nvPr/>
        </p:nvSpPr>
        <p:spPr>
          <a:xfrm>
            <a:off x="7174945" y="5533648"/>
            <a:ext cx="3398293" cy="682388"/>
          </a:xfrm>
          <a:prstGeom prst="roundRect">
            <a:avLst/>
          </a:prstGeom>
          <a:solidFill>
            <a:srgbClr val="CC00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8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Speed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065308-41FD-96B2-4D2A-89DF93669606}"/>
              </a:ext>
            </a:extLst>
          </p:cNvPr>
          <p:cNvCxnSpPr/>
          <p:nvPr/>
        </p:nvCxnSpPr>
        <p:spPr>
          <a:xfrm>
            <a:off x="4118832" y="2923798"/>
            <a:ext cx="3564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06FD7F-689F-9852-86F5-5F852D103CBA}"/>
              </a:ext>
            </a:extLst>
          </p:cNvPr>
          <p:cNvCxnSpPr/>
          <p:nvPr/>
        </p:nvCxnSpPr>
        <p:spPr>
          <a:xfrm>
            <a:off x="4118832" y="5359023"/>
            <a:ext cx="3564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E0CA12-D4BB-D9F3-54EF-B51B76AD3B5E}"/>
              </a:ext>
            </a:extLst>
          </p:cNvPr>
          <p:cNvCxnSpPr>
            <a:cxnSpLocks/>
          </p:cNvCxnSpPr>
          <p:nvPr/>
        </p:nvCxnSpPr>
        <p:spPr>
          <a:xfrm flipV="1">
            <a:off x="4094725" y="2664750"/>
            <a:ext cx="0" cy="284825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907E92-5C86-5A25-47F9-67045B287FF3}"/>
              </a:ext>
            </a:extLst>
          </p:cNvPr>
          <p:cNvCxnSpPr>
            <a:cxnSpLocks/>
          </p:cNvCxnSpPr>
          <p:nvPr/>
        </p:nvCxnSpPr>
        <p:spPr>
          <a:xfrm flipV="1">
            <a:off x="7675457" y="2671270"/>
            <a:ext cx="0" cy="278305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062712-6C8D-D548-F0F5-730EFDA80EDA}"/>
              </a:ext>
            </a:extLst>
          </p:cNvPr>
          <p:cNvCxnSpPr>
            <a:cxnSpLocks/>
          </p:cNvCxnSpPr>
          <p:nvPr/>
        </p:nvCxnSpPr>
        <p:spPr>
          <a:xfrm flipV="1">
            <a:off x="5929207" y="2923798"/>
            <a:ext cx="0" cy="200025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89DFEE7-1EC2-D398-742E-6CA669706767}"/>
              </a:ext>
            </a:extLst>
          </p:cNvPr>
          <p:cNvCxnSpPr>
            <a:cxnSpLocks/>
          </p:cNvCxnSpPr>
          <p:nvPr/>
        </p:nvCxnSpPr>
        <p:spPr>
          <a:xfrm flipV="1">
            <a:off x="5954607" y="5158998"/>
            <a:ext cx="0" cy="200025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92DB0F-66FD-EE94-23AC-8594202776B3}"/>
              </a:ext>
            </a:extLst>
          </p:cNvPr>
          <p:cNvCxnSpPr>
            <a:cxnSpLocks/>
          </p:cNvCxnSpPr>
          <p:nvPr/>
        </p:nvCxnSpPr>
        <p:spPr>
          <a:xfrm flipV="1">
            <a:off x="4120314" y="5333623"/>
            <a:ext cx="0" cy="200025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3EAEB46-B16A-0EBD-CDF5-E290449533DB}"/>
              </a:ext>
            </a:extLst>
          </p:cNvPr>
          <p:cNvCxnSpPr>
            <a:cxnSpLocks/>
          </p:cNvCxnSpPr>
          <p:nvPr/>
        </p:nvCxnSpPr>
        <p:spPr>
          <a:xfrm flipV="1">
            <a:off x="7675457" y="5333622"/>
            <a:ext cx="0" cy="200025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4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Managing for Competitive Advantage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8</a:t>
            </a:fld>
            <a:endParaRPr lang="en-US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69B1571E-5EC0-8A2C-7780-CD84E1B0654F}"/>
              </a:ext>
            </a:extLst>
          </p:cNvPr>
          <p:cNvSpPr txBox="1">
            <a:spLocks noChangeArrowheads="1"/>
          </p:cNvSpPr>
          <p:nvPr/>
        </p:nvSpPr>
        <p:spPr>
          <a:xfrm>
            <a:off x="446650" y="1818538"/>
            <a:ext cx="11224650" cy="4401287"/>
          </a:xfrm>
          <a:prstGeom prst="rect">
            <a:avLst/>
          </a:prstGeom>
        </p:spPr>
        <p:txBody>
          <a:bodyPr vert="horz" lIns="90488" tIns="44450" rIns="90488" bIns="4445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" pitchFamily="2" charset="2"/>
              <a:buNone/>
              <a:defRPr/>
            </a:pPr>
            <a:r>
              <a:rPr lang="en-US" altLang="en-US" b="1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</a:t>
            </a:r>
            <a:r>
              <a:rPr lang="en-US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Cost Competitiveness</a:t>
            </a:r>
          </a:p>
          <a:p>
            <a:pPr lvl="1" algn="just">
              <a:defRPr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costs are kept low enough so that you can realize profits and price your products at levels that are attractive to consumers</a:t>
            </a:r>
          </a:p>
          <a:p>
            <a:pPr lvl="1" algn="just">
              <a:defRPr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key is </a:t>
            </a:r>
            <a:r>
              <a:rPr lang="en-US" altLang="en-US" b="1" i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efficiency</a:t>
            </a:r>
            <a:r>
              <a:rPr lang="en-US" altLang="en-US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 accomplishing goals by using resources wisely and minimizing waste</a:t>
            </a:r>
          </a:p>
          <a:p>
            <a:pPr marL="0" indent="0" algn="just">
              <a:buFont typeface="Wingdings" pitchFamily="2" charset="2"/>
              <a:buNone/>
              <a:defRPr/>
            </a:pPr>
            <a:r>
              <a:rPr lang="en-US" altLang="en-US" b="1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Quality</a:t>
            </a:r>
          </a:p>
          <a:p>
            <a:pPr lvl="1" algn="just">
              <a:defRPr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excellence of a product, including its attractiveness, lack of defects, reliability, and long-term durability</a:t>
            </a:r>
          </a:p>
          <a:p>
            <a:pPr lvl="1" algn="just">
              <a:defRPr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importance of quality has increased dramatically</a:t>
            </a:r>
          </a:p>
          <a:p>
            <a:pPr lvl="1" algn="just">
              <a:defRPr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must identify specific elements of quality to correct problems, target needs, and deliver world-class value</a:t>
            </a:r>
          </a:p>
        </p:txBody>
      </p:sp>
    </p:spTree>
    <p:extLst>
      <p:ext uri="{BB962C8B-B14F-4D97-AF65-F5344CB8AC3E}">
        <p14:creationId xmlns:p14="http://schemas.microsoft.com/office/powerpoint/2010/main" val="759903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Managing for Competitive Advantage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D543D9-8A8F-83F9-05F2-AF5360406A70}"/>
              </a:ext>
            </a:extLst>
          </p:cNvPr>
          <p:cNvSpPr/>
          <p:nvPr/>
        </p:nvSpPr>
        <p:spPr>
          <a:xfrm>
            <a:off x="368299" y="1834823"/>
            <a:ext cx="11447879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800" b="1" dirty="0">
                <a:solidFill>
                  <a:srgbClr val="CC0099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Speed</a:t>
            </a:r>
          </a:p>
          <a:p>
            <a:pPr marL="914400" lvl="1" indent="-4572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often separates winners from losers in world competition</a:t>
            </a:r>
          </a:p>
          <a:p>
            <a:pPr marL="914400" lvl="1" indent="-4572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speed became a vital requirement in the 1990s since requirement has increased exponentially</a:t>
            </a:r>
          </a:p>
          <a:p>
            <a:pPr eaLnBrk="1" hangingPunct="1">
              <a:defRPr/>
            </a:pPr>
            <a:endParaRPr lang="en-US" altLang="en-US" sz="8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eaLnBrk="1" hangingPunct="1">
              <a:defRPr/>
            </a:pPr>
            <a:r>
              <a:rPr lang="en-US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800" b="1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Innovation</a:t>
            </a:r>
          </a:p>
          <a:p>
            <a:pPr marL="800100" lvl="1" indent="-3429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introduction of new goods and services</a:t>
            </a:r>
          </a:p>
          <a:p>
            <a:pPr marL="800100" lvl="1" indent="-3429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important to adapt to changes in consumer demands and to new sources of competition</a:t>
            </a:r>
          </a:p>
          <a:p>
            <a:pPr algn="ctr" eaLnBrk="1" hangingPunct="1">
              <a:buFont typeface="Wingdings" pitchFamily="2" charset="2"/>
              <a:buNone/>
              <a:defRPr/>
            </a:pPr>
            <a:endParaRPr lang="en-US" altLang="en-US" sz="28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altLang="en-US" sz="32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Best managers and companies delivering all four.</a:t>
            </a:r>
          </a:p>
        </p:txBody>
      </p:sp>
    </p:spTree>
    <p:extLst>
      <p:ext uri="{BB962C8B-B14F-4D97-AF65-F5344CB8AC3E}">
        <p14:creationId xmlns:p14="http://schemas.microsoft.com/office/powerpoint/2010/main" val="99668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Organizational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10</a:t>
            </a:fld>
            <a:endParaRPr lang="en-US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69489B5-A69A-96CB-5711-75B8F85EFD7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59349" y="1786597"/>
            <a:ext cx="11356829" cy="4934877"/>
          </a:xfrm>
        </p:spPr>
        <p:txBody>
          <a:bodyPr lIns="80145" tIns="39369" rIns="80145" bIns="39369">
            <a:normAutofit fontScale="92500"/>
          </a:bodyPr>
          <a:lstStyle/>
          <a:p>
            <a:pPr marL="0" indent="0" algn="just" eaLnBrk="1" fontAlgn="auto" hangingPunct="1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Measures how efficiently and effectively managers use resources to satisfy customers and achieve goals.</a:t>
            </a:r>
          </a:p>
          <a:p>
            <a:pPr marL="0" lvl="1" indent="0" algn="just" eaLnBrk="1" fontAlgn="auto" hangingPunct="1">
              <a:lnSpc>
                <a:spcPct val="110000"/>
              </a:lnSpc>
              <a:spcBef>
                <a:spcPts val="0"/>
              </a:spcBef>
              <a:buSzPct val="75000"/>
              <a:buNone/>
              <a:defRPr/>
            </a:pPr>
            <a:endParaRPr lang="en-US" altLang="en-US" sz="800" b="1" i="1" dirty="0">
              <a:solidFill>
                <a:srgbClr val="790015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1" indent="0" algn="just" eaLnBrk="1" fontAlgn="auto" hangingPunct="1">
              <a:lnSpc>
                <a:spcPct val="110000"/>
              </a:lnSpc>
              <a:spcBef>
                <a:spcPts val="0"/>
              </a:spcBef>
              <a:buSzPct val="75000"/>
              <a:buNone/>
              <a:defRPr/>
            </a:pPr>
            <a:r>
              <a:rPr lang="en-US" altLang="en-US" sz="30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 </a:t>
            </a:r>
            <a:r>
              <a:rPr lang="en-US" altLang="en-US" b="1" i="1" dirty="0">
                <a:solidFill>
                  <a:srgbClr val="7900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Efficiency</a:t>
            </a:r>
          </a:p>
          <a:p>
            <a:pPr marL="0" lvl="1" indent="0" algn="just" eaLnBrk="1" fontAlgn="auto" hangingPunct="1">
              <a:lnSpc>
                <a:spcPct val="110000"/>
              </a:lnSpc>
              <a:spcBef>
                <a:spcPts val="0"/>
              </a:spcBef>
              <a:buSzPct val="75000"/>
              <a:buNone/>
              <a:defRPr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measure of how well resources are used to achieve a goal.</a:t>
            </a:r>
          </a:p>
          <a:p>
            <a:pPr marL="0" lvl="2" indent="0" algn="just" eaLnBrk="1" fontAlgn="auto" hangingPunct="1">
              <a:lnSpc>
                <a:spcPct val="110000"/>
              </a:lnSpc>
              <a:spcBef>
                <a:spcPts val="0"/>
              </a:spcBef>
              <a:buClr>
                <a:schemeClr val="accent3"/>
              </a:buClr>
              <a:buSzPct val="65000"/>
              <a:buNone/>
              <a:defRPr/>
            </a:pPr>
            <a:endParaRPr lang="en-US" altLang="en-US" sz="9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2" indent="0" algn="just" eaLnBrk="1" fontAlgn="auto" hangingPunct="1">
              <a:lnSpc>
                <a:spcPct val="110000"/>
              </a:lnSpc>
              <a:spcBef>
                <a:spcPts val="0"/>
              </a:spcBef>
              <a:buClr>
                <a:schemeClr val="accent3"/>
              </a:buClr>
              <a:buSzPct val="65000"/>
              <a:buNone/>
              <a:defRPr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Usually, managers must try to minimize the input of resources to attain the same goal.</a:t>
            </a:r>
          </a:p>
          <a:p>
            <a:pPr marL="0" lvl="1" indent="0" algn="just" eaLnBrk="1" fontAlgn="auto" hangingPunct="1">
              <a:lnSpc>
                <a:spcPct val="110000"/>
              </a:lnSpc>
              <a:spcBef>
                <a:spcPts val="0"/>
              </a:spcBef>
              <a:buSzPct val="75000"/>
              <a:buNone/>
              <a:defRPr/>
            </a:pPr>
            <a:endParaRPr lang="en-US" altLang="en-US" b="1" i="1" dirty="0">
              <a:solidFill>
                <a:srgbClr val="790015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1" indent="0" algn="just" eaLnBrk="1" fontAlgn="auto" hangingPunct="1">
              <a:lnSpc>
                <a:spcPct val="110000"/>
              </a:lnSpc>
              <a:spcBef>
                <a:spcPts val="0"/>
              </a:spcBef>
              <a:buSzPct val="75000"/>
              <a:buNone/>
              <a:defRPr/>
            </a:pPr>
            <a:r>
              <a:rPr lang="en-US" altLang="en-US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 </a:t>
            </a:r>
            <a:r>
              <a:rPr lang="en-US" altLang="en-US" b="1" i="1" dirty="0">
                <a:solidFill>
                  <a:srgbClr val="7900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Effectiveness</a:t>
            </a:r>
          </a:p>
          <a:p>
            <a:pPr marL="0" lvl="1" indent="0" algn="just" eaLnBrk="1" fontAlgn="auto" hangingPunct="1">
              <a:lnSpc>
                <a:spcPct val="110000"/>
              </a:lnSpc>
              <a:spcBef>
                <a:spcPts val="0"/>
              </a:spcBef>
              <a:buSzPct val="75000"/>
              <a:buNone/>
              <a:defRPr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measure of the appropriateness of the goals chosen (are these the right goals?), and the degree to which they are achieved.</a:t>
            </a:r>
          </a:p>
          <a:p>
            <a:pPr marL="0" lvl="2" indent="0" algn="just" eaLnBrk="1" fontAlgn="auto" hangingPunct="1">
              <a:lnSpc>
                <a:spcPct val="110000"/>
              </a:lnSpc>
              <a:spcBef>
                <a:spcPts val="0"/>
              </a:spcBef>
              <a:buClr>
                <a:schemeClr val="accent3"/>
              </a:buClr>
              <a:buSzPct val="65000"/>
              <a:buNone/>
              <a:defRPr/>
            </a:pPr>
            <a:endParaRPr lang="en-US" altLang="en-US" sz="9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2" indent="0" algn="just" eaLnBrk="1" fontAlgn="auto" hangingPunct="1">
              <a:lnSpc>
                <a:spcPct val="110000"/>
              </a:lnSpc>
              <a:spcBef>
                <a:spcPts val="0"/>
              </a:spcBef>
              <a:buClr>
                <a:schemeClr val="accent3"/>
              </a:buClr>
              <a:buSzPct val="65000"/>
              <a:buNone/>
              <a:defRPr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Organizations are more effective when managers choose the correct goals and then achieve them.</a:t>
            </a:r>
          </a:p>
        </p:txBody>
      </p:sp>
    </p:spTree>
    <p:extLst>
      <p:ext uri="{BB962C8B-B14F-4D97-AF65-F5344CB8AC3E}">
        <p14:creationId xmlns:p14="http://schemas.microsoft.com/office/powerpoint/2010/main" val="775715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Efficiency and Effectiveness</a:t>
            </a:r>
          </a:p>
        </p:txBody>
      </p:sp>
      <p:pic>
        <p:nvPicPr>
          <p:cNvPr id="15" name="Picture 5" descr="Diagram&#10;&#10;Description automatically generated">
            <a:extLst>
              <a:ext uri="{FF2B5EF4-FFF2-40B4-BE49-F238E27FC236}">
                <a16:creationId xmlns:a16="http://schemas.microsoft.com/office/drawing/2014/main" id="{ABF596AB-A76C-C4B8-3D3F-5F39EAB631ED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752" y="1675227"/>
            <a:ext cx="7430496" cy="439419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4AC2184-9A48-4D48-B5D3-8356A755729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22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Managerial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12</a:t>
            </a:fld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94CD19A-147D-650F-95B7-02C9A645E6BE}"/>
              </a:ext>
            </a:extLst>
          </p:cNvPr>
          <p:cNvSpPr txBox="1">
            <a:spLocks noChangeArrowheads="1"/>
          </p:cNvSpPr>
          <p:nvPr/>
        </p:nvSpPr>
        <p:spPr>
          <a:xfrm>
            <a:off x="279949" y="2084042"/>
            <a:ext cx="11632097" cy="4773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Planning</a:t>
            </a:r>
          </a:p>
          <a:p>
            <a:pPr lvl="2"/>
            <a:r>
              <a:rPr lang="en-US" alt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Defining goals, establishing strategies to achieve goals, developing plans to integrate and coordinate activities.</a:t>
            </a:r>
          </a:p>
          <a:p>
            <a:pPr lvl="2"/>
            <a:endParaRPr lang="en-US" altLang="en-US" sz="8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r>
              <a:rPr lang="en-US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Organizing</a:t>
            </a:r>
          </a:p>
          <a:p>
            <a:pPr lvl="2"/>
            <a:r>
              <a:rPr lang="en-US" alt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Arranging and structuring work to accomplish organizational goals.</a:t>
            </a:r>
          </a:p>
          <a:p>
            <a:pPr lvl="2"/>
            <a:endParaRPr lang="en-US" altLang="en-US" sz="8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r>
              <a:rPr lang="en-US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Leading</a:t>
            </a:r>
          </a:p>
          <a:p>
            <a:pPr lvl="2"/>
            <a:r>
              <a:rPr lang="en-US" alt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Working with and through people to accomplish goals.</a:t>
            </a:r>
          </a:p>
          <a:p>
            <a:pPr lvl="2"/>
            <a:endParaRPr lang="en-US" altLang="en-US" sz="8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r>
              <a:rPr lang="en-US" alt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Controlling</a:t>
            </a:r>
          </a:p>
          <a:p>
            <a:pPr lvl="2"/>
            <a:r>
              <a:rPr lang="en-US" alt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Monitoring, comparing, and correcting work.</a:t>
            </a:r>
          </a:p>
        </p:txBody>
      </p:sp>
    </p:spTree>
    <p:extLst>
      <p:ext uri="{BB962C8B-B14F-4D97-AF65-F5344CB8AC3E}">
        <p14:creationId xmlns:p14="http://schemas.microsoft.com/office/powerpoint/2010/main" val="3603850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Managerial Functions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29A22A-30B8-9F9C-5A05-EFE769386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500642"/>
            <a:ext cx="11496821" cy="38514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2430"/>
            <a:ext cx="2743200" cy="3474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4AC2184-9A48-4D48-B5D3-8356A755729E}" type="slidenum">
              <a:rPr lang="en-US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814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Managerial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14</a:t>
            </a:fld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94CD19A-147D-650F-95B7-02C9A645E6BE}"/>
              </a:ext>
            </a:extLst>
          </p:cNvPr>
          <p:cNvSpPr txBox="1">
            <a:spLocks noChangeArrowheads="1"/>
          </p:cNvSpPr>
          <p:nvPr/>
        </p:nvSpPr>
        <p:spPr>
          <a:xfrm>
            <a:off x="279949" y="1885279"/>
            <a:ext cx="11632097" cy="502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spcBef>
                <a:spcPts val="0"/>
              </a:spcBef>
            </a:pPr>
            <a:r>
              <a:rPr lang="en-US" altLang="en-US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</a:t>
            </a:r>
            <a:r>
              <a:rPr lang="en-US" altLang="en-US" sz="28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8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Planning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97F4C67-83D3-77E9-7BD8-9B85EB6018C3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72711" y="2413001"/>
            <a:ext cx="11505923" cy="3644900"/>
          </a:xfrm>
        </p:spPr>
        <p:txBody>
          <a:bodyPr lIns="80145" tIns="39369" rIns="80145" bIns="39369">
            <a:normAutofit/>
          </a:bodyPr>
          <a:lstStyle/>
          <a:p>
            <a:pPr marL="153975" indent="46034" algn="just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None/>
              <a:tabLst>
                <a:tab pos="253978" algn="l"/>
              </a:tabLst>
              <a:defRPr/>
            </a:pPr>
            <a:r>
              <a:rPr lang="en-US" altLang="en-US" sz="2800" b="1" dirty="0">
                <a:solidFill>
                  <a:srgbClr val="66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Planning</a:t>
            </a:r>
            <a:r>
              <a:rPr lang="en-US" alt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the process used by managers to identify and select appropriate goals and courses of action for an organization.</a:t>
            </a:r>
          </a:p>
          <a:p>
            <a:pPr marL="153975" indent="46034" algn="just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None/>
              <a:tabLst>
                <a:tab pos="253978" algn="l"/>
              </a:tabLst>
              <a:defRPr/>
            </a:pPr>
            <a:r>
              <a:rPr lang="en-US" alt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altLang="en-US" sz="2500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altLang="en-US" sz="2500" b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 steps to good planning</a:t>
            </a:r>
            <a:endParaRPr lang="en-US" altLang="en-US" sz="2500" u="sng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860349" lvl="1" indent="-447635" algn="just" eaLnBrk="1" fontAlgn="auto" hangingPunct="1">
              <a:lnSpc>
                <a:spcPct val="90000"/>
              </a:lnSpc>
              <a:spcAft>
                <a:spcPts val="0"/>
              </a:spcAft>
              <a:buFont typeface="Wingdings"/>
              <a:buNone/>
              <a:tabLst>
                <a:tab pos="253978" algn="l"/>
              </a:tabLst>
              <a:defRPr/>
            </a:pPr>
            <a:r>
              <a:rPr lang="en-US" altLang="en-US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		</a:t>
            </a:r>
            <a:r>
              <a:rPr lang="en-US" altLang="en-US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1. Which goals should be pursued?</a:t>
            </a:r>
          </a:p>
          <a:p>
            <a:pPr marL="860349" lvl="1" indent="-447635" algn="just" eaLnBrk="1" fontAlgn="auto" hangingPunct="1">
              <a:lnSpc>
                <a:spcPct val="90000"/>
              </a:lnSpc>
              <a:spcAft>
                <a:spcPts val="0"/>
              </a:spcAft>
              <a:buFont typeface="Wingdings"/>
              <a:buNone/>
              <a:tabLst>
                <a:tab pos="253978" algn="l"/>
              </a:tabLst>
              <a:defRPr/>
            </a:pPr>
            <a:r>
              <a:rPr lang="en-US" altLang="en-US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			</a:t>
            </a:r>
            <a:r>
              <a:rPr lang="en-US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2. How should the goal be attained?</a:t>
            </a:r>
          </a:p>
          <a:p>
            <a:pPr marL="860349" lvl="1" indent="-447635" algn="just" eaLnBrk="1" fontAlgn="auto" hangingPunct="1">
              <a:lnSpc>
                <a:spcPct val="90000"/>
              </a:lnSpc>
              <a:spcAft>
                <a:spcPct val="40000"/>
              </a:spcAft>
              <a:buFont typeface="Wingdings"/>
              <a:buNone/>
              <a:tabLst>
                <a:tab pos="253978" algn="l"/>
              </a:tabLst>
              <a:defRPr/>
            </a:pPr>
            <a:r>
              <a:rPr lang="en-US" altLang="en-US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				</a:t>
            </a:r>
            <a:r>
              <a:rPr lang="en-US" altLang="en-US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3. How should resources be allocated?</a:t>
            </a:r>
          </a:p>
          <a:p>
            <a:pPr marL="860349" lvl="1" indent="-447635" algn="just" eaLnBrk="1" fontAlgn="auto" hangingPunct="1">
              <a:lnSpc>
                <a:spcPct val="90000"/>
              </a:lnSpc>
              <a:spcAft>
                <a:spcPct val="40000"/>
              </a:spcAft>
              <a:buFont typeface="Wingdings"/>
              <a:buNone/>
              <a:tabLst>
                <a:tab pos="253978" algn="l"/>
              </a:tabLst>
              <a:defRPr/>
            </a:pPr>
            <a:r>
              <a:rPr lang="en-US" alt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planning function determines how effective and efficient the organization is and determines the strategy of the organization.</a:t>
            </a:r>
            <a:endParaRPr lang="en-US" alt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1258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Managerial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15</a:t>
            </a:fld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94CD19A-147D-650F-95B7-02C9A645E6BE}"/>
              </a:ext>
            </a:extLst>
          </p:cNvPr>
          <p:cNvSpPr txBox="1">
            <a:spLocks noChangeArrowheads="1"/>
          </p:cNvSpPr>
          <p:nvPr/>
        </p:nvSpPr>
        <p:spPr>
          <a:xfrm>
            <a:off x="279949" y="1885279"/>
            <a:ext cx="11632097" cy="502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spcBef>
                <a:spcPts val="0"/>
              </a:spcBef>
            </a:pPr>
            <a:r>
              <a:rPr lang="en-US" altLang="en-US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 </a:t>
            </a:r>
            <a:r>
              <a:rPr lang="en-US" altLang="en-US" sz="2800" b="1" dirty="0">
                <a:solidFill>
                  <a:srgbClr val="00B05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Organizing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3EA69BE-D578-E74C-590F-AFFC12066B7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54807" y="2387600"/>
            <a:ext cx="11461372" cy="4287838"/>
          </a:xfrm>
        </p:spPr>
        <p:txBody>
          <a:bodyPr lIns="80145" tIns="39369" rIns="80145" bIns="39369"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organizing, managers create the structure of working relationships between organizational members that best allows them to work together and achieve goals.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Managers will group people into departments according to the tasks performed.</a:t>
            </a:r>
          </a:p>
          <a:p>
            <a:pPr lvl="1" algn="just" eaLnBrk="1" hangingPunct="1">
              <a:lnSpc>
                <a:spcPct val="90000"/>
              </a:lnSpc>
              <a:buSzPct val="75000"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Managers will also lay out lines of authority and responsibility for members.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 </a:t>
            </a:r>
            <a:r>
              <a:rPr lang="en-US" altLang="en-US" i="1" dirty="0">
                <a:solidFill>
                  <a:srgbClr val="CC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organizational structure</a:t>
            </a:r>
            <a:r>
              <a:rPr lang="en-US" altLang="en-US" dirty="0">
                <a:solidFill>
                  <a:srgbClr val="CC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outcome of organizing. This structure coordinates and motivates employees so that they work together to achieve goals.</a:t>
            </a:r>
          </a:p>
        </p:txBody>
      </p:sp>
    </p:spTree>
    <p:extLst>
      <p:ext uri="{BB962C8B-B14F-4D97-AF65-F5344CB8AC3E}">
        <p14:creationId xmlns:p14="http://schemas.microsoft.com/office/powerpoint/2010/main" val="3223395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Managerial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16</a:t>
            </a:fld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94CD19A-147D-650F-95B7-02C9A645E6BE}"/>
              </a:ext>
            </a:extLst>
          </p:cNvPr>
          <p:cNvSpPr txBox="1">
            <a:spLocks noChangeArrowheads="1"/>
          </p:cNvSpPr>
          <p:nvPr/>
        </p:nvSpPr>
        <p:spPr>
          <a:xfrm>
            <a:off x="279949" y="1885279"/>
            <a:ext cx="11632097" cy="502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spcBef>
                <a:spcPts val="0"/>
              </a:spcBef>
            </a:pPr>
            <a:r>
              <a:rPr lang="en-US" altLang="en-US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 </a:t>
            </a:r>
            <a:r>
              <a:rPr lang="en-US" altLang="en-US" sz="28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Leading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2AB3EC7-D095-AC75-082B-138B5A83538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79949" y="2382839"/>
            <a:ext cx="11536230" cy="3078162"/>
          </a:xfrm>
        </p:spPr>
        <p:txBody>
          <a:bodyPr lIns="80145" tIns="39369" rIns="80145" bIns="39369">
            <a:normAutofit/>
          </a:bodyPr>
          <a:lstStyle/>
          <a:p>
            <a:pPr marL="0" indent="0" algn="just" eaLnBrk="1" hangingPunct="1">
              <a:buNone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leading, managers determine direction, state a clear vision for employees to follow, and help employees understand the role they play in attaining goals.</a:t>
            </a:r>
          </a:p>
          <a:p>
            <a:pPr algn="just" eaLnBrk="1" hangingPunct="1"/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Leadership involves a manager using power, influence, vision, persuasion, and communication skills.</a:t>
            </a:r>
          </a:p>
          <a:p>
            <a:pPr algn="just" eaLnBrk="1" hangingPunct="1"/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outcome of the leading function is a high level of motivation and commitment from employees to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261942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Managerial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17</a:t>
            </a:fld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94CD19A-147D-650F-95B7-02C9A645E6BE}"/>
              </a:ext>
            </a:extLst>
          </p:cNvPr>
          <p:cNvSpPr txBox="1">
            <a:spLocks noChangeArrowheads="1"/>
          </p:cNvSpPr>
          <p:nvPr/>
        </p:nvSpPr>
        <p:spPr>
          <a:xfrm>
            <a:off x="279949" y="1885279"/>
            <a:ext cx="11632097" cy="502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spcBef>
                <a:spcPts val="0"/>
              </a:spcBef>
            </a:pPr>
            <a:r>
              <a:rPr lang="en-US" altLang="en-US" sz="28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 </a:t>
            </a:r>
            <a:r>
              <a:rPr lang="en-US" altLang="en-US" sz="2800" b="1" dirty="0">
                <a:solidFill>
                  <a:srgbClr val="3333CC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Controlling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2E335B7-5C68-BBE3-F20F-2F5B63ADF0A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19880" y="2428875"/>
            <a:ext cx="11592165" cy="4292600"/>
          </a:xfrm>
        </p:spPr>
        <p:txBody>
          <a:bodyPr lIns="80145" tIns="39369" rIns="80145" bIns="39369"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controlling, managers evaluate how well the organization is achieving its goals and takes corrective action to improve performance.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Managers will monitor individuals, departments, and the organization to determine if desired performance has been reached.</a:t>
            </a:r>
          </a:p>
          <a:p>
            <a:pPr lvl="1" algn="just" eaLnBrk="1" hangingPunct="1">
              <a:lnSpc>
                <a:spcPct val="90000"/>
              </a:lnSpc>
              <a:buSzPct val="75000"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Managers will also take action to increase performance as required.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outcome of the controlling function is the accurate measurement of performance and regulation of efficiency and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1016655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Managerial Roles and 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FFACD4-B4FA-53A7-A062-C4F4CCEB1B2E}"/>
              </a:ext>
            </a:extLst>
          </p:cNvPr>
          <p:cNvSpPr/>
          <p:nvPr/>
        </p:nvSpPr>
        <p:spPr>
          <a:xfrm>
            <a:off x="459349" y="1891970"/>
            <a:ext cx="11356829" cy="358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90000"/>
              </a:lnSpc>
              <a:buSzPct val="75000"/>
            </a:pP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</a:t>
            </a:r>
            <a:r>
              <a:rPr lang="en-US" altLang="en-US" sz="3200" b="1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role</a:t>
            </a:r>
            <a:r>
              <a:rPr lang="en-US" alt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a set of specific tasks a person performs because of the position they hold.</a:t>
            </a:r>
          </a:p>
          <a:p>
            <a:pPr algn="just"/>
            <a:endParaRPr lang="en-US" altLang="en-US" sz="8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US" altLang="en-US" sz="2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Roles are directed inside as well as outside the organization.</a:t>
            </a:r>
            <a:endParaRPr lang="en-US" altLang="en-US" sz="2800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US" altLang="en-US" sz="8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US" altLang="en-US" sz="28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There are 3 broad role categories:</a:t>
            </a:r>
            <a:endParaRPr lang="en-US" altLang="en-US" sz="2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1" algn="just">
              <a:lnSpc>
                <a:spcPct val="90000"/>
              </a:lnSpc>
            </a:pPr>
            <a:endParaRPr lang="en-US" altLang="en-US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200" lvl="2" algn="just">
              <a:lnSpc>
                <a:spcPct val="90000"/>
              </a:lnSpc>
            </a:pPr>
            <a:r>
              <a:rPr lang="en-US" alt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1. Interpersonal Role </a:t>
            </a:r>
          </a:p>
          <a:p>
            <a:pPr marL="457200" lvl="2" algn="just">
              <a:lnSpc>
                <a:spcPct val="90000"/>
              </a:lnSpc>
            </a:pPr>
            <a:endParaRPr lang="en-US" altLang="en-US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200" lvl="2" algn="just">
              <a:lnSpc>
                <a:spcPct val="90000"/>
              </a:lnSpc>
            </a:pPr>
            <a:r>
              <a:rPr lang="en-US" alt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2. Informational Role</a:t>
            </a:r>
          </a:p>
          <a:p>
            <a:pPr marL="457200" lvl="2" algn="just">
              <a:lnSpc>
                <a:spcPct val="90000"/>
              </a:lnSpc>
            </a:pPr>
            <a:endParaRPr lang="en-US" altLang="en-US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200" lvl="2" algn="just">
              <a:lnSpc>
                <a:spcPct val="90000"/>
              </a:lnSpc>
            </a:pPr>
            <a:r>
              <a:rPr lang="en-US" alt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3. Decisional Role</a:t>
            </a:r>
            <a:endParaRPr lang="en-BD" sz="2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9602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Managerial Roles and 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19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950C0F-4E77-757A-47C5-0158F0A6CC73}"/>
              </a:ext>
            </a:extLst>
          </p:cNvPr>
          <p:cNvSpPr/>
          <p:nvPr/>
        </p:nvSpPr>
        <p:spPr>
          <a:xfrm>
            <a:off x="459349" y="1972508"/>
            <a:ext cx="11356829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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</a:t>
            </a:r>
            <a:r>
              <a:rPr lang="en-US" sz="2400" b="1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interpersonal roles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 people (subordinates and persons outside the organization) and other ceremonial and symbolic duties. </a:t>
            </a:r>
          </a:p>
          <a:p>
            <a:pPr algn="just"/>
            <a:endParaRPr lang="en-US" sz="9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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three </a:t>
            </a:r>
            <a:r>
              <a:rPr lang="en-US" sz="2400" b="1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interpersonal roles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include figurehead, leader, and liaison. </a:t>
            </a:r>
          </a:p>
          <a:p>
            <a:pPr algn="just"/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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</a:t>
            </a:r>
            <a:r>
              <a:rPr lang="en-US" sz="2400" b="1" dirty="0">
                <a:solidFill>
                  <a:srgbClr val="00808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informational roles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 collecting, receiving, and disseminating information. </a:t>
            </a:r>
          </a:p>
          <a:p>
            <a:pPr algn="just"/>
            <a:endParaRPr lang="en-US" sz="9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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three </a:t>
            </a:r>
            <a:r>
              <a:rPr lang="en-US" sz="2400" b="1" dirty="0">
                <a:solidFill>
                  <a:srgbClr val="00808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informational roles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include monitor, disseminator, and spokesperson. </a:t>
            </a:r>
          </a:p>
          <a:p>
            <a:pPr algn="just"/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 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Finally,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decisional roles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entail making decisions or choices and include entrepreneur, disturbance handler, resource allocator, and negotiator. </a:t>
            </a:r>
          </a:p>
        </p:txBody>
      </p:sp>
    </p:spTree>
    <p:extLst>
      <p:ext uri="{BB962C8B-B14F-4D97-AF65-F5344CB8AC3E}">
        <p14:creationId xmlns:p14="http://schemas.microsoft.com/office/powerpoint/2010/main" val="3665600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Managerial Roles and 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20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D80FA9-1ACC-ECA8-B48A-EE3BEBCC97EF}"/>
              </a:ext>
            </a:extLst>
          </p:cNvPr>
          <p:cNvSpPr/>
          <p:nvPr/>
        </p:nvSpPr>
        <p:spPr>
          <a:xfrm>
            <a:off x="3046196" y="1958723"/>
            <a:ext cx="73116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Skills Needed at Different Management Levels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7890F2-E949-C776-945F-392D54B115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16" t="40611" r="5615" b="22037"/>
          <a:stretch/>
        </p:blipFill>
        <p:spPr>
          <a:xfrm>
            <a:off x="1213729" y="2692638"/>
            <a:ext cx="10408428" cy="304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73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Managerial Roles and 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21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975BF43-EF0E-5DA7-A152-6F3F597107B3}"/>
              </a:ext>
            </a:extLst>
          </p:cNvPr>
          <p:cNvSpPr txBox="1">
            <a:spLocks noChangeArrowheads="1"/>
          </p:cNvSpPr>
          <p:nvPr/>
        </p:nvSpPr>
        <p:spPr>
          <a:xfrm>
            <a:off x="459349" y="1956892"/>
            <a:ext cx="11356829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36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Skills Approach</a:t>
            </a:r>
          </a:p>
          <a:p>
            <a:pPr algn="just"/>
            <a:endParaRPr lang="en-US" altLang="en-US" sz="800" b="1" dirty="0">
              <a:solidFill>
                <a:srgbClr val="00206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914400" lvl="1" indent="-457200" algn="just">
              <a:buClr>
                <a:srgbClr val="FF0000"/>
              </a:buClr>
              <a:buFont typeface="Wingdings" panose="05000000000000000000" pitchFamily="2" charset="2"/>
              <a:buChar char="µ"/>
            </a:pPr>
            <a:r>
              <a:rPr lang="en-US" altLang="en-US" sz="3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Technical Skills</a:t>
            </a:r>
          </a:p>
          <a:p>
            <a:pPr lvl="2" algn="just"/>
            <a:r>
              <a:rPr lang="en-US" alt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Knowledge and proficiency in a specific field</a:t>
            </a:r>
          </a:p>
          <a:p>
            <a:pPr lvl="2" algn="just"/>
            <a:endParaRPr lang="en-US" altLang="en-US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914400" lvl="1" indent="-457200" algn="just">
              <a:buClr>
                <a:srgbClr val="FF0000"/>
              </a:buClr>
              <a:buFont typeface="Wingdings" panose="05000000000000000000" pitchFamily="2" charset="2"/>
              <a:buChar char="µ"/>
            </a:pPr>
            <a:r>
              <a:rPr lang="en-US" altLang="en-US" sz="30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Human Skills</a:t>
            </a:r>
          </a:p>
          <a:p>
            <a:pPr lvl="2" algn="just"/>
            <a:r>
              <a:rPr lang="en-US" alt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ability to work well with other people</a:t>
            </a:r>
          </a:p>
          <a:p>
            <a:pPr lvl="2" algn="just"/>
            <a:endParaRPr lang="en-US" altLang="en-US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914400" lvl="1" indent="-457200" algn="just">
              <a:buClr>
                <a:srgbClr val="FF0000"/>
              </a:buClr>
              <a:buFont typeface="Wingdings" panose="05000000000000000000" pitchFamily="2" charset="2"/>
              <a:buChar char="µ"/>
            </a:pPr>
            <a:r>
              <a:rPr lang="en-US" altLang="en-US" sz="30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Conceptual Skills</a:t>
            </a:r>
          </a:p>
          <a:p>
            <a:pPr lvl="2" algn="just"/>
            <a:r>
              <a:rPr lang="en-US" alt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ability to think and conceptualize about abstract and complex situations concerning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1004019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757E56-A308-9670-C4D2-92CDE72C749F}"/>
              </a:ext>
            </a:extLst>
          </p:cNvPr>
          <p:cNvSpPr/>
          <p:nvPr/>
        </p:nvSpPr>
        <p:spPr>
          <a:xfrm>
            <a:off x="459349" y="1726288"/>
            <a:ext cx="11356829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Operations is that part of a business organization that is responsible for producing goods and/ or services. </a:t>
            </a:r>
          </a:p>
          <a:p>
            <a:pPr algn="just"/>
            <a:endParaRPr lang="en-GB" sz="800" b="1" dirty="0">
              <a:solidFill>
                <a:srgbClr val="007F7F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b="1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Goods</a:t>
            </a:r>
            <a:r>
              <a:rPr lang="en-GB" sz="2800" b="1" dirty="0">
                <a:solidFill>
                  <a:srgbClr val="007F7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are physical items that include raw materials, parts, subassemblies such as motherboards that go into computers, and final products such as cell phones and automobiles.</a:t>
            </a:r>
          </a:p>
          <a:p>
            <a:pPr algn="just"/>
            <a:endParaRPr lang="en-GB" sz="800" b="1" dirty="0">
              <a:solidFill>
                <a:srgbClr val="007F7F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b="1" dirty="0">
                <a:solidFill>
                  <a:srgbClr val="99003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Services</a:t>
            </a:r>
            <a:r>
              <a:rPr lang="en-GB" sz="2800" b="1" dirty="0">
                <a:solidFill>
                  <a:srgbClr val="007F7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are activities that provide some combination of time, location, form, or psychological value. </a:t>
            </a:r>
          </a:p>
        </p:txBody>
      </p:sp>
    </p:spTree>
    <p:extLst>
      <p:ext uri="{BB962C8B-B14F-4D97-AF65-F5344CB8AC3E}">
        <p14:creationId xmlns:p14="http://schemas.microsoft.com/office/powerpoint/2010/main" val="3172293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B56FC8-58CE-7B41-36D8-B9FA2600EE05}"/>
              </a:ext>
            </a:extLst>
          </p:cNvPr>
          <p:cNvSpPr/>
          <p:nvPr/>
        </p:nvSpPr>
        <p:spPr>
          <a:xfrm>
            <a:off x="459350" y="1704717"/>
            <a:ext cx="1122465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While the operations function is responsible for producing products and/or delivering services, it needs the support and input from other areas of the organization.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Business organizations have three basic functional areas, as shown below:</a:t>
            </a:r>
          </a:p>
          <a:p>
            <a:pPr algn="just"/>
            <a:endParaRPr lang="en-GB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GB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GB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GB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GB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GB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doesn’t matter whether the business is a retail store, a hospital, a manufacturing firm, a car wash, or some other type of business; all business organizations have these three basic functions. 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8522A95C-7289-907D-52E9-C034F727D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575" y="3308350"/>
            <a:ext cx="54102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68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B56FC8-58CE-7B41-36D8-B9FA2600EE05}"/>
              </a:ext>
            </a:extLst>
          </p:cNvPr>
          <p:cNvSpPr/>
          <p:nvPr/>
        </p:nvSpPr>
        <p:spPr>
          <a:xfrm>
            <a:off x="459350" y="2028274"/>
            <a:ext cx="1135682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Finance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responsible for securing financial resources at </a:t>
            </a:r>
            <a:r>
              <a:rPr lang="en-GB" sz="2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favorable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prices and allocating those resources throughout the organization, as well as budgeting, </a:t>
            </a:r>
            <a:r>
              <a:rPr lang="en-GB" sz="2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analyzing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investment proposals, and providing funds for operations.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Marketing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responsible for assessing consumer wants and needs, and selling and promoting the organization’s goods or services.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Operations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responsible for producing the goods or providing the services offered by the organization. </a:t>
            </a:r>
          </a:p>
        </p:txBody>
      </p:sp>
    </p:spTree>
    <p:extLst>
      <p:ext uri="{BB962C8B-B14F-4D97-AF65-F5344CB8AC3E}">
        <p14:creationId xmlns:p14="http://schemas.microsoft.com/office/powerpoint/2010/main" val="2346861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5F644-0253-0464-04B1-18EBDF4A7E3A}"/>
              </a:ext>
            </a:extLst>
          </p:cNvPr>
          <p:cNvSpPr/>
          <p:nvPr/>
        </p:nvSpPr>
        <p:spPr>
          <a:xfrm>
            <a:off x="459350" y="1740238"/>
            <a:ext cx="1145325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To put this into perspective, if a business organization were a car, operations would be its engine.</a:t>
            </a:r>
          </a:p>
          <a:p>
            <a:pPr algn="just"/>
            <a:endParaRPr lang="en-GB" sz="1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And just as the engine is the core of what a car does, in a business organization, operations is the core of what the organization does. </a:t>
            </a:r>
          </a:p>
          <a:p>
            <a:pPr algn="just"/>
            <a:endParaRPr lang="en-GB" sz="1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Operations management is responsible for managing that core. </a:t>
            </a:r>
          </a:p>
          <a:p>
            <a:pPr algn="just"/>
            <a:endParaRPr lang="en-GB" sz="1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Hence </a:t>
            </a:r>
            <a:r>
              <a:rPr lang="en-GB" sz="2800" b="1" dirty="0">
                <a:solidFill>
                  <a:srgbClr val="0068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operations management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management of systems or processes that create goods and/or provide services. </a:t>
            </a:r>
          </a:p>
        </p:txBody>
      </p:sp>
    </p:spTree>
    <p:extLst>
      <p:ext uri="{BB962C8B-B14F-4D97-AF65-F5344CB8AC3E}">
        <p14:creationId xmlns:p14="http://schemas.microsoft.com/office/powerpoint/2010/main" val="2311461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5F644-0253-0464-04B1-18EBDF4A7E3A}"/>
              </a:ext>
            </a:extLst>
          </p:cNvPr>
          <p:cNvSpPr/>
          <p:nvPr/>
        </p:nvSpPr>
        <p:spPr>
          <a:xfrm>
            <a:off x="459350" y="1740238"/>
            <a:ext cx="1145325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Operations and supply chains are intrinsically linked, and no business organization could exist without both.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</a:t>
            </a:r>
            <a:r>
              <a:rPr lang="en-GB" sz="28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supply chain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sequence of organizations - their facilities, functions, and activities that are involved in producing and delivering a product or service.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sequence begins with basic suppliers of raw materials and extends all the way to the final customer.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4307F1-F77E-ADC5-EFCB-E1F652F13822}"/>
              </a:ext>
            </a:extLst>
          </p:cNvPr>
          <p:cNvGrpSpPr/>
          <p:nvPr/>
        </p:nvGrpSpPr>
        <p:grpSpPr>
          <a:xfrm>
            <a:off x="2070099" y="5046908"/>
            <a:ext cx="8910125" cy="1811092"/>
            <a:chOff x="2070099" y="5046908"/>
            <a:chExt cx="8910125" cy="1811092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400872CE-DD5E-4FF3-649F-A1122B20A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0099" y="5046908"/>
              <a:ext cx="8910125" cy="181109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45865D-4F4F-B160-0091-1F8247B553F6}"/>
                </a:ext>
              </a:extLst>
            </p:cNvPr>
            <p:cNvSpPr/>
            <p:nvPr/>
          </p:nvSpPr>
          <p:spPr>
            <a:xfrm>
              <a:off x="8862646" y="5151274"/>
              <a:ext cx="1617785" cy="2813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6783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5F644-0253-0464-04B1-18EBDF4A7E3A}"/>
              </a:ext>
            </a:extLst>
          </p:cNvPr>
          <p:cNvSpPr/>
          <p:nvPr/>
        </p:nvSpPr>
        <p:spPr>
          <a:xfrm>
            <a:off x="459350" y="1740238"/>
            <a:ext cx="1145325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Facilities might include warehouses, factories, processing </a:t>
            </a:r>
            <a:r>
              <a:rPr lang="en-GB" sz="28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centers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offices, distribution </a:t>
            </a:r>
            <a:r>
              <a:rPr lang="en-GB" sz="28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centers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and retail outlets.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 and activities include forecasting, purchasing, inventory management, information management, quality assurance, scheduling, production, distribution, delivery, and customer service.</a:t>
            </a:r>
          </a:p>
        </p:txBody>
      </p:sp>
    </p:spTree>
    <p:extLst>
      <p:ext uri="{BB962C8B-B14F-4D97-AF65-F5344CB8AC3E}">
        <p14:creationId xmlns:p14="http://schemas.microsoft.com/office/powerpoint/2010/main" val="4231672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Management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957930C9-0182-0F00-69DD-36575CAF3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898" y="1694273"/>
            <a:ext cx="7394801" cy="51958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B09C08-4140-9B91-9F6B-E0FBB8ABDBAB}"/>
              </a:ext>
            </a:extLst>
          </p:cNvPr>
          <p:cNvSpPr/>
          <p:nvPr/>
        </p:nvSpPr>
        <p:spPr>
          <a:xfrm>
            <a:off x="164827" y="2958880"/>
            <a:ext cx="389282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diagram provides another illustration of a supply chain: a chain that extends from wheat growing on a farm and ends with a customer buying a loaf of bread in a supermarket. </a:t>
            </a:r>
          </a:p>
          <a:p>
            <a:pPr algn="just"/>
            <a:endParaRPr lang="en-GB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the product increases as it moves through the supply chain. </a:t>
            </a:r>
          </a:p>
        </p:txBody>
      </p:sp>
    </p:spTree>
    <p:extLst>
      <p:ext uri="{BB962C8B-B14F-4D97-AF65-F5344CB8AC3E}">
        <p14:creationId xmlns:p14="http://schemas.microsoft.com/office/powerpoint/2010/main" val="1582462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8B0322-0AFD-16FF-08F9-000D793B2767}"/>
              </a:ext>
            </a:extLst>
          </p:cNvPr>
          <p:cNvSpPr/>
          <p:nvPr/>
        </p:nvSpPr>
        <p:spPr>
          <a:xfrm>
            <a:off x="459349" y="1786741"/>
            <a:ext cx="11356829" cy="475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solidFill>
                  <a:srgbClr val="0068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Value-added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term used to describe the difference between the cost of inputs and the value or price of outputs.</a:t>
            </a:r>
          </a:p>
          <a:p>
            <a:pPr algn="just"/>
            <a:endParaRPr lang="en-GB" sz="1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</a:t>
            </a:r>
            <a:r>
              <a:rPr lang="en-GB" sz="2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nonprofit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organizations, the value of outputs (e.g., highway construction, police and fire protection) is their value to society; the greater the value-added, the greater the effectiveness of these operations. </a:t>
            </a:r>
          </a:p>
          <a:p>
            <a:pPr algn="just"/>
            <a:endParaRPr lang="en-GB" sz="9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for-profit organizations, the value of outputs is measured by the prices that customers are willing to pay for those goods or services.</a:t>
            </a:r>
          </a:p>
          <a:p>
            <a:pPr algn="just"/>
            <a:endParaRPr lang="en-GB" sz="1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Firms use the money generated by value-added for research and development, investment in new facilities and equipment, worker salaries, and </a:t>
            </a:r>
            <a:r>
              <a:rPr lang="en-GB" sz="24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profits. </a:t>
            </a:r>
          </a:p>
          <a:p>
            <a:pPr algn="just"/>
            <a:endParaRPr lang="en-GB" sz="1000" i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Consequently, the greater the value- added, the greater the amount of funds available for these purposes. Value can also be psycho- logical, as in </a:t>
            </a:r>
            <a:r>
              <a:rPr lang="en-GB" sz="24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branding. </a:t>
            </a:r>
            <a:endParaRPr lang="en-GB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7947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76666763-2D92-919A-6A0D-3889E03D3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48" y="2447803"/>
            <a:ext cx="11504499" cy="355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88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Operations Management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077F13BF-2256-7976-4E4D-796878BF7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236" y="317922"/>
            <a:ext cx="7876148" cy="62221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4AC2184-9A48-4D48-B5D3-8356A755729E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610E54-A24F-324D-6CE5-75D4320611FD}"/>
              </a:ext>
            </a:extLst>
          </p:cNvPr>
          <p:cNvSpPr/>
          <p:nvPr/>
        </p:nvSpPr>
        <p:spPr>
          <a:xfrm>
            <a:off x="9901631" y="317922"/>
            <a:ext cx="1617785" cy="281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40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Operations Management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4AC2184-9A48-4D48-B5D3-8356A755729E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E90C806-385B-DC51-56EE-E734256EF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20935"/>
            <a:ext cx="10350500" cy="4483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449D5D-63A7-90AA-A133-956255106EA3}"/>
              </a:ext>
            </a:extLst>
          </p:cNvPr>
          <p:cNvSpPr/>
          <p:nvPr/>
        </p:nvSpPr>
        <p:spPr>
          <a:xfrm>
            <a:off x="838200" y="2197059"/>
            <a:ext cx="1617785" cy="281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9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Operations Management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4AC2184-9A48-4D48-B5D3-8356A755729E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pic>
        <p:nvPicPr>
          <p:cNvPr id="5" name="Picture 4" descr="Table&#10;&#10;Description automatically generated with low confidence">
            <a:extLst>
              <a:ext uri="{FF2B5EF4-FFF2-40B4-BE49-F238E27FC236}">
                <a16:creationId xmlns:a16="http://schemas.microsoft.com/office/drawing/2014/main" id="{BE0E26D8-74F5-7DF9-CE66-85D581163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51" y="2084546"/>
            <a:ext cx="10477500" cy="3492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74008DB-2AC8-DDCA-8FD2-A7FAB1638E24}"/>
              </a:ext>
            </a:extLst>
          </p:cNvPr>
          <p:cNvSpPr/>
          <p:nvPr/>
        </p:nvSpPr>
        <p:spPr>
          <a:xfrm>
            <a:off x="854951" y="2166770"/>
            <a:ext cx="1617785" cy="281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78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Operations Management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25AA51F2-63E4-070B-B836-368EFF4FC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55" y="2226176"/>
            <a:ext cx="10142089" cy="38793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4AC2184-9A48-4D48-B5D3-8356A755729E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8B36EC-F372-F13D-1DF4-EC91B80A1CCE}"/>
              </a:ext>
            </a:extLst>
          </p:cNvPr>
          <p:cNvSpPr/>
          <p:nvPr/>
        </p:nvSpPr>
        <p:spPr>
          <a:xfrm>
            <a:off x="8610600" y="2379939"/>
            <a:ext cx="1617785" cy="281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53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Scopes of Operations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35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4E06987-08FB-76E2-8022-9F9DA56B618B}"/>
              </a:ext>
            </a:extLst>
          </p:cNvPr>
          <p:cNvSpPr txBox="1">
            <a:spLocks noChangeArrowheads="1"/>
          </p:cNvSpPr>
          <p:nvPr/>
        </p:nvSpPr>
        <p:spPr>
          <a:xfrm>
            <a:off x="459349" y="1856638"/>
            <a:ext cx="11154895" cy="4380389"/>
          </a:xfrm>
          <a:prstGeom prst="rect">
            <a:avLst/>
          </a:prstGeom>
        </p:spPr>
        <p:txBody>
          <a:bodyPr vert="horz" lIns="90488" tIns="44450" rIns="90488" bIns="4445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3600" dirty="0">
                <a:solidFill>
                  <a:srgbClr val="FF33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Operations Management includes:</a:t>
            </a:r>
          </a:p>
          <a:p>
            <a:pPr marL="690547" lvl="1" indent="-342900"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Forecasting</a:t>
            </a:r>
          </a:p>
          <a:p>
            <a:pPr marL="690547" lvl="1" indent="-342900"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Capacity planning</a:t>
            </a:r>
          </a:p>
          <a:p>
            <a:pPr marL="690547" lvl="1" indent="-342900"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Scheduling</a:t>
            </a:r>
          </a:p>
          <a:p>
            <a:pPr marL="690547" lvl="1" indent="-342900"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Managing inventories</a:t>
            </a:r>
          </a:p>
          <a:p>
            <a:pPr marL="690547" lvl="1" indent="-342900"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Assuring quality</a:t>
            </a:r>
          </a:p>
          <a:p>
            <a:pPr marL="690547" lvl="1" indent="-342900"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Motivating employees</a:t>
            </a:r>
          </a:p>
          <a:p>
            <a:pPr marL="690547" lvl="1" indent="-342900"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Deciding where to locate facilities</a:t>
            </a:r>
          </a:p>
          <a:p>
            <a:pPr marL="690547" lvl="1" indent="-342900"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Supply Chain Management (SCM)</a:t>
            </a:r>
          </a:p>
          <a:p>
            <a:pPr marL="690547" lvl="1" indent="-342900">
              <a:buClr>
                <a:schemeClr val="accent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And more . .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0030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27FDC-DAC1-4195-9C09-70E522A8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94538"/>
            <a:ext cx="11141476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Operations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3637-B13B-4B29-9F06-E21D97AD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36</a:t>
            </a:fld>
            <a:endParaRPr lang="en-US" dirty="0"/>
          </a:p>
        </p:txBody>
      </p:sp>
      <p:grpSp>
        <p:nvGrpSpPr>
          <p:cNvPr id="13" name="Group 890">
            <a:extLst>
              <a:ext uri="{FF2B5EF4-FFF2-40B4-BE49-F238E27FC236}">
                <a16:creationId xmlns:a16="http://schemas.microsoft.com/office/drawing/2014/main" id="{A1277BF2-458A-E1AD-C8BE-8A5E7E1B98B7}"/>
              </a:ext>
            </a:extLst>
          </p:cNvPr>
          <p:cNvGrpSpPr>
            <a:grpSpLocks/>
          </p:cNvGrpSpPr>
          <p:nvPr/>
        </p:nvGrpSpPr>
        <p:grpSpPr bwMode="auto">
          <a:xfrm>
            <a:off x="2646657" y="1921610"/>
            <a:ext cx="6642962" cy="4641852"/>
            <a:chOff x="293" y="496"/>
            <a:chExt cx="5262" cy="3258"/>
          </a:xfrm>
        </p:grpSpPr>
        <p:sp>
          <p:nvSpPr>
            <p:cNvPr id="15" name="Rectangle 613">
              <a:extLst>
                <a:ext uri="{FF2B5EF4-FFF2-40B4-BE49-F238E27FC236}">
                  <a16:creationId xmlns:a16="http://schemas.microsoft.com/office/drawing/2014/main" id="{0E00663B-B7B9-B139-9041-C2D81FE66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016"/>
              <a:ext cx="868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Public </a:t>
              </a:r>
              <a:b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</a:b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Relations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17" name="Rectangle 605">
              <a:extLst>
                <a:ext uri="{FF2B5EF4-FFF2-40B4-BE49-F238E27FC236}">
                  <a16:creationId xmlns:a16="http://schemas.microsoft.com/office/drawing/2014/main" id="{0D6BF9E4-71C3-9855-2189-99077D165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7" y="817"/>
              <a:ext cx="968" cy="4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18" name="Rectangle 612">
              <a:extLst>
                <a:ext uri="{FF2B5EF4-FFF2-40B4-BE49-F238E27FC236}">
                  <a16:creationId xmlns:a16="http://schemas.microsoft.com/office/drawing/2014/main" id="{658AA6FE-C181-67A0-3F07-B28B6A639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" y="2031"/>
              <a:ext cx="1131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19" name="Rectangle 618">
              <a:extLst>
                <a:ext uri="{FF2B5EF4-FFF2-40B4-BE49-F238E27FC236}">
                  <a16:creationId xmlns:a16="http://schemas.microsoft.com/office/drawing/2014/main" id="{8BA1AC82-9207-CC36-7770-D4F69FB9C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917"/>
              <a:ext cx="878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20" name="Rectangle 826">
              <a:extLst>
                <a:ext uri="{FF2B5EF4-FFF2-40B4-BE49-F238E27FC236}">
                  <a16:creationId xmlns:a16="http://schemas.microsoft.com/office/drawing/2014/main" id="{EC8138DC-17C4-6999-4A42-4DBB57DF9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3306"/>
              <a:ext cx="826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21" name="Rectangle 827">
              <a:extLst>
                <a:ext uri="{FF2B5EF4-FFF2-40B4-BE49-F238E27FC236}">
                  <a16:creationId xmlns:a16="http://schemas.microsoft.com/office/drawing/2014/main" id="{F66C8857-044C-FDEF-195F-F68F81A2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3457"/>
              <a:ext cx="1061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Accounting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  <p:grpSp>
          <p:nvGrpSpPr>
            <p:cNvPr id="22" name="Group 832">
              <a:extLst>
                <a:ext uri="{FF2B5EF4-FFF2-40B4-BE49-F238E27FC236}">
                  <a16:creationId xmlns:a16="http://schemas.microsoft.com/office/drawing/2014/main" id="{221B8E61-ECB0-E7B0-AE67-F270C2A9B8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008"/>
              <a:ext cx="2728" cy="2496"/>
              <a:chOff x="1134" y="1847"/>
              <a:chExt cx="3064" cy="1539"/>
            </a:xfrm>
          </p:grpSpPr>
          <p:sp>
            <p:nvSpPr>
              <p:cNvPr id="43" name="Oval 828">
                <a:extLst>
                  <a:ext uri="{FF2B5EF4-FFF2-40B4-BE49-F238E27FC236}">
                    <a16:creationId xmlns:a16="http://schemas.microsoft.com/office/drawing/2014/main" id="{AC4BD5A5-6460-5F54-8E01-4B1C88574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1847"/>
                <a:ext cx="3061" cy="1539"/>
              </a:xfrm>
              <a:prstGeom prst="ellipse">
                <a:avLst/>
              </a:prstGeom>
              <a:noFill/>
              <a:ln w="127000">
                <a:solidFill>
                  <a:srgbClr val="00CC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 dirty="0">
                  <a:solidFill>
                    <a:sysClr val="windowText" lastClr="000000"/>
                  </a:solidFill>
                  <a:latin typeface="+mj-lt"/>
                </a:endParaRPr>
              </a:p>
            </p:txBody>
          </p:sp>
          <p:sp>
            <p:nvSpPr>
              <p:cNvPr id="44" name="Oval 829">
                <a:extLst>
                  <a:ext uri="{FF2B5EF4-FFF2-40B4-BE49-F238E27FC236}">
                    <a16:creationId xmlns:a16="http://schemas.microsoft.com/office/drawing/2014/main" id="{30BCD263-2313-4A94-82D3-6A0611517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" y="1859"/>
                <a:ext cx="3051" cy="1516"/>
              </a:xfrm>
              <a:prstGeom prst="ellipse">
                <a:avLst/>
              </a:prstGeom>
              <a:noFill/>
              <a:ln w="76200">
                <a:solidFill>
                  <a:srgbClr val="F35B1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 dirty="0">
                  <a:solidFill>
                    <a:sysClr val="windowText" lastClr="000000"/>
                  </a:solidFill>
                  <a:latin typeface="+mj-lt"/>
                </a:endParaRPr>
              </a:p>
            </p:txBody>
          </p:sp>
          <p:sp>
            <p:nvSpPr>
              <p:cNvPr id="45" name="Oval 830">
                <a:extLst>
                  <a:ext uri="{FF2B5EF4-FFF2-40B4-BE49-F238E27FC236}">
                    <a16:creationId xmlns:a16="http://schemas.microsoft.com/office/drawing/2014/main" id="{AC0DAD6C-7DB1-A38B-176E-DFDD3D0866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" y="1865"/>
                <a:ext cx="3046" cy="1511"/>
              </a:xfrm>
              <a:prstGeom prst="ellipse">
                <a:avLst/>
              </a:prstGeom>
              <a:noFill/>
              <a:ln w="25400">
                <a:solidFill>
                  <a:srgbClr val="EF91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 dirty="0">
                  <a:solidFill>
                    <a:sysClr val="windowText" lastClr="000000"/>
                  </a:solidFill>
                  <a:latin typeface="+mj-lt"/>
                </a:endParaRPr>
              </a:p>
            </p:txBody>
          </p:sp>
          <p:sp>
            <p:nvSpPr>
              <p:cNvPr id="46" name="Oval 831">
                <a:extLst>
                  <a:ext uri="{FF2B5EF4-FFF2-40B4-BE49-F238E27FC236}">
                    <a16:creationId xmlns:a16="http://schemas.microsoft.com/office/drawing/2014/main" id="{94072C84-0908-B30C-AC0F-956E8BAE8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" y="1869"/>
                <a:ext cx="3024" cy="1499"/>
              </a:xfrm>
              <a:prstGeom prst="ellipse">
                <a:avLst/>
              </a:prstGeom>
              <a:noFill/>
              <a:ln w="12700">
                <a:solidFill>
                  <a:srgbClr val="FAFD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 dirty="0">
                  <a:solidFill>
                    <a:sysClr val="windowText" lastClr="000000"/>
                  </a:solidFill>
                  <a:latin typeface="+mj-lt"/>
                </a:endParaRPr>
              </a:p>
            </p:txBody>
          </p:sp>
        </p:grpSp>
        <p:sp>
          <p:nvSpPr>
            <p:cNvPr id="23" name="Oval 833">
              <a:extLst>
                <a:ext uri="{FF2B5EF4-FFF2-40B4-BE49-F238E27FC236}">
                  <a16:creationId xmlns:a16="http://schemas.microsoft.com/office/drawing/2014/main" id="{839B52F2-4349-C27A-6A51-81C0DC79E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721"/>
              <a:ext cx="390" cy="521"/>
            </a:xfrm>
            <a:prstGeom prst="ellipse">
              <a:avLst/>
            </a:prstGeom>
            <a:solidFill>
              <a:srgbClr val="00279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24" name="Oval 69">
              <a:extLst>
                <a:ext uri="{FF2B5EF4-FFF2-40B4-BE49-F238E27FC236}">
                  <a16:creationId xmlns:a16="http://schemas.microsoft.com/office/drawing/2014/main" id="{DCEA8EDA-93CD-5E3B-594E-A98CB93D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784"/>
              <a:ext cx="390" cy="521"/>
            </a:xfrm>
            <a:prstGeom prst="ellipse">
              <a:avLst/>
            </a:prstGeom>
            <a:solidFill>
              <a:srgbClr val="00279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25" name="Oval 329">
              <a:extLst>
                <a:ext uri="{FF2B5EF4-FFF2-40B4-BE49-F238E27FC236}">
                  <a16:creationId xmlns:a16="http://schemas.microsoft.com/office/drawing/2014/main" id="{A1530938-BE00-826D-3710-92361530C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5" y="1968"/>
              <a:ext cx="389" cy="520"/>
            </a:xfrm>
            <a:prstGeom prst="ellipse">
              <a:avLst/>
            </a:prstGeom>
            <a:solidFill>
              <a:srgbClr val="00279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26" name="Oval 589">
              <a:extLst>
                <a:ext uri="{FF2B5EF4-FFF2-40B4-BE49-F238E27FC236}">
                  <a16:creationId xmlns:a16="http://schemas.microsoft.com/office/drawing/2014/main" id="{D709CBC9-78C1-11FA-FD30-0D67DA90D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217"/>
              <a:ext cx="389" cy="524"/>
            </a:xfrm>
            <a:prstGeom prst="ellipse">
              <a:avLst/>
            </a:prstGeom>
            <a:solidFill>
              <a:srgbClr val="00279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h-TH" kern="0" dirty="0">
                <a:solidFill>
                  <a:srgbClr val="F84700"/>
                </a:solidFill>
                <a:latin typeface="+mj-lt"/>
              </a:endParaRPr>
            </a:p>
          </p:txBody>
        </p:sp>
        <p:sp>
          <p:nvSpPr>
            <p:cNvPr id="27" name="Oval 849">
              <a:extLst>
                <a:ext uri="{FF2B5EF4-FFF2-40B4-BE49-F238E27FC236}">
                  <a16:creationId xmlns:a16="http://schemas.microsoft.com/office/drawing/2014/main" id="{62198187-3311-7747-AAD8-C44775117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1008"/>
              <a:ext cx="389" cy="519"/>
            </a:xfrm>
            <a:prstGeom prst="ellipse">
              <a:avLst/>
            </a:prstGeom>
            <a:solidFill>
              <a:srgbClr val="00279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28" name="Oval 85">
              <a:extLst>
                <a:ext uri="{FF2B5EF4-FFF2-40B4-BE49-F238E27FC236}">
                  <a16:creationId xmlns:a16="http://schemas.microsoft.com/office/drawing/2014/main" id="{3F3DFA85-20AF-A66C-E9BC-0A13E2C31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632"/>
              <a:ext cx="390" cy="521"/>
            </a:xfrm>
            <a:prstGeom prst="ellipse">
              <a:avLst/>
            </a:prstGeom>
            <a:solidFill>
              <a:srgbClr val="00279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29" name="Oval 345">
              <a:extLst>
                <a:ext uri="{FF2B5EF4-FFF2-40B4-BE49-F238E27FC236}">
                  <a16:creationId xmlns:a16="http://schemas.microsoft.com/office/drawing/2014/main" id="{E4D0B421-FEFA-4621-1A21-527F196B4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67"/>
              <a:ext cx="390" cy="522"/>
            </a:xfrm>
            <a:prstGeom prst="ellipse">
              <a:avLst/>
            </a:prstGeom>
            <a:solidFill>
              <a:srgbClr val="00279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30" name="Rectangle 607">
              <a:extLst>
                <a:ext uri="{FF2B5EF4-FFF2-40B4-BE49-F238E27FC236}">
                  <a16:creationId xmlns:a16="http://schemas.microsoft.com/office/drawing/2014/main" id="{2679A19B-1E68-838E-7055-F29E77FF8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496"/>
              <a:ext cx="2034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Industrial Engineering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31" name="Rectangle 608">
              <a:extLst>
                <a:ext uri="{FF2B5EF4-FFF2-40B4-BE49-F238E27FC236}">
                  <a16:creationId xmlns:a16="http://schemas.microsoft.com/office/drawing/2014/main" id="{0761ED59-D20D-BE00-9152-93F435C96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5" y="2022"/>
              <a:ext cx="1011" cy="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32" name="Rectangle 609">
              <a:extLst>
                <a:ext uri="{FF2B5EF4-FFF2-40B4-BE49-F238E27FC236}">
                  <a16:creationId xmlns:a16="http://schemas.microsoft.com/office/drawing/2014/main" id="{5B055E45-4405-821A-6539-898B67063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" y="2072"/>
              <a:ext cx="142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Operations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33" name="Rectangle 610">
              <a:extLst>
                <a:ext uri="{FF2B5EF4-FFF2-40B4-BE49-F238E27FC236}">
                  <a16:creationId xmlns:a16="http://schemas.microsoft.com/office/drawing/2014/main" id="{8817157C-059A-90AB-0BC5-F9E130772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0" y="1000"/>
              <a:ext cx="924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34" name="Rectangle 611">
              <a:extLst>
                <a:ext uri="{FF2B5EF4-FFF2-40B4-BE49-F238E27FC236}">
                  <a16:creationId xmlns:a16="http://schemas.microsoft.com/office/drawing/2014/main" id="{53E65335-38E8-B1A7-86F3-DE190450E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7" y="1104"/>
              <a:ext cx="1170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Maintenance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35" name="Rectangle 614">
              <a:extLst>
                <a:ext uri="{FF2B5EF4-FFF2-40B4-BE49-F238E27FC236}">
                  <a16:creationId xmlns:a16="http://schemas.microsoft.com/office/drawing/2014/main" id="{7E1E891F-18DF-B7C7-E5D9-5546B2375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506"/>
              <a:ext cx="728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36" name="Rectangle 615">
              <a:extLst>
                <a:ext uri="{FF2B5EF4-FFF2-40B4-BE49-F238E27FC236}">
                  <a16:creationId xmlns:a16="http://schemas.microsoft.com/office/drawing/2014/main" id="{25815019-BE85-FB08-10F5-B3B135C68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3071"/>
              <a:ext cx="933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Personnel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37" name="Rectangle 617">
              <a:extLst>
                <a:ext uri="{FF2B5EF4-FFF2-40B4-BE49-F238E27FC236}">
                  <a16:creationId xmlns:a16="http://schemas.microsoft.com/office/drawing/2014/main" id="{64FCB803-1A30-24C3-C9D6-0E916F2E8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" y="1781"/>
              <a:ext cx="1051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Purchasing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38" name="Rectangle 619">
              <a:extLst>
                <a:ext uri="{FF2B5EF4-FFF2-40B4-BE49-F238E27FC236}">
                  <a16:creationId xmlns:a16="http://schemas.microsoft.com/office/drawing/2014/main" id="{466927AC-2A86-8A45-60BB-3AEC942D5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1135"/>
              <a:ext cx="1081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Distribution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39" name="Oval 621">
              <a:extLst>
                <a:ext uri="{FF2B5EF4-FFF2-40B4-BE49-F238E27FC236}">
                  <a16:creationId xmlns:a16="http://schemas.microsoft.com/office/drawing/2014/main" id="{4407C26E-5543-37DF-E3ED-2C192F3A6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152"/>
              <a:ext cx="391" cy="526"/>
            </a:xfrm>
            <a:prstGeom prst="ellipse">
              <a:avLst/>
            </a:prstGeom>
            <a:solidFill>
              <a:srgbClr val="00279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40" name="Rectangle 881">
              <a:extLst>
                <a:ext uri="{FF2B5EF4-FFF2-40B4-BE49-F238E27FC236}">
                  <a16:creationId xmlns:a16="http://schemas.microsoft.com/office/drawing/2014/main" id="{744277BE-0D9B-CBED-F759-BCCC6ADFA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7" y="3428"/>
              <a:ext cx="341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MIS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41" name="Oval 888">
              <a:extLst>
                <a:ext uri="{FF2B5EF4-FFF2-40B4-BE49-F238E27FC236}">
                  <a16:creationId xmlns:a16="http://schemas.microsoft.com/office/drawing/2014/main" id="{612E94F9-6CD7-DFC7-1576-59A076134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496"/>
              <a:ext cx="390" cy="521"/>
            </a:xfrm>
            <a:prstGeom prst="ellipse">
              <a:avLst/>
            </a:prstGeom>
            <a:solidFill>
              <a:srgbClr val="00279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42" name="Rectangle 889">
              <a:extLst>
                <a:ext uri="{FF2B5EF4-FFF2-40B4-BE49-F238E27FC236}">
                  <a16:creationId xmlns:a16="http://schemas.microsoft.com/office/drawing/2014/main" id="{1C0D8430-038E-6F7C-6E4E-151B125A1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" y="2674"/>
              <a:ext cx="504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Legal</a:t>
              </a:r>
              <a:endParaRPr lang="en-US" b="1" kern="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98818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F34205-FD1F-4376-BA5C-26D8F78E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2184-9A48-4D48-B5D3-8356A755729E}" type="slidenum">
              <a:rPr lang="en-US" smtClean="0"/>
              <a:t>37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4639C3-B3FB-4BBC-A973-E76660DD7E6B}"/>
              </a:ext>
            </a:extLst>
          </p:cNvPr>
          <p:cNvSpPr/>
          <p:nvPr/>
        </p:nvSpPr>
        <p:spPr>
          <a:xfrm>
            <a:off x="2578849" y="3139202"/>
            <a:ext cx="70342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END OF THE CHAPTER</a:t>
            </a:r>
          </a:p>
        </p:txBody>
      </p:sp>
    </p:spTree>
    <p:extLst>
      <p:ext uri="{BB962C8B-B14F-4D97-AF65-F5344CB8AC3E}">
        <p14:creationId xmlns:p14="http://schemas.microsoft.com/office/powerpoint/2010/main" val="1912835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0" ma:contentTypeDescription="Create a new document." ma:contentTypeScope="" ma:versionID="ebba58392a08347efc9380a96454202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BFF8B3-A37D-4FAD-8D8A-0A5C05CF4D45}"/>
</file>

<file path=customXml/itemProps2.xml><?xml version="1.0" encoding="utf-8"?>
<ds:datastoreItem xmlns:ds="http://schemas.openxmlformats.org/officeDocument/2006/customXml" ds:itemID="{5B439CF8-AC8F-47D8-B4EC-488FE833236E}"/>
</file>

<file path=customXml/itemProps3.xml><?xml version="1.0" encoding="utf-8"?>
<ds:datastoreItem xmlns:ds="http://schemas.openxmlformats.org/officeDocument/2006/customXml" ds:itemID="{DCAC99A2-2FAA-40E1-9DB6-26450CD7DC17}"/>
</file>

<file path=docProps/app.xml><?xml version="1.0" encoding="utf-8"?>
<Properties xmlns="http://schemas.openxmlformats.org/officeDocument/2006/extended-properties" xmlns:vt="http://schemas.openxmlformats.org/officeDocument/2006/docPropsVTypes">
  <TotalTime>1439</TotalTime>
  <Words>1808</Words>
  <Application>Microsoft Office PowerPoint</Application>
  <PresentationFormat>Widescreen</PresentationFormat>
  <Paragraphs>269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 Unicode MS</vt:lpstr>
      <vt:lpstr>Arial</vt:lpstr>
      <vt:lpstr>Arial Rounded MT Bold</vt:lpstr>
      <vt:lpstr>Calibri</vt:lpstr>
      <vt:lpstr>Calibri Light</vt:lpstr>
      <vt:lpstr>Tahoma</vt:lpstr>
      <vt:lpstr>Wingdings</vt:lpstr>
      <vt:lpstr>Wingdings 2</vt:lpstr>
      <vt:lpstr>Office Theme</vt:lpstr>
      <vt:lpstr>Introduction to Management</vt:lpstr>
      <vt:lpstr>Difference between a Manager and Management</vt:lpstr>
      <vt:lpstr>Difference between Objectives and Goals</vt:lpstr>
      <vt:lpstr>Resources needed by an Organization</vt:lpstr>
      <vt:lpstr>Levels of Management</vt:lpstr>
      <vt:lpstr>Classification of Managers</vt:lpstr>
      <vt:lpstr>Managing for Competitive Advantage</vt:lpstr>
      <vt:lpstr>Managing for Competitive Advantage</vt:lpstr>
      <vt:lpstr>Managing for Competitive Advantage</vt:lpstr>
      <vt:lpstr>Organizational Performance</vt:lpstr>
      <vt:lpstr>Efficiency and Effectiveness</vt:lpstr>
      <vt:lpstr>Managerial Functions</vt:lpstr>
      <vt:lpstr>Managerial Functions</vt:lpstr>
      <vt:lpstr>Managerial Functions</vt:lpstr>
      <vt:lpstr>Managerial Functions</vt:lpstr>
      <vt:lpstr>Managerial Functions</vt:lpstr>
      <vt:lpstr>Managerial Functions</vt:lpstr>
      <vt:lpstr>Managerial Roles and Skills</vt:lpstr>
      <vt:lpstr>Managerial Roles and Skills</vt:lpstr>
      <vt:lpstr>Managerial Roles and Skills</vt:lpstr>
      <vt:lpstr>Managerial Roles and Skills</vt:lpstr>
      <vt:lpstr>Operations Management</vt:lpstr>
      <vt:lpstr>Operations Management</vt:lpstr>
      <vt:lpstr>Operations Management</vt:lpstr>
      <vt:lpstr>Operations Management</vt:lpstr>
      <vt:lpstr>Operations Management</vt:lpstr>
      <vt:lpstr>Operations Management</vt:lpstr>
      <vt:lpstr>Operations Management</vt:lpstr>
      <vt:lpstr>Operations Management</vt:lpstr>
      <vt:lpstr>Operations Management</vt:lpstr>
      <vt:lpstr>Operations Management</vt:lpstr>
      <vt:lpstr>Operations Management</vt:lpstr>
      <vt:lpstr>Operations Management</vt:lpstr>
      <vt:lpstr>Operations Management</vt:lpstr>
      <vt:lpstr>Scopes of Operations Management</vt:lpstr>
      <vt:lpstr>Operations Interfaces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Management</dc:title>
  <dc:subject>Engineering Management</dc:subject>
  <dc:creator>Stanley Rodrick</dc:creator>
  <cp:keywords>Chapter # 1</cp:keywords>
  <cp:lastModifiedBy>Hasibul Islam</cp:lastModifiedBy>
  <cp:revision>18</cp:revision>
  <dcterms:created xsi:type="dcterms:W3CDTF">2021-04-06T13:15:14Z</dcterms:created>
  <dcterms:modified xsi:type="dcterms:W3CDTF">2025-10-20T02:11:46Z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