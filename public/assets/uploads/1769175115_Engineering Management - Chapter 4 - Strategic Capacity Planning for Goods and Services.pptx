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96" r:id="rId4"/>
  </p:sldMasterIdLst>
  <p:notesMasterIdLst>
    <p:notesMasterId r:id="rId64"/>
  </p:notesMasterIdLst>
  <p:sldIdLst>
    <p:sldId id="256" r:id="rId5"/>
    <p:sldId id="441" r:id="rId6"/>
    <p:sldId id="295" r:id="rId7"/>
    <p:sldId id="384" r:id="rId8"/>
    <p:sldId id="385" r:id="rId9"/>
    <p:sldId id="386" r:id="rId10"/>
    <p:sldId id="387" r:id="rId11"/>
    <p:sldId id="388" r:id="rId12"/>
    <p:sldId id="389" r:id="rId13"/>
    <p:sldId id="259" r:id="rId14"/>
    <p:sldId id="297" r:id="rId15"/>
    <p:sldId id="390" r:id="rId16"/>
    <p:sldId id="391" r:id="rId17"/>
    <p:sldId id="393" r:id="rId18"/>
    <p:sldId id="392" r:id="rId19"/>
    <p:sldId id="394" r:id="rId20"/>
    <p:sldId id="395" r:id="rId21"/>
    <p:sldId id="396" r:id="rId22"/>
    <p:sldId id="397" r:id="rId23"/>
    <p:sldId id="398" r:id="rId24"/>
    <p:sldId id="438" r:id="rId25"/>
    <p:sldId id="439" r:id="rId26"/>
    <p:sldId id="440" r:id="rId27"/>
    <p:sldId id="402" r:id="rId28"/>
    <p:sldId id="403" r:id="rId29"/>
    <p:sldId id="404" r:id="rId30"/>
    <p:sldId id="405" r:id="rId31"/>
    <p:sldId id="406" r:id="rId32"/>
    <p:sldId id="407" r:id="rId33"/>
    <p:sldId id="408" r:id="rId34"/>
    <p:sldId id="409" r:id="rId35"/>
    <p:sldId id="410" r:id="rId36"/>
    <p:sldId id="411" r:id="rId37"/>
    <p:sldId id="412" r:id="rId38"/>
    <p:sldId id="413" r:id="rId39"/>
    <p:sldId id="414" r:id="rId40"/>
    <p:sldId id="415" r:id="rId41"/>
    <p:sldId id="416" r:id="rId42"/>
    <p:sldId id="417" r:id="rId43"/>
    <p:sldId id="418" r:id="rId44"/>
    <p:sldId id="419" r:id="rId45"/>
    <p:sldId id="421" r:id="rId46"/>
    <p:sldId id="442" r:id="rId47"/>
    <p:sldId id="420" r:id="rId48"/>
    <p:sldId id="422" r:id="rId49"/>
    <p:sldId id="423" r:id="rId50"/>
    <p:sldId id="424" r:id="rId51"/>
    <p:sldId id="426" r:id="rId52"/>
    <p:sldId id="425" r:id="rId53"/>
    <p:sldId id="427" r:id="rId54"/>
    <p:sldId id="433" r:id="rId55"/>
    <p:sldId id="436" r:id="rId56"/>
    <p:sldId id="434" r:id="rId57"/>
    <p:sldId id="435" r:id="rId58"/>
    <p:sldId id="437" r:id="rId59"/>
    <p:sldId id="428" r:id="rId60"/>
    <p:sldId id="429" r:id="rId61"/>
    <p:sldId id="430" r:id="rId62"/>
    <p:sldId id="294" r:id="rId6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66FFFF"/>
    <a:srgbClr val="CCFF66"/>
    <a:srgbClr val="88FFF0"/>
    <a:srgbClr val="99FFCC"/>
    <a:srgbClr val="7CF07C"/>
    <a:srgbClr val="E5EF22"/>
    <a:srgbClr val="FF6699"/>
    <a:srgbClr val="FFCC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B62603-6231-4300-BEC5-C36B49184275}" v="27" dt="2023-03-29T06:01:01.911"/>
  </p1510:revLst>
</p1510:revInfo>
</file>

<file path=ppt/tableStyles.xml><?xml version="1.0" encoding="utf-8"?>
<a:tblStyleLst xmlns:a="http://schemas.openxmlformats.org/drawingml/2006/main" def="{F97BDDBB-62E3-400A-9724-F50D48B27C03}">
  <a:tblStyle styleId="{F97BDDBB-62E3-400A-9724-F50D48B27C03}"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D2DE78F-7481-40BC-812E-F8D2B29BE58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09" autoAdjust="0"/>
  </p:normalViewPr>
  <p:slideViewPr>
    <p:cSldViewPr snapToGrid="0" snapToObjects="1">
      <p:cViewPr>
        <p:scale>
          <a:sx n="97" d="100"/>
          <a:sy n="97" d="100"/>
        </p:scale>
        <p:origin x="394" y="4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nley Rodrick" userId="8969fbcc-7c96-46fb-a663-9e2e5920ff04" providerId="ADAL" clId="{2DDB395D-F364-42FF-9DF8-7B9946050DE0}"/>
    <pc:docChg chg="modSld">
      <pc:chgData name="Stanley Rodrick" userId="8969fbcc-7c96-46fb-a663-9e2e5920ff04" providerId="ADAL" clId="{2DDB395D-F364-42FF-9DF8-7B9946050DE0}" dt="2022-11-22T07:21:27.975" v="0" actId="1036"/>
      <pc:docMkLst>
        <pc:docMk/>
      </pc:docMkLst>
      <pc:sldChg chg="modSp mod">
        <pc:chgData name="Stanley Rodrick" userId="8969fbcc-7c96-46fb-a663-9e2e5920ff04" providerId="ADAL" clId="{2DDB395D-F364-42FF-9DF8-7B9946050DE0}" dt="2022-11-22T07:21:27.975" v="0" actId="1036"/>
        <pc:sldMkLst>
          <pc:docMk/>
          <pc:sldMk cId="2432286587" sldId="392"/>
        </pc:sldMkLst>
        <pc:picChg chg="mod">
          <ac:chgData name="Stanley Rodrick" userId="8969fbcc-7c96-46fb-a663-9e2e5920ff04" providerId="ADAL" clId="{2DDB395D-F364-42FF-9DF8-7B9946050DE0}" dt="2022-11-22T07:21:27.975" v="0" actId="1036"/>
          <ac:picMkLst>
            <pc:docMk/>
            <pc:sldMk cId="2432286587" sldId="392"/>
            <ac:picMk id="6" creationId="{EDB53B7B-9975-EC6D-0D52-72EEC19C72CC}"/>
          </ac:picMkLst>
        </pc:picChg>
      </pc:sldChg>
    </pc:docChg>
  </pc:docChgLst>
  <pc:docChgLst>
    <pc:chgData name="Hasibul Islam" userId="7a1954ca182d2d6d" providerId="LiveId" clId="{BAB62603-6231-4300-BEC5-C36B49184275}"/>
    <pc:docChg chg="undo custSel addSld delSld modSld sldOrd">
      <pc:chgData name="Hasibul Islam" userId="7a1954ca182d2d6d" providerId="LiveId" clId="{BAB62603-6231-4300-BEC5-C36B49184275}" dt="2023-03-29T06:02:05.404" v="1233" actId="14100"/>
      <pc:docMkLst>
        <pc:docMk/>
      </pc:docMkLst>
      <pc:sldChg chg="addSp delSp modSp mod">
        <pc:chgData name="Hasibul Islam" userId="7a1954ca182d2d6d" providerId="LiveId" clId="{BAB62603-6231-4300-BEC5-C36B49184275}" dt="2023-03-28T01:55:48.018" v="49"/>
        <pc:sldMkLst>
          <pc:docMk/>
          <pc:sldMk cId="489703569" sldId="405"/>
        </pc:sldMkLst>
        <pc:grpChg chg="del mod">
          <ac:chgData name="Hasibul Islam" userId="7a1954ca182d2d6d" providerId="LiveId" clId="{BAB62603-6231-4300-BEC5-C36B49184275}" dt="2023-03-28T01:55:42.345" v="42"/>
          <ac:grpSpMkLst>
            <pc:docMk/>
            <pc:sldMk cId="489703569" sldId="405"/>
            <ac:grpSpMk id="5" creationId="{AABAB21F-0962-8BC4-2BEC-A1B375630E91}"/>
          </ac:grpSpMkLst>
        </pc:grpChg>
        <pc:grpChg chg="del mod">
          <ac:chgData name="Hasibul Islam" userId="7a1954ca182d2d6d" providerId="LiveId" clId="{BAB62603-6231-4300-BEC5-C36B49184275}" dt="2023-03-28T01:55:40.916" v="40"/>
          <ac:grpSpMkLst>
            <pc:docMk/>
            <pc:sldMk cId="489703569" sldId="405"/>
            <ac:grpSpMk id="11" creationId="{607B7A06-284B-2CF1-1F5C-6321FBF6890A}"/>
          </ac:grpSpMkLst>
        </pc:grpChg>
        <pc:grpChg chg="del mod">
          <ac:chgData name="Hasibul Islam" userId="7a1954ca182d2d6d" providerId="LiveId" clId="{BAB62603-6231-4300-BEC5-C36B49184275}" dt="2023-03-28T01:55:43.135" v="44"/>
          <ac:grpSpMkLst>
            <pc:docMk/>
            <pc:sldMk cId="489703569" sldId="405"/>
            <ac:grpSpMk id="14" creationId="{32FC6205-2504-1E54-C1CF-AD845507299E}"/>
          </ac:grpSpMkLst>
        </pc:grpChg>
        <pc:inkChg chg="add del mod">
          <ac:chgData name="Hasibul Islam" userId="7a1954ca182d2d6d" providerId="LiveId" clId="{BAB62603-6231-4300-BEC5-C36B49184275}" dt="2023-03-28T01:55:42.345" v="43"/>
          <ac:inkMkLst>
            <pc:docMk/>
            <pc:sldMk cId="489703569" sldId="405"/>
            <ac:inkMk id="3" creationId="{1D25A942-07B2-9554-B159-3BEEB5844D98}"/>
          </ac:inkMkLst>
        </pc:inkChg>
        <pc:inkChg chg="add del mod">
          <ac:chgData name="Hasibul Islam" userId="7a1954ca182d2d6d" providerId="LiveId" clId="{BAB62603-6231-4300-BEC5-C36B49184275}" dt="2023-03-28T01:55:42.345" v="42"/>
          <ac:inkMkLst>
            <pc:docMk/>
            <pc:sldMk cId="489703569" sldId="405"/>
            <ac:inkMk id="4" creationId="{4F908297-2098-35D3-0D2A-92654D99FCC0}"/>
          </ac:inkMkLst>
        </pc:inkChg>
        <pc:inkChg chg="add del mod">
          <ac:chgData name="Hasibul Islam" userId="7a1954ca182d2d6d" providerId="LiveId" clId="{BAB62603-6231-4300-BEC5-C36B49184275}" dt="2023-03-28T01:55:41.448" v="41"/>
          <ac:inkMkLst>
            <pc:docMk/>
            <pc:sldMk cId="489703569" sldId="405"/>
            <ac:inkMk id="6" creationId="{A481936B-0AFE-1EDE-BB2A-DD75B5C77385}"/>
          </ac:inkMkLst>
        </pc:inkChg>
        <pc:inkChg chg="add del mod">
          <ac:chgData name="Hasibul Islam" userId="7a1954ca182d2d6d" providerId="LiveId" clId="{BAB62603-6231-4300-BEC5-C36B49184275}" dt="2023-03-28T01:55:40.915" v="39"/>
          <ac:inkMkLst>
            <pc:docMk/>
            <pc:sldMk cId="489703569" sldId="405"/>
            <ac:inkMk id="7" creationId="{72DB2A42-FD9A-F5A9-2A77-1D483BDBBCC7}"/>
          </ac:inkMkLst>
        </pc:inkChg>
        <pc:inkChg chg="add del mod">
          <ac:chgData name="Hasibul Islam" userId="7a1954ca182d2d6d" providerId="LiveId" clId="{BAB62603-6231-4300-BEC5-C36B49184275}" dt="2023-03-28T01:55:40.916" v="40"/>
          <ac:inkMkLst>
            <pc:docMk/>
            <pc:sldMk cId="489703569" sldId="405"/>
            <ac:inkMk id="9" creationId="{E6017E79-7617-D066-5F98-CD0243A41839}"/>
          </ac:inkMkLst>
        </pc:inkChg>
        <pc:inkChg chg="add del mod">
          <ac:chgData name="Hasibul Islam" userId="7a1954ca182d2d6d" providerId="LiveId" clId="{BAB62603-6231-4300-BEC5-C36B49184275}" dt="2023-03-28T01:55:43.135" v="44"/>
          <ac:inkMkLst>
            <pc:docMk/>
            <pc:sldMk cId="489703569" sldId="405"/>
            <ac:inkMk id="12" creationId="{0A624706-DB22-D523-B086-79725636B85B}"/>
          </ac:inkMkLst>
        </pc:inkChg>
        <pc:inkChg chg="add del mod">
          <ac:chgData name="Hasibul Islam" userId="7a1954ca182d2d6d" providerId="LiveId" clId="{BAB62603-6231-4300-BEC5-C36B49184275}" dt="2023-03-28T01:55:44.197" v="45"/>
          <ac:inkMkLst>
            <pc:docMk/>
            <pc:sldMk cId="489703569" sldId="405"/>
            <ac:inkMk id="13" creationId="{886EDF1E-EF2A-BD8B-DA94-A26CEBBD0096}"/>
          </ac:inkMkLst>
        </pc:inkChg>
        <pc:inkChg chg="add del">
          <ac:chgData name="Hasibul Islam" userId="7a1954ca182d2d6d" providerId="LiveId" clId="{BAB62603-6231-4300-BEC5-C36B49184275}" dt="2023-03-28T01:55:39.667" v="38"/>
          <ac:inkMkLst>
            <pc:docMk/>
            <pc:sldMk cId="489703569" sldId="405"/>
            <ac:inkMk id="15" creationId="{04662199-411F-F667-6B42-9D863FD4F961}"/>
          </ac:inkMkLst>
        </pc:inkChg>
        <pc:inkChg chg="add del">
          <ac:chgData name="Hasibul Islam" userId="7a1954ca182d2d6d" providerId="LiveId" clId="{BAB62603-6231-4300-BEC5-C36B49184275}" dt="2023-03-28T01:55:44.936" v="46"/>
          <ac:inkMkLst>
            <pc:docMk/>
            <pc:sldMk cId="489703569" sldId="405"/>
            <ac:inkMk id="16" creationId="{ADD74F8D-2500-30CC-F48F-0B3AE5FC7D59}"/>
          </ac:inkMkLst>
        </pc:inkChg>
        <pc:inkChg chg="add del">
          <ac:chgData name="Hasibul Islam" userId="7a1954ca182d2d6d" providerId="LiveId" clId="{BAB62603-6231-4300-BEC5-C36B49184275}" dt="2023-03-28T01:55:46.265" v="47"/>
          <ac:inkMkLst>
            <pc:docMk/>
            <pc:sldMk cId="489703569" sldId="405"/>
            <ac:inkMk id="17" creationId="{2F167B0A-75AD-8ED0-FAB8-4616A89078FF}"/>
          </ac:inkMkLst>
        </pc:inkChg>
        <pc:inkChg chg="add del">
          <ac:chgData name="Hasibul Islam" userId="7a1954ca182d2d6d" providerId="LiveId" clId="{BAB62603-6231-4300-BEC5-C36B49184275}" dt="2023-03-28T01:55:48.018" v="49"/>
          <ac:inkMkLst>
            <pc:docMk/>
            <pc:sldMk cId="489703569" sldId="405"/>
            <ac:inkMk id="18" creationId="{3AFC9209-CFA9-08AE-DE5D-73E2CAE607C8}"/>
          </ac:inkMkLst>
        </pc:inkChg>
        <pc:inkChg chg="add del">
          <ac:chgData name="Hasibul Islam" userId="7a1954ca182d2d6d" providerId="LiveId" clId="{BAB62603-6231-4300-BEC5-C36B49184275}" dt="2023-03-28T01:55:47.055" v="48"/>
          <ac:inkMkLst>
            <pc:docMk/>
            <pc:sldMk cId="489703569" sldId="405"/>
            <ac:inkMk id="19" creationId="{4B2A204B-5212-DC0D-FF3D-26E22C6CC8A7}"/>
          </ac:inkMkLst>
        </pc:inkChg>
      </pc:sldChg>
      <pc:sldChg chg="addSp mod">
        <pc:chgData name="Hasibul Islam" userId="7a1954ca182d2d6d" providerId="LiveId" clId="{BAB62603-6231-4300-BEC5-C36B49184275}" dt="2023-03-23T04:27:50.610" v="37" actId="9405"/>
        <pc:sldMkLst>
          <pc:docMk/>
          <pc:sldMk cId="2614035540" sldId="414"/>
        </pc:sldMkLst>
        <pc:inkChg chg="add">
          <ac:chgData name="Hasibul Islam" userId="7a1954ca182d2d6d" providerId="LiveId" clId="{BAB62603-6231-4300-BEC5-C36B49184275}" dt="2023-03-23T04:27:50.610" v="37" actId="9405"/>
          <ac:inkMkLst>
            <pc:docMk/>
            <pc:sldMk cId="2614035540" sldId="414"/>
            <ac:inkMk id="3" creationId="{43BEDF7E-5839-1A74-E994-31E80A06DE76}"/>
          </ac:inkMkLst>
        </pc:inkChg>
      </pc:sldChg>
      <pc:sldChg chg="addSp delSp modSp mod">
        <pc:chgData name="Hasibul Islam" userId="7a1954ca182d2d6d" providerId="LiveId" clId="{BAB62603-6231-4300-BEC5-C36B49184275}" dt="2023-03-29T06:02:05.404" v="1233" actId="14100"/>
        <pc:sldMkLst>
          <pc:docMk/>
          <pc:sldMk cId="674752077" sldId="422"/>
        </pc:sldMkLst>
        <pc:spChg chg="add del mod">
          <ac:chgData name="Hasibul Islam" userId="7a1954ca182d2d6d" providerId="LiveId" clId="{BAB62603-6231-4300-BEC5-C36B49184275}" dt="2023-03-29T06:01:09.764" v="1204" actId="478"/>
          <ac:spMkLst>
            <pc:docMk/>
            <pc:sldMk cId="674752077" sldId="422"/>
            <ac:spMk id="5" creationId="{C387F43A-908C-EA99-DF40-74ACBD896442}"/>
          </ac:spMkLst>
        </pc:spChg>
        <pc:spChg chg="add mod">
          <ac:chgData name="Hasibul Islam" userId="7a1954ca182d2d6d" providerId="LiveId" clId="{BAB62603-6231-4300-BEC5-C36B49184275}" dt="2023-03-29T06:02:05.404" v="1233" actId="14100"/>
          <ac:spMkLst>
            <pc:docMk/>
            <pc:sldMk cId="674752077" sldId="422"/>
            <ac:spMk id="6" creationId="{E96A71B4-ABC3-703F-ABD7-0A9A4BE8B9A0}"/>
          </ac:spMkLst>
        </pc:spChg>
        <pc:inkChg chg="add del">
          <ac:chgData name="Hasibul Islam" userId="7a1954ca182d2d6d" providerId="LiveId" clId="{BAB62603-6231-4300-BEC5-C36B49184275}" dt="2023-03-29T06:01:01.911" v="1203"/>
          <ac:inkMkLst>
            <pc:docMk/>
            <pc:sldMk cId="674752077" sldId="422"/>
            <ac:inkMk id="3" creationId="{B31C1B91-6495-2329-8008-771A756DCC50}"/>
          </ac:inkMkLst>
        </pc:inkChg>
      </pc:sldChg>
      <pc:sldChg chg="addSp delSp mod">
        <pc:chgData name="Hasibul Islam" userId="7a1954ca182d2d6d" providerId="LiveId" clId="{BAB62603-6231-4300-BEC5-C36B49184275}" dt="2023-03-14T03:33:52.117" v="1" actId="22"/>
        <pc:sldMkLst>
          <pc:docMk/>
          <pc:sldMk cId="3109603430" sldId="430"/>
        </pc:sldMkLst>
        <pc:picChg chg="add del">
          <ac:chgData name="Hasibul Islam" userId="7a1954ca182d2d6d" providerId="LiveId" clId="{BAB62603-6231-4300-BEC5-C36B49184275}" dt="2023-03-14T03:33:52.117" v="1" actId="22"/>
          <ac:picMkLst>
            <pc:docMk/>
            <pc:sldMk cId="3109603430" sldId="430"/>
            <ac:picMk id="8" creationId="{226D4879-0060-84DD-CC4E-E7C8820FC3B6}"/>
          </ac:picMkLst>
        </pc:picChg>
      </pc:sldChg>
      <pc:sldChg chg="addSp delSp modSp new mod ord">
        <pc:chgData name="Hasibul Islam" userId="7a1954ca182d2d6d" providerId="LiveId" clId="{BAB62603-6231-4300-BEC5-C36B49184275}" dt="2023-03-14T03:36:03.555" v="21"/>
        <pc:sldMkLst>
          <pc:docMk/>
          <pc:sldMk cId="33256453" sldId="441"/>
        </pc:sldMkLst>
        <pc:spChg chg="del">
          <ac:chgData name="Hasibul Islam" userId="7a1954ca182d2d6d" providerId="LiveId" clId="{BAB62603-6231-4300-BEC5-C36B49184275}" dt="2023-03-14T03:34:10.509" v="8" actId="478"/>
          <ac:spMkLst>
            <pc:docMk/>
            <pc:sldMk cId="33256453" sldId="441"/>
            <ac:spMk id="2" creationId="{67E0B579-17E5-059A-8C99-809D09B83B48}"/>
          </ac:spMkLst>
        </pc:spChg>
        <pc:spChg chg="del">
          <ac:chgData name="Hasibul Islam" userId="7a1954ca182d2d6d" providerId="LiveId" clId="{BAB62603-6231-4300-BEC5-C36B49184275}" dt="2023-03-14T03:33:58.297" v="3" actId="478"/>
          <ac:spMkLst>
            <pc:docMk/>
            <pc:sldMk cId="33256453" sldId="441"/>
            <ac:spMk id="3" creationId="{4ADB47F3-0C0A-53BB-245C-3C36ED344647}"/>
          </ac:spMkLst>
        </pc:spChg>
        <pc:spChg chg="del">
          <ac:chgData name="Hasibul Islam" userId="7a1954ca182d2d6d" providerId="LiveId" clId="{BAB62603-6231-4300-BEC5-C36B49184275}" dt="2023-03-14T03:34:01.393" v="4" actId="478"/>
          <ac:spMkLst>
            <pc:docMk/>
            <pc:sldMk cId="33256453" sldId="441"/>
            <ac:spMk id="4" creationId="{51113926-6058-C12F-526C-23140B1F36BD}"/>
          </ac:spMkLst>
        </pc:spChg>
        <pc:spChg chg="add mod">
          <ac:chgData name="Hasibul Islam" userId="7a1954ca182d2d6d" providerId="LiveId" clId="{BAB62603-6231-4300-BEC5-C36B49184275}" dt="2023-03-14T03:35:19.647" v="18" actId="1076"/>
          <ac:spMkLst>
            <pc:docMk/>
            <pc:sldMk cId="33256453" sldId="441"/>
            <ac:spMk id="8" creationId="{844C475F-CA43-D795-5409-C842D99F19F0}"/>
          </ac:spMkLst>
        </pc:spChg>
        <pc:picChg chg="add mod">
          <ac:chgData name="Hasibul Islam" userId="7a1954ca182d2d6d" providerId="LiveId" clId="{BAB62603-6231-4300-BEC5-C36B49184275}" dt="2023-03-14T03:35:26.014" v="19" actId="1076"/>
          <ac:picMkLst>
            <pc:docMk/>
            <pc:sldMk cId="33256453" sldId="441"/>
            <ac:picMk id="7" creationId="{7C9383CB-8125-0602-058F-453949BC34A9}"/>
          </ac:picMkLst>
        </pc:picChg>
      </pc:sldChg>
      <pc:sldChg chg="addSp delSp modSp new mod modClrScheme chgLayout">
        <pc:chgData name="Hasibul Islam" userId="7a1954ca182d2d6d" providerId="LiveId" clId="{BAB62603-6231-4300-BEC5-C36B49184275}" dt="2023-03-28T04:13:40.973" v="1188" actId="207"/>
        <pc:sldMkLst>
          <pc:docMk/>
          <pc:sldMk cId="200231279" sldId="442"/>
        </pc:sldMkLst>
        <pc:spChg chg="del mod ord">
          <ac:chgData name="Hasibul Islam" userId="7a1954ca182d2d6d" providerId="LiveId" clId="{BAB62603-6231-4300-BEC5-C36B49184275}" dt="2023-03-28T01:57:49.589" v="55" actId="700"/>
          <ac:spMkLst>
            <pc:docMk/>
            <pc:sldMk cId="200231279" sldId="442"/>
            <ac:spMk id="2" creationId="{C58D2A03-B844-8AB9-69AD-75677DDFC9CB}"/>
          </ac:spMkLst>
        </pc:spChg>
        <pc:spChg chg="del mod ord">
          <ac:chgData name="Hasibul Islam" userId="7a1954ca182d2d6d" providerId="LiveId" clId="{BAB62603-6231-4300-BEC5-C36B49184275}" dt="2023-03-28T01:57:49.589" v="55" actId="700"/>
          <ac:spMkLst>
            <pc:docMk/>
            <pc:sldMk cId="200231279" sldId="442"/>
            <ac:spMk id="3" creationId="{361AE996-4DFE-4E01-F8C0-6C0A06639AD9}"/>
          </ac:spMkLst>
        </pc:spChg>
        <pc:spChg chg="add mod ord">
          <ac:chgData name="Hasibul Islam" userId="7a1954ca182d2d6d" providerId="LiveId" clId="{BAB62603-6231-4300-BEC5-C36B49184275}" dt="2023-03-28T02:08:48.238" v="744" actId="1076"/>
          <ac:spMkLst>
            <pc:docMk/>
            <pc:sldMk cId="200231279" sldId="442"/>
            <ac:spMk id="4" creationId="{AAD612AC-D0C7-EF35-3866-6407EAD779B5}"/>
          </ac:spMkLst>
        </pc:spChg>
        <pc:spChg chg="add mod ord">
          <ac:chgData name="Hasibul Islam" userId="7a1954ca182d2d6d" providerId="LiveId" clId="{BAB62603-6231-4300-BEC5-C36B49184275}" dt="2023-03-28T04:13:40.973" v="1188" actId="207"/>
          <ac:spMkLst>
            <pc:docMk/>
            <pc:sldMk cId="200231279" sldId="442"/>
            <ac:spMk id="5" creationId="{1AB5E74F-FAB3-0ECA-C457-A58B26FB752A}"/>
          </ac:spMkLst>
        </pc:spChg>
        <pc:spChg chg="add mod">
          <ac:chgData name="Hasibul Islam" userId="7a1954ca182d2d6d" providerId="LiveId" clId="{BAB62603-6231-4300-BEC5-C36B49184275}" dt="2023-03-28T02:20:02.917" v="888" actId="164"/>
          <ac:spMkLst>
            <pc:docMk/>
            <pc:sldMk cId="200231279" sldId="442"/>
            <ac:spMk id="24" creationId="{D411043C-1403-8A72-2A5F-A841B59925E8}"/>
          </ac:spMkLst>
        </pc:spChg>
        <pc:spChg chg="add mod">
          <ac:chgData name="Hasibul Islam" userId="7a1954ca182d2d6d" providerId="LiveId" clId="{BAB62603-6231-4300-BEC5-C36B49184275}" dt="2023-03-28T02:20:02.917" v="888" actId="164"/>
          <ac:spMkLst>
            <pc:docMk/>
            <pc:sldMk cId="200231279" sldId="442"/>
            <ac:spMk id="25" creationId="{CA21A6F0-CD01-6234-D28C-5721E7ECAACC}"/>
          </ac:spMkLst>
        </pc:spChg>
        <pc:spChg chg="add mod">
          <ac:chgData name="Hasibul Islam" userId="7a1954ca182d2d6d" providerId="LiveId" clId="{BAB62603-6231-4300-BEC5-C36B49184275}" dt="2023-03-28T02:20:02.917" v="888" actId="164"/>
          <ac:spMkLst>
            <pc:docMk/>
            <pc:sldMk cId="200231279" sldId="442"/>
            <ac:spMk id="26" creationId="{619686EB-9592-1CB7-D61A-6D4AC4FB49D2}"/>
          </ac:spMkLst>
        </pc:spChg>
        <pc:spChg chg="add mod">
          <ac:chgData name="Hasibul Islam" userId="7a1954ca182d2d6d" providerId="LiveId" clId="{BAB62603-6231-4300-BEC5-C36B49184275}" dt="2023-03-28T04:13:33.421" v="1186" actId="207"/>
          <ac:spMkLst>
            <pc:docMk/>
            <pc:sldMk cId="200231279" sldId="442"/>
            <ac:spMk id="31" creationId="{3BA03C0F-D16D-3B5D-1492-7272D36BEA15}"/>
          </ac:spMkLst>
        </pc:spChg>
        <pc:spChg chg="add mod">
          <ac:chgData name="Hasibul Islam" userId="7a1954ca182d2d6d" providerId="LiveId" clId="{BAB62603-6231-4300-BEC5-C36B49184275}" dt="2023-03-28T02:20:02.917" v="888" actId="164"/>
          <ac:spMkLst>
            <pc:docMk/>
            <pc:sldMk cId="200231279" sldId="442"/>
            <ac:spMk id="32" creationId="{56398C14-18EE-9795-6275-80CE0EE9FF74}"/>
          </ac:spMkLst>
        </pc:spChg>
        <pc:spChg chg="add mod">
          <ac:chgData name="Hasibul Islam" userId="7a1954ca182d2d6d" providerId="LiveId" clId="{BAB62603-6231-4300-BEC5-C36B49184275}" dt="2023-03-28T02:26:57.336" v="1179" actId="1076"/>
          <ac:spMkLst>
            <pc:docMk/>
            <pc:sldMk cId="200231279" sldId="442"/>
            <ac:spMk id="34" creationId="{238B5DA3-E9E3-1331-CBD9-D34483FE66D6}"/>
          </ac:spMkLst>
        </pc:spChg>
        <pc:grpChg chg="add mod">
          <ac:chgData name="Hasibul Islam" userId="7a1954ca182d2d6d" providerId="LiveId" clId="{BAB62603-6231-4300-BEC5-C36B49184275}" dt="2023-03-28T02:20:02.917" v="888" actId="164"/>
          <ac:grpSpMkLst>
            <pc:docMk/>
            <pc:sldMk cId="200231279" sldId="442"/>
            <ac:grpSpMk id="15" creationId="{A0C6A6BE-F779-045A-3B6B-07523AF5F2BC}"/>
          </ac:grpSpMkLst>
        </pc:grpChg>
        <pc:grpChg chg="add mod">
          <ac:chgData name="Hasibul Islam" userId="7a1954ca182d2d6d" providerId="LiveId" clId="{BAB62603-6231-4300-BEC5-C36B49184275}" dt="2023-03-28T02:27:20.863" v="1181" actId="1076"/>
          <ac:grpSpMkLst>
            <pc:docMk/>
            <pc:sldMk cId="200231279" sldId="442"/>
            <ac:grpSpMk id="33" creationId="{64AF3CFC-3483-CB92-8781-E5044E1B216B}"/>
          </ac:grpSpMkLst>
        </pc:grpChg>
        <pc:picChg chg="add del mod">
          <ac:chgData name="Hasibul Islam" userId="7a1954ca182d2d6d" providerId="LiveId" clId="{BAB62603-6231-4300-BEC5-C36B49184275}" dt="2023-03-28T02:19:28.632" v="887" actId="478"/>
          <ac:picMkLst>
            <pc:docMk/>
            <pc:sldMk cId="200231279" sldId="442"/>
            <ac:picMk id="7" creationId="{28630C19-F2CA-AAAA-916D-8CA12ED4819B}"/>
          </ac:picMkLst>
        </pc:picChg>
        <pc:cxnChg chg="add del">
          <ac:chgData name="Hasibul Islam" userId="7a1954ca182d2d6d" providerId="LiveId" clId="{BAB62603-6231-4300-BEC5-C36B49184275}" dt="2023-03-28T02:10:11.894" v="748" actId="478"/>
          <ac:cxnSpMkLst>
            <pc:docMk/>
            <pc:sldMk cId="200231279" sldId="442"/>
            <ac:cxnSpMk id="9" creationId="{E3572FB6-8494-9683-C749-58ADFA9DCF2A}"/>
          </ac:cxnSpMkLst>
        </pc:cxnChg>
        <pc:cxnChg chg="add mod">
          <ac:chgData name="Hasibul Islam" userId="7a1954ca182d2d6d" providerId="LiveId" clId="{BAB62603-6231-4300-BEC5-C36B49184275}" dt="2023-03-28T02:10:43.688" v="754" actId="164"/>
          <ac:cxnSpMkLst>
            <pc:docMk/>
            <pc:sldMk cId="200231279" sldId="442"/>
            <ac:cxnSpMk id="11" creationId="{45065B3B-B345-9AEB-5F72-2AA28DC96FF1}"/>
          </ac:cxnSpMkLst>
        </pc:cxnChg>
        <pc:cxnChg chg="add mod">
          <ac:chgData name="Hasibul Islam" userId="7a1954ca182d2d6d" providerId="LiveId" clId="{BAB62603-6231-4300-BEC5-C36B49184275}" dt="2023-03-28T02:10:43.688" v="754" actId="164"/>
          <ac:cxnSpMkLst>
            <pc:docMk/>
            <pc:sldMk cId="200231279" sldId="442"/>
            <ac:cxnSpMk id="13" creationId="{A7EB59DE-2B6F-06BE-42D2-2107CFBC95E4}"/>
          </ac:cxnSpMkLst>
        </pc:cxnChg>
        <pc:cxnChg chg="add del mod">
          <ac:chgData name="Hasibul Islam" userId="7a1954ca182d2d6d" providerId="LiveId" clId="{BAB62603-6231-4300-BEC5-C36B49184275}" dt="2023-03-28T02:13:30.105" v="767" actId="478"/>
          <ac:cxnSpMkLst>
            <pc:docMk/>
            <pc:sldMk cId="200231279" sldId="442"/>
            <ac:cxnSpMk id="17" creationId="{9958776C-0DD6-A003-DEF0-EDB776C81830}"/>
          </ac:cxnSpMkLst>
        </pc:cxnChg>
        <pc:cxnChg chg="add mod">
          <ac:chgData name="Hasibul Islam" userId="7a1954ca182d2d6d" providerId="LiveId" clId="{BAB62603-6231-4300-BEC5-C36B49184275}" dt="2023-03-28T04:13:26.971" v="1185" actId="208"/>
          <ac:cxnSpMkLst>
            <pc:docMk/>
            <pc:sldMk cId="200231279" sldId="442"/>
            <ac:cxnSpMk id="19" creationId="{754427AA-CA70-7DCE-382C-3B673E18E263}"/>
          </ac:cxnSpMkLst>
        </pc:cxnChg>
        <pc:cxnChg chg="add mod">
          <ac:chgData name="Hasibul Islam" userId="7a1954ca182d2d6d" providerId="LiveId" clId="{BAB62603-6231-4300-BEC5-C36B49184275}" dt="2023-03-28T02:20:02.917" v="888" actId="164"/>
          <ac:cxnSpMkLst>
            <pc:docMk/>
            <pc:sldMk cId="200231279" sldId="442"/>
            <ac:cxnSpMk id="21" creationId="{1496BF70-9A21-ED11-0960-52D0CE082CEE}"/>
          </ac:cxnSpMkLst>
        </pc:cxnChg>
        <pc:cxnChg chg="add mod">
          <ac:chgData name="Hasibul Islam" userId="7a1954ca182d2d6d" providerId="LiveId" clId="{BAB62603-6231-4300-BEC5-C36B49184275}" dt="2023-03-28T02:20:02.917" v="888" actId="164"/>
          <ac:cxnSpMkLst>
            <pc:docMk/>
            <pc:sldMk cId="200231279" sldId="442"/>
            <ac:cxnSpMk id="23" creationId="{84FFD299-DAAA-65DE-776C-477156A54728}"/>
          </ac:cxnSpMkLst>
        </pc:cxnChg>
        <pc:cxnChg chg="add mod">
          <ac:chgData name="Hasibul Islam" userId="7a1954ca182d2d6d" providerId="LiveId" clId="{BAB62603-6231-4300-BEC5-C36B49184275}" dt="2023-03-28T02:20:02.917" v="888" actId="164"/>
          <ac:cxnSpMkLst>
            <pc:docMk/>
            <pc:sldMk cId="200231279" sldId="442"/>
            <ac:cxnSpMk id="28" creationId="{F2AD0ACF-9701-0900-FAF9-FBC006A72A73}"/>
          </ac:cxnSpMkLst>
        </pc:cxnChg>
        <pc:cxnChg chg="add mod">
          <ac:chgData name="Hasibul Islam" userId="7a1954ca182d2d6d" providerId="LiveId" clId="{BAB62603-6231-4300-BEC5-C36B49184275}" dt="2023-03-28T02:20:02.917" v="888" actId="164"/>
          <ac:cxnSpMkLst>
            <pc:docMk/>
            <pc:sldMk cId="200231279" sldId="442"/>
            <ac:cxnSpMk id="29" creationId="{9A75844C-5E89-863A-D118-BB36910D4948}"/>
          </ac:cxnSpMkLst>
        </pc:cxnChg>
      </pc:sldChg>
      <pc:sldChg chg="new del">
        <pc:chgData name="Hasibul Islam" userId="7a1954ca182d2d6d" providerId="LiveId" clId="{BAB62603-6231-4300-BEC5-C36B49184275}" dt="2023-03-28T01:57:09.347" v="51" actId="680"/>
        <pc:sldMkLst>
          <pc:docMk/>
          <pc:sldMk cId="548469043" sldId="442"/>
        </pc:sldMkLst>
      </pc:sldChg>
      <pc:sldChg chg="add del">
        <pc:chgData name="Hasibul Islam" userId="7a1954ca182d2d6d" providerId="LiveId" clId="{BAB62603-6231-4300-BEC5-C36B49184275}" dt="2023-03-28T01:57:20.747" v="53" actId="47"/>
        <pc:sldMkLst>
          <pc:docMk/>
          <pc:sldMk cId="2533392258" sldId="442"/>
        </pc:sldMkLst>
      </pc:sldChg>
    </pc:docChg>
  </pc:docChgLst>
  <pc:docChgLst>
    <pc:chgData name="Stanley Rodrick" userId="8969fbcc-7c96-46fb-a663-9e2e5920ff04" providerId="ADAL" clId="{F2DE8A7F-FCDC-4C86-A4AE-17628B29B55F}"/>
    <pc:docChg chg="undo redo custSel addSld delSld modSld sldOrd">
      <pc:chgData name="Stanley Rodrick" userId="8969fbcc-7c96-46fb-a663-9e2e5920ff04" providerId="ADAL" clId="{F2DE8A7F-FCDC-4C86-A4AE-17628B29B55F}" dt="2022-03-11T16:25:06.229" v="1879" actId="1076"/>
      <pc:docMkLst>
        <pc:docMk/>
      </pc:docMkLst>
      <pc:sldChg chg="modSp mod">
        <pc:chgData name="Stanley Rodrick" userId="8969fbcc-7c96-46fb-a663-9e2e5920ff04" providerId="ADAL" clId="{F2DE8A7F-FCDC-4C86-A4AE-17628B29B55F}" dt="2022-03-11T14:01:45.807" v="558" actId="1076"/>
        <pc:sldMkLst>
          <pc:docMk/>
          <pc:sldMk cId="0" sldId="260"/>
        </pc:sldMkLst>
        <pc:spChg chg="mod">
          <ac:chgData name="Stanley Rodrick" userId="8969fbcc-7c96-46fb-a663-9e2e5920ff04" providerId="ADAL" clId="{F2DE8A7F-FCDC-4C86-A4AE-17628B29B55F}" dt="2022-03-11T14:01:45.807" v="558" actId="1076"/>
          <ac:spMkLst>
            <pc:docMk/>
            <pc:sldMk cId="0" sldId="260"/>
            <ac:spMk id="227" creationId="{00000000-0000-0000-0000-000000000000}"/>
          </ac:spMkLst>
        </pc:spChg>
      </pc:sldChg>
      <pc:sldChg chg="modSp mod">
        <pc:chgData name="Stanley Rodrick" userId="8969fbcc-7c96-46fb-a663-9e2e5920ff04" providerId="ADAL" clId="{F2DE8A7F-FCDC-4C86-A4AE-17628B29B55F}" dt="2022-03-11T12:59:44.175" v="29" actId="207"/>
        <pc:sldMkLst>
          <pc:docMk/>
          <pc:sldMk cId="1810906063" sldId="295"/>
        </pc:sldMkLst>
        <pc:spChg chg="mod">
          <ac:chgData name="Stanley Rodrick" userId="8969fbcc-7c96-46fb-a663-9e2e5920ff04" providerId="ADAL" clId="{F2DE8A7F-FCDC-4C86-A4AE-17628B29B55F}" dt="2022-03-11T12:59:44.175" v="29" actId="207"/>
          <ac:spMkLst>
            <pc:docMk/>
            <pc:sldMk cId="1810906063" sldId="295"/>
            <ac:spMk id="3" creationId="{5A6FFAA3-9A70-4946-92BA-C59BD6C6CCE5}"/>
          </ac:spMkLst>
        </pc:spChg>
      </pc:sldChg>
      <pc:sldChg chg="modSp mod">
        <pc:chgData name="Stanley Rodrick" userId="8969fbcc-7c96-46fb-a663-9e2e5920ff04" providerId="ADAL" clId="{F2DE8A7F-FCDC-4C86-A4AE-17628B29B55F}" dt="2022-03-11T13:03:36.975" v="49" actId="207"/>
        <pc:sldMkLst>
          <pc:docMk/>
          <pc:sldMk cId="1739310590" sldId="296"/>
        </pc:sldMkLst>
        <pc:spChg chg="mod">
          <ac:chgData name="Stanley Rodrick" userId="8969fbcc-7c96-46fb-a663-9e2e5920ff04" providerId="ADAL" clId="{F2DE8A7F-FCDC-4C86-A4AE-17628B29B55F}" dt="2022-03-11T13:03:36.975" v="49" actId="207"/>
          <ac:spMkLst>
            <pc:docMk/>
            <pc:sldMk cId="1739310590" sldId="296"/>
            <ac:spMk id="3" creationId="{5A6FFAA3-9A70-4946-92BA-C59BD6C6CCE5}"/>
          </ac:spMkLst>
        </pc:spChg>
        <pc:spChg chg="mod">
          <ac:chgData name="Stanley Rodrick" userId="8969fbcc-7c96-46fb-a663-9e2e5920ff04" providerId="ADAL" clId="{F2DE8A7F-FCDC-4C86-A4AE-17628B29B55F}" dt="2022-03-11T13:03:30.964" v="46"/>
          <ac:spMkLst>
            <pc:docMk/>
            <pc:sldMk cId="1739310590" sldId="296"/>
            <ac:spMk id="4" creationId="{2E289013-BDE6-B441-A6D2-95DFF7C60D2B}"/>
          </ac:spMkLst>
        </pc:spChg>
        <pc:spChg chg="mod">
          <ac:chgData name="Stanley Rodrick" userId="8969fbcc-7c96-46fb-a663-9e2e5920ff04" providerId="ADAL" clId="{F2DE8A7F-FCDC-4C86-A4AE-17628B29B55F}" dt="2022-03-11T12:58:25.389" v="19" actId="14100"/>
          <ac:spMkLst>
            <pc:docMk/>
            <pc:sldMk cId="1739310590" sldId="296"/>
            <ac:spMk id="6" creationId="{4DB80DAA-6998-204A-B7D0-1A873AF4C3F5}"/>
          </ac:spMkLst>
        </pc:spChg>
      </pc:sldChg>
      <pc:sldChg chg="modSp mod">
        <pc:chgData name="Stanley Rodrick" userId="8969fbcc-7c96-46fb-a663-9e2e5920ff04" providerId="ADAL" clId="{F2DE8A7F-FCDC-4C86-A4AE-17628B29B55F}" dt="2022-03-11T13:13:11.239" v="145" actId="207"/>
        <pc:sldMkLst>
          <pc:docMk/>
          <pc:sldMk cId="3120342867" sldId="297"/>
        </pc:sldMkLst>
        <pc:spChg chg="mod">
          <ac:chgData name="Stanley Rodrick" userId="8969fbcc-7c96-46fb-a663-9e2e5920ff04" providerId="ADAL" clId="{F2DE8A7F-FCDC-4C86-A4AE-17628B29B55F}" dt="2022-03-11T13:13:11.239" v="145" actId="207"/>
          <ac:spMkLst>
            <pc:docMk/>
            <pc:sldMk cId="3120342867" sldId="297"/>
            <ac:spMk id="2" creationId="{30C5B4EB-48B2-3E45-A58F-300E9A03105A}"/>
          </ac:spMkLst>
        </pc:spChg>
        <pc:spChg chg="mod">
          <ac:chgData name="Stanley Rodrick" userId="8969fbcc-7c96-46fb-a663-9e2e5920ff04" providerId="ADAL" clId="{F2DE8A7F-FCDC-4C86-A4AE-17628B29B55F}" dt="2022-03-11T13:03:23.684" v="44"/>
          <ac:spMkLst>
            <pc:docMk/>
            <pc:sldMk cId="3120342867" sldId="297"/>
            <ac:spMk id="9" creationId="{E6093465-1D83-BE44-8934-D67820CAB994}"/>
          </ac:spMkLst>
        </pc:spChg>
      </pc:sldChg>
      <pc:sldChg chg="addSp delSp modSp mod">
        <pc:chgData name="Stanley Rodrick" userId="8969fbcc-7c96-46fb-a663-9e2e5920ff04" providerId="ADAL" clId="{F2DE8A7F-FCDC-4C86-A4AE-17628B29B55F}" dt="2022-03-11T13:13:21.921" v="148" actId="207"/>
        <pc:sldMkLst>
          <pc:docMk/>
          <pc:sldMk cId="124685189" sldId="299"/>
        </pc:sldMkLst>
        <pc:spChg chg="mod">
          <ac:chgData name="Stanley Rodrick" userId="8969fbcc-7c96-46fb-a663-9e2e5920ff04" providerId="ADAL" clId="{F2DE8A7F-FCDC-4C86-A4AE-17628B29B55F}" dt="2022-03-11T13:13:14.757" v="146" actId="207"/>
          <ac:spMkLst>
            <pc:docMk/>
            <pc:sldMk cId="124685189" sldId="299"/>
            <ac:spMk id="2" creationId="{30C5B4EB-48B2-3E45-A58F-300E9A03105A}"/>
          </ac:spMkLst>
        </pc:spChg>
        <pc:spChg chg="mod">
          <ac:chgData name="Stanley Rodrick" userId="8969fbcc-7c96-46fb-a663-9e2e5920ff04" providerId="ADAL" clId="{F2DE8A7F-FCDC-4C86-A4AE-17628B29B55F}" dt="2022-03-11T13:13:21.921" v="148" actId="207"/>
          <ac:spMkLst>
            <pc:docMk/>
            <pc:sldMk cId="124685189" sldId="299"/>
            <ac:spMk id="6" creationId="{AECAC375-19C2-5D46-9081-6D5C9AFAD102}"/>
          </ac:spMkLst>
        </pc:spChg>
        <pc:spChg chg="mod">
          <ac:chgData name="Stanley Rodrick" userId="8969fbcc-7c96-46fb-a663-9e2e5920ff04" providerId="ADAL" clId="{F2DE8A7F-FCDC-4C86-A4AE-17628B29B55F}" dt="2022-03-11T13:04:56.186" v="62"/>
          <ac:spMkLst>
            <pc:docMk/>
            <pc:sldMk cId="124685189" sldId="299"/>
            <ac:spMk id="7" creationId="{543157DC-DD75-464F-A5C2-DFAF67428AF8}"/>
          </ac:spMkLst>
        </pc:spChg>
        <pc:spChg chg="mod">
          <ac:chgData name="Stanley Rodrick" userId="8969fbcc-7c96-46fb-a663-9e2e5920ff04" providerId="ADAL" clId="{F2DE8A7F-FCDC-4C86-A4AE-17628B29B55F}" dt="2022-03-11T13:09:10.861" v="107" actId="207"/>
          <ac:spMkLst>
            <pc:docMk/>
            <pc:sldMk cId="124685189" sldId="299"/>
            <ac:spMk id="8" creationId="{516BEB05-B681-974A-B354-69E98459A965}"/>
          </ac:spMkLst>
        </pc:spChg>
        <pc:spChg chg="mod">
          <ac:chgData name="Stanley Rodrick" userId="8969fbcc-7c96-46fb-a663-9e2e5920ff04" providerId="ADAL" clId="{F2DE8A7F-FCDC-4C86-A4AE-17628B29B55F}" dt="2022-03-11T13:04:23.644" v="57"/>
          <ac:spMkLst>
            <pc:docMk/>
            <pc:sldMk cId="124685189" sldId="299"/>
            <ac:spMk id="9" creationId="{E6093465-1D83-BE44-8934-D67820CAB994}"/>
          </ac:spMkLst>
        </pc:spChg>
        <pc:picChg chg="add mod modCrop">
          <ac:chgData name="Stanley Rodrick" userId="8969fbcc-7c96-46fb-a663-9e2e5920ff04" providerId="ADAL" clId="{F2DE8A7F-FCDC-4C86-A4AE-17628B29B55F}" dt="2022-03-11T13:07:53.235" v="94" actId="14100"/>
          <ac:picMkLst>
            <pc:docMk/>
            <pc:sldMk cId="124685189" sldId="299"/>
            <ac:picMk id="3" creationId="{A8ECC6C5-D4B9-428C-908D-1EDBC5A0C2F0}"/>
          </ac:picMkLst>
        </pc:picChg>
        <pc:picChg chg="add mod modCrop">
          <ac:chgData name="Stanley Rodrick" userId="8969fbcc-7c96-46fb-a663-9e2e5920ff04" providerId="ADAL" clId="{F2DE8A7F-FCDC-4C86-A4AE-17628B29B55F}" dt="2022-03-11T13:08:53.852" v="106" actId="14100"/>
          <ac:picMkLst>
            <pc:docMk/>
            <pc:sldMk cId="124685189" sldId="299"/>
            <ac:picMk id="4" creationId="{1452FEC7-B323-42BC-A246-41FEA9D80A7D}"/>
          </ac:picMkLst>
        </pc:picChg>
        <pc:picChg chg="add del mod">
          <ac:chgData name="Stanley Rodrick" userId="8969fbcc-7c96-46fb-a663-9e2e5920ff04" providerId="ADAL" clId="{F2DE8A7F-FCDC-4C86-A4AE-17628B29B55F}" dt="2022-03-11T13:06:12.019" v="76" actId="478"/>
          <ac:picMkLst>
            <pc:docMk/>
            <pc:sldMk cId="124685189" sldId="299"/>
            <ac:picMk id="1026" creationId="{0C38655C-7D12-45ED-BFC7-506DDBB091D8}"/>
          </ac:picMkLst>
        </pc:picChg>
        <pc:picChg chg="add mod">
          <ac:chgData name="Stanley Rodrick" userId="8969fbcc-7c96-46fb-a663-9e2e5920ff04" providerId="ADAL" clId="{F2DE8A7F-FCDC-4C86-A4AE-17628B29B55F}" dt="2022-03-11T13:07:47.079" v="92" actId="1076"/>
          <ac:picMkLst>
            <pc:docMk/>
            <pc:sldMk cId="124685189" sldId="299"/>
            <ac:picMk id="1028" creationId="{58049C94-6CFE-4CBB-B10A-FC89C615D80E}"/>
          </ac:picMkLst>
        </pc:picChg>
      </pc:sldChg>
      <pc:sldChg chg="addSp delSp modSp mod">
        <pc:chgData name="Stanley Rodrick" userId="8969fbcc-7c96-46fb-a663-9e2e5920ff04" providerId="ADAL" clId="{F2DE8A7F-FCDC-4C86-A4AE-17628B29B55F}" dt="2022-03-11T13:13:43.311" v="152"/>
        <pc:sldMkLst>
          <pc:docMk/>
          <pc:sldMk cId="335144235" sldId="300"/>
        </pc:sldMkLst>
        <pc:spChg chg="del mod">
          <ac:chgData name="Stanley Rodrick" userId="8969fbcc-7c96-46fb-a663-9e2e5920ff04" providerId="ADAL" clId="{F2DE8A7F-FCDC-4C86-A4AE-17628B29B55F}" dt="2022-03-11T13:13:39.008" v="150" actId="478"/>
          <ac:spMkLst>
            <pc:docMk/>
            <pc:sldMk cId="335144235" sldId="300"/>
            <ac:spMk id="2" creationId="{30C5B4EB-48B2-3E45-A58F-300E9A03105A}"/>
          </ac:spMkLst>
        </pc:spChg>
        <pc:spChg chg="mod">
          <ac:chgData name="Stanley Rodrick" userId="8969fbcc-7c96-46fb-a663-9e2e5920ff04" providerId="ADAL" clId="{F2DE8A7F-FCDC-4C86-A4AE-17628B29B55F}" dt="2022-03-11T13:11:44.995" v="131" actId="207"/>
          <ac:spMkLst>
            <pc:docMk/>
            <pc:sldMk cId="335144235" sldId="300"/>
            <ac:spMk id="3" creationId="{3C0CE8F3-B37B-3C4C-9286-C26CBB22811D}"/>
          </ac:spMkLst>
        </pc:spChg>
        <pc:spChg chg="mod">
          <ac:chgData name="Stanley Rodrick" userId="8969fbcc-7c96-46fb-a663-9e2e5920ff04" providerId="ADAL" clId="{F2DE8A7F-FCDC-4C86-A4AE-17628B29B55F}" dt="2022-03-11T13:11:18.898" v="127" actId="207"/>
          <ac:spMkLst>
            <pc:docMk/>
            <pc:sldMk cId="335144235" sldId="300"/>
            <ac:spMk id="6" creationId="{AECAC375-19C2-5D46-9081-6D5C9AFAD102}"/>
          </ac:spMkLst>
        </pc:spChg>
        <pc:spChg chg="add del mod">
          <ac:chgData name="Stanley Rodrick" userId="8969fbcc-7c96-46fb-a663-9e2e5920ff04" providerId="ADAL" clId="{F2DE8A7F-FCDC-4C86-A4AE-17628B29B55F}" dt="2022-03-11T13:13:41.554" v="151" actId="478"/>
          <ac:spMkLst>
            <pc:docMk/>
            <pc:sldMk cId="335144235" sldId="300"/>
            <ac:spMk id="7" creationId="{EC767074-E415-4D33-B500-5FA9668BB30C}"/>
          </ac:spMkLst>
        </pc:spChg>
        <pc:spChg chg="mod">
          <ac:chgData name="Stanley Rodrick" userId="8969fbcc-7c96-46fb-a663-9e2e5920ff04" providerId="ADAL" clId="{F2DE8A7F-FCDC-4C86-A4AE-17628B29B55F}" dt="2022-03-11T13:10:54.903" v="125" actId="207"/>
          <ac:spMkLst>
            <pc:docMk/>
            <pc:sldMk cId="335144235" sldId="300"/>
            <ac:spMk id="9" creationId="{E6093465-1D83-BE44-8934-D67820CAB994}"/>
          </ac:spMkLst>
        </pc:spChg>
        <pc:spChg chg="add mod">
          <ac:chgData name="Stanley Rodrick" userId="8969fbcc-7c96-46fb-a663-9e2e5920ff04" providerId="ADAL" clId="{F2DE8A7F-FCDC-4C86-A4AE-17628B29B55F}" dt="2022-03-11T13:13:43.311" v="152"/>
          <ac:spMkLst>
            <pc:docMk/>
            <pc:sldMk cId="335144235" sldId="300"/>
            <ac:spMk id="10" creationId="{228A68C3-0FAB-4688-80DA-A37507AF5424}"/>
          </ac:spMkLst>
        </pc:spChg>
      </pc:sldChg>
      <pc:sldChg chg="addSp delSp modSp mod">
        <pc:chgData name="Stanley Rodrick" userId="8969fbcc-7c96-46fb-a663-9e2e5920ff04" providerId="ADAL" clId="{F2DE8A7F-FCDC-4C86-A4AE-17628B29B55F}" dt="2022-03-11T13:13:57.567" v="156" actId="207"/>
        <pc:sldMkLst>
          <pc:docMk/>
          <pc:sldMk cId="3927209581" sldId="301"/>
        </pc:sldMkLst>
        <pc:spChg chg="del">
          <ac:chgData name="Stanley Rodrick" userId="8969fbcc-7c96-46fb-a663-9e2e5920ff04" providerId="ADAL" clId="{F2DE8A7F-FCDC-4C86-A4AE-17628B29B55F}" dt="2022-03-11T13:13:48.911" v="153" actId="478"/>
          <ac:spMkLst>
            <pc:docMk/>
            <pc:sldMk cId="3927209581" sldId="301"/>
            <ac:spMk id="2" creationId="{30C5B4EB-48B2-3E45-A58F-300E9A03105A}"/>
          </ac:spMkLst>
        </pc:spChg>
        <pc:spChg chg="add del mod">
          <ac:chgData name="Stanley Rodrick" userId="8969fbcc-7c96-46fb-a663-9e2e5920ff04" providerId="ADAL" clId="{F2DE8A7F-FCDC-4C86-A4AE-17628B29B55F}" dt="2022-03-11T13:13:50.310" v="154" actId="478"/>
          <ac:spMkLst>
            <pc:docMk/>
            <pc:sldMk cId="3927209581" sldId="301"/>
            <ac:spMk id="4" creationId="{94420403-398E-4977-8594-8E7CEB2C9D5A}"/>
          </ac:spMkLst>
        </pc:spChg>
        <pc:spChg chg="mod">
          <ac:chgData name="Stanley Rodrick" userId="8969fbcc-7c96-46fb-a663-9e2e5920ff04" providerId="ADAL" clId="{F2DE8A7F-FCDC-4C86-A4AE-17628B29B55F}" dt="2022-03-11T13:13:57.567" v="156" actId="207"/>
          <ac:spMkLst>
            <pc:docMk/>
            <pc:sldMk cId="3927209581" sldId="301"/>
            <ac:spMk id="8" creationId="{BDAB6F94-8E9A-124A-86AA-FB41ECB5E6CF}"/>
          </ac:spMkLst>
        </pc:spChg>
        <pc:spChg chg="add mod">
          <ac:chgData name="Stanley Rodrick" userId="8969fbcc-7c96-46fb-a663-9e2e5920ff04" providerId="ADAL" clId="{F2DE8A7F-FCDC-4C86-A4AE-17628B29B55F}" dt="2022-03-11T13:13:51.356" v="155"/>
          <ac:spMkLst>
            <pc:docMk/>
            <pc:sldMk cId="3927209581" sldId="301"/>
            <ac:spMk id="9" creationId="{361B152B-1691-401D-B924-3BD0CD2DB306}"/>
          </ac:spMkLst>
        </pc:spChg>
        <pc:spChg chg="mod">
          <ac:chgData name="Stanley Rodrick" userId="8969fbcc-7c96-46fb-a663-9e2e5920ff04" providerId="ADAL" clId="{F2DE8A7F-FCDC-4C86-A4AE-17628B29B55F}" dt="2022-03-11T13:12:06.016" v="133"/>
          <ac:spMkLst>
            <pc:docMk/>
            <pc:sldMk cId="3927209581" sldId="301"/>
            <ac:spMk id="10" creationId="{AA80249B-7319-D648-A358-E3425C776A30}"/>
          </ac:spMkLst>
        </pc:spChg>
      </pc:sldChg>
      <pc:sldChg chg="modSp mod">
        <pc:chgData name="Stanley Rodrick" userId="8969fbcc-7c96-46fb-a663-9e2e5920ff04" providerId="ADAL" clId="{F2DE8A7F-FCDC-4C86-A4AE-17628B29B55F}" dt="2022-03-11T13:15:35.928" v="180" actId="1076"/>
        <pc:sldMkLst>
          <pc:docMk/>
          <pc:sldMk cId="1963918039" sldId="302"/>
        </pc:sldMkLst>
        <pc:spChg chg="mod">
          <ac:chgData name="Stanley Rodrick" userId="8969fbcc-7c96-46fb-a663-9e2e5920ff04" providerId="ADAL" clId="{F2DE8A7F-FCDC-4C86-A4AE-17628B29B55F}" dt="2022-03-11T13:14:10.613" v="157" actId="207"/>
          <ac:spMkLst>
            <pc:docMk/>
            <pc:sldMk cId="1963918039" sldId="302"/>
            <ac:spMk id="2" creationId="{30C5B4EB-48B2-3E45-A58F-300E9A03105A}"/>
          </ac:spMkLst>
        </pc:spChg>
        <pc:spChg chg="mod">
          <ac:chgData name="Stanley Rodrick" userId="8969fbcc-7c96-46fb-a663-9e2e5920ff04" providerId="ADAL" clId="{F2DE8A7F-FCDC-4C86-A4AE-17628B29B55F}" dt="2022-03-11T13:15:35.928" v="180" actId="1076"/>
          <ac:spMkLst>
            <pc:docMk/>
            <pc:sldMk cId="1963918039" sldId="302"/>
            <ac:spMk id="6" creationId="{5A3D50F9-45C4-4042-A9C9-D75A115F6213}"/>
          </ac:spMkLst>
        </pc:spChg>
        <pc:spChg chg="mod">
          <ac:chgData name="Stanley Rodrick" userId="8969fbcc-7c96-46fb-a663-9e2e5920ff04" providerId="ADAL" clId="{F2DE8A7F-FCDC-4C86-A4AE-17628B29B55F}" dt="2022-03-11T13:15:20.302" v="175"/>
          <ac:spMkLst>
            <pc:docMk/>
            <pc:sldMk cId="1963918039" sldId="302"/>
            <ac:spMk id="10" creationId="{AA80249B-7319-D648-A358-E3425C776A30}"/>
          </ac:spMkLst>
        </pc:spChg>
      </pc:sldChg>
      <pc:sldChg chg="addSp delSp modSp mod">
        <pc:chgData name="Stanley Rodrick" userId="8969fbcc-7c96-46fb-a663-9e2e5920ff04" providerId="ADAL" clId="{F2DE8A7F-FCDC-4C86-A4AE-17628B29B55F}" dt="2022-03-11T13:16:52.901" v="197" actId="207"/>
        <pc:sldMkLst>
          <pc:docMk/>
          <pc:sldMk cId="3788115333" sldId="303"/>
        </pc:sldMkLst>
        <pc:spChg chg="del mod">
          <ac:chgData name="Stanley Rodrick" userId="8969fbcc-7c96-46fb-a663-9e2e5920ff04" providerId="ADAL" clId="{F2DE8A7F-FCDC-4C86-A4AE-17628B29B55F}" dt="2022-03-11T13:15:02.537" v="169" actId="478"/>
          <ac:spMkLst>
            <pc:docMk/>
            <pc:sldMk cId="3788115333" sldId="303"/>
            <ac:spMk id="2" creationId="{30C5B4EB-48B2-3E45-A58F-300E9A03105A}"/>
          </ac:spMkLst>
        </pc:spChg>
        <pc:spChg chg="mod">
          <ac:chgData name="Stanley Rodrick" userId="8969fbcc-7c96-46fb-a663-9e2e5920ff04" providerId="ADAL" clId="{F2DE8A7F-FCDC-4C86-A4AE-17628B29B55F}" dt="2022-03-11T13:16:30.406" v="193" actId="207"/>
          <ac:spMkLst>
            <pc:docMk/>
            <pc:sldMk cId="3788115333" sldId="303"/>
            <ac:spMk id="3" creationId="{B38C38C9-84BF-8142-A805-6A24A2099E0F}"/>
          </ac:spMkLst>
        </pc:spChg>
        <pc:spChg chg="add del mod">
          <ac:chgData name="Stanley Rodrick" userId="8969fbcc-7c96-46fb-a663-9e2e5920ff04" providerId="ADAL" clId="{F2DE8A7F-FCDC-4C86-A4AE-17628B29B55F}" dt="2022-03-11T13:15:05.325" v="170" actId="478"/>
          <ac:spMkLst>
            <pc:docMk/>
            <pc:sldMk cId="3788115333" sldId="303"/>
            <ac:spMk id="6" creationId="{0AB70E3E-A031-4A98-9AD7-E2BFAFD5C2B6}"/>
          </ac:spMkLst>
        </pc:spChg>
        <pc:spChg chg="mod">
          <ac:chgData name="Stanley Rodrick" userId="8969fbcc-7c96-46fb-a663-9e2e5920ff04" providerId="ADAL" clId="{F2DE8A7F-FCDC-4C86-A4AE-17628B29B55F}" dt="2022-03-11T13:15:55.306" v="186" actId="1076"/>
          <ac:spMkLst>
            <pc:docMk/>
            <pc:sldMk cId="3788115333" sldId="303"/>
            <ac:spMk id="7" creationId="{B7BE3A8B-B37B-AF42-91C0-901235D93603}"/>
          </ac:spMkLst>
        </pc:spChg>
        <pc:spChg chg="mod">
          <ac:chgData name="Stanley Rodrick" userId="8969fbcc-7c96-46fb-a663-9e2e5920ff04" providerId="ADAL" clId="{F2DE8A7F-FCDC-4C86-A4AE-17628B29B55F}" dt="2022-03-11T13:16:52.901" v="197" actId="207"/>
          <ac:spMkLst>
            <pc:docMk/>
            <pc:sldMk cId="3788115333" sldId="303"/>
            <ac:spMk id="8" creationId="{96A0C9AA-FA66-4C41-A4B8-499CCFFCF433}"/>
          </ac:spMkLst>
        </pc:spChg>
        <pc:spChg chg="mod">
          <ac:chgData name="Stanley Rodrick" userId="8969fbcc-7c96-46fb-a663-9e2e5920ff04" providerId="ADAL" clId="{F2DE8A7F-FCDC-4C86-A4AE-17628B29B55F}" dt="2022-03-11T13:16:21.974" v="191" actId="207"/>
          <ac:spMkLst>
            <pc:docMk/>
            <pc:sldMk cId="3788115333" sldId="303"/>
            <ac:spMk id="10" creationId="{AA80249B-7319-D648-A358-E3425C776A30}"/>
          </ac:spMkLst>
        </pc:spChg>
        <pc:spChg chg="add mod">
          <ac:chgData name="Stanley Rodrick" userId="8969fbcc-7c96-46fb-a663-9e2e5920ff04" providerId="ADAL" clId="{F2DE8A7F-FCDC-4C86-A4AE-17628B29B55F}" dt="2022-03-11T13:15:05.647" v="171"/>
          <ac:spMkLst>
            <pc:docMk/>
            <pc:sldMk cId="3788115333" sldId="303"/>
            <ac:spMk id="11" creationId="{88195016-788F-4E3D-A2C6-B7473EC06ACC}"/>
          </ac:spMkLst>
        </pc:spChg>
      </pc:sldChg>
      <pc:sldChg chg="addSp delSp modSp mod">
        <pc:chgData name="Stanley Rodrick" userId="8969fbcc-7c96-46fb-a663-9e2e5920ff04" providerId="ADAL" clId="{F2DE8A7F-FCDC-4C86-A4AE-17628B29B55F}" dt="2022-03-11T13:17:59.389" v="208" actId="207"/>
        <pc:sldMkLst>
          <pc:docMk/>
          <pc:sldMk cId="3391962174" sldId="304"/>
        </pc:sldMkLst>
        <pc:spChg chg="del">
          <ac:chgData name="Stanley Rodrick" userId="8969fbcc-7c96-46fb-a663-9e2e5920ff04" providerId="ADAL" clId="{F2DE8A7F-FCDC-4C86-A4AE-17628B29B55F}" dt="2022-03-11T13:17:04.493" v="198" actId="478"/>
          <ac:spMkLst>
            <pc:docMk/>
            <pc:sldMk cId="3391962174" sldId="304"/>
            <ac:spMk id="2" creationId="{30C5B4EB-48B2-3E45-A58F-300E9A03105A}"/>
          </ac:spMkLst>
        </pc:spChg>
        <pc:spChg chg="mod">
          <ac:chgData name="Stanley Rodrick" userId="8969fbcc-7c96-46fb-a663-9e2e5920ff04" providerId="ADAL" clId="{F2DE8A7F-FCDC-4C86-A4AE-17628B29B55F}" dt="2022-03-11T13:17:36.155" v="206" actId="14100"/>
          <ac:spMkLst>
            <pc:docMk/>
            <pc:sldMk cId="3391962174" sldId="304"/>
            <ac:spMk id="4" creationId="{5B1FD9DD-14F4-3349-84E5-1409501E65BA}"/>
          </ac:spMkLst>
        </pc:spChg>
        <pc:spChg chg="mod">
          <ac:chgData name="Stanley Rodrick" userId="8969fbcc-7c96-46fb-a663-9e2e5920ff04" providerId="ADAL" clId="{F2DE8A7F-FCDC-4C86-A4AE-17628B29B55F}" dt="2022-03-11T13:17:25.936" v="204"/>
          <ac:spMkLst>
            <pc:docMk/>
            <pc:sldMk cId="3391962174" sldId="304"/>
            <ac:spMk id="6" creationId="{628A2386-A671-954C-AD95-00AC87579026}"/>
          </ac:spMkLst>
        </pc:spChg>
        <pc:spChg chg="add del mod">
          <ac:chgData name="Stanley Rodrick" userId="8969fbcc-7c96-46fb-a663-9e2e5920ff04" providerId="ADAL" clId="{F2DE8A7F-FCDC-4C86-A4AE-17628B29B55F}" dt="2022-03-11T13:17:06.031" v="199" actId="478"/>
          <ac:spMkLst>
            <pc:docMk/>
            <pc:sldMk cId="3391962174" sldId="304"/>
            <ac:spMk id="7" creationId="{7AEDF707-E481-4421-BA7B-BDD2EC1135D7}"/>
          </ac:spMkLst>
        </pc:spChg>
        <pc:spChg chg="mod">
          <ac:chgData name="Stanley Rodrick" userId="8969fbcc-7c96-46fb-a663-9e2e5920ff04" providerId="ADAL" clId="{F2DE8A7F-FCDC-4C86-A4AE-17628B29B55F}" dt="2022-03-11T13:17:23.322" v="202"/>
          <ac:spMkLst>
            <pc:docMk/>
            <pc:sldMk cId="3391962174" sldId="304"/>
            <ac:spMk id="8" creationId="{96A0C9AA-FA66-4C41-A4B8-499CCFFCF433}"/>
          </ac:spMkLst>
        </pc:spChg>
        <pc:spChg chg="mod">
          <ac:chgData name="Stanley Rodrick" userId="8969fbcc-7c96-46fb-a663-9e2e5920ff04" providerId="ADAL" clId="{F2DE8A7F-FCDC-4C86-A4AE-17628B29B55F}" dt="2022-03-11T13:17:59.389" v="208" actId="207"/>
          <ac:spMkLst>
            <pc:docMk/>
            <pc:sldMk cId="3391962174" sldId="304"/>
            <ac:spMk id="10" creationId="{AA80249B-7319-D648-A358-E3425C776A30}"/>
          </ac:spMkLst>
        </pc:spChg>
        <pc:spChg chg="add mod">
          <ac:chgData name="Stanley Rodrick" userId="8969fbcc-7c96-46fb-a663-9e2e5920ff04" providerId="ADAL" clId="{F2DE8A7F-FCDC-4C86-A4AE-17628B29B55F}" dt="2022-03-11T13:17:10.550" v="200"/>
          <ac:spMkLst>
            <pc:docMk/>
            <pc:sldMk cId="3391962174" sldId="304"/>
            <ac:spMk id="11" creationId="{D962C497-64BC-4B7B-A5D7-1D68D632A00E}"/>
          </ac:spMkLst>
        </pc:spChg>
      </pc:sldChg>
      <pc:sldChg chg="addSp delSp modSp mod">
        <pc:chgData name="Stanley Rodrick" userId="8969fbcc-7c96-46fb-a663-9e2e5920ff04" providerId="ADAL" clId="{F2DE8A7F-FCDC-4C86-A4AE-17628B29B55F}" dt="2022-03-11T13:18:34.773" v="216" actId="207"/>
        <pc:sldMkLst>
          <pc:docMk/>
          <pc:sldMk cId="1857642153" sldId="305"/>
        </pc:sldMkLst>
        <pc:spChg chg="del">
          <ac:chgData name="Stanley Rodrick" userId="8969fbcc-7c96-46fb-a663-9e2e5920ff04" providerId="ADAL" clId="{F2DE8A7F-FCDC-4C86-A4AE-17628B29B55F}" dt="2022-03-11T13:18:11.681" v="209" actId="478"/>
          <ac:spMkLst>
            <pc:docMk/>
            <pc:sldMk cId="1857642153" sldId="305"/>
            <ac:spMk id="2" creationId="{30C5B4EB-48B2-3E45-A58F-300E9A03105A}"/>
          </ac:spMkLst>
        </pc:spChg>
        <pc:spChg chg="mod">
          <ac:chgData name="Stanley Rodrick" userId="8969fbcc-7c96-46fb-a663-9e2e5920ff04" providerId="ADAL" clId="{F2DE8A7F-FCDC-4C86-A4AE-17628B29B55F}" dt="2022-03-11T13:18:23.401" v="214"/>
          <ac:spMkLst>
            <pc:docMk/>
            <pc:sldMk cId="1857642153" sldId="305"/>
            <ac:spMk id="4" creationId="{5B1FD9DD-14F4-3349-84E5-1409501E65BA}"/>
          </ac:spMkLst>
        </pc:spChg>
        <pc:spChg chg="add del mod">
          <ac:chgData name="Stanley Rodrick" userId="8969fbcc-7c96-46fb-a663-9e2e5920ff04" providerId="ADAL" clId="{F2DE8A7F-FCDC-4C86-A4AE-17628B29B55F}" dt="2022-03-11T13:18:12.891" v="210" actId="478"/>
          <ac:spMkLst>
            <pc:docMk/>
            <pc:sldMk cId="1857642153" sldId="305"/>
            <ac:spMk id="6" creationId="{64C39C1B-8D11-4E6E-B3C9-E2D392599F02}"/>
          </ac:spMkLst>
        </pc:spChg>
        <pc:spChg chg="mod">
          <ac:chgData name="Stanley Rodrick" userId="8969fbcc-7c96-46fb-a663-9e2e5920ff04" providerId="ADAL" clId="{F2DE8A7F-FCDC-4C86-A4AE-17628B29B55F}" dt="2022-03-11T13:18:22.241" v="213"/>
          <ac:spMkLst>
            <pc:docMk/>
            <pc:sldMk cId="1857642153" sldId="305"/>
            <ac:spMk id="8" creationId="{96A0C9AA-FA66-4C41-A4B8-499CCFFCF433}"/>
          </ac:spMkLst>
        </pc:spChg>
        <pc:spChg chg="add mod">
          <ac:chgData name="Stanley Rodrick" userId="8969fbcc-7c96-46fb-a663-9e2e5920ff04" providerId="ADAL" clId="{F2DE8A7F-FCDC-4C86-A4AE-17628B29B55F}" dt="2022-03-11T13:18:13.856" v="211"/>
          <ac:spMkLst>
            <pc:docMk/>
            <pc:sldMk cId="1857642153" sldId="305"/>
            <ac:spMk id="9" creationId="{30653CD3-ED6B-4AE3-83AD-5DB747100F69}"/>
          </ac:spMkLst>
        </pc:spChg>
        <pc:spChg chg="mod">
          <ac:chgData name="Stanley Rodrick" userId="8969fbcc-7c96-46fb-a663-9e2e5920ff04" providerId="ADAL" clId="{F2DE8A7F-FCDC-4C86-A4AE-17628B29B55F}" dt="2022-03-11T13:18:34.773" v="216" actId="207"/>
          <ac:spMkLst>
            <pc:docMk/>
            <pc:sldMk cId="1857642153" sldId="305"/>
            <ac:spMk id="10" creationId="{AA80249B-7319-D648-A358-E3425C776A30}"/>
          </ac:spMkLst>
        </pc:spChg>
      </pc:sldChg>
      <pc:sldChg chg="modSp mod">
        <pc:chgData name="Stanley Rodrick" userId="8969fbcc-7c96-46fb-a663-9e2e5920ff04" providerId="ADAL" clId="{F2DE8A7F-FCDC-4C86-A4AE-17628B29B55F}" dt="2022-03-11T13:20:04.199" v="227" actId="207"/>
        <pc:sldMkLst>
          <pc:docMk/>
          <pc:sldMk cId="741155302" sldId="307"/>
        </pc:sldMkLst>
        <pc:spChg chg="mod">
          <ac:chgData name="Stanley Rodrick" userId="8969fbcc-7c96-46fb-a663-9e2e5920ff04" providerId="ADAL" clId="{F2DE8A7F-FCDC-4C86-A4AE-17628B29B55F}" dt="2022-03-11T13:18:57.852" v="217" actId="207"/>
          <ac:spMkLst>
            <pc:docMk/>
            <pc:sldMk cId="741155302" sldId="307"/>
            <ac:spMk id="2" creationId="{30C5B4EB-48B2-3E45-A58F-300E9A03105A}"/>
          </ac:spMkLst>
        </pc:spChg>
        <pc:spChg chg="mod">
          <ac:chgData name="Stanley Rodrick" userId="8969fbcc-7c96-46fb-a663-9e2e5920ff04" providerId="ADAL" clId="{F2DE8A7F-FCDC-4C86-A4AE-17628B29B55F}" dt="2022-03-11T13:20:04.199" v="227" actId="207"/>
          <ac:spMkLst>
            <pc:docMk/>
            <pc:sldMk cId="741155302" sldId="307"/>
            <ac:spMk id="10" creationId="{AA80249B-7319-D648-A358-E3425C776A30}"/>
          </ac:spMkLst>
        </pc:spChg>
      </pc:sldChg>
      <pc:sldChg chg="modSp mod">
        <pc:chgData name="Stanley Rodrick" userId="8969fbcc-7c96-46fb-a663-9e2e5920ff04" providerId="ADAL" clId="{F2DE8A7F-FCDC-4C86-A4AE-17628B29B55F}" dt="2022-03-11T13:28:54.081" v="312" actId="108"/>
        <pc:sldMkLst>
          <pc:docMk/>
          <pc:sldMk cId="2585980559" sldId="308"/>
        </pc:sldMkLst>
        <pc:spChg chg="mod">
          <ac:chgData name="Stanley Rodrick" userId="8969fbcc-7c96-46fb-a663-9e2e5920ff04" providerId="ADAL" clId="{F2DE8A7F-FCDC-4C86-A4AE-17628B29B55F}" dt="2022-03-11T13:28:54.081" v="312" actId="108"/>
          <ac:spMkLst>
            <pc:docMk/>
            <pc:sldMk cId="2585980559" sldId="308"/>
            <ac:spMk id="2" creationId="{30C5B4EB-48B2-3E45-A58F-300E9A03105A}"/>
          </ac:spMkLst>
        </pc:spChg>
        <pc:spChg chg="mod">
          <ac:chgData name="Stanley Rodrick" userId="8969fbcc-7c96-46fb-a663-9e2e5920ff04" providerId="ADAL" clId="{F2DE8A7F-FCDC-4C86-A4AE-17628B29B55F}" dt="2022-03-11T13:20:19.620" v="228"/>
          <ac:spMkLst>
            <pc:docMk/>
            <pc:sldMk cId="2585980559" sldId="308"/>
            <ac:spMk id="3" creationId="{6C728CB5-F0B5-AA4A-9897-621DB7E03E1D}"/>
          </ac:spMkLst>
        </pc:spChg>
        <pc:spChg chg="mod">
          <ac:chgData name="Stanley Rodrick" userId="8969fbcc-7c96-46fb-a663-9e2e5920ff04" providerId="ADAL" clId="{F2DE8A7F-FCDC-4C86-A4AE-17628B29B55F}" dt="2022-03-11T13:20:21.080" v="229"/>
          <ac:spMkLst>
            <pc:docMk/>
            <pc:sldMk cId="2585980559" sldId="308"/>
            <ac:spMk id="4" creationId="{E310A275-BB57-594B-8F21-E3B3E99F20A5}"/>
          </ac:spMkLst>
        </pc:spChg>
        <pc:spChg chg="mod">
          <ac:chgData name="Stanley Rodrick" userId="8969fbcc-7c96-46fb-a663-9e2e5920ff04" providerId="ADAL" clId="{F2DE8A7F-FCDC-4C86-A4AE-17628B29B55F}" dt="2022-03-11T13:20:30.180" v="233" actId="1076"/>
          <ac:spMkLst>
            <pc:docMk/>
            <pc:sldMk cId="2585980559" sldId="308"/>
            <ac:spMk id="7" creationId="{2B1CE9DF-41AA-D14C-9BB7-36716260C129}"/>
          </ac:spMkLst>
        </pc:spChg>
        <pc:spChg chg="mod">
          <ac:chgData name="Stanley Rodrick" userId="8969fbcc-7c96-46fb-a663-9e2e5920ff04" providerId="ADAL" clId="{F2DE8A7F-FCDC-4C86-A4AE-17628B29B55F}" dt="2022-03-11T13:20:37.690" v="237" actId="1076"/>
          <ac:spMkLst>
            <pc:docMk/>
            <pc:sldMk cId="2585980559" sldId="308"/>
            <ac:spMk id="8" creationId="{1513888E-B1BF-494C-8A20-BFC323B4CE83}"/>
          </ac:spMkLst>
        </pc:spChg>
        <pc:spChg chg="mod">
          <ac:chgData name="Stanley Rodrick" userId="8969fbcc-7c96-46fb-a663-9e2e5920ff04" providerId="ADAL" clId="{F2DE8A7F-FCDC-4C86-A4AE-17628B29B55F}" dt="2022-03-11T13:20:53.700" v="238" actId="207"/>
          <ac:spMkLst>
            <pc:docMk/>
            <pc:sldMk cId="2585980559" sldId="308"/>
            <ac:spMk id="10" creationId="{AA80249B-7319-D648-A358-E3425C776A30}"/>
          </ac:spMkLst>
        </pc:spChg>
      </pc:sldChg>
      <pc:sldChg chg="addSp delSp modSp mod">
        <pc:chgData name="Stanley Rodrick" userId="8969fbcc-7c96-46fb-a663-9e2e5920ff04" providerId="ADAL" clId="{F2DE8A7F-FCDC-4C86-A4AE-17628B29B55F}" dt="2022-03-11T13:35:59.181" v="347" actId="207"/>
        <pc:sldMkLst>
          <pc:docMk/>
          <pc:sldMk cId="668873099" sldId="309"/>
        </pc:sldMkLst>
        <pc:spChg chg="del">
          <ac:chgData name="Stanley Rodrick" userId="8969fbcc-7c96-46fb-a663-9e2e5920ff04" providerId="ADAL" clId="{F2DE8A7F-FCDC-4C86-A4AE-17628B29B55F}" dt="2022-03-11T13:31:11.351" v="340" actId="478"/>
          <ac:spMkLst>
            <pc:docMk/>
            <pc:sldMk cId="668873099" sldId="309"/>
            <ac:spMk id="2" creationId="{30C5B4EB-48B2-3E45-A58F-300E9A03105A}"/>
          </ac:spMkLst>
        </pc:spChg>
        <pc:spChg chg="mod">
          <ac:chgData name="Stanley Rodrick" userId="8969fbcc-7c96-46fb-a663-9e2e5920ff04" providerId="ADAL" clId="{F2DE8A7F-FCDC-4C86-A4AE-17628B29B55F}" dt="2022-03-11T13:35:59.181" v="347" actId="207"/>
          <ac:spMkLst>
            <pc:docMk/>
            <pc:sldMk cId="668873099" sldId="309"/>
            <ac:spMk id="3" creationId="{CF6C402E-F214-154D-9F8E-06127887428E}"/>
          </ac:spMkLst>
        </pc:spChg>
        <pc:spChg chg="mod">
          <ac:chgData name="Stanley Rodrick" userId="8969fbcc-7c96-46fb-a663-9e2e5920ff04" providerId="ADAL" clId="{F2DE8A7F-FCDC-4C86-A4AE-17628B29B55F}" dt="2022-03-11T13:31:23.252" v="345" actId="1076"/>
          <ac:spMkLst>
            <pc:docMk/>
            <pc:sldMk cId="668873099" sldId="309"/>
            <ac:spMk id="6" creationId="{4AE93A71-3B80-D144-9336-FA1A33EE968D}"/>
          </ac:spMkLst>
        </pc:spChg>
        <pc:spChg chg="add del mod">
          <ac:chgData name="Stanley Rodrick" userId="8969fbcc-7c96-46fb-a663-9e2e5920ff04" providerId="ADAL" clId="{F2DE8A7F-FCDC-4C86-A4AE-17628B29B55F}" dt="2022-03-11T13:31:12.832" v="341" actId="478"/>
          <ac:spMkLst>
            <pc:docMk/>
            <pc:sldMk cId="668873099" sldId="309"/>
            <ac:spMk id="7" creationId="{AAE01B39-D175-4442-A880-25445C6D17C9}"/>
          </ac:spMkLst>
        </pc:spChg>
        <pc:spChg chg="add mod">
          <ac:chgData name="Stanley Rodrick" userId="8969fbcc-7c96-46fb-a663-9e2e5920ff04" providerId="ADAL" clId="{F2DE8A7F-FCDC-4C86-A4AE-17628B29B55F}" dt="2022-03-11T13:31:13.728" v="342"/>
          <ac:spMkLst>
            <pc:docMk/>
            <pc:sldMk cId="668873099" sldId="309"/>
            <ac:spMk id="9" creationId="{08A47E5F-747E-46C7-89D9-D37A29046178}"/>
          </ac:spMkLst>
        </pc:spChg>
        <pc:spChg chg="mod">
          <ac:chgData name="Stanley Rodrick" userId="8969fbcc-7c96-46fb-a663-9e2e5920ff04" providerId="ADAL" clId="{F2DE8A7F-FCDC-4C86-A4AE-17628B29B55F}" dt="2022-03-11T13:31:17.375" v="343" actId="1076"/>
          <ac:spMkLst>
            <pc:docMk/>
            <pc:sldMk cId="668873099" sldId="309"/>
            <ac:spMk id="10" creationId="{AA80249B-7319-D648-A358-E3425C776A30}"/>
          </ac:spMkLst>
        </pc:spChg>
      </pc:sldChg>
      <pc:sldChg chg="addSp delSp modSp mod">
        <pc:chgData name="Stanley Rodrick" userId="8969fbcc-7c96-46fb-a663-9e2e5920ff04" providerId="ADAL" clId="{F2DE8A7F-FCDC-4C86-A4AE-17628B29B55F}" dt="2022-03-11T13:39:13.320" v="390" actId="14100"/>
        <pc:sldMkLst>
          <pc:docMk/>
          <pc:sldMk cId="2818567553" sldId="310"/>
        </pc:sldMkLst>
        <pc:spChg chg="del">
          <ac:chgData name="Stanley Rodrick" userId="8969fbcc-7c96-46fb-a663-9e2e5920ff04" providerId="ADAL" clId="{F2DE8A7F-FCDC-4C86-A4AE-17628B29B55F}" dt="2022-03-11T13:31:04.281" v="337" actId="478"/>
          <ac:spMkLst>
            <pc:docMk/>
            <pc:sldMk cId="2818567553" sldId="310"/>
            <ac:spMk id="2" creationId="{30C5B4EB-48B2-3E45-A58F-300E9A03105A}"/>
          </ac:spMkLst>
        </pc:spChg>
        <pc:spChg chg="mod">
          <ac:chgData name="Stanley Rodrick" userId="8969fbcc-7c96-46fb-a663-9e2e5920ff04" providerId="ADAL" clId="{F2DE8A7F-FCDC-4C86-A4AE-17628B29B55F}" dt="2022-03-11T13:37:59.150" v="377"/>
          <ac:spMkLst>
            <pc:docMk/>
            <pc:sldMk cId="2818567553" sldId="310"/>
            <ac:spMk id="3" creationId="{79842C76-0AB5-A045-93EA-2165F8123075}"/>
          </ac:spMkLst>
        </pc:spChg>
        <pc:spChg chg="mod">
          <ac:chgData name="Stanley Rodrick" userId="8969fbcc-7c96-46fb-a663-9e2e5920ff04" providerId="ADAL" clId="{F2DE8A7F-FCDC-4C86-A4AE-17628B29B55F}" dt="2022-03-11T13:38:00.582" v="378"/>
          <ac:spMkLst>
            <pc:docMk/>
            <pc:sldMk cId="2818567553" sldId="310"/>
            <ac:spMk id="4" creationId="{FDA79AA0-0D4A-C345-B025-1E52DA530F9E}"/>
          </ac:spMkLst>
        </pc:spChg>
        <pc:spChg chg="add del mod">
          <ac:chgData name="Stanley Rodrick" userId="8969fbcc-7c96-46fb-a663-9e2e5920ff04" providerId="ADAL" clId="{F2DE8A7F-FCDC-4C86-A4AE-17628B29B55F}" dt="2022-03-11T13:31:05.424" v="338" actId="478"/>
          <ac:spMkLst>
            <pc:docMk/>
            <pc:sldMk cId="2818567553" sldId="310"/>
            <ac:spMk id="7" creationId="{683AA556-064C-498D-9112-B8C9397667C4}"/>
          </ac:spMkLst>
        </pc:spChg>
        <pc:spChg chg="add mod">
          <ac:chgData name="Stanley Rodrick" userId="8969fbcc-7c96-46fb-a663-9e2e5920ff04" providerId="ADAL" clId="{F2DE8A7F-FCDC-4C86-A4AE-17628B29B55F}" dt="2022-03-11T13:37:00.800" v="363" actId="1076"/>
          <ac:spMkLst>
            <pc:docMk/>
            <pc:sldMk cId="2818567553" sldId="310"/>
            <ac:spMk id="9" creationId="{9199D23C-19F1-4ED2-8623-8645B09254F1}"/>
          </ac:spMkLst>
        </pc:spChg>
        <pc:spChg chg="mod">
          <ac:chgData name="Stanley Rodrick" userId="8969fbcc-7c96-46fb-a663-9e2e5920ff04" providerId="ADAL" clId="{F2DE8A7F-FCDC-4C86-A4AE-17628B29B55F}" dt="2022-03-11T13:36:57.278" v="362" actId="207"/>
          <ac:spMkLst>
            <pc:docMk/>
            <pc:sldMk cId="2818567553" sldId="310"/>
            <ac:spMk id="10" creationId="{AA80249B-7319-D648-A358-E3425C776A30}"/>
          </ac:spMkLst>
        </pc:spChg>
        <pc:picChg chg="add mod">
          <ac:chgData name="Stanley Rodrick" userId="8969fbcc-7c96-46fb-a663-9e2e5920ff04" providerId="ADAL" clId="{F2DE8A7F-FCDC-4C86-A4AE-17628B29B55F}" dt="2022-03-11T13:38:27.478" v="381" actId="1076"/>
          <ac:picMkLst>
            <pc:docMk/>
            <pc:sldMk cId="2818567553" sldId="310"/>
            <ac:picMk id="5122" creationId="{BC84A08B-81B0-47FB-9AAD-7F992016714D}"/>
          </ac:picMkLst>
        </pc:picChg>
        <pc:picChg chg="add mod">
          <ac:chgData name="Stanley Rodrick" userId="8969fbcc-7c96-46fb-a663-9e2e5920ff04" providerId="ADAL" clId="{F2DE8A7F-FCDC-4C86-A4AE-17628B29B55F}" dt="2022-03-11T13:39:13.320" v="390" actId="14100"/>
          <ac:picMkLst>
            <pc:docMk/>
            <pc:sldMk cId="2818567553" sldId="310"/>
            <ac:picMk id="5124" creationId="{EA3B5EC3-277E-4FB3-ACF2-EEB6B91FB4A9}"/>
          </ac:picMkLst>
        </pc:picChg>
      </pc:sldChg>
      <pc:sldChg chg="addSp delSp modSp mod">
        <pc:chgData name="Stanley Rodrick" userId="8969fbcc-7c96-46fb-a663-9e2e5920ff04" providerId="ADAL" clId="{F2DE8A7F-FCDC-4C86-A4AE-17628B29B55F}" dt="2022-03-11T13:56:33.990" v="514"/>
        <pc:sldMkLst>
          <pc:docMk/>
          <pc:sldMk cId="3914405024" sldId="311"/>
        </pc:sldMkLst>
        <pc:spChg chg="del">
          <ac:chgData name="Stanley Rodrick" userId="8969fbcc-7c96-46fb-a663-9e2e5920ff04" providerId="ADAL" clId="{F2DE8A7F-FCDC-4C86-A4AE-17628B29B55F}" dt="2022-03-11T13:36:26.202" v="354" actId="478"/>
          <ac:spMkLst>
            <pc:docMk/>
            <pc:sldMk cId="3914405024" sldId="311"/>
            <ac:spMk id="2" creationId="{30C5B4EB-48B2-3E45-A58F-300E9A03105A}"/>
          </ac:spMkLst>
        </pc:spChg>
        <pc:spChg chg="mod">
          <ac:chgData name="Stanley Rodrick" userId="8969fbcc-7c96-46fb-a663-9e2e5920ff04" providerId="ADAL" clId="{F2DE8A7F-FCDC-4C86-A4AE-17628B29B55F}" dt="2022-03-11T13:56:32.026" v="513"/>
          <ac:spMkLst>
            <pc:docMk/>
            <pc:sldMk cId="3914405024" sldId="311"/>
            <ac:spMk id="3" creationId="{A6BB797C-CD02-BB48-B89A-1EA9B3E1E024}"/>
          </ac:spMkLst>
        </pc:spChg>
        <pc:spChg chg="mod">
          <ac:chgData name="Stanley Rodrick" userId="8969fbcc-7c96-46fb-a663-9e2e5920ff04" providerId="ADAL" clId="{F2DE8A7F-FCDC-4C86-A4AE-17628B29B55F}" dt="2022-03-11T13:56:33.990" v="514"/>
          <ac:spMkLst>
            <pc:docMk/>
            <pc:sldMk cId="3914405024" sldId="311"/>
            <ac:spMk id="4" creationId="{6399C3B2-0257-4947-BAB9-31AD20DBF05E}"/>
          </ac:spMkLst>
        </pc:spChg>
        <pc:spChg chg="add del mod">
          <ac:chgData name="Stanley Rodrick" userId="8969fbcc-7c96-46fb-a663-9e2e5920ff04" providerId="ADAL" clId="{F2DE8A7F-FCDC-4C86-A4AE-17628B29B55F}" dt="2022-03-11T13:36:27.779" v="355" actId="478"/>
          <ac:spMkLst>
            <pc:docMk/>
            <pc:sldMk cId="3914405024" sldId="311"/>
            <ac:spMk id="7" creationId="{110DA00C-EF8E-4FDA-8D6F-48141096C448}"/>
          </ac:spMkLst>
        </pc:spChg>
        <pc:spChg chg="add del mod">
          <ac:chgData name="Stanley Rodrick" userId="8969fbcc-7c96-46fb-a663-9e2e5920ff04" providerId="ADAL" clId="{F2DE8A7F-FCDC-4C86-A4AE-17628B29B55F}" dt="2022-03-11T13:48:12.847" v="449" actId="478"/>
          <ac:spMkLst>
            <pc:docMk/>
            <pc:sldMk cId="3914405024" sldId="311"/>
            <ac:spMk id="9" creationId="{4044A069-FC57-4ED5-8334-9E97D4F69B7E}"/>
          </ac:spMkLst>
        </pc:spChg>
        <pc:spChg chg="mod">
          <ac:chgData name="Stanley Rodrick" userId="8969fbcc-7c96-46fb-a663-9e2e5920ff04" providerId="ADAL" clId="{F2DE8A7F-FCDC-4C86-A4AE-17628B29B55F}" dt="2022-03-11T13:48:34.639" v="452" actId="207"/>
          <ac:spMkLst>
            <pc:docMk/>
            <pc:sldMk cId="3914405024" sldId="311"/>
            <ac:spMk id="10" creationId="{AA80249B-7319-D648-A358-E3425C776A30}"/>
          </ac:spMkLst>
        </pc:spChg>
        <pc:spChg chg="add del mod">
          <ac:chgData name="Stanley Rodrick" userId="8969fbcc-7c96-46fb-a663-9e2e5920ff04" providerId="ADAL" clId="{F2DE8A7F-FCDC-4C86-A4AE-17628B29B55F}" dt="2022-03-11T13:48:14.782" v="450" actId="478"/>
          <ac:spMkLst>
            <pc:docMk/>
            <pc:sldMk cId="3914405024" sldId="311"/>
            <ac:spMk id="11" creationId="{E356CD53-1313-47E4-BB14-80868860CF0F}"/>
          </ac:spMkLst>
        </pc:spChg>
        <pc:spChg chg="add mod">
          <ac:chgData name="Stanley Rodrick" userId="8969fbcc-7c96-46fb-a663-9e2e5920ff04" providerId="ADAL" clId="{F2DE8A7F-FCDC-4C86-A4AE-17628B29B55F}" dt="2022-03-11T13:48:19.063" v="451"/>
          <ac:spMkLst>
            <pc:docMk/>
            <pc:sldMk cId="3914405024" sldId="311"/>
            <ac:spMk id="12" creationId="{2C39B738-58DF-4121-BA45-5D64C0BFDD80}"/>
          </ac:spMkLst>
        </pc:spChg>
        <pc:picChg chg="add mod">
          <ac:chgData name="Stanley Rodrick" userId="8969fbcc-7c96-46fb-a663-9e2e5920ff04" providerId="ADAL" clId="{F2DE8A7F-FCDC-4C86-A4AE-17628B29B55F}" dt="2022-03-11T13:53:27.476" v="493" actId="1076"/>
          <ac:picMkLst>
            <pc:docMk/>
            <pc:sldMk cId="3914405024" sldId="311"/>
            <ac:picMk id="13" creationId="{B321066E-364E-4178-9096-6C9045CD19A4}"/>
          </ac:picMkLst>
        </pc:picChg>
        <pc:picChg chg="add mod">
          <ac:chgData name="Stanley Rodrick" userId="8969fbcc-7c96-46fb-a663-9e2e5920ff04" providerId="ADAL" clId="{F2DE8A7F-FCDC-4C86-A4AE-17628B29B55F}" dt="2022-03-11T13:54:30.597" v="500" actId="1076"/>
          <ac:picMkLst>
            <pc:docMk/>
            <pc:sldMk cId="3914405024" sldId="311"/>
            <ac:picMk id="14" creationId="{8DD8405D-BF96-4671-BD37-75F91F83DC03}"/>
          </ac:picMkLst>
        </pc:picChg>
        <pc:picChg chg="add mod">
          <ac:chgData name="Stanley Rodrick" userId="8969fbcc-7c96-46fb-a663-9e2e5920ff04" providerId="ADAL" clId="{F2DE8A7F-FCDC-4C86-A4AE-17628B29B55F}" dt="2022-03-11T13:54:28.753" v="499" actId="1076"/>
          <ac:picMkLst>
            <pc:docMk/>
            <pc:sldMk cId="3914405024" sldId="311"/>
            <ac:picMk id="15" creationId="{9FB5D613-4152-45E5-BDC7-3C2E8DDF75EC}"/>
          </ac:picMkLst>
        </pc:picChg>
        <pc:picChg chg="add del mod">
          <ac:chgData name="Stanley Rodrick" userId="8969fbcc-7c96-46fb-a663-9e2e5920ff04" providerId="ADAL" clId="{F2DE8A7F-FCDC-4C86-A4AE-17628B29B55F}" dt="2022-03-11T13:55:36.098" v="501" actId="478"/>
          <ac:picMkLst>
            <pc:docMk/>
            <pc:sldMk cId="3914405024" sldId="311"/>
            <ac:picMk id="7170" creationId="{455CB26E-E283-4688-ADB8-97C1AE6F16AB}"/>
          </ac:picMkLst>
        </pc:picChg>
        <pc:picChg chg="add mod">
          <ac:chgData name="Stanley Rodrick" userId="8969fbcc-7c96-46fb-a663-9e2e5920ff04" providerId="ADAL" clId="{F2DE8A7F-FCDC-4C86-A4AE-17628B29B55F}" dt="2022-03-11T13:55:45.505" v="504" actId="1076"/>
          <ac:picMkLst>
            <pc:docMk/>
            <pc:sldMk cId="3914405024" sldId="311"/>
            <ac:picMk id="7172" creationId="{A3EA762E-2B01-40C1-A687-E0F39385C034}"/>
          </ac:picMkLst>
        </pc:picChg>
      </pc:sldChg>
      <pc:sldChg chg="addSp modSp mod">
        <pc:chgData name="Stanley Rodrick" userId="8969fbcc-7c96-46fb-a663-9e2e5920ff04" providerId="ADAL" clId="{F2DE8A7F-FCDC-4C86-A4AE-17628B29B55F}" dt="2022-03-11T13:29:02.685" v="313" actId="108"/>
        <pc:sldMkLst>
          <pc:docMk/>
          <pc:sldMk cId="1420989761" sldId="312"/>
        </pc:sldMkLst>
        <pc:spChg chg="mod">
          <ac:chgData name="Stanley Rodrick" userId="8969fbcc-7c96-46fb-a663-9e2e5920ff04" providerId="ADAL" clId="{F2DE8A7F-FCDC-4C86-A4AE-17628B29B55F}" dt="2022-03-11T13:29:02.685" v="313" actId="108"/>
          <ac:spMkLst>
            <pc:docMk/>
            <pc:sldMk cId="1420989761" sldId="312"/>
            <ac:spMk id="2" creationId="{30C5B4EB-48B2-3E45-A58F-300E9A03105A}"/>
          </ac:spMkLst>
        </pc:spChg>
        <pc:spChg chg="mod">
          <ac:chgData name="Stanley Rodrick" userId="8969fbcc-7c96-46fb-a663-9e2e5920ff04" providerId="ADAL" clId="{F2DE8A7F-FCDC-4C86-A4AE-17628B29B55F}" dt="2022-03-11T13:21:09.520" v="240"/>
          <ac:spMkLst>
            <pc:docMk/>
            <pc:sldMk cId="1420989761" sldId="312"/>
            <ac:spMk id="3" creationId="{6C728CB5-F0B5-AA4A-9897-621DB7E03E1D}"/>
          </ac:spMkLst>
        </pc:spChg>
        <pc:spChg chg="mod">
          <ac:chgData name="Stanley Rodrick" userId="8969fbcc-7c96-46fb-a663-9e2e5920ff04" providerId="ADAL" clId="{F2DE8A7F-FCDC-4C86-A4AE-17628B29B55F}" dt="2022-03-11T13:21:13.179" v="242" actId="14100"/>
          <ac:spMkLst>
            <pc:docMk/>
            <pc:sldMk cId="1420989761" sldId="312"/>
            <ac:spMk id="9" creationId="{79C93B2D-0401-5B47-9ACB-6C5C39E10958}"/>
          </ac:spMkLst>
        </pc:spChg>
        <pc:spChg chg="mod">
          <ac:chgData name="Stanley Rodrick" userId="8969fbcc-7c96-46fb-a663-9e2e5920ff04" providerId="ADAL" clId="{F2DE8A7F-FCDC-4C86-A4AE-17628B29B55F}" dt="2022-03-11T13:21:19.650" v="243" actId="207"/>
          <ac:spMkLst>
            <pc:docMk/>
            <pc:sldMk cId="1420989761" sldId="312"/>
            <ac:spMk id="10" creationId="{AA80249B-7319-D648-A358-E3425C776A30}"/>
          </ac:spMkLst>
        </pc:spChg>
        <pc:picChg chg="add mod modCrop">
          <ac:chgData name="Stanley Rodrick" userId="8969fbcc-7c96-46fb-a663-9e2e5920ff04" providerId="ADAL" clId="{F2DE8A7F-FCDC-4C86-A4AE-17628B29B55F}" dt="2022-03-11T13:24:24.410" v="278" actId="1076"/>
          <ac:picMkLst>
            <pc:docMk/>
            <pc:sldMk cId="1420989761" sldId="312"/>
            <ac:picMk id="4" creationId="{E4550288-0B1E-4DF8-BCA2-0707C361EF24}"/>
          </ac:picMkLst>
        </pc:picChg>
        <pc:picChg chg="add mod modCrop">
          <ac:chgData name="Stanley Rodrick" userId="8969fbcc-7c96-46fb-a663-9e2e5920ff04" providerId="ADAL" clId="{F2DE8A7F-FCDC-4C86-A4AE-17628B29B55F}" dt="2022-03-11T13:24:25.801" v="279" actId="1076"/>
          <ac:picMkLst>
            <pc:docMk/>
            <pc:sldMk cId="1420989761" sldId="312"/>
            <ac:picMk id="6" creationId="{0CA4989E-2FA2-4ECF-B7F9-DE36A1EE8439}"/>
          </ac:picMkLst>
        </pc:picChg>
        <pc:picChg chg="add mod">
          <ac:chgData name="Stanley Rodrick" userId="8969fbcc-7c96-46fb-a663-9e2e5920ff04" providerId="ADAL" clId="{F2DE8A7F-FCDC-4C86-A4AE-17628B29B55F}" dt="2022-03-11T13:24:27.269" v="280" actId="1076"/>
          <ac:picMkLst>
            <pc:docMk/>
            <pc:sldMk cId="1420989761" sldId="312"/>
            <ac:picMk id="2050" creationId="{B667319D-912B-4A88-A053-810269AA544C}"/>
          </ac:picMkLst>
        </pc:picChg>
        <pc:picChg chg="add mod">
          <ac:chgData name="Stanley Rodrick" userId="8969fbcc-7c96-46fb-a663-9e2e5920ff04" providerId="ADAL" clId="{F2DE8A7F-FCDC-4C86-A4AE-17628B29B55F}" dt="2022-03-11T13:25:32.387" v="289" actId="1076"/>
          <ac:picMkLst>
            <pc:docMk/>
            <pc:sldMk cId="1420989761" sldId="312"/>
            <ac:picMk id="2052" creationId="{5C4EC26A-37B6-47D7-818E-B96D0D3F1249}"/>
          </ac:picMkLst>
        </pc:picChg>
        <pc:picChg chg="add mod">
          <ac:chgData name="Stanley Rodrick" userId="8969fbcc-7c96-46fb-a663-9e2e5920ff04" providerId="ADAL" clId="{F2DE8A7F-FCDC-4C86-A4AE-17628B29B55F}" dt="2022-03-11T13:27:53.739" v="305" actId="1076"/>
          <ac:picMkLst>
            <pc:docMk/>
            <pc:sldMk cId="1420989761" sldId="312"/>
            <ac:picMk id="2054" creationId="{3F9491C3-12B0-42DA-BC93-FD931E19B9A5}"/>
          </ac:picMkLst>
        </pc:picChg>
        <pc:picChg chg="add mod">
          <ac:chgData name="Stanley Rodrick" userId="8969fbcc-7c96-46fb-a663-9e2e5920ff04" providerId="ADAL" clId="{F2DE8A7F-FCDC-4C86-A4AE-17628B29B55F}" dt="2022-03-11T13:27:11.581" v="297" actId="1076"/>
          <ac:picMkLst>
            <pc:docMk/>
            <pc:sldMk cId="1420989761" sldId="312"/>
            <ac:picMk id="2056" creationId="{30DD362F-13B0-4A2D-AC47-066AA533E168}"/>
          </ac:picMkLst>
        </pc:picChg>
        <pc:picChg chg="add mod">
          <ac:chgData name="Stanley Rodrick" userId="8969fbcc-7c96-46fb-a663-9e2e5920ff04" providerId="ADAL" clId="{F2DE8A7F-FCDC-4C86-A4AE-17628B29B55F}" dt="2022-03-11T13:28:10.704" v="307" actId="1076"/>
          <ac:picMkLst>
            <pc:docMk/>
            <pc:sldMk cId="1420989761" sldId="312"/>
            <ac:picMk id="2058" creationId="{2F43BE3C-99AA-4DCE-B5CF-166695511A96}"/>
          </ac:picMkLst>
        </pc:picChg>
      </pc:sldChg>
      <pc:sldChg chg="modSp mod">
        <pc:chgData name="Stanley Rodrick" userId="8969fbcc-7c96-46fb-a663-9e2e5920ff04" providerId="ADAL" clId="{F2DE8A7F-FCDC-4C86-A4AE-17628B29B55F}" dt="2022-03-11T13:29:55.409" v="323"/>
        <pc:sldMkLst>
          <pc:docMk/>
          <pc:sldMk cId="3324799722" sldId="313"/>
        </pc:sldMkLst>
        <pc:spChg chg="mod">
          <ac:chgData name="Stanley Rodrick" userId="8969fbcc-7c96-46fb-a663-9e2e5920ff04" providerId="ADAL" clId="{F2DE8A7F-FCDC-4C86-A4AE-17628B29B55F}" dt="2022-03-11T13:29:11.336" v="314" actId="108"/>
          <ac:spMkLst>
            <pc:docMk/>
            <pc:sldMk cId="3324799722" sldId="313"/>
            <ac:spMk id="2" creationId="{30C5B4EB-48B2-3E45-A58F-300E9A03105A}"/>
          </ac:spMkLst>
        </pc:spChg>
        <pc:spChg chg="mod">
          <ac:chgData name="Stanley Rodrick" userId="8969fbcc-7c96-46fb-a663-9e2e5920ff04" providerId="ADAL" clId="{F2DE8A7F-FCDC-4C86-A4AE-17628B29B55F}" dt="2022-03-11T13:29:43.963" v="319"/>
          <ac:spMkLst>
            <pc:docMk/>
            <pc:sldMk cId="3324799722" sldId="313"/>
            <ac:spMk id="3" creationId="{6C728CB5-F0B5-AA4A-9897-621DB7E03E1D}"/>
          </ac:spMkLst>
        </pc:spChg>
        <pc:spChg chg="mod">
          <ac:chgData name="Stanley Rodrick" userId="8969fbcc-7c96-46fb-a663-9e2e5920ff04" providerId="ADAL" clId="{F2DE8A7F-FCDC-4C86-A4AE-17628B29B55F}" dt="2022-03-11T13:29:51.410" v="322" actId="207"/>
          <ac:spMkLst>
            <pc:docMk/>
            <pc:sldMk cId="3324799722" sldId="313"/>
            <ac:spMk id="4" creationId="{46337218-1009-3E4E-A2F7-B66BFB405F6D}"/>
          </ac:spMkLst>
        </pc:spChg>
        <pc:spChg chg="mod">
          <ac:chgData name="Stanley Rodrick" userId="8969fbcc-7c96-46fb-a663-9e2e5920ff04" providerId="ADAL" clId="{F2DE8A7F-FCDC-4C86-A4AE-17628B29B55F}" dt="2022-03-11T13:29:55.409" v="323"/>
          <ac:spMkLst>
            <pc:docMk/>
            <pc:sldMk cId="3324799722" sldId="313"/>
            <ac:spMk id="6" creationId="{82CF4536-20FB-E648-917E-ECEADFE3938C}"/>
          </ac:spMkLst>
        </pc:spChg>
        <pc:spChg chg="mod">
          <ac:chgData name="Stanley Rodrick" userId="8969fbcc-7c96-46fb-a663-9e2e5920ff04" providerId="ADAL" clId="{F2DE8A7F-FCDC-4C86-A4AE-17628B29B55F}" dt="2022-03-11T13:21:47.230" v="250" actId="207"/>
          <ac:spMkLst>
            <pc:docMk/>
            <pc:sldMk cId="3324799722" sldId="313"/>
            <ac:spMk id="10" creationId="{AA80249B-7319-D648-A358-E3425C776A30}"/>
          </ac:spMkLst>
        </pc:spChg>
      </pc:sldChg>
      <pc:sldChg chg="addSp delSp modSp mod">
        <pc:chgData name="Stanley Rodrick" userId="8969fbcc-7c96-46fb-a663-9e2e5920ff04" providerId="ADAL" clId="{F2DE8A7F-FCDC-4C86-A4AE-17628B29B55F}" dt="2022-03-11T13:30:25.232" v="331" actId="1076"/>
        <pc:sldMkLst>
          <pc:docMk/>
          <pc:sldMk cId="1253029755" sldId="314"/>
        </pc:sldMkLst>
        <pc:spChg chg="mod">
          <ac:chgData name="Stanley Rodrick" userId="8969fbcc-7c96-46fb-a663-9e2e5920ff04" providerId="ADAL" clId="{F2DE8A7F-FCDC-4C86-A4AE-17628B29B55F}" dt="2022-03-11T13:29:18.817" v="315" actId="108"/>
          <ac:spMkLst>
            <pc:docMk/>
            <pc:sldMk cId="1253029755" sldId="314"/>
            <ac:spMk id="2" creationId="{30C5B4EB-48B2-3E45-A58F-300E9A03105A}"/>
          </ac:spMkLst>
        </pc:spChg>
        <pc:spChg chg="mod">
          <ac:chgData name="Stanley Rodrick" userId="8969fbcc-7c96-46fb-a663-9e2e5920ff04" providerId="ADAL" clId="{F2DE8A7F-FCDC-4C86-A4AE-17628B29B55F}" dt="2022-03-11T13:30:01.607" v="324"/>
          <ac:spMkLst>
            <pc:docMk/>
            <pc:sldMk cId="1253029755" sldId="314"/>
            <ac:spMk id="3" creationId="{6C728CB5-F0B5-AA4A-9897-621DB7E03E1D}"/>
          </ac:spMkLst>
        </pc:spChg>
        <pc:spChg chg="add del mod">
          <ac:chgData name="Stanley Rodrick" userId="8969fbcc-7c96-46fb-a663-9e2e5920ff04" providerId="ADAL" clId="{F2DE8A7F-FCDC-4C86-A4AE-17628B29B55F}" dt="2022-03-11T13:28:35.948" v="309" actId="478"/>
          <ac:spMkLst>
            <pc:docMk/>
            <pc:sldMk cId="1253029755" sldId="314"/>
            <ac:spMk id="6" creationId="{890BF6E9-67EB-4DF9-9491-D2B0882D6280}"/>
          </ac:spMkLst>
        </pc:spChg>
        <pc:spChg chg="mod">
          <ac:chgData name="Stanley Rodrick" userId="8969fbcc-7c96-46fb-a663-9e2e5920ff04" providerId="ADAL" clId="{F2DE8A7F-FCDC-4C86-A4AE-17628B29B55F}" dt="2022-03-11T13:30:23.305" v="329" actId="403"/>
          <ac:spMkLst>
            <pc:docMk/>
            <pc:sldMk cId="1253029755" sldId="314"/>
            <ac:spMk id="9" creationId="{A8B844E0-887D-AA40-A9C7-121E51B28985}"/>
          </ac:spMkLst>
        </pc:spChg>
        <pc:spChg chg="del">
          <ac:chgData name="Stanley Rodrick" userId="8969fbcc-7c96-46fb-a663-9e2e5920ff04" providerId="ADAL" clId="{F2DE8A7F-FCDC-4C86-A4AE-17628B29B55F}" dt="2022-03-11T13:28:30.707" v="308" actId="478"/>
          <ac:spMkLst>
            <pc:docMk/>
            <pc:sldMk cId="1253029755" sldId="314"/>
            <ac:spMk id="10" creationId="{AA80249B-7319-D648-A358-E3425C776A30}"/>
          </ac:spMkLst>
        </pc:spChg>
        <pc:spChg chg="add mod">
          <ac:chgData name="Stanley Rodrick" userId="8969fbcc-7c96-46fb-a663-9e2e5920ff04" providerId="ADAL" clId="{F2DE8A7F-FCDC-4C86-A4AE-17628B29B55F}" dt="2022-03-11T13:30:25.232" v="331" actId="1076"/>
          <ac:spMkLst>
            <pc:docMk/>
            <pc:sldMk cId="1253029755" sldId="314"/>
            <ac:spMk id="11" creationId="{1C2B09D8-0AA8-45EF-804C-5E03741C2B9E}"/>
          </ac:spMkLst>
        </pc:spChg>
      </pc:sldChg>
      <pc:sldChg chg="addSp delSp modSp mod">
        <pc:chgData name="Stanley Rodrick" userId="8969fbcc-7c96-46fb-a663-9e2e5920ff04" providerId="ADAL" clId="{F2DE8A7F-FCDC-4C86-A4AE-17628B29B55F}" dt="2022-03-11T13:40:51.710" v="425" actId="20577"/>
        <pc:sldMkLst>
          <pc:docMk/>
          <pc:sldMk cId="3263039973" sldId="315"/>
        </pc:sldMkLst>
        <pc:spChg chg="del">
          <ac:chgData name="Stanley Rodrick" userId="8969fbcc-7c96-46fb-a663-9e2e5920ff04" providerId="ADAL" clId="{F2DE8A7F-FCDC-4C86-A4AE-17628B29B55F}" dt="2022-03-11T13:36:13.257" v="348" actId="478"/>
          <ac:spMkLst>
            <pc:docMk/>
            <pc:sldMk cId="3263039973" sldId="315"/>
            <ac:spMk id="2" creationId="{30C5B4EB-48B2-3E45-A58F-300E9A03105A}"/>
          </ac:spMkLst>
        </pc:spChg>
        <pc:spChg chg="mod">
          <ac:chgData name="Stanley Rodrick" userId="8969fbcc-7c96-46fb-a663-9e2e5920ff04" providerId="ADAL" clId="{F2DE8A7F-FCDC-4C86-A4AE-17628B29B55F}" dt="2022-03-11T13:40:37.238" v="416" actId="33524"/>
          <ac:spMkLst>
            <pc:docMk/>
            <pc:sldMk cId="3263039973" sldId="315"/>
            <ac:spMk id="3" creationId="{79842C76-0AB5-A045-93EA-2165F8123075}"/>
          </ac:spMkLst>
        </pc:spChg>
        <pc:spChg chg="add del mod">
          <ac:chgData name="Stanley Rodrick" userId="8969fbcc-7c96-46fb-a663-9e2e5920ff04" providerId="ADAL" clId="{F2DE8A7F-FCDC-4C86-A4AE-17628B29B55F}" dt="2022-03-11T13:36:14.237" v="349" actId="478"/>
          <ac:spMkLst>
            <pc:docMk/>
            <pc:sldMk cId="3263039973" sldId="315"/>
            <ac:spMk id="6" creationId="{55BF5B22-C1A3-468E-9268-7E34B66D179C}"/>
          </ac:spMkLst>
        </pc:spChg>
        <pc:spChg chg="mod">
          <ac:chgData name="Stanley Rodrick" userId="8969fbcc-7c96-46fb-a663-9e2e5920ff04" providerId="ADAL" clId="{F2DE8A7F-FCDC-4C86-A4AE-17628B29B55F}" dt="2022-03-11T13:40:33.155" v="415"/>
          <ac:spMkLst>
            <pc:docMk/>
            <pc:sldMk cId="3263039973" sldId="315"/>
            <ac:spMk id="8" creationId="{013E070F-F51B-294E-9B30-4E3EC924CB61}"/>
          </ac:spMkLst>
        </pc:spChg>
        <pc:spChg chg="del">
          <ac:chgData name="Stanley Rodrick" userId="8969fbcc-7c96-46fb-a663-9e2e5920ff04" providerId="ADAL" clId="{F2DE8A7F-FCDC-4C86-A4AE-17628B29B55F}" dt="2022-03-11T13:37:34.575" v="370" actId="478"/>
          <ac:spMkLst>
            <pc:docMk/>
            <pc:sldMk cId="3263039973" sldId="315"/>
            <ac:spMk id="10" creationId="{AA80249B-7319-D648-A358-E3425C776A30}"/>
          </ac:spMkLst>
        </pc:spChg>
        <pc:spChg chg="add mod">
          <ac:chgData name="Stanley Rodrick" userId="8969fbcc-7c96-46fb-a663-9e2e5920ff04" providerId="ADAL" clId="{F2DE8A7F-FCDC-4C86-A4AE-17628B29B55F}" dt="2022-03-11T13:37:43.862" v="373" actId="1076"/>
          <ac:spMkLst>
            <pc:docMk/>
            <pc:sldMk cId="3263039973" sldId="315"/>
            <ac:spMk id="11" creationId="{12028515-DBA6-4CB9-AE51-BCF44757C363}"/>
          </ac:spMkLst>
        </pc:spChg>
        <pc:spChg chg="add del mod">
          <ac:chgData name="Stanley Rodrick" userId="8969fbcc-7c96-46fb-a663-9e2e5920ff04" providerId="ADAL" clId="{F2DE8A7F-FCDC-4C86-A4AE-17628B29B55F}" dt="2022-03-11T13:37:36.706" v="371" actId="478"/>
          <ac:spMkLst>
            <pc:docMk/>
            <pc:sldMk cId="3263039973" sldId="315"/>
            <ac:spMk id="12" creationId="{0B77AE75-5105-4009-AB71-7C8616C4CA97}"/>
          </ac:spMkLst>
        </pc:spChg>
        <pc:spChg chg="add mod">
          <ac:chgData name="Stanley Rodrick" userId="8969fbcc-7c96-46fb-a663-9e2e5920ff04" providerId="ADAL" clId="{F2DE8A7F-FCDC-4C86-A4AE-17628B29B55F}" dt="2022-03-11T13:40:51.710" v="425" actId="20577"/>
          <ac:spMkLst>
            <pc:docMk/>
            <pc:sldMk cId="3263039973" sldId="315"/>
            <ac:spMk id="13" creationId="{037EE4A2-875F-49EB-A1CE-D30DA38B0EED}"/>
          </ac:spMkLst>
        </pc:spChg>
      </pc:sldChg>
      <pc:sldChg chg="addSp delSp modSp mod">
        <pc:chgData name="Stanley Rodrick" userId="8969fbcc-7c96-46fb-a663-9e2e5920ff04" providerId="ADAL" clId="{F2DE8A7F-FCDC-4C86-A4AE-17628B29B55F}" dt="2022-03-11T13:48:02.563" v="448" actId="1076"/>
        <pc:sldMkLst>
          <pc:docMk/>
          <pc:sldMk cId="1647951413" sldId="316"/>
        </pc:sldMkLst>
        <pc:spChg chg="del">
          <ac:chgData name="Stanley Rodrick" userId="8969fbcc-7c96-46fb-a663-9e2e5920ff04" providerId="ADAL" clId="{F2DE8A7F-FCDC-4C86-A4AE-17628B29B55F}" dt="2022-03-11T13:36:20.185" v="351" actId="478"/>
          <ac:spMkLst>
            <pc:docMk/>
            <pc:sldMk cId="1647951413" sldId="316"/>
            <ac:spMk id="2" creationId="{30C5B4EB-48B2-3E45-A58F-300E9A03105A}"/>
          </ac:spMkLst>
        </pc:spChg>
        <pc:spChg chg="mod">
          <ac:chgData name="Stanley Rodrick" userId="8969fbcc-7c96-46fb-a663-9e2e5920ff04" providerId="ADAL" clId="{F2DE8A7F-FCDC-4C86-A4AE-17628B29B55F}" dt="2022-03-11T13:41:08.419" v="438" actId="207"/>
          <ac:spMkLst>
            <pc:docMk/>
            <pc:sldMk cId="1647951413" sldId="316"/>
            <ac:spMk id="3" creationId="{79842C76-0AB5-A045-93EA-2165F8123075}"/>
          </ac:spMkLst>
        </pc:spChg>
        <pc:spChg chg="add del mod">
          <ac:chgData name="Stanley Rodrick" userId="8969fbcc-7c96-46fb-a663-9e2e5920ff04" providerId="ADAL" clId="{F2DE8A7F-FCDC-4C86-A4AE-17628B29B55F}" dt="2022-03-11T13:36:21.626" v="352" actId="478"/>
          <ac:spMkLst>
            <pc:docMk/>
            <pc:sldMk cId="1647951413" sldId="316"/>
            <ac:spMk id="6" creationId="{7131821D-E77E-41CE-A2A0-423A577E5B7C}"/>
          </ac:spMkLst>
        </pc:spChg>
        <pc:spChg chg="add del mod">
          <ac:chgData name="Stanley Rodrick" userId="8969fbcc-7c96-46fb-a663-9e2e5920ff04" providerId="ADAL" clId="{F2DE8A7F-FCDC-4C86-A4AE-17628B29B55F}" dt="2022-03-11T13:39:57.762" v="404" actId="478"/>
          <ac:spMkLst>
            <pc:docMk/>
            <pc:sldMk cId="1647951413" sldId="316"/>
            <ac:spMk id="8" creationId="{7E674E0C-9575-4D2B-A5CA-4AADA1AB7C56}"/>
          </ac:spMkLst>
        </pc:spChg>
        <pc:spChg chg="add del mod">
          <ac:chgData name="Stanley Rodrick" userId="8969fbcc-7c96-46fb-a663-9e2e5920ff04" providerId="ADAL" clId="{F2DE8A7F-FCDC-4C86-A4AE-17628B29B55F}" dt="2022-03-11T13:39:50.171" v="402" actId="478"/>
          <ac:spMkLst>
            <pc:docMk/>
            <pc:sldMk cId="1647951413" sldId="316"/>
            <ac:spMk id="9" creationId="{C4332139-2B9E-4B09-AB0D-6AFC38A4C671}"/>
          </ac:spMkLst>
        </pc:spChg>
        <pc:spChg chg="del">
          <ac:chgData name="Stanley Rodrick" userId="8969fbcc-7c96-46fb-a663-9e2e5920ff04" providerId="ADAL" clId="{F2DE8A7F-FCDC-4C86-A4AE-17628B29B55F}" dt="2022-03-11T13:39:47.399" v="401" actId="478"/>
          <ac:spMkLst>
            <pc:docMk/>
            <pc:sldMk cId="1647951413" sldId="316"/>
            <ac:spMk id="10" creationId="{AA80249B-7319-D648-A358-E3425C776A30}"/>
          </ac:spMkLst>
        </pc:spChg>
        <pc:spChg chg="add del mod">
          <ac:chgData name="Stanley Rodrick" userId="8969fbcc-7c96-46fb-a663-9e2e5920ff04" providerId="ADAL" clId="{F2DE8A7F-FCDC-4C86-A4AE-17628B29B55F}" dt="2022-03-11T13:40:00.473" v="406" actId="478"/>
          <ac:spMkLst>
            <pc:docMk/>
            <pc:sldMk cId="1647951413" sldId="316"/>
            <ac:spMk id="11" creationId="{00534970-1135-4F5A-8A59-7865FD01D243}"/>
          </ac:spMkLst>
        </pc:spChg>
        <pc:spChg chg="add del mod">
          <ac:chgData name="Stanley Rodrick" userId="8969fbcc-7c96-46fb-a663-9e2e5920ff04" providerId="ADAL" clId="{F2DE8A7F-FCDC-4C86-A4AE-17628B29B55F}" dt="2022-03-11T13:39:59.216" v="405" actId="478"/>
          <ac:spMkLst>
            <pc:docMk/>
            <pc:sldMk cId="1647951413" sldId="316"/>
            <ac:spMk id="13" creationId="{5FEA6357-3CFA-4085-AF8E-9506CBAE59DF}"/>
          </ac:spMkLst>
        </pc:spChg>
        <pc:spChg chg="add del mod">
          <ac:chgData name="Stanley Rodrick" userId="8969fbcc-7c96-46fb-a663-9e2e5920ff04" providerId="ADAL" clId="{F2DE8A7F-FCDC-4C86-A4AE-17628B29B55F}" dt="2022-03-11T13:40:02.480" v="407" actId="478"/>
          <ac:spMkLst>
            <pc:docMk/>
            <pc:sldMk cId="1647951413" sldId="316"/>
            <ac:spMk id="15" creationId="{08A9CC21-0F5E-4985-BD3F-2F502B807224}"/>
          </ac:spMkLst>
        </pc:spChg>
        <pc:spChg chg="add mod">
          <ac:chgData name="Stanley Rodrick" userId="8969fbcc-7c96-46fb-a663-9e2e5920ff04" providerId="ADAL" clId="{F2DE8A7F-FCDC-4C86-A4AE-17628B29B55F}" dt="2022-03-11T13:40:59.957" v="436" actId="20577"/>
          <ac:spMkLst>
            <pc:docMk/>
            <pc:sldMk cId="1647951413" sldId="316"/>
            <ac:spMk id="16" creationId="{FF3FB798-DFF0-48D5-B06E-B008C965641E}"/>
          </ac:spMkLst>
        </pc:spChg>
        <pc:spChg chg="add mod">
          <ac:chgData name="Stanley Rodrick" userId="8969fbcc-7c96-46fb-a663-9e2e5920ff04" providerId="ADAL" clId="{F2DE8A7F-FCDC-4C86-A4AE-17628B29B55F}" dt="2022-03-11T13:40:03.750" v="408"/>
          <ac:spMkLst>
            <pc:docMk/>
            <pc:sldMk cId="1647951413" sldId="316"/>
            <ac:spMk id="17" creationId="{FC348D9A-D13E-451F-A208-B61F9A893552}"/>
          </ac:spMkLst>
        </pc:spChg>
        <pc:picChg chg="add mod">
          <ac:chgData name="Stanley Rodrick" userId="8969fbcc-7c96-46fb-a663-9e2e5920ff04" providerId="ADAL" clId="{F2DE8A7F-FCDC-4C86-A4AE-17628B29B55F}" dt="2022-03-11T13:48:02.563" v="448" actId="1076"/>
          <ac:picMkLst>
            <pc:docMk/>
            <pc:sldMk cId="1647951413" sldId="316"/>
            <ac:picMk id="18" creationId="{2F336386-DE0E-4FC7-B9A0-06F9F9681213}"/>
          </ac:picMkLst>
        </pc:picChg>
        <pc:picChg chg="add mod">
          <ac:chgData name="Stanley Rodrick" userId="8969fbcc-7c96-46fb-a663-9e2e5920ff04" providerId="ADAL" clId="{F2DE8A7F-FCDC-4C86-A4AE-17628B29B55F}" dt="2022-03-11T13:48:00.277" v="447" actId="1076"/>
          <ac:picMkLst>
            <pc:docMk/>
            <pc:sldMk cId="1647951413" sldId="316"/>
            <ac:picMk id="6146" creationId="{6EAB36B1-D220-41A1-A4D7-C5C360475708}"/>
          </ac:picMkLst>
        </pc:picChg>
      </pc:sldChg>
      <pc:sldChg chg="addSp delSp modSp mod">
        <pc:chgData name="Stanley Rodrick" userId="8969fbcc-7c96-46fb-a663-9e2e5920ff04" providerId="ADAL" clId="{F2DE8A7F-FCDC-4C86-A4AE-17628B29B55F}" dt="2022-03-11T14:02:35.206" v="570" actId="1076"/>
        <pc:sldMkLst>
          <pc:docMk/>
          <pc:sldMk cId="1549986860" sldId="317"/>
        </pc:sldMkLst>
        <pc:spChg chg="del">
          <ac:chgData name="Stanley Rodrick" userId="8969fbcc-7c96-46fb-a663-9e2e5920ff04" providerId="ADAL" clId="{F2DE8A7F-FCDC-4C86-A4AE-17628B29B55F}" dt="2022-03-11T13:36:33.515" v="357" actId="478"/>
          <ac:spMkLst>
            <pc:docMk/>
            <pc:sldMk cId="1549986860" sldId="317"/>
            <ac:spMk id="2" creationId="{30C5B4EB-48B2-3E45-A58F-300E9A03105A}"/>
          </ac:spMkLst>
        </pc:spChg>
        <pc:spChg chg="mod">
          <ac:chgData name="Stanley Rodrick" userId="8969fbcc-7c96-46fb-a663-9e2e5920ff04" providerId="ADAL" clId="{F2DE8A7F-FCDC-4C86-A4AE-17628B29B55F}" dt="2022-03-11T14:02:19.951" v="566" actId="14100"/>
          <ac:spMkLst>
            <pc:docMk/>
            <pc:sldMk cId="1549986860" sldId="317"/>
            <ac:spMk id="3" creationId="{A6BB797C-CD02-BB48-B89A-1EA9B3E1E024}"/>
          </ac:spMkLst>
        </pc:spChg>
        <pc:spChg chg="mod">
          <ac:chgData name="Stanley Rodrick" userId="8969fbcc-7c96-46fb-a663-9e2e5920ff04" providerId="ADAL" clId="{F2DE8A7F-FCDC-4C86-A4AE-17628B29B55F}" dt="2022-03-11T14:02:29.718" v="568" actId="1076"/>
          <ac:spMkLst>
            <pc:docMk/>
            <pc:sldMk cId="1549986860" sldId="317"/>
            <ac:spMk id="6" creationId="{DC2AA0A6-E237-1E46-8B40-083862F519FA}"/>
          </ac:spMkLst>
        </pc:spChg>
        <pc:spChg chg="mod">
          <ac:chgData name="Stanley Rodrick" userId="8969fbcc-7c96-46fb-a663-9e2e5920ff04" providerId="ADAL" clId="{F2DE8A7F-FCDC-4C86-A4AE-17628B29B55F}" dt="2022-03-11T14:02:24.672" v="567" actId="1076"/>
          <ac:spMkLst>
            <pc:docMk/>
            <pc:sldMk cId="1549986860" sldId="317"/>
            <ac:spMk id="7" creationId="{98725B62-A081-2A42-9BC0-EC0507908099}"/>
          </ac:spMkLst>
        </pc:spChg>
        <pc:spChg chg="add del mod">
          <ac:chgData name="Stanley Rodrick" userId="8969fbcc-7c96-46fb-a663-9e2e5920ff04" providerId="ADAL" clId="{F2DE8A7F-FCDC-4C86-A4AE-17628B29B55F}" dt="2022-03-11T13:36:34.491" v="358" actId="478"/>
          <ac:spMkLst>
            <pc:docMk/>
            <pc:sldMk cId="1549986860" sldId="317"/>
            <ac:spMk id="8" creationId="{B3D3BAD0-CF80-462A-8A97-19B12D4BCCF7}"/>
          </ac:spMkLst>
        </pc:spChg>
        <pc:spChg chg="mod">
          <ac:chgData name="Stanley Rodrick" userId="8969fbcc-7c96-46fb-a663-9e2e5920ff04" providerId="ADAL" clId="{F2DE8A7F-FCDC-4C86-A4AE-17628B29B55F}" dt="2022-03-11T13:58:35.261" v="532" actId="1076"/>
          <ac:spMkLst>
            <pc:docMk/>
            <pc:sldMk cId="1549986860" sldId="317"/>
            <ac:spMk id="10" creationId="{AA80249B-7319-D648-A358-E3425C776A30}"/>
          </ac:spMkLst>
        </pc:spChg>
        <pc:spChg chg="add mod">
          <ac:chgData name="Stanley Rodrick" userId="8969fbcc-7c96-46fb-a663-9e2e5920ff04" providerId="ADAL" clId="{F2DE8A7F-FCDC-4C86-A4AE-17628B29B55F}" dt="2022-03-11T13:58:35.261" v="532" actId="1076"/>
          <ac:spMkLst>
            <pc:docMk/>
            <pc:sldMk cId="1549986860" sldId="317"/>
            <ac:spMk id="11" creationId="{73EB0F68-96E0-4EBF-A4CE-ED0FD926E0A6}"/>
          </ac:spMkLst>
        </pc:spChg>
        <pc:picChg chg="add mod">
          <ac:chgData name="Stanley Rodrick" userId="8969fbcc-7c96-46fb-a663-9e2e5920ff04" providerId="ADAL" clId="{F2DE8A7F-FCDC-4C86-A4AE-17628B29B55F}" dt="2022-03-11T14:02:35.206" v="570" actId="1076"/>
          <ac:picMkLst>
            <pc:docMk/>
            <pc:sldMk cId="1549986860" sldId="317"/>
            <ac:picMk id="8194" creationId="{EDB37D5E-896E-4303-84AB-9A082E7B481F}"/>
          </ac:picMkLst>
        </pc:picChg>
        <pc:picChg chg="add mod">
          <ac:chgData name="Stanley Rodrick" userId="8969fbcc-7c96-46fb-a663-9e2e5920ff04" providerId="ADAL" clId="{F2DE8A7F-FCDC-4C86-A4AE-17628B29B55F}" dt="2022-03-11T14:02:35.206" v="570" actId="1076"/>
          <ac:picMkLst>
            <pc:docMk/>
            <pc:sldMk cId="1549986860" sldId="317"/>
            <ac:picMk id="8196" creationId="{F47EE6DB-ADAE-4267-A285-CA66AE8E759F}"/>
          </ac:picMkLst>
        </pc:picChg>
        <pc:picChg chg="add mod">
          <ac:chgData name="Stanley Rodrick" userId="8969fbcc-7c96-46fb-a663-9e2e5920ff04" providerId="ADAL" clId="{F2DE8A7F-FCDC-4C86-A4AE-17628B29B55F}" dt="2022-03-11T14:02:35.206" v="570" actId="1076"/>
          <ac:picMkLst>
            <pc:docMk/>
            <pc:sldMk cId="1549986860" sldId="317"/>
            <ac:picMk id="8198" creationId="{BF0EB962-D11B-4DAD-BC6F-1E6058A2B0EA}"/>
          </ac:picMkLst>
        </pc:picChg>
      </pc:sldChg>
      <pc:sldChg chg="modSp mod">
        <pc:chgData name="Stanley Rodrick" userId="8969fbcc-7c96-46fb-a663-9e2e5920ff04" providerId="ADAL" clId="{F2DE8A7F-FCDC-4C86-A4AE-17628B29B55F}" dt="2022-03-11T14:09:51.390" v="695" actId="207"/>
        <pc:sldMkLst>
          <pc:docMk/>
          <pc:sldMk cId="3136756562" sldId="319"/>
        </pc:sldMkLst>
        <pc:spChg chg="mod">
          <ac:chgData name="Stanley Rodrick" userId="8969fbcc-7c96-46fb-a663-9e2e5920ff04" providerId="ADAL" clId="{F2DE8A7F-FCDC-4C86-A4AE-17628B29B55F}" dt="2022-03-11T14:09:51.390" v="695" actId="207"/>
          <ac:spMkLst>
            <pc:docMk/>
            <pc:sldMk cId="3136756562" sldId="319"/>
            <ac:spMk id="2" creationId="{30C5B4EB-48B2-3E45-A58F-300E9A03105A}"/>
          </ac:spMkLst>
        </pc:spChg>
        <pc:spChg chg="mod">
          <ac:chgData name="Stanley Rodrick" userId="8969fbcc-7c96-46fb-a663-9e2e5920ff04" providerId="ADAL" clId="{F2DE8A7F-FCDC-4C86-A4AE-17628B29B55F}" dt="2022-03-11T14:03:32.125" v="581"/>
          <ac:spMkLst>
            <pc:docMk/>
            <pc:sldMk cId="3136756562" sldId="319"/>
            <ac:spMk id="3" creationId="{A6BB797C-CD02-BB48-B89A-1EA9B3E1E024}"/>
          </ac:spMkLst>
        </pc:spChg>
        <pc:spChg chg="mod">
          <ac:chgData name="Stanley Rodrick" userId="8969fbcc-7c96-46fb-a663-9e2e5920ff04" providerId="ADAL" clId="{F2DE8A7F-FCDC-4C86-A4AE-17628B29B55F}" dt="2022-03-11T14:05:33.610" v="639" actId="207"/>
          <ac:spMkLst>
            <pc:docMk/>
            <pc:sldMk cId="3136756562" sldId="319"/>
            <ac:spMk id="9" creationId="{D667C5B8-ED36-C944-8E31-A2E0D27BE242}"/>
          </ac:spMkLst>
        </pc:spChg>
      </pc:sldChg>
      <pc:sldChg chg="addSp delSp modSp mod">
        <pc:chgData name="Stanley Rodrick" userId="8969fbcc-7c96-46fb-a663-9e2e5920ff04" providerId="ADAL" clId="{F2DE8A7F-FCDC-4C86-A4AE-17628B29B55F}" dt="2022-03-11T14:09:57.649" v="698"/>
        <pc:sldMkLst>
          <pc:docMk/>
          <pc:sldMk cId="2681039461" sldId="320"/>
        </pc:sldMkLst>
        <pc:spChg chg="del">
          <ac:chgData name="Stanley Rodrick" userId="8969fbcc-7c96-46fb-a663-9e2e5920ff04" providerId="ADAL" clId="{F2DE8A7F-FCDC-4C86-A4AE-17628B29B55F}" dt="2022-03-11T14:09:55.695" v="696" actId="478"/>
          <ac:spMkLst>
            <pc:docMk/>
            <pc:sldMk cId="2681039461" sldId="320"/>
            <ac:spMk id="2" creationId="{30C5B4EB-48B2-3E45-A58F-300E9A03105A}"/>
          </ac:spMkLst>
        </pc:spChg>
        <pc:spChg chg="mod">
          <ac:chgData name="Stanley Rodrick" userId="8969fbcc-7c96-46fb-a663-9e2e5920ff04" providerId="ADAL" clId="{F2DE8A7F-FCDC-4C86-A4AE-17628B29B55F}" dt="2022-03-11T14:06:48.329" v="655" actId="207"/>
          <ac:spMkLst>
            <pc:docMk/>
            <pc:sldMk cId="2681039461" sldId="320"/>
            <ac:spMk id="3" creationId="{A6BB797C-CD02-BB48-B89A-1EA9B3E1E024}"/>
          </ac:spMkLst>
        </pc:spChg>
        <pc:spChg chg="mod">
          <ac:chgData name="Stanley Rodrick" userId="8969fbcc-7c96-46fb-a663-9e2e5920ff04" providerId="ADAL" clId="{F2DE8A7F-FCDC-4C86-A4AE-17628B29B55F}" dt="2022-03-11T14:07:23.496" v="661" actId="207"/>
          <ac:spMkLst>
            <pc:docMk/>
            <pc:sldMk cId="2681039461" sldId="320"/>
            <ac:spMk id="4" creationId="{F661F1DB-BB72-744B-98DE-AF016F5BAD63}"/>
          </ac:spMkLst>
        </pc:spChg>
        <pc:spChg chg="mod">
          <ac:chgData name="Stanley Rodrick" userId="8969fbcc-7c96-46fb-a663-9e2e5920ff04" providerId="ADAL" clId="{F2DE8A7F-FCDC-4C86-A4AE-17628B29B55F}" dt="2022-03-11T14:05:46.800" v="640" actId="207"/>
          <ac:spMkLst>
            <pc:docMk/>
            <pc:sldMk cId="2681039461" sldId="320"/>
            <ac:spMk id="6" creationId="{C4BBAF06-EF33-0F44-8F6A-D0FA073D5D8F}"/>
          </ac:spMkLst>
        </pc:spChg>
        <pc:spChg chg="add mod">
          <ac:chgData name="Stanley Rodrick" userId="8969fbcc-7c96-46fb-a663-9e2e5920ff04" providerId="ADAL" clId="{F2DE8A7F-FCDC-4C86-A4AE-17628B29B55F}" dt="2022-03-11T14:08:26.702" v="671" actId="207"/>
          <ac:spMkLst>
            <pc:docMk/>
            <pc:sldMk cId="2681039461" sldId="320"/>
            <ac:spMk id="7" creationId="{E389E9DA-9444-4DCD-B4EE-7B79231A2FB3}"/>
          </ac:spMkLst>
        </pc:spChg>
        <pc:spChg chg="add del mod">
          <ac:chgData name="Stanley Rodrick" userId="8969fbcc-7c96-46fb-a663-9e2e5920ff04" providerId="ADAL" clId="{F2DE8A7F-FCDC-4C86-A4AE-17628B29B55F}" dt="2022-03-11T14:09:56.775" v="697" actId="478"/>
          <ac:spMkLst>
            <pc:docMk/>
            <pc:sldMk cId="2681039461" sldId="320"/>
            <ac:spMk id="9" creationId="{A5B2AEA5-3211-4B60-BDAC-E7A9DDFE1632}"/>
          </ac:spMkLst>
        </pc:spChg>
        <pc:spChg chg="add mod">
          <ac:chgData name="Stanley Rodrick" userId="8969fbcc-7c96-46fb-a663-9e2e5920ff04" providerId="ADAL" clId="{F2DE8A7F-FCDC-4C86-A4AE-17628B29B55F}" dt="2022-03-11T14:09:57.649" v="698"/>
          <ac:spMkLst>
            <pc:docMk/>
            <pc:sldMk cId="2681039461" sldId="320"/>
            <ac:spMk id="10" creationId="{373E1BB3-956E-4793-9C5E-6B749DF79F88}"/>
          </ac:spMkLst>
        </pc:spChg>
      </pc:sldChg>
      <pc:sldChg chg="addSp delSp modSp mod">
        <pc:chgData name="Stanley Rodrick" userId="8969fbcc-7c96-46fb-a663-9e2e5920ff04" providerId="ADAL" clId="{F2DE8A7F-FCDC-4C86-A4AE-17628B29B55F}" dt="2022-03-11T14:10:11.810" v="702" actId="1076"/>
        <pc:sldMkLst>
          <pc:docMk/>
          <pc:sldMk cId="3361791180" sldId="321"/>
        </pc:sldMkLst>
        <pc:spChg chg="del">
          <ac:chgData name="Stanley Rodrick" userId="8969fbcc-7c96-46fb-a663-9e2e5920ff04" providerId="ADAL" clId="{F2DE8A7F-FCDC-4C86-A4AE-17628B29B55F}" dt="2022-03-11T14:10:04.153" v="699" actId="478"/>
          <ac:spMkLst>
            <pc:docMk/>
            <pc:sldMk cId="3361791180" sldId="321"/>
            <ac:spMk id="2" creationId="{30C5B4EB-48B2-3E45-A58F-300E9A03105A}"/>
          </ac:spMkLst>
        </pc:spChg>
        <pc:spChg chg="del mod">
          <ac:chgData name="Stanley Rodrick" userId="8969fbcc-7c96-46fb-a663-9e2e5920ff04" providerId="ADAL" clId="{F2DE8A7F-FCDC-4C86-A4AE-17628B29B55F}" dt="2022-03-11T14:07:41.410" v="663" actId="21"/>
          <ac:spMkLst>
            <pc:docMk/>
            <pc:sldMk cId="3361791180" sldId="321"/>
            <ac:spMk id="3" creationId="{A6BB797C-CD02-BB48-B89A-1EA9B3E1E024}"/>
          </ac:spMkLst>
        </pc:spChg>
        <pc:spChg chg="mod">
          <ac:chgData name="Stanley Rodrick" userId="8969fbcc-7c96-46fb-a663-9e2e5920ff04" providerId="ADAL" clId="{F2DE8A7F-FCDC-4C86-A4AE-17628B29B55F}" dt="2022-03-11T14:10:11.810" v="702" actId="1076"/>
          <ac:spMkLst>
            <pc:docMk/>
            <pc:sldMk cId="3361791180" sldId="321"/>
            <ac:spMk id="6" creationId="{C4BBAF06-EF33-0F44-8F6A-D0FA073D5D8F}"/>
          </ac:spMkLst>
        </pc:spChg>
        <pc:spChg chg="mod">
          <ac:chgData name="Stanley Rodrick" userId="8969fbcc-7c96-46fb-a663-9e2e5920ff04" providerId="ADAL" clId="{F2DE8A7F-FCDC-4C86-A4AE-17628B29B55F}" dt="2022-03-11T14:10:11.810" v="702" actId="1076"/>
          <ac:spMkLst>
            <pc:docMk/>
            <pc:sldMk cId="3361791180" sldId="321"/>
            <ac:spMk id="7" creationId="{6FE4FE50-1CD7-0440-A0BF-0863EE227D17}"/>
          </ac:spMkLst>
        </pc:spChg>
        <pc:spChg chg="mod">
          <ac:chgData name="Stanley Rodrick" userId="8969fbcc-7c96-46fb-a663-9e2e5920ff04" providerId="ADAL" clId="{F2DE8A7F-FCDC-4C86-A4AE-17628B29B55F}" dt="2022-03-11T14:10:11.810" v="702" actId="1076"/>
          <ac:spMkLst>
            <pc:docMk/>
            <pc:sldMk cId="3361791180" sldId="321"/>
            <ac:spMk id="8" creationId="{ABFB8547-6C71-FC4E-8F74-52FB6BEB79E3}"/>
          </ac:spMkLst>
        </pc:spChg>
        <pc:spChg chg="add del mod">
          <ac:chgData name="Stanley Rodrick" userId="8969fbcc-7c96-46fb-a663-9e2e5920ff04" providerId="ADAL" clId="{F2DE8A7F-FCDC-4C86-A4AE-17628B29B55F}" dt="2022-03-11T14:10:05.966" v="700" actId="478"/>
          <ac:spMkLst>
            <pc:docMk/>
            <pc:sldMk cId="3361791180" sldId="321"/>
            <ac:spMk id="9" creationId="{6A73B07A-F6C6-43B2-9C7D-CB9CB4BB20AC}"/>
          </ac:spMkLst>
        </pc:spChg>
        <pc:spChg chg="add mod">
          <ac:chgData name="Stanley Rodrick" userId="8969fbcc-7c96-46fb-a663-9e2e5920ff04" providerId="ADAL" clId="{F2DE8A7F-FCDC-4C86-A4AE-17628B29B55F}" dt="2022-03-11T14:10:06.817" v="701"/>
          <ac:spMkLst>
            <pc:docMk/>
            <pc:sldMk cId="3361791180" sldId="321"/>
            <ac:spMk id="10" creationId="{65A7E252-899B-43FA-BD9E-E8E52F5E44DF}"/>
          </ac:spMkLst>
        </pc:spChg>
      </pc:sldChg>
      <pc:sldChg chg="addSp delSp modSp mod">
        <pc:chgData name="Stanley Rodrick" userId="8969fbcc-7c96-46fb-a663-9e2e5920ff04" providerId="ADAL" clId="{F2DE8A7F-FCDC-4C86-A4AE-17628B29B55F}" dt="2022-03-11T14:11:59.628" v="735" actId="207"/>
        <pc:sldMkLst>
          <pc:docMk/>
          <pc:sldMk cId="3112770103" sldId="322"/>
        </pc:sldMkLst>
        <pc:spChg chg="del">
          <ac:chgData name="Stanley Rodrick" userId="8969fbcc-7c96-46fb-a663-9e2e5920ff04" providerId="ADAL" clId="{F2DE8A7F-FCDC-4C86-A4AE-17628B29B55F}" dt="2022-03-11T14:10:16.022" v="703" actId="478"/>
          <ac:spMkLst>
            <pc:docMk/>
            <pc:sldMk cId="3112770103" sldId="322"/>
            <ac:spMk id="2" creationId="{30C5B4EB-48B2-3E45-A58F-300E9A03105A}"/>
          </ac:spMkLst>
        </pc:spChg>
        <pc:spChg chg="mod">
          <ac:chgData name="Stanley Rodrick" userId="8969fbcc-7c96-46fb-a663-9e2e5920ff04" providerId="ADAL" clId="{F2DE8A7F-FCDC-4C86-A4AE-17628B29B55F}" dt="2022-03-11T14:11:59.628" v="735" actId="207"/>
          <ac:spMkLst>
            <pc:docMk/>
            <pc:sldMk cId="3112770103" sldId="322"/>
            <ac:spMk id="3" creationId="{A6BB797C-CD02-BB48-B89A-1EA9B3E1E024}"/>
          </ac:spMkLst>
        </pc:spChg>
        <pc:spChg chg="mod">
          <ac:chgData name="Stanley Rodrick" userId="8969fbcc-7c96-46fb-a663-9e2e5920ff04" providerId="ADAL" clId="{F2DE8A7F-FCDC-4C86-A4AE-17628B29B55F}" dt="2022-03-11T14:11:36.756" v="731" actId="14100"/>
          <ac:spMkLst>
            <pc:docMk/>
            <pc:sldMk cId="3112770103" sldId="322"/>
            <ac:spMk id="4" creationId="{35B3E7CB-D98B-B14A-AB01-DDD47D732486}"/>
          </ac:spMkLst>
        </pc:spChg>
        <pc:spChg chg="mod">
          <ac:chgData name="Stanley Rodrick" userId="8969fbcc-7c96-46fb-a663-9e2e5920ff04" providerId="ADAL" clId="{F2DE8A7F-FCDC-4C86-A4AE-17628B29B55F}" dt="2022-03-11T14:11:45.661" v="733" actId="207"/>
          <ac:spMkLst>
            <pc:docMk/>
            <pc:sldMk cId="3112770103" sldId="322"/>
            <ac:spMk id="6" creationId="{C4BBAF06-EF33-0F44-8F6A-D0FA073D5D8F}"/>
          </ac:spMkLst>
        </pc:spChg>
        <pc:spChg chg="add del mod">
          <ac:chgData name="Stanley Rodrick" userId="8969fbcc-7c96-46fb-a663-9e2e5920ff04" providerId="ADAL" clId="{F2DE8A7F-FCDC-4C86-A4AE-17628B29B55F}" dt="2022-03-11T14:10:17.199" v="704" actId="478"/>
          <ac:spMkLst>
            <pc:docMk/>
            <pc:sldMk cId="3112770103" sldId="322"/>
            <ac:spMk id="8" creationId="{2A655704-7370-4562-97C0-CC9A5EE7F14E}"/>
          </ac:spMkLst>
        </pc:spChg>
        <pc:spChg chg="add mod">
          <ac:chgData name="Stanley Rodrick" userId="8969fbcc-7c96-46fb-a663-9e2e5920ff04" providerId="ADAL" clId="{F2DE8A7F-FCDC-4C86-A4AE-17628B29B55F}" dt="2022-03-11T14:10:18.085" v="705"/>
          <ac:spMkLst>
            <pc:docMk/>
            <pc:sldMk cId="3112770103" sldId="322"/>
            <ac:spMk id="9" creationId="{A844534A-C24C-4E2C-ABBB-AC9CB2B34078}"/>
          </ac:spMkLst>
        </pc:spChg>
        <pc:spChg chg="add mod">
          <ac:chgData name="Stanley Rodrick" userId="8969fbcc-7c96-46fb-a663-9e2e5920ff04" providerId="ADAL" clId="{F2DE8A7F-FCDC-4C86-A4AE-17628B29B55F}" dt="2022-03-11T14:11:31.470" v="729"/>
          <ac:spMkLst>
            <pc:docMk/>
            <pc:sldMk cId="3112770103" sldId="322"/>
            <ac:spMk id="11" creationId="{239B2725-AEC3-46AD-A3F4-079F7212C246}"/>
          </ac:spMkLst>
        </pc:spChg>
      </pc:sldChg>
      <pc:sldChg chg="addSp delSp modSp mod">
        <pc:chgData name="Stanley Rodrick" userId="8969fbcc-7c96-46fb-a663-9e2e5920ff04" providerId="ADAL" clId="{F2DE8A7F-FCDC-4C86-A4AE-17628B29B55F}" dt="2022-03-11T14:15:19.621" v="787"/>
        <pc:sldMkLst>
          <pc:docMk/>
          <pc:sldMk cId="758852341" sldId="323"/>
        </pc:sldMkLst>
        <pc:spChg chg="del">
          <ac:chgData name="Stanley Rodrick" userId="8969fbcc-7c96-46fb-a663-9e2e5920ff04" providerId="ADAL" clId="{F2DE8A7F-FCDC-4C86-A4AE-17628B29B55F}" dt="2022-03-11T14:10:22.256" v="706" actId="478"/>
          <ac:spMkLst>
            <pc:docMk/>
            <pc:sldMk cId="758852341" sldId="323"/>
            <ac:spMk id="2" creationId="{30C5B4EB-48B2-3E45-A58F-300E9A03105A}"/>
          </ac:spMkLst>
        </pc:spChg>
        <pc:spChg chg="mod">
          <ac:chgData name="Stanley Rodrick" userId="8969fbcc-7c96-46fb-a663-9e2e5920ff04" providerId="ADAL" clId="{F2DE8A7F-FCDC-4C86-A4AE-17628B29B55F}" dt="2022-03-11T14:14:31.087" v="778" actId="113"/>
          <ac:spMkLst>
            <pc:docMk/>
            <pc:sldMk cId="758852341" sldId="323"/>
            <ac:spMk id="3" creationId="{A6BB797C-CD02-BB48-B89A-1EA9B3E1E024}"/>
          </ac:spMkLst>
        </pc:spChg>
        <pc:spChg chg="mod">
          <ac:chgData name="Stanley Rodrick" userId="8969fbcc-7c96-46fb-a663-9e2e5920ff04" providerId="ADAL" clId="{F2DE8A7F-FCDC-4C86-A4AE-17628B29B55F}" dt="2022-03-11T14:12:30.837" v="748" actId="20577"/>
          <ac:spMkLst>
            <pc:docMk/>
            <pc:sldMk cId="758852341" sldId="323"/>
            <ac:spMk id="6" creationId="{C4BBAF06-EF33-0F44-8F6A-D0FA073D5D8F}"/>
          </ac:spMkLst>
        </pc:spChg>
        <pc:spChg chg="mod">
          <ac:chgData name="Stanley Rodrick" userId="8969fbcc-7c96-46fb-a663-9e2e5920ff04" providerId="ADAL" clId="{F2DE8A7F-FCDC-4C86-A4AE-17628B29B55F}" dt="2022-03-11T14:14:36.939" v="780" actId="207"/>
          <ac:spMkLst>
            <pc:docMk/>
            <pc:sldMk cId="758852341" sldId="323"/>
            <ac:spMk id="7" creationId="{1A134158-DA81-7A47-9A05-75A27013C210}"/>
          </ac:spMkLst>
        </pc:spChg>
        <pc:spChg chg="add del mod">
          <ac:chgData name="Stanley Rodrick" userId="8969fbcc-7c96-46fb-a663-9e2e5920ff04" providerId="ADAL" clId="{F2DE8A7F-FCDC-4C86-A4AE-17628B29B55F}" dt="2022-03-11T14:10:23.279" v="707" actId="478"/>
          <ac:spMkLst>
            <pc:docMk/>
            <pc:sldMk cId="758852341" sldId="323"/>
            <ac:spMk id="8" creationId="{CB9AE082-463E-4794-A79B-235A89779F53}"/>
          </ac:spMkLst>
        </pc:spChg>
        <pc:spChg chg="add mod">
          <ac:chgData name="Stanley Rodrick" userId="8969fbcc-7c96-46fb-a663-9e2e5920ff04" providerId="ADAL" clId="{F2DE8A7F-FCDC-4C86-A4AE-17628B29B55F}" dt="2022-03-11T14:10:24.060" v="708"/>
          <ac:spMkLst>
            <pc:docMk/>
            <pc:sldMk cId="758852341" sldId="323"/>
            <ac:spMk id="9" creationId="{B51DDAC8-7D65-48C4-AB07-D653DEB7EAFA}"/>
          </ac:spMkLst>
        </pc:spChg>
        <pc:spChg chg="add mod">
          <ac:chgData name="Stanley Rodrick" userId="8969fbcc-7c96-46fb-a663-9e2e5920ff04" providerId="ADAL" clId="{F2DE8A7F-FCDC-4C86-A4AE-17628B29B55F}" dt="2022-03-11T14:15:19.621" v="787"/>
          <ac:spMkLst>
            <pc:docMk/>
            <pc:sldMk cId="758852341" sldId="323"/>
            <ac:spMk id="10" creationId="{9E480084-BAD3-4ADD-82AC-1222D9879F36}"/>
          </ac:spMkLst>
        </pc:spChg>
      </pc:sldChg>
      <pc:sldChg chg="addSp delSp modSp mod">
        <pc:chgData name="Stanley Rodrick" userId="8969fbcc-7c96-46fb-a663-9e2e5920ff04" providerId="ADAL" clId="{F2DE8A7F-FCDC-4C86-A4AE-17628B29B55F}" dt="2022-03-11T14:15:55.754" v="794"/>
        <pc:sldMkLst>
          <pc:docMk/>
          <pc:sldMk cId="3179381720" sldId="324"/>
        </pc:sldMkLst>
        <pc:spChg chg="del">
          <ac:chgData name="Stanley Rodrick" userId="8969fbcc-7c96-46fb-a663-9e2e5920ff04" providerId="ADAL" clId="{F2DE8A7F-FCDC-4C86-A4AE-17628B29B55F}" dt="2022-03-11T14:10:27.470" v="709" actId="478"/>
          <ac:spMkLst>
            <pc:docMk/>
            <pc:sldMk cId="3179381720" sldId="324"/>
            <ac:spMk id="2" creationId="{30C5B4EB-48B2-3E45-A58F-300E9A03105A}"/>
          </ac:spMkLst>
        </pc:spChg>
        <pc:spChg chg="del">
          <ac:chgData name="Stanley Rodrick" userId="8969fbcc-7c96-46fb-a663-9e2e5920ff04" providerId="ADAL" clId="{F2DE8A7F-FCDC-4C86-A4AE-17628B29B55F}" dt="2022-03-11T14:15:02.191" v="782" actId="21"/>
          <ac:spMkLst>
            <pc:docMk/>
            <pc:sldMk cId="3179381720" sldId="324"/>
            <ac:spMk id="3" creationId="{A6BB797C-CD02-BB48-B89A-1EA9B3E1E024}"/>
          </ac:spMkLst>
        </pc:spChg>
        <pc:spChg chg="mod">
          <ac:chgData name="Stanley Rodrick" userId="8969fbcc-7c96-46fb-a663-9e2e5920ff04" providerId="ADAL" clId="{F2DE8A7F-FCDC-4C86-A4AE-17628B29B55F}" dt="2022-03-11T14:15:53.382" v="792"/>
          <ac:spMkLst>
            <pc:docMk/>
            <pc:sldMk cId="3179381720" sldId="324"/>
            <ac:spMk id="4" creationId="{A2C17720-1900-C64A-8399-6B903563B5D3}"/>
          </ac:spMkLst>
        </pc:spChg>
        <pc:spChg chg="mod">
          <ac:chgData name="Stanley Rodrick" userId="8969fbcc-7c96-46fb-a663-9e2e5920ff04" providerId="ADAL" clId="{F2DE8A7F-FCDC-4C86-A4AE-17628B29B55F}" dt="2022-03-11T14:14:53.260" v="781" actId="207"/>
          <ac:spMkLst>
            <pc:docMk/>
            <pc:sldMk cId="3179381720" sldId="324"/>
            <ac:spMk id="6" creationId="{C4BBAF06-EF33-0F44-8F6A-D0FA073D5D8F}"/>
          </ac:spMkLst>
        </pc:spChg>
        <pc:spChg chg="mod">
          <ac:chgData name="Stanley Rodrick" userId="8969fbcc-7c96-46fb-a663-9e2e5920ff04" providerId="ADAL" clId="{F2DE8A7F-FCDC-4C86-A4AE-17628B29B55F}" dt="2022-03-11T14:15:54.629" v="793"/>
          <ac:spMkLst>
            <pc:docMk/>
            <pc:sldMk cId="3179381720" sldId="324"/>
            <ac:spMk id="8" creationId="{E5018299-D14F-DA45-BE1E-C2C52AAD548B}"/>
          </ac:spMkLst>
        </pc:spChg>
        <pc:spChg chg="mod">
          <ac:chgData name="Stanley Rodrick" userId="8969fbcc-7c96-46fb-a663-9e2e5920ff04" providerId="ADAL" clId="{F2DE8A7F-FCDC-4C86-A4AE-17628B29B55F}" dt="2022-03-11T14:15:55.754" v="794"/>
          <ac:spMkLst>
            <pc:docMk/>
            <pc:sldMk cId="3179381720" sldId="324"/>
            <ac:spMk id="9" creationId="{5E5BBF37-0CEF-0B4A-8C5B-4D9A82E24618}"/>
          </ac:spMkLst>
        </pc:spChg>
        <pc:spChg chg="add del mod">
          <ac:chgData name="Stanley Rodrick" userId="8969fbcc-7c96-46fb-a663-9e2e5920ff04" providerId="ADAL" clId="{F2DE8A7F-FCDC-4C86-A4AE-17628B29B55F}" dt="2022-03-11T14:10:28.544" v="710" actId="478"/>
          <ac:spMkLst>
            <pc:docMk/>
            <pc:sldMk cId="3179381720" sldId="324"/>
            <ac:spMk id="10" creationId="{3F906395-4E2F-47D2-9E1E-0137C491E1B4}"/>
          </ac:spMkLst>
        </pc:spChg>
        <pc:spChg chg="add mod">
          <ac:chgData name="Stanley Rodrick" userId="8969fbcc-7c96-46fb-a663-9e2e5920ff04" providerId="ADAL" clId="{F2DE8A7F-FCDC-4C86-A4AE-17628B29B55F}" dt="2022-03-11T14:10:29.645" v="711"/>
          <ac:spMkLst>
            <pc:docMk/>
            <pc:sldMk cId="3179381720" sldId="324"/>
            <ac:spMk id="11" creationId="{CD3AB1AE-C098-405A-BD71-B652B95CE479}"/>
          </ac:spMkLst>
        </pc:spChg>
      </pc:sldChg>
      <pc:sldChg chg="addSp delSp modSp mod">
        <pc:chgData name="Stanley Rodrick" userId="8969fbcc-7c96-46fb-a663-9e2e5920ff04" providerId="ADAL" clId="{F2DE8A7F-FCDC-4C86-A4AE-17628B29B55F}" dt="2022-03-11T14:17:13.067" v="809" actId="1076"/>
        <pc:sldMkLst>
          <pc:docMk/>
          <pc:sldMk cId="724524580" sldId="325"/>
        </pc:sldMkLst>
        <pc:spChg chg="del">
          <ac:chgData name="Stanley Rodrick" userId="8969fbcc-7c96-46fb-a663-9e2e5920ff04" providerId="ADAL" clId="{F2DE8A7F-FCDC-4C86-A4AE-17628B29B55F}" dt="2022-03-11T14:10:33.159" v="712" actId="478"/>
          <ac:spMkLst>
            <pc:docMk/>
            <pc:sldMk cId="724524580" sldId="325"/>
            <ac:spMk id="2" creationId="{30C5B4EB-48B2-3E45-A58F-300E9A03105A}"/>
          </ac:spMkLst>
        </pc:spChg>
        <pc:spChg chg="mod">
          <ac:chgData name="Stanley Rodrick" userId="8969fbcc-7c96-46fb-a663-9e2e5920ff04" providerId="ADAL" clId="{F2DE8A7F-FCDC-4C86-A4AE-17628B29B55F}" dt="2022-03-11T14:16:03.828" v="796"/>
          <ac:spMkLst>
            <pc:docMk/>
            <pc:sldMk cId="724524580" sldId="325"/>
            <ac:spMk id="3" creationId="{A6BB797C-CD02-BB48-B89A-1EA9B3E1E024}"/>
          </ac:spMkLst>
        </pc:spChg>
        <pc:spChg chg="mod">
          <ac:chgData name="Stanley Rodrick" userId="8969fbcc-7c96-46fb-a663-9e2e5920ff04" providerId="ADAL" clId="{F2DE8A7F-FCDC-4C86-A4AE-17628B29B55F}" dt="2022-03-11T14:16:06.887" v="797" actId="207"/>
          <ac:spMkLst>
            <pc:docMk/>
            <pc:sldMk cId="724524580" sldId="325"/>
            <ac:spMk id="6" creationId="{C4BBAF06-EF33-0F44-8F6A-D0FA073D5D8F}"/>
          </ac:spMkLst>
        </pc:spChg>
        <pc:spChg chg="add del mod">
          <ac:chgData name="Stanley Rodrick" userId="8969fbcc-7c96-46fb-a663-9e2e5920ff04" providerId="ADAL" clId="{F2DE8A7F-FCDC-4C86-A4AE-17628B29B55F}" dt="2022-03-11T14:10:34.371" v="713" actId="478"/>
          <ac:spMkLst>
            <pc:docMk/>
            <pc:sldMk cId="724524580" sldId="325"/>
            <ac:spMk id="7" creationId="{FD23AE17-18D3-41FC-80A2-5BBAB6BA8332}"/>
          </ac:spMkLst>
        </pc:spChg>
        <pc:spChg chg="add mod">
          <ac:chgData name="Stanley Rodrick" userId="8969fbcc-7c96-46fb-a663-9e2e5920ff04" providerId="ADAL" clId="{F2DE8A7F-FCDC-4C86-A4AE-17628B29B55F}" dt="2022-03-11T14:10:35.262" v="714"/>
          <ac:spMkLst>
            <pc:docMk/>
            <pc:sldMk cId="724524580" sldId="325"/>
            <ac:spMk id="8" creationId="{CC8F30B2-654E-4397-80C2-DD44A27B9F44}"/>
          </ac:spMkLst>
        </pc:spChg>
        <pc:picChg chg="add mod">
          <ac:chgData name="Stanley Rodrick" userId="8969fbcc-7c96-46fb-a663-9e2e5920ff04" providerId="ADAL" clId="{F2DE8A7F-FCDC-4C86-A4AE-17628B29B55F}" dt="2022-03-11T14:17:13.067" v="809" actId="1076"/>
          <ac:picMkLst>
            <pc:docMk/>
            <pc:sldMk cId="724524580" sldId="325"/>
            <ac:picMk id="9" creationId="{3E2B5F46-7A47-41F8-8C3E-30330EE259BB}"/>
          </ac:picMkLst>
        </pc:picChg>
        <pc:picChg chg="add mod">
          <ac:chgData name="Stanley Rodrick" userId="8969fbcc-7c96-46fb-a663-9e2e5920ff04" providerId="ADAL" clId="{F2DE8A7F-FCDC-4C86-A4AE-17628B29B55F}" dt="2022-03-11T14:17:13.067" v="809" actId="1076"/>
          <ac:picMkLst>
            <pc:docMk/>
            <pc:sldMk cId="724524580" sldId="325"/>
            <ac:picMk id="10" creationId="{AE3E5772-8D60-43A1-B455-85FF5CC65044}"/>
          </ac:picMkLst>
        </pc:picChg>
      </pc:sldChg>
      <pc:sldChg chg="addSp delSp modSp mod">
        <pc:chgData name="Stanley Rodrick" userId="8969fbcc-7c96-46fb-a663-9e2e5920ff04" providerId="ADAL" clId="{F2DE8A7F-FCDC-4C86-A4AE-17628B29B55F}" dt="2022-03-11T14:21:33.920" v="827" actId="207"/>
        <pc:sldMkLst>
          <pc:docMk/>
          <pc:sldMk cId="2616395738" sldId="327"/>
        </pc:sldMkLst>
        <pc:spChg chg="mod">
          <ac:chgData name="Stanley Rodrick" userId="8969fbcc-7c96-46fb-a663-9e2e5920ff04" providerId="ADAL" clId="{F2DE8A7F-FCDC-4C86-A4AE-17628B29B55F}" dt="2022-03-11T14:17:29.689" v="810" actId="207"/>
          <ac:spMkLst>
            <pc:docMk/>
            <pc:sldMk cId="2616395738" sldId="327"/>
            <ac:spMk id="2" creationId="{30C5B4EB-48B2-3E45-A58F-300E9A03105A}"/>
          </ac:spMkLst>
        </pc:spChg>
        <pc:spChg chg="mod">
          <ac:chgData name="Stanley Rodrick" userId="8969fbcc-7c96-46fb-a663-9e2e5920ff04" providerId="ADAL" clId="{F2DE8A7F-FCDC-4C86-A4AE-17628B29B55F}" dt="2022-03-11T14:17:40.699" v="811"/>
          <ac:spMkLst>
            <pc:docMk/>
            <pc:sldMk cId="2616395738" sldId="327"/>
            <ac:spMk id="3" creationId="{A6BB797C-CD02-BB48-B89A-1EA9B3E1E024}"/>
          </ac:spMkLst>
        </pc:spChg>
        <pc:spChg chg="mod">
          <ac:chgData name="Stanley Rodrick" userId="8969fbcc-7c96-46fb-a663-9e2e5920ff04" providerId="ADAL" clId="{F2DE8A7F-FCDC-4C86-A4AE-17628B29B55F}" dt="2022-03-11T14:18:00.819" v="816" actId="207"/>
          <ac:spMkLst>
            <pc:docMk/>
            <pc:sldMk cId="2616395738" sldId="327"/>
            <ac:spMk id="8" creationId="{97C371A7-6DF1-1640-8593-3E78D368AF0E}"/>
          </ac:spMkLst>
        </pc:spChg>
        <pc:spChg chg="mod">
          <ac:chgData name="Stanley Rodrick" userId="8969fbcc-7c96-46fb-a663-9e2e5920ff04" providerId="ADAL" clId="{F2DE8A7F-FCDC-4C86-A4AE-17628B29B55F}" dt="2022-03-11T14:17:43.740" v="813"/>
          <ac:spMkLst>
            <pc:docMk/>
            <pc:sldMk cId="2616395738" sldId="327"/>
            <ac:spMk id="9" creationId="{CF2EA2DA-EC77-8C45-BDC3-ABA375A6F4B1}"/>
          </ac:spMkLst>
        </pc:spChg>
        <pc:spChg chg="mod">
          <ac:chgData name="Stanley Rodrick" userId="8969fbcc-7c96-46fb-a663-9e2e5920ff04" providerId="ADAL" clId="{F2DE8A7F-FCDC-4C86-A4AE-17628B29B55F}" dt="2022-03-11T14:17:44.912" v="814"/>
          <ac:spMkLst>
            <pc:docMk/>
            <pc:sldMk cId="2616395738" sldId="327"/>
            <ac:spMk id="10" creationId="{F8D15AA7-86A6-E74E-AD7B-34EED8BA6E7D}"/>
          </ac:spMkLst>
        </pc:spChg>
        <pc:spChg chg="add mod">
          <ac:chgData name="Stanley Rodrick" userId="8969fbcc-7c96-46fb-a663-9e2e5920ff04" providerId="ADAL" clId="{F2DE8A7F-FCDC-4C86-A4AE-17628B29B55F}" dt="2022-03-11T14:21:33.920" v="827" actId="207"/>
          <ac:spMkLst>
            <pc:docMk/>
            <pc:sldMk cId="2616395738" sldId="327"/>
            <ac:spMk id="11" creationId="{4BC57725-FAC8-4688-8A87-428C370AFB5F}"/>
          </ac:spMkLst>
        </pc:spChg>
        <pc:picChg chg="add del">
          <ac:chgData name="Stanley Rodrick" userId="8969fbcc-7c96-46fb-a663-9e2e5920ff04" providerId="ADAL" clId="{F2DE8A7F-FCDC-4C86-A4AE-17628B29B55F}" dt="2022-03-11T14:20:55.347" v="818" actId="478"/>
          <ac:picMkLst>
            <pc:docMk/>
            <pc:sldMk cId="2616395738" sldId="327"/>
            <ac:picMk id="4" creationId="{9B23FA33-3ABE-4A86-B22A-2ED81F8BE494}"/>
          </ac:picMkLst>
        </pc:picChg>
      </pc:sldChg>
      <pc:sldChg chg="delSp del mod">
        <pc:chgData name="Stanley Rodrick" userId="8969fbcc-7c96-46fb-a663-9e2e5920ff04" providerId="ADAL" clId="{F2DE8A7F-FCDC-4C86-A4AE-17628B29B55F}" dt="2022-03-11T14:21:37.997" v="828" actId="47"/>
        <pc:sldMkLst>
          <pc:docMk/>
          <pc:sldMk cId="2750855672" sldId="328"/>
        </pc:sldMkLst>
        <pc:spChg chg="del">
          <ac:chgData name="Stanley Rodrick" userId="8969fbcc-7c96-46fb-a663-9e2e5920ff04" providerId="ADAL" clId="{F2DE8A7F-FCDC-4C86-A4AE-17628B29B55F}" dt="2022-03-11T14:21:07.998" v="819" actId="21"/>
          <ac:spMkLst>
            <pc:docMk/>
            <pc:sldMk cId="2750855672" sldId="328"/>
            <ac:spMk id="3" creationId="{A6BB797C-CD02-BB48-B89A-1EA9B3E1E024}"/>
          </ac:spMkLst>
        </pc:spChg>
      </pc:sldChg>
      <pc:sldChg chg="addSp delSp modSp mod">
        <pc:chgData name="Stanley Rodrick" userId="8969fbcc-7c96-46fb-a663-9e2e5920ff04" providerId="ADAL" clId="{F2DE8A7F-FCDC-4C86-A4AE-17628B29B55F}" dt="2022-03-11T14:22:55.170" v="850"/>
        <pc:sldMkLst>
          <pc:docMk/>
          <pc:sldMk cId="2209053685" sldId="330"/>
        </pc:sldMkLst>
        <pc:spChg chg="del">
          <ac:chgData name="Stanley Rodrick" userId="8969fbcc-7c96-46fb-a663-9e2e5920ff04" providerId="ADAL" clId="{F2DE8A7F-FCDC-4C86-A4AE-17628B29B55F}" dt="2022-03-11T14:21:58.728" v="829" actId="478"/>
          <ac:spMkLst>
            <pc:docMk/>
            <pc:sldMk cId="2209053685" sldId="330"/>
            <ac:spMk id="2" creationId="{30C5B4EB-48B2-3E45-A58F-300E9A03105A}"/>
          </ac:spMkLst>
        </pc:spChg>
        <pc:spChg chg="mod">
          <ac:chgData name="Stanley Rodrick" userId="8969fbcc-7c96-46fb-a663-9e2e5920ff04" providerId="ADAL" clId="{F2DE8A7F-FCDC-4C86-A4AE-17628B29B55F}" dt="2022-03-11T14:22:50.531" v="847"/>
          <ac:spMkLst>
            <pc:docMk/>
            <pc:sldMk cId="2209053685" sldId="330"/>
            <ac:spMk id="3" creationId="{A6BB797C-CD02-BB48-B89A-1EA9B3E1E024}"/>
          </ac:spMkLst>
        </pc:spChg>
        <pc:spChg chg="mod">
          <ac:chgData name="Stanley Rodrick" userId="8969fbcc-7c96-46fb-a663-9e2e5920ff04" providerId="ADAL" clId="{F2DE8A7F-FCDC-4C86-A4AE-17628B29B55F}" dt="2022-03-11T14:22:52.627" v="848"/>
          <ac:spMkLst>
            <pc:docMk/>
            <pc:sldMk cId="2209053685" sldId="330"/>
            <ac:spMk id="4" creationId="{5F485143-7161-D94F-B50A-E990F953D70B}"/>
          </ac:spMkLst>
        </pc:spChg>
        <pc:spChg chg="mod">
          <ac:chgData name="Stanley Rodrick" userId="8969fbcc-7c96-46fb-a663-9e2e5920ff04" providerId="ADAL" clId="{F2DE8A7F-FCDC-4C86-A4AE-17628B29B55F}" dt="2022-03-11T14:22:53.902" v="849"/>
          <ac:spMkLst>
            <pc:docMk/>
            <pc:sldMk cId="2209053685" sldId="330"/>
            <ac:spMk id="6" creationId="{EEC957EB-F6F9-3943-93FE-A981EACD33F2}"/>
          </ac:spMkLst>
        </pc:spChg>
        <pc:spChg chg="mod">
          <ac:chgData name="Stanley Rodrick" userId="8969fbcc-7c96-46fb-a663-9e2e5920ff04" providerId="ADAL" clId="{F2DE8A7F-FCDC-4C86-A4AE-17628B29B55F}" dt="2022-03-11T14:22:55.170" v="850"/>
          <ac:spMkLst>
            <pc:docMk/>
            <pc:sldMk cId="2209053685" sldId="330"/>
            <ac:spMk id="7" creationId="{85A158F7-4906-E34F-81F6-F42DDC920574}"/>
          </ac:spMkLst>
        </pc:spChg>
        <pc:spChg chg="add del mod">
          <ac:chgData name="Stanley Rodrick" userId="8969fbcc-7c96-46fb-a663-9e2e5920ff04" providerId="ADAL" clId="{F2DE8A7F-FCDC-4C86-A4AE-17628B29B55F}" dt="2022-03-11T14:21:59.974" v="830" actId="478"/>
          <ac:spMkLst>
            <pc:docMk/>
            <pc:sldMk cId="2209053685" sldId="330"/>
            <ac:spMk id="9" creationId="{B7451FCF-FA21-4358-AFD5-2C3935FA4FD3}"/>
          </ac:spMkLst>
        </pc:spChg>
        <pc:spChg chg="add mod">
          <ac:chgData name="Stanley Rodrick" userId="8969fbcc-7c96-46fb-a663-9e2e5920ff04" providerId="ADAL" clId="{F2DE8A7F-FCDC-4C86-A4AE-17628B29B55F}" dt="2022-03-11T14:22:42.951" v="845" actId="1076"/>
          <ac:spMkLst>
            <pc:docMk/>
            <pc:sldMk cId="2209053685" sldId="330"/>
            <ac:spMk id="10" creationId="{A697CA8A-0720-4787-90E8-8A7F5DDDA85A}"/>
          </ac:spMkLst>
        </pc:spChg>
      </pc:sldChg>
      <pc:sldChg chg="addSp delSp modSp mod">
        <pc:chgData name="Stanley Rodrick" userId="8969fbcc-7c96-46fb-a663-9e2e5920ff04" providerId="ADAL" clId="{F2DE8A7F-FCDC-4C86-A4AE-17628B29B55F}" dt="2022-03-11T14:25:48.221" v="883" actId="1076"/>
        <pc:sldMkLst>
          <pc:docMk/>
          <pc:sldMk cId="1346265754" sldId="331"/>
        </pc:sldMkLst>
        <pc:spChg chg="del">
          <ac:chgData name="Stanley Rodrick" userId="8969fbcc-7c96-46fb-a663-9e2e5920ff04" providerId="ADAL" clId="{F2DE8A7F-FCDC-4C86-A4AE-17628B29B55F}" dt="2022-03-11T14:23:00.070" v="851" actId="478"/>
          <ac:spMkLst>
            <pc:docMk/>
            <pc:sldMk cId="1346265754" sldId="331"/>
            <ac:spMk id="2" creationId="{30C5B4EB-48B2-3E45-A58F-300E9A03105A}"/>
          </ac:spMkLst>
        </pc:spChg>
        <pc:spChg chg="add del mod">
          <ac:chgData name="Stanley Rodrick" userId="8969fbcc-7c96-46fb-a663-9e2e5920ff04" providerId="ADAL" clId="{F2DE8A7F-FCDC-4C86-A4AE-17628B29B55F}" dt="2022-03-11T14:23:01.279" v="852" actId="478"/>
          <ac:spMkLst>
            <pc:docMk/>
            <pc:sldMk cId="1346265754" sldId="331"/>
            <ac:spMk id="4" creationId="{83029615-25FA-460D-A36D-AABDCB498F38}"/>
          </ac:spMkLst>
        </pc:spChg>
        <pc:spChg chg="mod">
          <ac:chgData name="Stanley Rodrick" userId="8969fbcc-7c96-46fb-a663-9e2e5920ff04" providerId="ADAL" clId="{F2DE8A7F-FCDC-4C86-A4AE-17628B29B55F}" dt="2022-03-11T14:24:34.800" v="880" actId="207"/>
          <ac:spMkLst>
            <pc:docMk/>
            <pc:sldMk cId="1346265754" sldId="331"/>
            <ac:spMk id="8" creationId="{2AA947FF-8D85-A848-9820-78164D5D949E}"/>
          </ac:spMkLst>
        </pc:spChg>
        <pc:spChg chg="mod">
          <ac:chgData name="Stanley Rodrick" userId="8969fbcc-7c96-46fb-a663-9e2e5920ff04" providerId="ADAL" clId="{F2DE8A7F-FCDC-4C86-A4AE-17628B29B55F}" dt="2022-03-11T14:24:08.111" v="877" actId="207"/>
          <ac:spMkLst>
            <pc:docMk/>
            <pc:sldMk cId="1346265754" sldId="331"/>
            <ac:spMk id="9" creationId="{2D62C522-8621-194F-AA5C-510F6EB6B559}"/>
          </ac:spMkLst>
        </pc:spChg>
        <pc:spChg chg="mod">
          <ac:chgData name="Stanley Rodrick" userId="8969fbcc-7c96-46fb-a663-9e2e5920ff04" providerId="ADAL" clId="{F2DE8A7F-FCDC-4C86-A4AE-17628B29B55F}" dt="2022-03-11T14:24:20.129" v="879" actId="207"/>
          <ac:spMkLst>
            <pc:docMk/>
            <pc:sldMk cId="1346265754" sldId="331"/>
            <ac:spMk id="10" creationId="{F86BEB85-9D2C-6A4D-A40F-0C0947A21A91}"/>
          </ac:spMkLst>
        </pc:spChg>
        <pc:spChg chg="add del">
          <ac:chgData name="Stanley Rodrick" userId="8969fbcc-7c96-46fb-a663-9e2e5920ff04" providerId="ADAL" clId="{F2DE8A7F-FCDC-4C86-A4AE-17628B29B55F}" dt="2022-03-11T14:23:03.769" v="854" actId="22"/>
          <ac:spMkLst>
            <pc:docMk/>
            <pc:sldMk cId="1346265754" sldId="331"/>
            <ac:spMk id="11" creationId="{490774AF-17E6-4ACC-A736-E4A4FCA38755}"/>
          </ac:spMkLst>
        </pc:spChg>
        <pc:spChg chg="add mod">
          <ac:chgData name="Stanley Rodrick" userId="8969fbcc-7c96-46fb-a663-9e2e5920ff04" providerId="ADAL" clId="{F2DE8A7F-FCDC-4C86-A4AE-17628B29B55F}" dt="2022-03-11T14:23:08.246" v="855"/>
          <ac:spMkLst>
            <pc:docMk/>
            <pc:sldMk cId="1346265754" sldId="331"/>
            <ac:spMk id="12" creationId="{764B2FCA-EE2A-48C1-BC92-BEC5D6487AED}"/>
          </ac:spMkLst>
        </pc:spChg>
        <pc:picChg chg="add mod">
          <ac:chgData name="Stanley Rodrick" userId="8969fbcc-7c96-46fb-a663-9e2e5920ff04" providerId="ADAL" clId="{F2DE8A7F-FCDC-4C86-A4AE-17628B29B55F}" dt="2022-03-11T14:25:48.221" v="883" actId="1076"/>
          <ac:picMkLst>
            <pc:docMk/>
            <pc:sldMk cId="1346265754" sldId="331"/>
            <ac:picMk id="7" creationId="{C84D4581-19E4-40BC-B00E-7BAB277AC49D}"/>
          </ac:picMkLst>
        </pc:picChg>
      </pc:sldChg>
      <pc:sldChg chg="modSp mod">
        <pc:chgData name="Stanley Rodrick" userId="8969fbcc-7c96-46fb-a663-9e2e5920ff04" providerId="ADAL" clId="{F2DE8A7F-FCDC-4C86-A4AE-17628B29B55F}" dt="2022-03-11T15:44:16.951" v="1677" actId="14100"/>
        <pc:sldMkLst>
          <pc:docMk/>
          <pc:sldMk cId="669898352" sldId="333"/>
        </pc:sldMkLst>
        <pc:spChg chg="mod">
          <ac:chgData name="Stanley Rodrick" userId="8969fbcc-7c96-46fb-a663-9e2e5920ff04" providerId="ADAL" clId="{F2DE8A7F-FCDC-4C86-A4AE-17628B29B55F}" dt="2022-03-11T15:44:00.513" v="1666"/>
          <ac:spMkLst>
            <pc:docMk/>
            <pc:sldMk cId="669898352" sldId="333"/>
            <ac:spMk id="3" creationId="{E6C90657-1777-F644-9DB5-46F743353D79}"/>
          </ac:spMkLst>
        </pc:spChg>
        <pc:spChg chg="mod">
          <ac:chgData name="Stanley Rodrick" userId="8969fbcc-7c96-46fb-a663-9e2e5920ff04" providerId="ADAL" clId="{F2DE8A7F-FCDC-4C86-A4AE-17628B29B55F}" dt="2022-03-11T15:44:16.951" v="1677" actId="14100"/>
          <ac:spMkLst>
            <pc:docMk/>
            <pc:sldMk cId="669898352" sldId="333"/>
            <ac:spMk id="4" creationId="{45E4DAF6-624E-4944-A92B-8737107EB196}"/>
          </ac:spMkLst>
        </pc:spChg>
        <pc:spChg chg="mod">
          <ac:chgData name="Stanley Rodrick" userId="8969fbcc-7c96-46fb-a663-9e2e5920ff04" providerId="ADAL" clId="{F2DE8A7F-FCDC-4C86-A4AE-17628B29B55F}" dt="2022-03-11T15:44:14.763" v="1676" actId="14100"/>
          <ac:spMkLst>
            <pc:docMk/>
            <pc:sldMk cId="669898352" sldId="333"/>
            <ac:spMk id="7" creationId="{1B1EF377-7D53-2B49-AC7E-A8AA75D8BEA4}"/>
          </ac:spMkLst>
        </pc:spChg>
        <pc:spChg chg="mod">
          <ac:chgData name="Stanley Rodrick" userId="8969fbcc-7c96-46fb-a663-9e2e5920ff04" providerId="ADAL" clId="{F2DE8A7F-FCDC-4C86-A4AE-17628B29B55F}" dt="2022-03-11T15:43:59.446" v="1665"/>
          <ac:spMkLst>
            <pc:docMk/>
            <pc:sldMk cId="669898352" sldId="333"/>
            <ac:spMk id="8" creationId="{2AA947FF-8D85-A848-9820-78164D5D949E}"/>
          </ac:spMkLst>
        </pc:spChg>
      </pc:sldChg>
      <pc:sldChg chg="modSp mod">
        <pc:chgData name="Stanley Rodrick" userId="8969fbcc-7c96-46fb-a663-9e2e5920ff04" providerId="ADAL" clId="{F2DE8A7F-FCDC-4C86-A4AE-17628B29B55F}" dt="2022-03-11T15:44:33.798" v="1682" actId="14100"/>
        <pc:sldMkLst>
          <pc:docMk/>
          <pc:sldMk cId="746784171" sldId="335"/>
        </pc:sldMkLst>
        <pc:spChg chg="mod">
          <ac:chgData name="Stanley Rodrick" userId="8969fbcc-7c96-46fb-a663-9e2e5920ff04" providerId="ADAL" clId="{F2DE8A7F-FCDC-4C86-A4AE-17628B29B55F}" dt="2022-03-11T15:44:33.798" v="1682" actId="14100"/>
          <ac:spMkLst>
            <pc:docMk/>
            <pc:sldMk cId="746784171" sldId="335"/>
            <ac:spMk id="6" creationId="{519CBDF5-7360-A54B-8B82-B806423A3F1E}"/>
          </ac:spMkLst>
        </pc:spChg>
        <pc:spChg chg="mod">
          <ac:chgData name="Stanley Rodrick" userId="8969fbcc-7c96-46fb-a663-9e2e5920ff04" providerId="ADAL" clId="{F2DE8A7F-FCDC-4C86-A4AE-17628B29B55F}" dt="2022-03-11T15:44:25.254" v="1679"/>
          <ac:spMkLst>
            <pc:docMk/>
            <pc:sldMk cId="746784171" sldId="335"/>
            <ac:spMk id="8" creationId="{2AA947FF-8D85-A848-9820-78164D5D949E}"/>
          </ac:spMkLst>
        </pc:spChg>
      </pc:sldChg>
      <pc:sldChg chg="modSp mod">
        <pc:chgData name="Stanley Rodrick" userId="8969fbcc-7c96-46fb-a663-9e2e5920ff04" providerId="ADAL" clId="{F2DE8A7F-FCDC-4C86-A4AE-17628B29B55F}" dt="2022-03-11T15:45:17.059" v="1694" actId="207"/>
        <pc:sldMkLst>
          <pc:docMk/>
          <pc:sldMk cId="1000344031" sldId="336"/>
        </pc:sldMkLst>
        <pc:spChg chg="mod">
          <ac:chgData name="Stanley Rodrick" userId="8969fbcc-7c96-46fb-a663-9e2e5920ff04" providerId="ADAL" clId="{F2DE8A7F-FCDC-4C86-A4AE-17628B29B55F}" dt="2022-03-11T15:45:11.979" v="1692" actId="207"/>
          <ac:spMkLst>
            <pc:docMk/>
            <pc:sldMk cId="1000344031" sldId="336"/>
            <ac:spMk id="3" creationId="{E5FBA984-3422-B24E-97FF-B982CEEFE3E6}"/>
          </ac:spMkLst>
        </pc:spChg>
        <pc:spChg chg="mod">
          <ac:chgData name="Stanley Rodrick" userId="8969fbcc-7c96-46fb-a663-9e2e5920ff04" providerId="ADAL" clId="{F2DE8A7F-FCDC-4C86-A4AE-17628B29B55F}" dt="2022-03-11T15:45:17.059" v="1694" actId="207"/>
          <ac:spMkLst>
            <pc:docMk/>
            <pc:sldMk cId="1000344031" sldId="336"/>
            <ac:spMk id="4" creationId="{BAB576D1-BB38-A74A-A1AB-CA8790168DF0}"/>
          </ac:spMkLst>
        </pc:spChg>
        <pc:spChg chg="mod">
          <ac:chgData name="Stanley Rodrick" userId="8969fbcc-7c96-46fb-a663-9e2e5920ff04" providerId="ADAL" clId="{F2DE8A7F-FCDC-4C86-A4AE-17628B29B55F}" dt="2022-03-11T15:44:56.826" v="1687" actId="207"/>
          <ac:spMkLst>
            <pc:docMk/>
            <pc:sldMk cId="1000344031" sldId="336"/>
            <ac:spMk id="7" creationId="{41B71BA2-7CE6-C143-ACAB-1B1A369B1472}"/>
          </ac:spMkLst>
        </pc:spChg>
      </pc:sldChg>
      <pc:sldChg chg="modSp mod">
        <pc:chgData name="Stanley Rodrick" userId="8969fbcc-7c96-46fb-a663-9e2e5920ff04" providerId="ADAL" clId="{F2DE8A7F-FCDC-4C86-A4AE-17628B29B55F}" dt="2022-03-11T15:46:22.005" v="1708" actId="207"/>
        <pc:sldMkLst>
          <pc:docMk/>
          <pc:sldMk cId="1718456486" sldId="337"/>
        </pc:sldMkLst>
        <pc:spChg chg="mod">
          <ac:chgData name="Stanley Rodrick" userId="8969fbcc-7c96-46fb-a663-9e2e5920ff04" providerId="ADAL" clId="{F2DE8A7F-FCDC-4C86-A4AE-17628B29B55F}" dt="2022-03-11T15:45:56.679" v="1702" actId="255"/>
          <ac:spMkLst>
            <pc:docMk/>
            <pc:sldMk cId="1718456486" sldId="337"/>
            <ac:spMk id="8" creationId="{2BC66BCE-4A5C-9F44-AB6F-82FB8ED0B9A1}"/>
          </ac:spMkLst>
        </pc:spChg>
        <pc:spChg chg="mod">
          <ac:chgData name="Stanley Rodrick" userId="8969fbcc-7c96-46fb-a663-9e2e5920ff04" providerId="ADAL" clId="{F2DE8A7F-FCDC-4C86-A4AE-17628B29B55F}" dt="2022-03-11T15:45:59.703" v="1703" actId="255"/>
          <ac:spMkLst>
            <pc:docMk/>
            <pc:sldMk cId="1718456486" sldId="337"/>
            <ac:spMk id="9" creationId="{8D823F92-5D73-E842-9BDD-33F6F6008404}"/>
          </ac:spMkLst>
        </pc:spChg>
        <pc:spChg chg="mod">
          <ac:chgData name="Stanley Rodrick" userId="8969fbcc-7c96-46fb-a663-9e2e5920ff04" providerId="ADAL" clId="{F2DE8A7F-FCDC-4C86-A4AE-17628B29B55F}" dt="2022-03-11T15:46:22.005" v="1708" actId="207"/>
          <ac:spMkLst>
            <pc:docMk/>
            <pc:sldMk cId="1718456486" sldId="337"/>
            <ac:spMk id="10" creationId="{D662308D-36E1-A641-8D98-DA13A6603CBD}"/>
          </ac:spMkLst>
        </pc:spChg>
        <pc:spChg chg="mod">
          <ac:chgData name="Stanley Rodrick" userId="8969fbcc-7c96-46fb-a663-9e2e5920ff04" providerId="ADAL" clId="{F2DE8A7F-FCDC-4C86-A4AE-17628B29B55F}" dt="2022-03-11T15:46:11.771" v="1706" actId="255"/>
          <ac:spMkLst>
            <pc:docMk/>
            <pc:sldMk cId="1718456486" sldId="337"/>
            <ac:spMk id="11" creationId="{76D5BA31-A550-1749-AE11-D1F2FB3B0108}"/>
          </ac:spMkLst>
        </pc:spChg>
      </pc:sldChg>
      <pc:sldChg chg="modSp mod">
        <pc:chgData name="Stanley Rodrick" userId="8969fbcc-7c96-46fb-a663-9e2e5920ff04" providerId="ADAL" clId="{F2DE8A7F-FCDC-4C86-A4AE-17628B29B55F}" dt="2022-03-11T15:49:45.774" v="1718"/>
        <pc:sldMkLst>
          <pc:docMk/>
          <pc:sldMk cId="2647859671" sldId="339"/>
        </pc:sldMkLst>
        <pc:spChg chg="mod">
          <ac:chgData name="Stanley Rodrick" userId="8969fbcc-7c96-46fb-a663-9e2e5920ff04" providerId="ADAL" clId="{F2DE8A7F-FCDC-4C86-A4AE-17628B29B55F}" dt="2022-03-11T15:49:43.329" v="1716"/>
          <ac:spMkLst>
            <pc:docMk/>
            <pc:sldMk cId="2647859671" sldId="339"/>
            <ac:spMk id="3" creationId="{8417EF48-684A-B44F-9F9E-F8C9702FD375}"/>
          </ac:spMkLst>
        </pc:spChg>
        <pc:spChg chg="mod">
          <ac:chgData name="Stanley Rodrick" userId="8969fbcc-7c96-46fb-a663-9e2e5920ff04" providerId="ADAL" clId="{F2DE8A7F-FCDC-4C86-A4AE-17628B29B55F}" dt="2022-03-11T15:49:44.270" v="1717"/>
          <ac:spMkLst>
            <pc:docMk/>
            <pc:sldMk cId="2647859671" sldId="339"/>
            <ac:spMk id="4" creationId="{20B980BE-EAA2-1E43-B2D5-96EE74A15C95}"/>
          </ac:spMkLst>
        </pc:spChg>
        <pc:spChg chg="mod">
          <ac:chgData name="Stanley Rodrick" userId="8969fbcc-7c96-46fb-a663-9e2e5920ff04" providerId="ADAL" clId="{F2DE8A7F-FCDC-4C86-A4AE-17628B29B55F}" dt="2022-03-11T15:49:45.774" v="1718"/>
          <ac:spMkLst>
            <pc:docMk/>
            <pc:sldMk cId="2647859671" sldId="339"/>
            <ac:spMk id="6" creationId="{F276DBD0-D280-4D4A-B88E-2808ED455E0F}"/>
          </ac:spMkLst>
        </pc:spChg>
      </pc:sldChg>
      <pc:sldChg chg="addSp delSp modSp mod">
        <pc:chgData name="Stanley Rodrick" userId="8969fbcc-7c96-46fb-a663-9e2e5920ff04" providerId="ADAL" clId="{F2DE8A7F-FCDC-4C86-A4AE-17628B29B55F}" dt="2022-03-11T14:44:22.737" v="1040" actId="478"/>
        <pc:sldMkLst>
          <pc:docMk/>
          <pc:sldMk cId="2589467097" sldId="340"/>
        </pc:sldMkLst>
        <pc:picChg chg="add del mod">
          <ac:chgData name="Stanley Rodrick" userId="8969fbcc-7c96-46fb-a663-9e2e5920ff04" providerId="ADAL" clId="{F2DE8A7F-FCDC-4C86-A4AE-17628B29B55F}" dt="2022-03-11T14:44:22.737" v="1040" actId="478"/>
          <ac:picMkLst>
            <pc:docMk/>
            <pc:sldMk cId="2589467097" sldId="340"/>
            <ac:picMk id="8" creationId="{28CDFE82-145D-4BF4-A51F-B76982429DD5}"/>
          </ac:picMkLst>
        </pc:picChg>
      </pc:sldChg>
      <pc:sldChg chg="addSp delSp modSp mod">
        <pc:chgData name="Stanley Rodrick" userId="8969fbcc-7c96-46fb-a663-9e2e5920ff04" providerId="ADAL" clId="{F2DE8A7F-FCDC-4C86-A4AE-17628B29B55F}" dt="2022-03-11T14:44:19.080" v="1038" actId="21"/>
        <pc:sldMkLst>
          <pc:docMk/>
          <pc:sldMk cId="3167062991" sldId="342"/>
        </pc:sldMkLst>
        <pc:picChg chg="add del mod modCrop">
          <ac:chgData name="Stanley Rodrick" userId="8969fbcc-7c96-46fb-a663-9e2e5920ff04" providerId="ADAL" clId="{F2DE8A7F-FCDC-4C86-A4AE-17628B29B55F}" dt="2022-03-11T14:44:19.080" v="1038" actId="21"/>
          <ac:picMkLst>
            <pc:docMk/>
            <pc:sldMk cId="3167062991" sldId="342"/>
            <ac:picMk id="3" creationId="{033CC495-4858-49B0-B5D7-236B79F522DB}"/>
          </ac:picMkLst>
        </pc:picChg>
      </pc:sldChg>
      <pc:sldChg chg="addSp modSp mod">
        <pc:chgData name="Stanley Rodrick" userId="8969fbcc-7c96-46fb-a663-9e2e5920ff04" providerId="ADAL" clId="{F2DE8A7F-FCDC-4C86-A4AE-17628B29B55F}" dt="2022-03-11T15:49:59.099" v="1723" actId="1076"/>
        <pc:sldMkLst>
          <pc:docMk/>
          <pc:sldMk cId="4078424605" sldId="345"/>
        </pc:sldMkLst>
        <pc:spChg chg="mod">
          <ac:chgData name="Stanley Rodrick" userId="8969fbcc-7c96-46fb-a663-9e2e5920ff04" providerId="ADAL" clId="{F2DE8A7F-FCDC-4C86-A4AE-17628B29B55F}" dt="2022-03-11T15:49:52.700" v="1720"/>
          <ac:spMkLst>
            <pc:docMk/>
            <pc:sldMk cId="4078424605" sldId="345"/>
            <ac:spMk id="3" creationId="{8EA5E07D-E386-B246-9A76-04F6DB89733F}"/>
          </ac:spMkLst>
        </pc:spChg>
        <pc:spChg chg="mod">
          <ac:chgData name="Stanley Rodrick" userId="8969fbcc-7c96-46fb-a663-9e2e5920ff04" providerId="ADAL" clId="{F2DE8A7F-FCDC-4C86-A4AE-17628B29B55F}" dt="2022-03-11T15:49:54.151" v="1721"/>
          <ac:spMkLst>
            <pc:docMk/>
            <pc:sldMk cId="4078424605" sldId="345"/>
            <ac:spMk id="4" creationId="{0C4AB6D2-67EA-B24B-BB31-E526C4C08F44}"/>
          </ac:spMkLst>
        </pc:spChg>
        <pc:spChg chg="mod">
          <ac:chgData name="Stanley Rodrick" userId="8969fbcc-7c96-46fb-a663-9e2e5920ff04" providerId="ADAL" clId="{F2DE8A7F-FCDC-4C86-A4AE-17628B29B55F}" dt="2022-03-11T15:49:51.208" v="1719"/>
          <ac:spMkLst>
            <pc:docMk/>
            <pc:sldMk cId="4078424605" sldId="345"/>
            <ac:spMk id="9" creationId="{8D823F92-5D73-E842-9BDD-33F6F6008404}"/>
          </ac:spMkLst>
        </pc:spChg>
        <pc:picChg chg="add mod modCrop">
          <ac:chgData name="Stanley Rodrick" userId="8969fbcc-7c96-46fb-a663-9e2e5920ff04" providerId="ADAL" clId="{F2DE8A7F-FCDC-4C86-A4AE-17628B29B55F}" dt="2022-03-11T15:49:59.099" v="1723" actId="1076"/>
          <ac:picMkLst>
            <pc:docMk/>
            <pc:sldMk cId="4078424605" sldId="345"/>
            <ac:picMk id="7" creationId="{0F03395F-A2D9-4A35-B378-EE6F84CAE979}"/>
          </ac:picMkLst>
        </pc:picChg>
      </pc:sldChg>
      <pc:sldChg chg="addSp modSp mod">
        <pc:chgData name="Stanley Rodrick" userId="8969fbcc-7c96-46fb-a663-9e2e5920ff04" providerId="ADAL" clId="{F2DE8A7F-FCDC-4C86-A4AE-17628B29B55F}" dt="2022-03-11T15:54:28.717" v="1732" actId="1076"/>
        <pc:sldMkLst>
          <pc:docMk/>
          <pc:sldMk cId="2388506655" sldId="346"/>
        </pc:sldMkLst>
        <pc:spChg chg="mod">
          <ac:chgData name="Stanley Rodrick" userId="8969fbcc-7c96-46fb-a663-9e2e5920ff04" providerId="ADAL" clId="{F2DE8A7F-FCDC-4C86-A4AE-17628B29B55F}" dt="2022-03-11T15:50:08.216" v="1725"/>
          <ac:spMkLst>
            <pc:docMk/>
            <pc:sldMk cId="2388506655" sldId="346"/>
            <ac:spMk id="3" creationId="{8EA5E07D-E386-B246-9A76-04F6DB89733F}"/>
          </ac:spMkLst>
        </pc:spChg>
        <pc:spChg chg="mod">
          <ac:chgData name="Stanley Rodrick" userId="8969fbcc-7c96-46fb-a663-9e2e5920ff04" providerId="ADAL" clId="{F2DE8A7F-FCDC-4C86-A4AE-17628B29B55F}" dt="2022-03-11T15:50:09.390" v="1726"/>
          <ac:spMkLst>
            <pc:docMk/>
            <pc:sldMk cId="2388506655" sldId="346"/>
            <ac:spMk id="6" creationId="{2958178E-8AFF-DE40-A3C9-AB2ACB47D2F4}"/>
          </ac:spMkLst>
        </pc:spChg>
        <pc:spChg chg="mod">
          <ac:chgData name="Stanley Rodrick" userId="8969fbcc-7c96-46fb-a663-9e2e5920ff04" providerId="ADAL" clId="{F2DE8A7F-FCDC-4C86-A4AE-17628B29B55F}" dt="2022-03-11T15:50:05.873" v="1724"/>
          <ac:spMkLst>
            <pc:docMk/>
            <pc:sldMk cId="2388506655" sldId="346"/>
            <ac:spMk id="9" creationId="{8D823F92-5D73-E842-9BDD-33F6F6008404}"/>
          </ac:spMkLst>
        </pc:spChg>
        <pc:picChg chg="add mod">
          <ac:chgData name="Stanley Rodrick" userId="8969fbcc-7c96-46fb-a663-9e2e5920ff04" providerId="ADAL" clId="{F2DE8A7F-FCDC-4C86-A4AE-17628B29B55F}" dt="2022-03-11T15:54:28.717" v="1732" actId="1076"/>
          <ac:picMkLst>
            <pc:docMk/>
            <pc:sldMk cId="2388506655" sldId="346"/>
            <ac:picMk id="4" creationId="{F156E5DB-04F9-4B70-8DEA-43146EFA9E7D}"/>
          </ac:picMkLst>
        </pc:picChg>
      </pc:sldChg>
      <pc:sldChg chg="addSp modSp mod">
        <pc:chgData name="Stanley Rodrick" userId="8969fbcc-7c96-46fb-a663-9e2e5920ff04" providerId="ADAL" clId="{F2DE8A7F-FCDC-4C86-A4AE-17628B29B55F}" dt="2022-03-11T16:00:38.831" v="1766" actId="1076"/>
        <pc:sldMkLst>
          <pc:docMk/>
          <pc:sldMk cId="3289944124" sldId="347"/>
        </pc:sldMkLst>
        <pc:spChg chg="mod">
          <ac:chgData name="Stanley Rodrick" userId="8969fbcc-7c96-46fb-a663-9e2e5920ff04" providerId="ADAL" clId="{F2DE8A7F-FCDC-4C86-A4AE-17628B29B55F}" dt="2022-03-11T15:55:08.610" v="1736"/>
          <ac:spMkLst>
            <pc:docMk/>
            <pc:sldMk cId="3289944124" sldId="347"/>
            <ac:spMk id="9" creationId="{8D823F92-5D73-E842-9BDD-33F6F6008404}"/>
          </ac:spMkLst>
        </pc:spChg>
        <pc:picChg chg="add mod">
          <ac:chgData name="Stanley Rodrick" userId="8969fbcc-7c96-46fb-a663-9e2e5920ff04" providerId="ADAL" clId="{F2DE8A7F-FCDC-4C86-A4AE-17628B29B55F}" dt="2022-03-11T16:00:38.831" v="1766" actId="1076"/>
          <ac:picMkLst>
            <pc:docMk/>
            <pc:sldMk cId="3289944124" sldId="347"/>
            <ac:picMk id="3" creationId="{4CC24A53-08E0-4F11-AAEB-D5394FB4416F}"/>
          </ac:picMkLst>
        </pc:picChg>
      </pc:sldChg>
      <pc:sldChg chg="modSp mod">
        <pc:chgData name="Stanley Rodrick" userId="8969fbcc-7c96-46fb-a663-9e2e5920ff04" providerId="ADAL" clId="{F2DE8A7F-FCDC-4C86-A4AE-17628B29B55F}" dt="2022-03-11T15:43:27.175" v="1663" actId="207"/>
        <pc:sldMkLst>
          <pc:docMk/>
          <pc:sldMk cId="908692182" sldId="351"/>
        </pc:sldMkLst>
        <pc:spChg chg="mod">
          <ac:chgData name="Stanley Rodrick" userId="8969fbcc-7c96-46fb-a663-9e2e5920ff04" providerId="ADAL" clId="{F2DE8A7F-FCDC-4C86-A4AE-17628B29B55F}" dt="2022-03-11T15:43:10.213" v="1656"/>
          <ac:spMkLst>
            <pc:docMk/>
            <pc:sldMk cId="908692182" sldId="351"/>
            <ac:spMk id="6" creationId="{9017056A-5B1D-F843-BA97-4EEEDA03ADB4}"/>
          </ac:spMkLst>
        </pc:spChg>
        <pc:spChg chg="mod">
          <ac:chgData name="Stanley Rodrick" userId="8969fbcc-7c96-46fb-a663-9e2e5920ff04" providerId="ADAL" clId="{F2DE8A7F-FCDC-4C86-A4AE-17628B29B55F}" dt="2022-03-11T15:43:27.175" v="1663" actId="207"/>
          <ac:spMkLst>
            <pc:docMk/>
            <pc:sldMk cId="908692182" sldId="351"/>
            <ac:spMk id="9" creationId="{8D823F92-5D73-E842-9BDD-33F6F6008404}"/>
          </ac:spMkLst>
        </pc:spChg>
        <pc:spChg chg="mod">
          <ac:chgData name="Stanley Rodrick" userId="8969fbcc-7c96-46fb-a663-9e2e5920ff04" providerId="ADAL" clId="{F2DE8A7F-FCDC-4C86-A4AE-17628B29B55F}" dt="2022-03-11T15:43:14.672" v="1658" actId="1076"/>
          <ac:spMkLst>
            <pc:docMk/>
            <pc:sldMk cId="908692182" sldId="351"/>
            <ac:spMk id="10" creationId="{93835866-D5D5-0148-BB35-092545C9F7D0}"/>
          </ac:spMkLst>
        </pc:spChg>
        <pc:spChg chg="mod">
          <ac:chgData name="Stanley Rodrick" userId="8969fbcc-7c96-46fb-a663-9e2e5920ff04" providerId="ADAL" clId="{F2DE8A7F-FCDC-4C86-A4AE-17628B29B55F}" dt="2022-03-11T15:43:21.850" v="1661" actId="14100"/>
          <ac:spMkLst>
            <pc:docMk/>
            <pc:sldMk cId="908692182" sldId="351"/>
            <ac:spMk id="11" creationId="{706F30F2-E2BF-AA4C-8B0A-D41AD132149C}"/>
          </ac:spMkLst>
        </pc:spChg>
      </pc:sldChg>
      <pc:sldChg chg="modSp mod">
        <pc:chgData name="Stanley Rodrick" userId="8969fbcc-7c96-46fb-a663-9e2e5920ff04" providerId="ADAL" clId="{F2DE8A7F-FCDC-4C86-A4AE-17628B29B55F}" dt="2022-03-11T15:42:52.797" v="1650"/>
        <pc:sldMkLst>
          <pc:docMk/>
          <pc:sldMk cId="3141918215" sldId="352"/>
        </pc:sldMkLst>
        <pc:spChg chg="mod">
          <ac:chgData name="Stanley Rodrick" userId="8969fbcc-7c96-46fb-a663-9e2e5920ff04" providerId="ADAL" clId="{F2DE8A7F-FCDC-4C86-A4AE-17628B29B55F}" dt="2022-03-11T15:42:48.898" v="1647"/>
          <ac:spMkLst>
            <pc:docMk/>
            <pc:sldMk cId="3141918215" sldId="352"/>
            <ac:spMk id="4" creationId="{C4911582-EFEE-D949-9D87-ADCEC16EAD86}"/>
          </ac:spMkLst>
        </pc:spChg>
        <pc:spChg chg="mod">
          <ac:chgData name="Stanley Rodrick" userId="8969fbcc-7c96-46fb-a663-9e2e5920ff04" providerId="ADAL" clId="{F2DE8A7F-FCDC-4C86-A4AE-17628B29B55F}" dt="2022-03-11T15:42:50.865" v="1648"/>
          <ac:spMkLst>
            <pc:docMk/>
            <pc:sldMk cId="3141918215" sldId="352"/>
            <ac:spMk id="7" creationId="{B41A168E-33FA-D54B-BC4B-E36291770525}"/>
          </ac:spMkLst>
        </pc:spChg>
        <pc:spChg chg="mod">
          <ac:chgData name="Stanley Rodrick" userId="8969fbcc-7c96-46fb-a663-9e2e5920ff04" providerId="ADAL" clId="{F2DE8A7F-FCDC-4C86-A4AE-17628B29B55F}" dt="2022-03-11T15:42:52.797" v="1650"/>
          <ac:spMkLst>
            <pc:docMk/>
            <pc:sldMk cId="3141918215" sldId="352"/>
            <ac:spMk id="8" creationId="{027EA183-719B-1C48-B5DD-6955EAE9B0DD}"/>
          </ac:spMkLst>
        </pc:spChg>
        <pc:spChg chg="mod">
          <ac:chgData name="Stanley Rodrick" userId="8969fbcc-7c96-46fb-a663-9e2e5920ff04" providerId="ADAL" clId="{F2DE8A7F-FCDC-4C86-A4AE-17628B29B55F}" dt="2022-03-11T15:42:51.797" v="1649"/>
          <ac:spMkLst>
            <pc:docMk/>
            <pc:sldMk cId="3141918215" sldId="352"/>
            <ac:spMk id="10" creationId="{14BFC66B-A639-254A-BB11-8705153B5FEC}"/>
          </ac:spMkLst>
        </pc:spChg>
      </pc:sldChg>
      <pc:sldChg chg="modSp mod">
        <pc:chgData name="Stanley Rodrick" userId="8969fbcc-7c96-46fb-a663-9e2e5920ff04" providerId="ADAL" clId="{F2DE8A7F-FCDC-4C86-A4AE-17628B29B55F}" dt="2022-03-11T15:42:38.072" v="1646" actId="113"/>
        <pc:sldMkLst>
          <pc:docMk/>
          <pc:sldMk cId="2694425684" sldId="353"/>
        </pc:sldMkLst>
        <pc:spChg chg="mod">
          <ac:chgData name="Stanley Rodrick" userId="8969fbcc-7c96-46fb-a663-9e2e5920ff04" providerId="ADAL" clId="{F2DE8A7F-FCDC-4C86-A4AE-17628B29B55F}" dt="2022-03-11T15:42:38.072" v="1646" actId="113"/>
          <ac:spMkLst>
            <pc:docMk/>
            <pc:sldMk cId="2694425684" sldId="353"/>
            <ac:spMk id="3" creationId="{F13216DF-BCEC-7347-9966-7089FBC6E6A7}"/>
          </ac:spMkLst>
        </pc:spChg>
      </pc:sldChg>
      <pc:sldChg chg="modSp mod">
        <pc:chgData name="Stanley Rodrick" userId="8969fbcc-7c96-46fb-a663-9e2e5920ff04" providerId="ADAL" clId="{F2DE8A7F-FCDC-4C86-A4AE-17628B29B55F}" dt="2022-03-11T15:41:52.845" v="1638" actId="207"/>
        <pc:sldMkLst>
          <pc:docMk/>
          <pc:sldMk cId="3512797187" sldId="354"/>
        </pc:sldMkLst>
        <pc:spChg chg="mod">
          <ac:chgData name="Stanley Rodrick" userId="8969fbcc-7c96-46fb-a663-9e2e5920ff04" providerId="ADAL" clId="{F2DE8A7F-FCDC-4C86-A4AE-17628B29B55F}" dt="2022-03-11T15:41:52.845" v="1638" actId="207"/>
          <ac:spMkLst>
            <pc:docMk/>
            <pc:sldMk cId="3512797187" sldId="354"/>
            <ac:spMk id="4" creationId="{9B225C39-78DE-3348-B1FA-480921E51F0B}"/>
          </ac:spMkLst>
        </pc:spChg>
        <pc:spChg chg="mod">
          <ac:chgData name="Stanley Rodrick" userId="8969fbcc-7c96-46fb-a663-9e2e5920ff04" providerId="ADAL" clId="{F2DE8A7F-FCDC-4C86-A4AE-17628B29B55F}" dt="2022-03-11T15:41:40.512" v="1636"/>
          <ac:spMkLst>
            <pc:docMk/>
            <pc:sldMk cId="3512797187" sldId="354"/>
            <ac:spMk id="6" creationId="{062764B2-48AF-DE45-9595-19F258AC8E7B}"/>
          </ac:spMkLst>
        </pc:spChg>
      </pc:sldChg>
      <pc:sldChg chg="modSp mod">
        <pc:chgData name="Stanley Rodrick" userId="8969fbcc-7c96-46fb-a663-9e2e5920ff04" providerId="ADAL" clId="{F2DE8A7F-FCDC-4C86-A4AE-17628B29B55F}" dt="2022-03-11T15:40:55.730" v="1627" actId="207"/>
        <pc:sldMkLst>
          <pc:docMk/>
          <pc:sldMk cId="386520267" sldId="355"/>
        </pc:sldMkLst>
        <pc:spChg chg="mod">
          <ac:chgData name="Stanley Rodrick" userId="8969fbcc-7c96-46fb-a663-9e2e5920ff04" providerId="ADAL" clId="{F2DE8A7F-FCDC-4C86-A4AE-17628B29B55F}" dt="2022-03-11T15:40:55.730" v="1627" actId="207"/>
          <ac:spMkLst>
            <pc:docMk/>
            <pc:sldMk cId="386520267" sldId="355"/>
            <ac:spMk id="4" creationId="{9B225C39-78DE-3348-B1FA-480921E51F0B}"/>
          </ac:spMkLst>
        </pc:spChg>
      </pc:sldChg>
      <pc:sldChg chg="modSp mod">
        <pc:chgData name="Stanley Rodrick" userId="8969fbcc-7c96-46fb-a663-9e2e5920ff04" providerId="ADAL" clId="{F2DE8A7F-FCDC-4C86-A4AE-17628B29B55F}" dt="2022-03-11T15:40:41.770" v="1620"/>
        <pc:sldMkLst>
          <pc:docMk/>
          <pc:sldMk cId="3613283974" sldId="356"/>
        </pc:sldMkLst>
        <pc:spChg chg="mod">
          <ac:chgData name="Stanley Rodrick" userId="8969fbcc-7c96-46fb-a663-9e2e5920ff04" providerId="ADAL" clId="{F2DE8A7F-FCDC-4C86-A4AE-17628B29B55F}" dt="2022-03-11T15:40:41.770" v="1620"/>
          <ac:spMkLst>
            <pc:docMk/>
            <pc:sldMk cId="3613283974" sldId="356"/>
            <ac:spMk id="4" creationId="{9B225C39-78DE-3348-B1FA-480921E51F0B}"/>
          </ac:spMkLst>
        </pc:spChg>
        <pc:spChg chg="mod">
          <ac:chgData name="Stanley Rodrick" userId="8969fbcc-7c96-46fb-a663-9e2e5920ff04" providerId="ADAL" clId="{F2DE8A7F-FCDC-4C86-A4AE-17628B29B55F}" dt="2022-03-11T15:40:26.103" v="1617"/>
          <ac:spMkLst>
            <pc:docMk/>
            <pc:sldMk cId="3613283974" sldId="356"/>
            <ac:spMk id="6" creationId="{44EBC665-A779-C144-B11D-D2ACDB10DED1}"/>
          </ac:spMkLst>
        </pc:spChg>
      </pc:sldChg>
      <pc:sldChg chg="modSp mod">
        <pc:chgData name="Stanley Rodrick" userId="8969fbcc-7c96-46fb-a663-9e2e5920ff04" providerId="ADAL" clId="{F2DE8A7F-FCDC-4C86-A4AE-17628B29B55F}" dt="2022-03-11T15:39:55.304" v="1605"/>
        <pc:sldMkLst>
          <pc:docMk/>
          <pc:sldMk cId="2253452900" sldId="358"/>
        </pc:sldMkLst>
        <pc:spChg chg="mod">
          <ac:chgData name="Stanley Rodrick" userId="8969fbcc-7c96-46fb-a663-9e2e5920ff04" providerId="ADAL" clId="{F2DE8A7F-FCDC-4C86-A4AE-17628B29B55F}" dt="2022-03-11T15:39:51.926" v="1603"/>
          <ac:spMkLst>
            <pc:docMk/>
            <pc:sldMk cId="2253452900" sldId="358"/>
            <ac:spMk id="3" creationId="{B3D4215C-6C2A-5B4C-AD14-FBC4DACF5ED9}"/>
          </ac:spMkLst>
        </pc:spChg>
        <pc:spChg chg="mod">
          <ac:chgData name="Stanley Rodrick" userId="8969fbcc-7c96-46fb-a663-9e2e5920ff04" providerId="ADAL" clId="{F2DE8A7F-FCDC-4C86-A4AE-17628B29B55F}" dt="2022-03-11T15:39:53.300" v="1604"/>
          <ac:spMkLst>
            <pc:docMk/>
            <pc:sldMk cId="2253452900" sldId="358"/>
            <ac:spMk id="4" creationId="{9E7ACB2B-5FE3-254A-B2A3-DA08CFEF32CA}"/>
          </ac:spMkLst>
        </pc:spChg>
        <pc:spChg chg="mod">
          <ac:chgData name="Stanley Rodrick" userId="8969fbcc-7c96-46fb-a663-9e2e5920ff04" providerId="ADAL" clId="{F2DE8A7F-FCDC-4C86-A4AE-17628B29B55F}" dt="2022-03-11T15:39:55.304" v="1605"/>
          <ac:spMkLst>
            <pc:docMk/>
            <pc:sldMk cId="2253452900" sldId="358"/>
            <ac:spMk id="6" creationId="{92A892C4-7D44-0D41-B32D-539B3DE3C159}"/>
          </ac:spMkLst>
        </pc:spChg>
      </pc:sldChg>
      <pc:sldChg chg="addSp delSp modSp mod">
        <pc:chgData name="Stanley Rodrick" userId="8969fbcc-7c96-46fb-a663-9e2e5920ff04" providerId="ADAL" clId="{F2DE8A7F-FCDC-4C86-A4AE-17628B29B55F}" dt="2022-03-11T15:39:03.459" v="1593" actId="1076"/>
        <pc:sldMkLst>
          <pc:docMk/>
          <pc:sldMk cId="2434017927" sldId="360"/>
        </pc:sldMkLst>
        <pc:spChg chg="mod">
          <ac:chgData name="Stanley Rodrick" userId="8969fbcc-7c96-46fb-a663-9e2e5920ff04" providerId="ADAL" clId="{F2DE8A7F-FCDC-4C86-A4AE-17628B29B55F}" dt="2022-03-11T15:32:22.810" v="1515" actId="207"/>
          <ac:spMkLst>
            <pc:docMk/>
            <pc:sldMk cId="2434017927" sldId="360"/>
            <ac:spMk id="3" creationId="{B3D4215C-6C2A-5B4C-AD14-FBC4DACF5ED9}"/>
          </ac:spMkLst>
        </pc:spChg>
        <pc:spChg chg="mod">
          <ac:chgData name="Stanley Rodrick" userId="8969fbcc-7c96-46fb-a663-9e2e5920ff04" providerId="ADAL" clId="{F2DE8A7F-FCDC-4C86-A4AE-17628B29B55F}" dt="2022-03-11T15:35:30.220" v="1557" actId="14100"/>
          <ac:spMkLst>
            <pc:docMk/>
            <pc:sldMk cId="2434017927" sldId="360"/>
            <ac:spMk id="4" creationId="{9E7ACB2B-5FE3-254A-B2A3-DA08CFEF32CA}"/>
          </ac:spMkLst>
        </pc:spChg>
        <pc:spChg chg="del mod">
          <ac:chgData name="Stanley Rodrick" userId="8969fbcc-7c96-46fb-a663-9e2e5920ff04" providerId="ADAL" clId="{F2DE8A7F-FCDC-4C86-A4AE-17628B29B55F}" dt="2022-03-11T15:34:14.218" v="1526" actId="478"/>
          <ac:spMkLst>
            <pc:docMk/>
            <pc:sldMk cId="2434017927" sldId="360"/>
            <ac:spMk id="6" creationId="{92A892C4-7D44-0D41-B32D-539B3DE3C159}"/>
          </ac:spMkLst>
        </pc:spChg>
        <pc:spChg chg="add mod">
          <ac:chgData name="Stanley Rodrick" userId="8969fbcc-7c96-46fb-a663-9e2e5920ff04" providerId="ADAL" clId="{F2DE8A7F-FCDC-4C86-A4AE-17628B29B55F}" dt="2022-03-11T15:37:48.090" v="1576" actId="1076"/>
          <ac:spMkLst>
            <pc:docMk/>
            <pc:sldMk cId="2434017927" sldId="360"/>
            <ac:spMk id="10" creationId="{5810879D-E057-4179-8EA3-158578294CAC}"/>
          </ac:spMkLst>
        </pc:spChg>
        <pc:picChg chg="add mod">
          <ac:chgData name="Stanley Rodrick" userId="8969fbcc-7c96-46fb-a663-9e2e5920ff04" providerId="ADAL" clId="{F2DE8A7F-FCDC-4C86-A4AE-17628B29B55F}" dt="2022-03-11T15:35:43.324" v="1561" actId="1076"/>
          <ac:picMkLst>
            <pc:docMk/>
            <pc:sldMk cId="2434017927" sldId="360"/>
            <ac:picMk id="7" creationId="{A006E654-8A31-466C-9A45-38D049EF8E93}"/>
          </ac:picMkLst>
        </pc:picChg>
        <pc:picChg chg="add mod">
          <ac:chgData name="Stanley Rodrick" userId="8969fbcc-7c96-46fb-a663-9e2e5920ff04" providerId="ADAL" clId="{F2DE8A7F-FCDC-4C86-A4AE-17628B29B55F}" dt="2022-03-11T15:37:51.834" v="1578" actId="1076"/>
          <ac:picMkLst>
            <pc:docMk/>
            <pc:sldMk cId="2434017927" sldId="360"/>
            <ac:picMk id="8" creationId="{8CACC465-2C53-4DD9-875A-6F20221D15B7}"/>
          </ac:picMkLst>
        </pc:picChg>
        <pc:picChg chg="add mod">
          <ac:chgData name="Stanley Rodrick" userId="8969fbcc-7c96-46fb-a663-9e2e5920ff04" providerId="ADAL" clId="{F2DE8A7F-FCDC-4C86-A4AE-17628B29B55F}" dt="2022-03-11T15:39:03.459" v="1593" actId="1076"/>
          <ac:picMkLst>
            <pc:docMk/>
            <pc:sldMk cId="2434017927" sldId="360"/>
            <ac:picMk id="9" creationId="{336F9EAF-0130-4FB7-9D1B-B6261667AD67}"/>
          </ac:picMkLst>
        </pc:picChg>
      </pc:sldChg>
      <pc:sldChg chg="modSp mod">
        <pc:chgData name="Stanley Rodrick" userId="8969fbcc-7c96-46fb-a663-9e2e5920ff04" providerId="ADAL" clId="{F2DE8A7F-FCDC-4C86-A4AE-17628B29B55F}" dt="2022-03-11T15:31:16.527" v="1498" actId="20577"/>
        <pc:sldMkLst>
          <pc:docMk/>
          <pc:sldMk cId="552290143" sldId="361"/>
        </pc:sldMkLst>
        <pc:spChg chg="mod">
          <ac:chgData name="Stanley Rodrick" userId="8969fbcc-7c96-46fb-a663-9e2e5920ff04" providerId="ADAL" clId="{F2DE8A7F-FCDC-4C86-A4AE-17628B29B55F}" dt="2022-03-11T15:30:07.731" v="1477"/>
          <ac:spMkLst>
            <pc:docMk/>
            <pc:sldMk cId="552290143" sldId="361"/>
            <ac:spMk id="3" creationId="{B3D4215C-6C2A-5B4C-AD14-FBC4DACF5ED9}"/>
          </ac:spMkLst>
        </pc:spChg>
        <pc:spChg chg="mod">
          <ac:chgData name="Stanley Rodrick" userId="8969fbcc-7c96-46fb-a663-9e2e5920ff04" providerId="ADAL" clId="{F2DE8A7F-FCDC-4C86-A4AE-17628B29B55F}" dt="2022-03-11T15:31:16.527" v="1498" actId="20577"/>
          <ac:spMkLst>
            <pc:docMk/>
            <pc:sldMk cId="552290143" sldId="361"/>
            <ac:spMk id="7" creationId="{1A8B5642-8989-D741-B12C-DE02A387228B}"/>
          </ac:spMkLst>
        </pc:spChg>
      </pc:sldChg>
      <pc:sldChg chg="delSp modSp mod">
        <pc:chgData name="Stanley Rodrick" userId="8969fbcc-7c96-46fb-a663-9e2e5920ff04" providerId="ADAL" clId="{F2DE8A7F-FCDC-4C86-A4AE-17628B29B55F}" dt="2022-03-11T15:29:19.846" v="1462"/>
        <pc:sldMkLst>
          <pc:docMk/>
          <pc:sldMk cId="1841016012" sldId="363"/>
        </pc:sldMkLst>
        <pc:spChg chg="mod">
          <ac:chgData name="Stanley Rodrick" userId="8969fbcc-7c96-46fb-a663-9e2e5920ff04" providerId="ADAL" clId="{F2DE8A7F-FCDC-4C86-A4AE-17628B29B55F}" dt="2022-03-11T15:28:52.177" v="1460"/>
          <ac:spMkLst>
            <pc:docMk/>
            <pc:sldMk cId="1841016012" sldId="363"/>
            <ac:spMk id="3" creationId="{B3D4215C-6C2A-5B4C-AD14-FBC4DACF5ED9}"/>
          </ac:spMkLst>
        </pc:spChg>
        <pc:spChg chg="mod">
          <ac:chgData name="Stanley Rodrick" userId="8969fbcc-7c96-46fb-a663-9e2e5920ff04" providerId="ADAL" clId="{F2DE8A7F-FCDC-4C86-A4AE-17628B29B55F}" dt="2022-03-11T15:29:18.369" v="1461"/>
          <ac:spMkLst>
            <pc:docMk/>
            <pc:sldMk cId="1841016012" sldId="363"/>
            <ac:spMk id="4" creationId="{13CE1EE5-76AF-B54A-BC3F-0675F7829541}"/>
          </ac:spMkLst>
        </pc:spChg>
        <pc:spChg chg="mod">
          <ac:chgData name="Stanley Rodrick" userId="8969fbcc-7c96-46fb-a663-9e2e5920ff04" providerId="ADAL" clId="{F2DE8A7F-FCDC-4C86-A4AE-17628B29B55F}" dt="2022-03-11T15:29:19.846" v="1462"/>
          <ac:spMkLst>
            <pc:docMk/>
            <pc:sldMk cId="1841016012" sldId="363"/>
            <ac:spMk id="8" creationId="{1AFAB879-3F09-1741-870E-5886CDDA468D}"/>
          </ac:spMkLst>
        </pc:spChg>
        <pc:spChg chg="del">
          <ac:chgData name="Stanley Rodrick" userId="8969fbcc-7c96-46fb-a663-9e2e5920ff04" providerId="ADAL" clId="{F2DE8A7F-FCDC-4C86-A4AE-17628B29B55F}" dt="2022-03-11T15:28:25.406" v="1457" actId="478"/>
          <ac:spMkLst>
            <pc:docMk/>
            <pc:sldMk cId="1841016012" sldId="363"/>
            <ac:spMk id="9" creationId="{20CA2A44-3E88-7642-8BDD-31D7B7F712B1}"/>
          </ac:spMkLst>
        </pc:spChg>
      </pc:sldChg>
      <pc:sldChg chg="addSp modSp mod">
        <pc:chgData name="Stanley Rodrick" userId="8969fbcc-7c96-46fb-a663-9e2e5920ff04" providerId="ADAL" clId="{F2DE8A7F-FCDC-4C86-A4AE-17628B29B55F}" dt="2022-03-11T15:17:46.213" v="1364" actId="1076"/>
        <pc:sldMkLst>
          <pc:docMk/>
          <pc:sldMk cId="1338111891" sldId="364"/>
        </pc:sldMkLst>
        <pc:spChg chg="mod">
          <ac:chgData name="Stanley Rodrick" userId="8969fbcc-7c96-46fb-a663-9e2e5920ff04" providerId="ADAL" clId="{F2DE8A7F-FCDC-4C86-A4AE-17628B29B55F}" dt="2022-03-11T15:16:54.649" v="1358"/>
          <ac:spMkLst>
            <pc:docMk/>
            <pc:sldMk cId="1338111891" sldId="364"/>
            <ac:spMk id="3" creationId="{B3D4215C-6C2A-5B4C-AD14-FBC4DACF5ED9}"/>
          </ac:spMkLst>
        </pc:spChg>
        <pc:spChg chg="mod">
          <ac:chgData name="Stanley Rodrick" userId="8969fbcc-7c96-46fb-a663-9e2e5920ff04" providerId="ADAL" clId="{F2DE8A7F-FCDC-4C86-A4AE-17628B29B55F}" dt="2022-03-11T15:16:56.289" v="1359"/>
          <ac:spMkLst>
            <pc:docMk/>
            <pc:sldMk cId="1338111891" sldId="364"/>
            <ac:spMk id="11" creationId="{DAC88BCA-0FD0-F94F-B7DE-3ADD054333F7}"/>
          </ac:spMkLst>
        </pc:spChg>
        <pc:spChg chg="mod">
          <ac:chgData name="Stanley Rodrick" userId="8969fbcc-7c96-46fb-a663-9e2e5920ff04" providerId="ADAL" clId="{F2DE8A7F-FCDC-4C86-A4AE-17628B29B55F}" dt="2022-03-11T15:16:57.421" v="1360"/>
          <ac:spMkLst>
            <pc:docMk/>
            <pc:sldMk cId="1338111891" sldId="364"/>
            <ac:spMk id="12" creationId="{6311513F-4800-0F42-A879-BDCC3A289D83}"/>
          </ac:spMkLst>
        </pc:spChg>
        <pc:spChg chg="mod">
          <ac:chgData name="Stanley Rodrick" userId="8969fbcc-7c96-46fb-a663-9e2e5920ff04" providerId="ADAL" clId="{F2DE8A7F-FCDC-4C86-A4AE-17628B29B55F}" dt="2022-03-11T15:16:58.272" v="1361"/>
          <ac:spMkLst>
            <pc:docMk/>
            <pc:sldMk cId="1338111891" sldId="364"/>
            <ac:spMk id="13" creationId="{0946983A-90D3-2F40-871D-C78D78D97275}"/>
          </ac:spMkLst>
        </pc:spChg>
        <pc:spChg chg="mod">
          <ac:chgData name="Stanley Rodrick" userId="8969fbcc-7c96-46fb-a663-9e2e5920ff04" providerId="ADAL" clId="{F2DE8A7F-FCDC-4C86-A4AE-17628B29B55F}" dt="2022-03-11T15:16:59.115" v="1362"/>
          <ac:spMkLst>
            <pc:docMk/>
            <pc:sldMk cId="1338111891" sldId="364"/>
            <ac:spMk id="14" creationId="{37668C7A-8F9A-2F43-9E20-2247A4E6B7FC}"/>
          </ac:spMkLst>
        </pc:spChg>
        <pc:picChg chg="add mod">
          <ac:chgData name="Stanley Rodrick" userId="8969fbcc-7c96-46fb-a663-9e2e5920ff04" providerId="ADAL" clId="{F2DE8A7F-FCDC-4C86-A4AE-17628B29B55F}" dt="2022-03-11T15:17:46.213" v="1364" actId="1076"/>
          <ac:picMkLst>
            <pc:docMk/>
            <pc:sldMk cId="1338111891" sldId="364"/>
            <ac:picMk id="14338" creationId="{9F099A29-32AA-4813-8D87-CDAE28365DA2}"/>
          </ac:picMkLst>
        </pc:picChg>
      </pc:sldChg>
      <pc:sldChg chg="addSp delSp modSp mod">
        <pc:chgData name="Stanley Rodrick" userId="8969fbcc-7c96-46fb-a663-9e2e5920ff04" providerId="ADAL" clId="{F2DE8A7F-FCDC-4C86-A4AE-17628B29B55F}" dt="2022-03-11T16:12:16.446" v="1794" actId="1076"/>
        <pc:sldMkLst>
          <pc:docMk/>
          <pc:sldMk cId="2640094858" sldId="365"/>
        </pc:sldMkLst>
        <pc:spChg chg="mod">
          <ac:chgData name="Stanley Rodrick" userId="8969fbcc-7c96-46fb-a663-9e2e5920ff04" providerId="ADAL" clId="{F2DE8A7F-FCDC-4C86-A4AE-17628B29B55F}" dt="2022-03-11T15:17:57.885" v="1366"/>
          <ac:spMkLst>
            <pc:docMk/>
            <pc:sldMk cId="2640094858" sldId="365"/>
            <ac:spMk id="3" creationId="{B3D4215C-6C2A-5B4C-AD14-FBC4DACF5ED9}"/>
          </ac:spMkLst>
        </pc:spChg>
        <pc:spChg chg="mod">
          <ac:chgData name="Stanley Rodrick" userId="8969fbcc-7c96-46fb-a663-9e2e5920ff04" providerId="ADAL" clId="{F2DE8A7F-FCDC-4C86-A4AE-17628B29B55F}" dt="2022-03-11T16:10:15.548" v="1786" actId="14100"/>
          <ac:spMkLst>
            <pc:docMk/>
            <pc:sldMk cId="2640094858" sldId="365"/>
            <ac:spMk id="6" creationId="{1F215B9E-DC29-F840-BAF6-5D114776D2C7}"/>
          </ac:spMkLst>
        </pc:spChg>
        <pc:spChg chg="mod">
          <ac:chgData name="Stanley Rodrick" userId="8969fbcc-7c96-46fb-a663-9e2e5920ff04" providerId="ADAL" clId="{F2DE8A7F-FCDC-4C86-A4AE-17628B29B55F}" dt="2022-03-11T15:18:02.281" v="1369"/>
          <ac:spMkLst>
            <pc:docMk/>
            <pc:sldMk cId="2640094858" sldId="365"/>
            <ac:spMk id="7" creationId="{B105F8EC-582D-C043-B44A-3AE093DFC047}"/>
          </ac:spMkLst>
        </pc:spChg>
        <pc:spChg chg="mod">
          <ac:chgData name="Stanley Rodrick" userId="8969fbcc-7c96-46fb-a663-9e2e5920ff04" providerId="ADAL" clId="{F2DE8A7F-FCDC-4C86-A4AE-17628B29B55F}" dt="2022-03-11T15:17:59.697" v="1367"/>
          <ac:spMkLst>
            <pc:docMk/>
            <pc:sldMk cId="2640094858" sldId="365"/>
            <ac:spMk id="10" creationId="{69F4D84B-7267-C640-99E7-6C7C95199B55}"/>
          </ac:spMkLst>
        </pc:spChg>
        <pc:picChg chg="add del mod">
          <ac:chgData name="Stanley Rodrick" userId="8969fbcc-7c96-46fb-a663-9e2e5920ff04" providerId="ADAL" clId="{F2DE8A7F-FCDC-4C86-A4AE-17628B29B55F}" dt="2022-03-11T16:11:10.807" v="1789" actId="478"/>
          <ac:picMkLst>
            <pc:docMk/>
            <pc:sldMk cId="2640094858" sldId="365"/>
            <ac:picMk id="4" creationId="{824AB07A-1209-4092-8D17-5BB6FBE72B0C}"/>
          </ac:picMkLst>
        </pc:picChg>
        <pc:picChg chg="add mod">
          <ac:chgData name="Stanley Rodrick" userId="8969fbcc-7c96-46fb-a663-9e2e5920ff04" providerId="ADAL" clId="{F2DE8A7F-FCDC-4C86-A4AE-17628B29B55F}" dt="2022-03-11T16:12:14.843" v="1793" actId="1076"/>
          <ac:picMkLst>
            <pc:docMk/>
            <pc:sldMk cId="2640094858" sldId="365"/>
            <ac:picMk id="8" creationId="{57C318B1-8894-41E9-BF56-B58478F9A1C6}"/>
          </ac:picMkLst>
        </pc:picChg>
        <pc:picChg chg="add mod">
          <ac:chgData name="Stanley Rodrick" userId="8969fbcc-7c96-46fb-a663-9e2e5920ff04" providerId="ADAL" clId="{F2DE8A7F-FCDC-4C86-A4AE-17628B29B55F}" dt="2022-03-11T16:12:16.446" v="1794" actId="1076"/>
          <ac:picMkLst>
            <pc:docMk/>
            <pc:sldMk cId="2640094858" sldId="365"/>
            <ac:picMk id="15362" creationId="{41F99992-5C23-4DC8-A6D2-57201FA21419}"/>
          </ac:picMkLst>
        </pc:picChg>
      </pc:sldChg>
      <pc:sldChg chg="addSp modSp mod">
        <pc:chgData name="Stanley Rodrick" userId="8969fbcc-7c96-46fb-a663-9e2e5920ff04" providerId="ADAL" clId="{F2DE8A7F-FCDC-4C86-A4AE-17628B29B55F}" dt="2022-03-11T15:16:50.385" v="1357"/>
        <pc:sldMkLst>
          <pc:docMk/>
          <pc:sldMk cId="3995456350" sldId="366"/>
        </pc:sldMkLst>
        <pc:spChg chg="mod">
          <ac:chgData name="Stanley Rodrick" userId="8969fbcc-7c96-46fb-a663-9e2e5920ff04" providerId="ADAL" clId="{F2DE8A7F-FCDC-4C86-A4AE-17628B29B55F}" dt="2022-03-11T15:16:44.372" v="1352"/>
          <ac:spMkLst>
            <pc:docMk/>
            <pc:sldMk cId="3995456350" sldId="366"/>
            <ac:spMk id="3" creationId="{B3D4215C-6C2A-5B4C-AD14-FBC4DACF5ED9}"/>
          </ac:spMkLst>
        </pc:spChg>
        <pc:spChg chg="mod">
          <ac:chgData name="Stanley Rodrick" userId="8969fbcc-7c96-46fb-a663-9e2e5920ff04" providerId="ADAL" clId="{F2DE8A7F-FCDC-4C86-A4AE-17628B29B55F}" dt="2022-03-11T15:16:45.254" v="1353"/>
          <ac:spMkLst>
            <pc:docMk/>
            <pc:sldMk cId="3995456350" sldId="366"/>
            <ac:spMk id="4" creationId="{A118828B-C10A-374C-8CAA-667571C580B0}"/>
          </ac:spMkLst>
        </pc:spChg>
        <pc:spChg chg="mod">
          <ac:chgData name="Stanley Rodrick" userId="8969fbcc-7c96-46fb-a663-9e2e5920ff04" providerId="ADAL" clId="{F2DE8A7F-FCDC-4C86-A4AE-17628B29B55F}" dt="2022-03-11T15:16:50.385" v="1357"/>
          <ac:spMkLst>
            <pc:docMk/>
            <pc:sldMk cId="3995456350" sldId="366"/>
            <ac:spMk id="6" creationId="{95BB1A95-D7AF-6A40-82C9-BD40960E2A63}"/>
          </ac:spMkLst>
        </pc:spChg>
        <pc:spChg chg="mod">
          <ac:chgData name="Stanley Rodrick" userId="8969fbcc-7c96-46fb-a663-9e2e5920ff04" providerId="ADAL" clId="{F2DE8A7F-FCDC-4C86-A4AE-17628B29B55F}" dt="2022-03-11T15:16:49.131" v="1356"/>
          <ac:spMkLst>
            <pc:docMk/>
            <pc:sldMk cId="3995456350" sldId="366"/>
            <ac:spMk id="10" creationId="{1C615E61-DF76-E044-A66B-A67AE699F2D7}"/>
          </ac:spMkLst>
        </pc:spChg>
        <pc:picChg chg="add mod modCrop">
          <ac:chgData name="Stanley Rodrick" userId="8969fbcc-7c96-46fb-a663-9e2e5920ff04" providerId="ADAL" clId="{F2DE8A7F-FCDC-4C86-A4AE-17628B29B55F}" dt="2022-03-11T15:15:56.467" v="1340" actId="1076"/>
          <ac:picMkLst>
            <pc:docMk/>
            <pc:sldMk cId="3995456350" sldId="366"/>
            <ac:picMk id="7" creationId="{825C329D-4A21-469C-84BE-98E81EBB9AE8}"/>
          </ac:picMkLst>
        </pc:picChg>
        <pc:picChg chg="add mod modCrop">
          <ac:chgData name="Stanley Rodrick" userId="8969fbcc-7c96-46fb-a663-9e2e5920ff04" providerId="ADAL" clId="{F2DE8A7F-FCDC-4C86-A4AE-17628B29B55F}" dt="2022-03-11T15:15:53.377" v="1338" actId="14100"/>
          <ac:picMkLst>
            <pc:docMk/>
            <pc:sldMk cId="3995456350" sldId="366"/>
            <ac:picMk id="8" creationId="{B3F4CEDC-35C1-4DED-A2C1-7273572771E2}"/>
          </ac:picMkLst>
        </pc:picChg>
      </pc:sldChg>
      <pc:sldChg chg="addSp delSp modSp mod">
        <pc:chgData name="Stanley Rodrick" userId="8969fbcc-7c96-46fb-a663-9e2e5920ff04" providerId="ADAL" clId="{F2DE8A7F-FCDC-4C86-A4AE-17628B29B55F}" dt="2022-03-11T15:16:40.289" v="1351"/>
        <pc:sldMkLst>
          <pc:docMk/>
          <pc:sldMk cId="1515381904" sldId="367"/>
        </pc:sldMkLst>
        <pc:spChg chg="mod">
          <ac:chgData name="Stanley Rodrick" userId="8969fbcc-7c96-46fb-a663-9e2e5920ff04" providerId="ADAL" clId="{F2DE8A7F-FCDC-4C86-A4AE-17628B29B55F}" dt="2022-03-11T15:16:37.955" v="1349"/>
          <ac:spMkLst>
            <pc:docMk/>
            <pc:sldMk cId="1515381904" sldId="367"/>
            <ac:spMk id="3" creationId="{B3D4215C-6C2A-5B4C-AD14-FBC4DACF5ED9}"/>
          </ac:spMkLst>
        </pc:spChg>
        <pc:spChg chg="mod">
          <ac:chgData name="Stanley Rodrick" userId="8969fbcc-7c96-46fb-a663-9e2e5920ff04" providerId="ADAL" clId="{F2DE8A7F-FCDC-4C86-A4AE-17628B29B55F}" dt="2022-03-11T15:16:40.289" v="1351"/>
          <ac:spMkLst>
            <pc:docMk/>
            <pc:sldMk cId="1515381904" sldId="367"/>
            <ac:spMk id="8" creationId="{0BFD9DFF-429E-F045-B250-3ADC9611D72A}"/>
          </ac:spMkLst>
        </pc:spChg>
        <pc:spChg chg="del">
          <ac:chgData name="Stanley Rodrick" userId="8969fbcc-7c96-46fb-a663-9e2e5920ff04" providerId="ADAL" clId="{F2DE8A7F-FCDC-4C86-A4AE-17628B29B55F}" dt="2022-03-11T15:05:37.688" v="1270" actId="478"/>
          <ac:spMkLst>
            <pc:docMk/>
            <pc:sldMk cId="1515381904" sldId="367"/>
            <ac:spMk id="9" creationId="{8D25A545-6D7A-7D42-807B-5807544E1D4C}"/>
          </ac:spMkLst>
        </pc:spChg>
        <pc:spChg chg="del">
          <ac:chgData name="Stanley Rodrick" userId="8969fbcc-7c96-46fb-a663-9e2e5920ff04" providerId="ADAL" clId="{F2DE8A7F-FCDC-4C86-A4AE-17628B29B55F}" dt="2022-03-11T15:05:36.016" v="1269" actId="478"/>
          <ac:spMkLst>
            <pc:docMk/>
            <pc:sldMk cId="1515381904" sldId="367"/>
            <ac:spMk id="11" creationId="{C0C1FBA8-2012-B44C-BD5F-C9664A0DA8DE}"/>
          </ac:spMkLst>
        </pc:spChg>
        <pc:picChg chg="add mod modCrop">
          <ac:chgData name="Stanley Rodrick" userId="8969fbcc-7c96-46fb-a663-9e2e5920ff04" providerId="ADAL" clId="{F2DE8A7F-FCDC-4C86-A4AE-17628B29B55F}" dt="2022-03-11T15:12:29.447" v="1320" actId="1076"/>
          <ac:picMkLst>
            <pc:docMk/>
            <pc:sldMk cId="1515381904" sldId="367"/>
            <ac:picMk id="4" creationId="{031B94B2-74E4-4C87-A19D-A1C0E397A711}"/>
          </ac:picMkLst>
        </pc:picChg>
        <pc:picChg chg="add mod modCrop">
          <ac:chgData name="Stanley Rodrick" userId="8969fbcc-7c96-46fb-a663-9e2e5920ff04" providerId="ADAL" clId="{F2DE8A7F-FCDC-4C86-A4AE-17628B29B55F}" dt="2022-03-11T15:11:43.179" v="1311" actId="1076"/>
          <ac:picMkLst>
            <pc:docMk/>
            <pc:sldMk cId="1515381904" sldId="367"/>
            <ac:picMk id="6" creationId="{FB0105BA-81C1-4CCA-83A3-EBBF5E020104}"/>
          </ac:picMkLst>
        </pc:picChg>
        <pc:picChg chg="add mod">
          <ac:chgData name="Stanley Rodrick" userId="8969fbcc-7c96-46fb-a663-9e2e5920ff04" providerId="ADAL" clId="{F2DE8A7F-FCDC-4C86-A4AE-17628B29B55F}" dt="2022-03-11T15:12:32.135" v="1321" actId="1076"/>
          <ac:picMkLst>
            <pc:docMk/>
            <pc:sldMk cId="1515381904" sldId="367"/>
            <ac:picMk id="7" creationId="{4EC2BDEE-7AF0-4DBF-9B1D-162919E46270}"/>
          </ac:picMkLst>
        </pc:picChg>
      </pc:sldChg>
      <pc:sldChg chg="addSp delSp modSp mod">
        <pc:chgData name="Stanley Rodrick" userId="8969fbcc-7c96-46fb-a663-9e2e5920ff04" providerId="ADAL" clId="{F2DE8A7F-FCDC-4C86-A4AE-17628B29B55F}" dt="2022-03-11T15:04:10.240" v="1254" actId="1076"/>
        <pc:sldMkLst>
          <pc:docMk/>
          <pc:sldMk cId="1577656038" sldId="368"/>
        </pc:sldMkLst>
        <pc:spChg chg="mod">
          <ac:chgData name="Stanley Rodrick" userId="8969fbcc-7c96-46fb-a663-9e2e5920ff04" providerId="ADAL" clId="{F2DE8A7F-FCDC-4C86-A4AE-17628B29B55F}" dt="2022-03-11T15:02:19.691" v="1242"/>
          <ac:spMkLst>
            <pc:docMk/>
            <pc:sldMk cId="1577656038" sldId="368"/>
            <ac:spMk id="3" creationId="{B3D4215C-6C2A-5B4C-AD14-FBC4DACF5ED9}"/>
          </ac:spMkLst>
        </pc:spChg>
        <pc:spChg chg="mod">
          <ac:chgData name="Stanley Rodrick" userId="8969fbcc-7c96-46fb-a663-9e2e5920ff04" providerId="ADAL" clId="{F2DE8A7F-FCDC-4C86-A4AE-17628B29B55F}" dt="2022-03-11T15:02:21.225" v="1243"/>
          <ac:spMkLst>
            <pc:docMk/>
            <pc:sldMk cId="1577656038" sldId="368"/>
            <ac:spMk id="4" creationId="{8D5AF97B-316A-884D-A69F-E4108B0F045B}"/>
          </ac:spMkLst>
        </pc:spChg>
        <pc:spChg chg="mod">
          <ac:chgData name="Stanley Rodrick" userId="8969fbcc-7c96-46fb-a663-9e2e5920ff04" providerId="ADAL" clId="{F2DE8A7F-FCDC-4C86-A4AE-17628B29B55F}" dt="2022-03-11T15:02:22.871" v="1244"/>
          <ac:spMkLst>
            <pc:docMk/>
            <pc:sldMk cId="1577656038" sldId="368"/>
            <ac:spMk id="6" creationId="{C0291DCB-FA13-AD44-AE70-1CF9EFE1377F}"/>
          </ac:spMkLst>
        </pc:spChg>
        <pc:picChg chg="add del mod">
          <ac:chgData name="Stanley Rodrick" userId="8969fbcc-7c96-46fb-a663-9e2e5920ff04" providerId="ADAL" clId="{F2DE8A7F-FCDC-4C86-A4AE-17628B29B55F}" dt="2022-03-11T15:04:03.066" v="1251" actId="478"/>
          <ac:picMkLst>
            <pc:docMk/>
            <pc:sldMk cId="1577656038" sldId="368"/>
            <ac:picMk id="12290" creationId="{FE9CB7CE-07ED-459B-A037-D810D5B6BBB6}"/>
          </ac:picMkLst>
        </pc:picChg>
        <pc:picChg chg="add mod">
          <ac:chgData name="Stanley Rodrick" userId="8969fbcc-7c96-46fb-a663-9e2e5920ff04" providerId="ADAL" clId="{F2DE8A7F-FCDC-4C86-A4AE-17628B29B55F}" dt="2022-03-11T15:04:10.240" v="1254" actId="1076"/>
          <ac:picMkLst>
            <pc:docMk/>
            <pc:sldMk cId="1577656038" sldId="368"/>
            <ac:picMk id="12292" creationId="{0FC82546-DE76-48D2-A9B2-D6E7BF8FA170}"/>
          </ac:picMkLst>
        </pc:picChg>
      </pc:sldChg>
      <pc:sldChg chg="addSp modSp mod">
        <pc:chgData name="Stanley Rodrick" userId="8969fbcc-7c96-46fb-a663-9e2e5920ff04" providerId="ADAL" clId="{F2DE8A7F-FCDC-4C86-A4AE-17628B29B55F}" dt="2022-03-11T15:22:10.149" v="1398" actId="1076"/>
        <pc:sldMkLst>
          <pc:docMk/>
          <pc:sldMk cId="3391866984" sldId="369"/>
        </pc:sldMkLst>
        <pc:spChg chg="mod">
          <ac:chgData name="Stanley Rodrick" userId="8969fbcc-7c96-46fb-a663-9e2e5920ff04" providerId="ADAL" clId="{F2DE8A7F-FCDC-4C86-A4AE-17628B29B55F}" dt="2022-03-11T15:02:07.238" v="1237"/>
          <ac:spMkLst>
            <pc:docMk/>
            <pc:sldMk cId="3391866984" sldId="369"/>
            <ac:spMk id="3" creationId="{B3D4215C-6C2A-5B4C-AD14-FBC4DACF5ED9}"/>
          </ac:spMkLst>
        </pc:spChg>
        <pc:spChg chg="mod">
          <ac:chgData name="Stanley Rodrick" userId="8969fbcc-7c96-46fb-a663-9e2e5920ff04" providerId="ADAL" clId="{F2DE8A7F-FCDC-4C86-A4AE-17628B29B55F}" dt="2022-03-11T15:02:08.749" v="1238"/>
          <ac:spMkLst>
            <pc:docMk/>
            <pc:sldMk cId="3391866984" sldId="369"/>
            <ac:spMk id="7" creationId="{67CEA435-7D37-8745-95E5-D0888EBB6BCB}"/>
          </ac:spMkLst>
        </pc:spChg>
        <pc:spChg chg="mod">
          <ac:chgData name="Stanley Rodrick" userId="8969fbcc-7c96-46fb-a663-9e2e5920ff04" providerId="ADAL" clId="{F2DE8A7F-FCDC-4C86-A4AE-17628B29B55F}" dt="2022-03-11T15:02:13.541" v="1240" actId="1076"/>
          <ac:spMkLst>
            <pc:docMk/>
            <pc:sldMk cId="3391866984" sldId="369"/>
            <ac:spMk id="8" creationId="{C093C2D4-EA61-0E47-B0A5-F502D1BC8690}"/>
          </ac:spMkLst>
        </pc:spChg>
        <pc:picChg chg="add mod modCrop">
          <ac:chgData name="Stanley Rodrick" userId="8969fbcc-7c96-46fb-a663-9e2e5920ff04" providerId="ADAL" clId="{F2DE8A7F-FCDC-4C86-A4AE-17628B29B55F}" dt="2022-03-11T15:22:10.149" v="1398" actId="1076"/>
          <ac:picMkLst>
            <pc:docMk/>
            <pc:sldMk cId="3391866984" sldId="369"/>
            <ac:picMk id="4" creationId="{2B3FB54A-4674-40B3-AED3-85D00D968B02}"/>
          </ac:picMkLst>
        </pc:picChg>
        <pc:picChg chg="add mod">
          <ac:chgData name="Stanley Rodrick" userId="8969fbcc-7c96-46fb-a663-9e2e5920ff04" providerId="ADAL" clId="{F2DE8A7F-FCDC-4C86-A4AE-17628B29B55F}" dt="2022-03-11T15:21:41.282" v="1397" actId="1076"/>
          <ac:picMkLst>
            <pc:docMk/>
            <pc:sldMk cId="3391866984" sldId="369"/>
            <ac:picMk id="9" creationId="{CDA5B325-B1D6-4B9E-9234-5F9932BBD763}"/>
          </ac:picMkLst>
        </pc:picChg>
        <pc:picChg chg="add mod">
          <ac:chgData name="Stanley Rodrick" userId="8969fbcc-7c96-46fb-a663-9e2e5920ff04" providerId="ADAL" clId="{F2DE8A7F-FCDC-4C86-A4AE-17628B29B55F}" dt="2022-03-11T15:19:46.385" v="1381" actId="1076"/>
          <ac:picMkLst>
            <pc:docMk/>
            <pc:sldMk cId="3391866984" sldId="369"/>
            <ac:picMk id="10" creationId="{3EE69E86-746B-4D9E-A9EE-9616B7F888D0}"/>
          </ac:picMkLst>
        </pc:picChg>
      </pc:sldChg>
      <pc:sldChg chg="addSp delSp modSp mod">
        <pc:chgData name="Stanley Rodrick" userId="8969fbcc-7c96-46fb-a663-9e2e5920ff04" providerId="ADAL" clId="{F2DE8A7F-FCDC-4C86-A4AE-17628B29B55F}" dt="2022-03-11T15:01:44.090" v="1236" actId="1076"/>
        <pc:sldMkLst>
          <pc:docMk/>
          <pc:sldMk cId="189678383" sldId="371"/>
        </pc:sldMkLst>
        <pc:spChg chg="mod">
          <ac:chgData name="Stanley Rodrick" userId="8969fbcc-7c96-46fb-a663-9e2e5920ff04" providerId="ADAL" clId="{F2DE8A7F-FCDC-4C86-A4AE-17628B29B55F}" dt="2022-03-11T14:27:32.565" v="885" actId="207"/>
          <ac:spMkLst>
            <pc:docMk/>
            <pc:sldMk cId="189678383" sldId="371"/>
            <ac:spMk id="2" creationId="{30C5B4EB-48B2-3E45-A58F-300E9A03105A}"/>
          </ac:spMkLst>
        </pc:spChg>
        <pc:spChg chg="mod">
          <ac:chgData name="Stanley Rodrick" userId="8969fbcc-7c96-46fb-a663-9e2e5920ff04" providerId="ADAL" clId="{F2DE8A7F-FCDC-4C86-A4AE-17628B29B55F}" dt="2022-03-11T14:29:45.966" v="923" actId="255"/>
          <ac:spMkLst>
            <pc:docMk/>
            <pc:sldMk cId="189678383" sldId="371"/>
            <ac:spMk id="3" creationId="{B3D4215C-6C2A-5B4C-AD14-FBC4DACF5ED9}"/>
          </ac:spMkLst>
        </pc:spChg>
        <pc:spChg chg="mod">
          <ac:chgData name="Stanley Rodrick" userId="8969fbcc-7c96-46fb-a663-9e2e5920ff04" providerId="ADAL" clId="{F2DE8A7F-FCDC-4C86-A4AE-17628B29B55F}" dt="2022-03-11T14:30:03.979" v="928" actId="1076"/>
          <ac:spMkLst>
            <pc:docMk/>
            <pc:sldMk cId="189678383" sldId="371"/>
            <ac:spMk id="4" creationId="{10639F24-E6DB-E74A-970F-405BA71F985E}"/>
          </ac:spMkLst>
        </pc:spChg>
        <pc:spChg chg="mod">
          <ac:chgData name="Stanley Rodrick" userId="8969fbcc-7c96-46fb-a663-9e2e5920ff04" providerId="ADAL" clId="{F2DE8A7F-FCDC-4C86-A4AE-17628B29B55F}" dt="2022-03-11T15:01:31.297" v="1232" actId="14100"/>
          <ac:spMkLst>
            <pc:docMk/>
            <pc:sldMk cId="189678383" sldId="371"/>
            <ac:spMk id="6" creationId="{46ED98F1-6AEB-C747-BA47-CD53BB87C368}"/>
          </ac:spMkLst>
        </pc:spChg>
        <pc:spChg chg="mod">
          <ac:chgData name="Stanley Rodrick" userId="8969fbcc-7c96-46fb-a663-9e2e5920ff04" providerId="ADAL" clId="{F2DE8A7F-FCDC-4C86-A4AE-17628B29B55F}" dt="2022-03-11T14:29:57.826" v="925" actId="1076"/>
          <ac:spMkLst>
            <pc:docMk/>
            <pc:sldMk cId="189678383" sldId="371"/>
            <ac:spMk id="7" creationId="{67CEA435-7D37-8745-95E5-D0888EBB6BCB}"/>
          </ac:spMkLst>
        </pc:spChg>
        <pc:spChg chg="mod">
          <ac:chgData name="Stanley Rodrick" userId="8969fbcc-7c96-46fb-a663-9e2e5920ff04" providerId="ADAL" clId="{F2DE8A7F-FCDC-4C86-A4AE-17628B29B55F}" dt="2022-03-11T14:30:00.482" v="926" actId="1076"/>
          <ac:spMkLst>
            <pc:docMk/>
            <pc:sldMk cId="189678383" sldId="371"/>
            <ac:spMk id="8" creationId="{C093C2D4-EA61-0E47-B0A5-F502D1BC8690}"/>
          </ac:spMkLst>
        </pc:spChg>
        <pc:spChg chg="add del">
          <ac:chgData name="Stanley Rodrick" userId="8969fbcc-7c96-46fb-a663-9e2e5920ff04" providerId="ADAL" clId="{F2DE8A7F-FCDC-4C86-A4AE-17628B29B55F}" dt="2022-03-11T14:28:22.428" v="893" actId="22"/>
          <ac:spMkLst>
            <pc:docMk/>
            <pc:sldMk cId="189678383" sldId="371"/>
            <ac:spMk id="10" creationId="{8E621534-35CE-447D-9B5F-D94D282C182A}"/>
          </ac:spMkLst>
        </pc:spChg>
        <pc:picChg chg="add mod">
          <ac:chgData name="Stanley Rodrick" userId="8969fbcc-7c96-46fb-a663-9e2e5920ff04" providerId="ADAL" clId="{F2DE8A7F-FCDC-4C86-A4AE-17628B29B55F}" dt="2022-03-11T14:32:22.657" v="936" actId="14100"/>
          <ac:picMkLst>
            <pc:docMk/>
            <pc:sldMk cId="189678383" sldId="371"/>
            <ac:picMk id="11" creationId="{CDCE02BF-B11C-4FF5-8E3C-D0619F922D44}"/>
          </ac:picMkLst>
        </pc:picChg>
        <pc:picChg chg="add mod">
          <ac:chgData name="Stanley Rodrick" userId="8969fbcc-7c96-46fb-a663-9e2e5920ff04" providerId="ADAL" clId="{F2DE8A7F-FCDC-4C86-A4AE-17628B29B55F}" dt="2022-03-11T15:01:44.090" v="1236" actId="1076"/>
          <ac:picMkLst>
            <pc:docMk/>
            <pc:sldMk cId="189678383" sldId="371"/>
            <ac:picMk id="12" creationId="{16351951-470A-48A9-BC59-28CD6E2AB293}"/>
          </ac:picMkLst>
        </pc:picChg>
      </pc:sldChg>
      <pc:sldChg chg="addSp modSp mod">
        <pc:chgData name="Stanley Rodrick" userId="8969fbcc-7c96-46fb-a663-9e2e5920ff04" providerId="ADAL" clId="{F2DE8A7F-FCDC-4C86-A4AE-17628B29B55F}" dt="2022-03-11T14:34:30.392" v="942" actId="14100"/>
        <pc:sldMkLst>
          <pc:docMk/>
          <pc:sldMk cId="3959085621" sldId="372"/>
        </pc:sldMkLst>
        <pc:spChg chg="mod">
          <ac:chgData name="Stanley Rodrick" userId="8969fbcc-7c96-46fb-a663-9e2e5920ff04" providerId="ADAL" clId="{F2DE8A7F-FCDC-4C86-A4AE-17628B29B55F}" dt="2022-03-11T14:27:27.341" v="884" actId="207"/>
          <ac:spMkLst>
            <pc:docMk/>
            <pc:sldMk cId="3959085621" sldId="372"/>
            <ac:spMk id="2" creationId="{30C5B4EB-48B2-3E45-A58F-300E9A03105A}"/>
          </ac:spMkLst>
        </pc:spChg>
        <pc:spChg chg="mod">
          <ac:chgData name="Stanley Rodrick" userId="8969fbcc-7c96-46fb-a663-9e2e5920ff04" providerId="ADAL" clId="{F2DE8A7F-FCDC-4C86-A4AE-17628B29B55F}" dt="2022-03-11T14:30:21.019" v="932" actId="14100"/>
          <ac:spMkLst>
            <pc:docMk/>
            <pc:sldMk cId="3959085621" sldId="372"/>
            <ac:spMk id="3" creationId="{B3D4215C-6C2A-5B4C-AD14-FBC4DACF5ED9}"/>
          </ac:spMkLst>
        </pc:spChg>
        <pc:spChg chg="mod">
          <ac:chgData name="Stanley Rodrick" userId="8969fbcc-7c96-46fb-a663-9e2e5920ff04" providerId="ADAL" clId="{F2DE8A7F-FCDC-4C86-A4AE-17628B29B55F}" dt="2022-03-11T14:30:17.637" v="931" actId="255"/>
          <ac:spMkLst>
            <pc:docMk/>
            <pc:sldMk cId="3959085621" sldId="372"/>
            <ac:spMk id="9" creationId="{716A9400-F2E6-594A-BE9C-C4313975090B}"/>
          </ac:spMkLst>
        </pc:spChg>
        <pc:spChg chg="mod">
          <ac:chgData name="Stanley Rodrick" userId="8969fbcc-7c96-46fb-a663-9e2e5920ff04" providerId="ADAL" clId="{F2DE8A7F-FCDC-4C86-A4AE-17628B29B55F}" dt="2022-03-11T14:30:17.637" v="931" actId="255"/>
          <ac:spMkLst>
            <pc:docMk/>
            <pc:sldMk cId="3959085621" sldId="372"/>
            <ac:spMk id="10" creationId="{65726C9F-E419-854B-AFF1-BB30885894E0}"/>
          </ac:spMkLst>
        </pc:spChg>
        <pc:spChg chg="mod">
          <ac:chgData name="Stanley Rodrick" userId="8969fbcc-7c96-46fb-a663-9e2e5920ff04" providerId="ADAL" clId="{F2DE8A7F-FCDC-4C86-A4AE-17628B29B55F}" dt="2022-03-11T14:34:30.392" v="942" actId="14100"/>
          <ac:spMkLst>
            <pc:docMk/>
            <pc:sldMk cId="3959085621" sldId="372"/>
            <ac:spMk id="11" creationId="{9B30E1D9-56CE-A54D-82E0-316E6B28A537}"/>
          </ac:spMkLst>
        </pc:spChg>
        <pc:picChg chg="add mod">
          <ac:chgData name="Stanley Rodrick" userId="8969fbcc-7c96-46fb-a663-9e2e5920ff04" providerId="ADAL" clId="{F2DE8A7F-FCDC-4C86-A4AE-17628B29B55F}" dt="2022-03-11T14:34:27.632" v="941" actId="14100"/>
          <ac:picMkLst>
            <pc:docMk/>
            <pc:sldMk cId="3959085621" sldId="372"/>
            <ac:picMk id="4" creationId="{5041FDA6-B658-434E-940C-F4300E6B63FA}"/>
          </ac:picMkLst>
        </pc:picChg>
      </pc:sldChg>
      <pc:sldChg chg="modSp mod">
        <pc:chgData name="Stanley Rodrick" userId="8969fbcc-7c96-46fb-a663-9e2e5920ff04" providerId="ADAL" clId="{F2DE8A7F-FCDC-4C86-A4AE-17628B29B55F}" dt="2022-03-11T14:35:06.782" v="946" actId="14734"/>
        <pc:sldMkLst>
          <pc:docMk/>
          <pc:sldMk cId="111218806" sldId="374"/>
        </pc:sldMkLst>
        <pc:spChg chg="mod">
          <ac:chgData name="Stanley Rodrick" userId="8969fbcc-7c96-46fb-a663-9e2e5920ff04" providerId="ADAL" clId="{F2DE8A7F-FCDC-4C86-A4AE-17628B29B55F}" dt="2022-03-11T14:34:55.562" v="944" actId="122"/>
          <ac:spMkLst>
            <pc:docMk/>
            <pc:sldMk cId="111218806" sldId="374"/>
            <ac:spMk id="2" creationId="{30C5B4EB-48B2-3E45-A58F-300E9A03105A}"/>
          </ac:spMkLst>
        </pc:spChg>
        <pc:graphicFrameChg chg="modGraphic">
          <ac:chgData name="Stanley Rodrick" userId="8969fbcc-7c96-46fb-a663-9e2e5920ff04" providerId="ADAL" clId="{F2DE8A7F-FCDC-4C86-A4AE-17628B29B55F}" dt="2022-03-11T14:35:06.782" v="946" actId="14734"/>
          <ac:graphicFrameMkLst>
            <pc:docMk/>
            <pc:sldMk cId="111218806" sldId="374"/>
            <ac:graphicFrameMk id="4" creationId="{B536273A-558D-3D47-A341-D05E46CE7D59}"/>
          </ac:graphicFrameMkLst>
        </pc:graphicFrameChg>
      </pc:sldChg>
      <pc:sldChg chg="addSp delSp modSp add mod">
        <pc:chgData name="Stanley Rodrick" userId="8969fbcc-7c96-46fb-a663-9e2e5920ff04" providerId="ADAL" clId="{F2DE8A7F-FCDC-4C86-A4AE-17628B29B55F}" dt="2022-03-11T16:25:00.152" v="1878" actId="1076"/>
        <pc:sldMkLst>
          <pc:docMk/>
          <pc:sldMk cId="1548125718" sldId="375"/>
        </pc:sldMkLst>
        <pc:spChg chg="del mod">
          <ac:chgData name="Stanley Rodrick" userId="8969fbcc-7c96-46fb-a663-9e2e5920ff04" providerId="ADAL" clId="{F2DE8A7F-FCDC-4C86-A4AE-17628B29B55F}" dt="2022-03-11T16:24:49.829" v="1875" actId="478"/>
          <ac:spMkLst>
            <pc:docMk/>
            <pc:sldMk cId="1548125718" sldId="375"/>
            <ac:spMk id="2" creationId="{30C5B4EB-48B2-3E45-A58F-300E9A03105A}"/>
          </ac:spMkLst>
        </pc:spChg>
        <pc:spChg chg="add del mod">
          <ac:chgData name="Stanley Rodrick" userId="8969fbcc-7c96-46fb-a663-9e2e5920ff04" providerId="ADAL" clId="{F2DE8A7F-FCDC-4C86-A4AE-17628B29B55F}" dt="2022-03-11T16:24:51.575" v="1876" actId="478"/>
          <ac:spMkLst>
            <pc:docMk/>
            <pc:sldMk cId="1548125718" sldId="375"/>
            <ac:spMk id="12" creationId="{16BC0B46-AC2E-47D1-A598-90039D3B03BA}"/>
          </ac:spMkLst>
        </pc:spChg>
        <pc:spChg chg="add mod">
          <ac:chgData name="Stanley Rodrick" userId="8969fbcc-7c96-46fb-a663-9e2e5920ff04" providerId="ADAL" clId="{F2DE8A7F-FCDC-4C86-A4AE-17628B29B55F}" dt="2022-03-11T16:25:00.152" v="1878" actId="1076"/>
          <ac:spMkLst>
            <pc:docMk/>
            <pc:sldMk cId="1548125718" sldId="375"/>
            <ac:spMk id="16" creationId="{5AB6C788-0B02-4658-B1A4-475BF3AE9674}"/>
          </ac:spMkLst>
        </pc:spChg>
        <pc:grpChg chg="add mod">
          <ac:chgData name="Stanley Rodrick" userId="8969fbcc-7c96-46fb-a663-9e2e5920ff04" providerId="ADAL" clId="{F2DE8A7F-FCDC-4C86-A4AE-17628B29B55F}" dt="2022-03-11T14:51:39.717" v="1112" actId="1076"/>
          <ac:grpSpMkLst>
            <pc:docMk/>
            <pc:sldMk cId="1548125718" sldId="375"/>
            <ac:grpSpMk id="9" creationId="{50D6D64C-70D5-4C5F-B5F3-369F137CACD3}"/>
          </ac:grpSpMkLst>
        </pc:grpChg>
        <pc:graphicFrameChg chg="del">
          <ac:chgData name="Stanley Rodrick" userId="8969fbcc-7c96-46fb-a663-9e2e5920ff04" providerId="ADAL" clId="{F2DE8A7F-FCDC-4C86-A4AE-17628B29B55F}" dt="2022-03-11T14:35:34.372" v="948" actId="478"/>
          <ac:graphicFrameMkLst>
            <pc:docMk/>
            <pc:sldMk cId="1548125718" sldId="375"/>
            <ac:graphicFrameMk id="4" creationId="{B536273A-558D-3D47-A341-D05E46CE7D59}"/>
          </ac:graphicFrameMkLst>
        </pc:graphicFrameChg>
        <pc:picChg chg="add mod modCrop">
          <ac:chgData name="Stanley Rodrick" userId="8969fbcc-7c96-46fb-a663-9e2e5920ff04" providerId="ADAL" clId="{F2DE8A7F-FCDC-4C86-A4AE-17628B29B55F}" dt="2022-03-11T14:51:39.717" v="1112" actId="1076"/>
          <ac:picMkLst>
            <pc:docMk/>
            <pc:sldMk cId="1548125718" sldId="375"/>
            <ac:picMk id="3" creationId="{C13B3B63-B579-4307-AC2C-203A2CD5FB11}"/>
          </ac:picMkLst>
        </pc:picChg>
        <pc:picChg chg="add mod">
          <ac:chgData name="Stanley Rodrick" userId="8969fbcc-7c96-46fb-a663-9e2e5920ff04" providerId="ADAL" clId="{F2DE8A7F-FCDC-4C86-A4AE-17628B29B55F}" dt="2022-03-11T14:51:39.717" v="1112" actId="1076"/>
          <ac:picMkLst>
            <pc:docMk/>
            <pc:sldMk cId="1548125718" sldId="375"/>
            <ac:picMk id="6" creationId="{2B8FEBD3-49FF-47A7-9F6A-4B6C141DE519}"/>
          </ac:picMkLst>
        </pc:picChg>
        <pc:picChg chg="add mod">
          <ac:chgData name="Stanley Rodrick" userId="8969fbcc-7c96-46fb-a663-9e2e5920ff04" providerId="ADAL" clId="{F2DE8A7F-FCDC-4C86-A4AE-17628B29B55F}" dt="2022-03-11T14:51:39.717" v="1112" actId="1076"/>
          <ac:picMkLst>
            <pc:docMk/>
            <pc:sldMk cId="1548125718" sldId="375"/>
            <ac:picMk id="7" creationId="{510E4F1F-D2FE-44D2-81CA-BCBC1EF532C4}"/>
          </ac:picMkLst>
        </pc:picChg>
        <pc:picChg chg="add mod">
          <ac:chgData name="Stanley Rodrick" userId="8969fbcc-7c96-46fb-a663-9e2e5920ff04" providerId="ADAL" clId="{F2DE8A7F-FCDC-4C86-A4AE-17628B29B55F}" dt="2022-03-11T14:51:39.717" v="1112" actId="1076"/>
          <ac:picMkLst>
            <pc:docMk/>
            <pc:sldMk cId="1548125718" sldId="375"/>
            <ac:picMk id="8" creationId="{2BFFA788-4880-4FDE-A491-E8A89A9C50A8}"/>
          </ac:picMkLst>
        </pc:picChg>
        <pc:picChg chg="mod">
          <ac:chgData name="Stanley Rodrick" userId="8969fbcc-7c96-46fb-a663-9e2e5920ff04" providerId="ADAL" clId="{F2DE8A7F-FCDC-4C86-A4AE-17628B29B55F}" dt="2022-03-11T14:49:53.360" v="1089"/>
          <ac:picMkLst>
            <pc:docMk/>
            <pc:sldMk cId="1548125718" sldId="375"/>
            <ac:picMk id="10" creationId="{9256C78F-9AC1-4E7B-BEBD-87A5A36E7656}"/>
          </ac:picMkLst>
        </pc:picChg>
        <pc:picChg chg="mod">
          <ac:chgData name="Stanley Rodrick" userId="8969fbcc-7c96-46fb-a663-9e2e5920ff04" providerId="ADAL" clId="{F2DE8A7F-FCDC-4C86-A4AE-17628B29B55F}" dt="2022-03-11T14:49:53.360" v="1089"/>
          <ac:picMkLst>
            <pc:docMk/>
            <pc:sldMk cId="1548125718" sldId="375"/>
            <ac:picMk id="11" creationId="{E46EA671-F487-4541-9CBD-5ED14D3EB9BB}"/>
          </ac:picMkLst>
        </pc:picChg>
        <pc:picChg chg="add del mod">
          <ac:chgData name="Stanley Rodrick" userId="8969fbcc-7c96-46fb-a663-9e2e5920ff04" providerId="ADAL" clId="{F2DE8A7F-FCDC-4C86-A4AE-17628B29B55F}" dt="2022-03-11T14:50:50.246" v="1099" actId="478"/>
          <ac:picMkLst>
            <pc:docMk/>
            <pc:sldMk cId="1548125718" sldId="375"/>
            <ac:picMk id="12" creationId="{DE0BE079-C7B9-4087-9C03-83756C9D34F8}"/>
          </ac:picMkLst>
        </pc:picChg>
        <pc:picChg chg="add mod">
          <ac:chgData name="Stanley Rodrick" userId="8969fbcc-7c96-46fb-a663-9e2e5920ff04" providerId="ADAL" clId="{F2DE8A7F-FCDC-4C86-A4AE-17628B29B55F}" dt="2022-03-11T14:52:06.641" v="1120" actId="1076"/>
          <ac:picMkLst>
            <pc:docMk/>
            <pc:sldMk cId="1548125718" sldId="375"/>
            <ac:picMk id="13" creationId="{7E6DCEFA-E20A-49A7-A3A8-FA79EFAC324E}"/>
          </ac:picMkLst>
        </pc:picChg>
        <pc:picChg chg="add mod">
          <ac:chgData name="Stanley Rodrick" userId="8969fbcc-7c96-46fb-a663-9e2e5920ff04" providerId="ADAL" clId="{F2DE8A7F-FCDC-4C86-A4AE-17628B29B55F}" dt="2022-03-11T14:54:24.469" v="1128" actId="1076"/>
          <ac:picMkLst>
            <pc:docMk/>
            <pc:sldMk cId="1548125718" sldId="375"/>
            <ac:picMk id="14" creationId="{91541277-88DB-4D00-BFE8-638BD3F2027B}"/>
          </ac:picMkLst>
        </pc:picChg>
        <pc:picChg chg="add mod">
          <ac:chgData name="Stanley Rodrick" userId="8969fbcc-7c96-46fb-a663-9e2e5920ff04" providerId="ADAL" clId="{F2DE8A7F-FCDC-4C86-A4AE-17628B29B55F}" dt="2022-03-11T14:54:32.859" v="1129" actId="1076"/>
          <ac:picMkLst>
            <pc:docMk/>
            <pc:sldMk cId="1548125718" sldId="375"/>
            <ac:picMk id="10242" creationId="{B47D2D37-5062-46F6-83ED-47EEAFA05499}"/>
          </ac:picMkLst>
        </pc:picChg>
      </pc:sldChg>
      <pc:sldChg chg="addSp delSp modSp add mod">
        <pc:chgData name="Stanley Rodrick" userId="8969fbcc-7c96-46fb-a663-9e2e5920ff04" providerId="ADAL" clId="{F2DE8A7F-FCDC-4C86-A4AE-17628B29B55F}" dt="2022-03-11T16:24:05.490" v="1857" actId="20577"/>
        <pc:sldMkLst>
          <pc:docMk/>
          <pc:sldMk cId="498875473" sldId="376"/>
        </pc:sldMkLst>
        <pc:spChg chg="del">
          <ac:chgData name="Stanley Rodrick" userId="8969fbcc-7c96-46fb-a663-9e2e5920ff04" providerId="ADAL" clId="{F2DE8A7F-FCDC-4C86-A4AE-17628B29B55F}" dt="2022-03-11T14:59:59.775" v="1200" actId="478"/>
          <ac:spMkLst>
            <pc:docMk/>
            <pc:sldMk cId="498875473" sldId="376"/>
            <ac:spMk id="2" creationId="{30C5B4EB-48B2-3E45-A58F-300E9A03105A}"/>
          </ac:spMkLst>
        </pc:spChg>
        <pc:spChg chg="add del mod">
          <ac:chgData name="Stanley Rodrick" userId="8969fbcc-7c96-46fb-a663-9e2e5920ff04" providerId="ADAL" clId="{F2DE8A7F-FCDC-4C86-A4AE-17628B29B55F}" dt="2022-03-11T15:00:01.483" v="1201" actId="478"/>
          <ac:spMkLst>
            <pc:docMk/>
            <pc:sldMk cId="498875473" sldId="376"/>
            <ac:spMk id="11" creationId="{A880FA90-E566-4CF9-9995-7EB7E6187C5A}"/>
          </ac:spMkLst>
        </pc:spChg>
        <pc:spChg chg="add mod">
          <ac:chgData name="Stanley Rodrick" userId="8969fbcc-7c96-46fb-a663-9e2e5920ff04" providerId="ADAL" clId="{F2DE8A7F-FCDC-4C86-A4AE-17628B29B55F}" dt="2022-03-11T16:24:05.490" v="1857" actId="20577"/>
          <ac:spMkLst>
            <pc:docMk/>
            <pc:sldMk cId="498875473" sldId="376"/>
            <ac:spMk id="14" creationId="{36D3F04C-4778-4B92-A5A2-845E11BC88D8}"/>
          </ac:spMkLst>
        </pc:spChg>
        <pc:picChg chg="add mod">
          <ac:chgData name="Stanley Rodrick" userId="8969fbcc-7c96-46fb-a663-9e2e5920ff04" providerId="ADAL" clId="{F2DE8A7F-FCDC-4C86-A4AE-17628B29B55F}" dt="2022-03-11T14:55:39.322" v="1138" actId="1076"/>
          <ac:picMkLst>
            <pc:docMk/>
            <pc:sldMk cId="498875473" sldId="376"/>
            <ac:picMk id="3" creationId="{040C480E-EACA-4C4B-A465-27EB9C8FAF85}"/>
          </ac:picMkLst>
        </pc:picChg>
        <pc:picChg chg="add mod">
          <ac:chgData name="Stanley Rodrick" userId="8969fbcc-7c96-46fb-a663-9e2e5920ff04" providerId="ADAL" clId="{F2DE8A7F-FCDC-4C86-A4AE-17628B29B55F}" dt="2022-03-11T14:53:26.351" v="1122" actId="1076"/>
          <ac:picMkLst>
            <pc:docMk/>
            <pc:sldMk cId="498875473" sldId="376"/>
            <ac:picMk id="4" creationId="{43AE36AC-0C60-4187-8CD9-4E76E72087EB}"/>
          </ac:picMkLst>
        </pc:picChg>
        <pc:picChg chg="add mod">
          <ac:chgData name="Stanley Rodrick" userId="8969fbcc-7c96-46fb-a663-9e2e5920ff04" providerId="ADAL" clId="{F2DE8A7F-FCDC-4C86-A4AE-17628B29B55F}" dt="2022-03-11T14:53:26.351" v="1122" actId="1076"/>
          <ac:picMkLst>
            <pc:docMk/>
            <pc:sldMk cId="498875473" sldId="376"/>
            <ac:picMk id="6" creationId="{3C104F31-BB01-435B-8A25-8115DFDA9ADB}"/>
          </ac:picMkLst>
        </pc:picChg>
        <pc:picChg chg="add mod">
          <ac:chgData name="Stanley Rodrick" userId="8969fbcc-7c96-46fb-a663-9e2e5920ff04" providerId="ADAL" clId="{F2DE8A7F-FCDC-4C86-A4AE-17628B29B55F}" dt="2022-03-11T14:53:26.351" v="1122" actId="1076"/>
          <ac:picMkLst>
            <pc:docMk/>
            <pc:sldMk cId="498875473" sldId="376"/>
            <ac:picMk id="7" creationId="{35C841B9-4194-4BF1-9A9D-ED717057973C}"/>
          </ac:picMkLst>
        </pc:picChg>
        <pc:picChg chg="add del mod">
          <ac:chgData name="Stanley Rodrick" userId="8969fbcc-7c96-46fb-a663-9e2e5920ff04" providerId="ADAL" clId="{F2DE8A7F-FCDC-4C86-A4AE-17628B29B55F}" dt="2022-03-11T14:55:25.644" v="1130" actId="478"/>
          <ac:picMkLst>
            <pc:docMk/>
            <pc:sldMk cId="498875473" sldId="376"/>
            <ac:picMk id="8" creationId="{AC9E52CF-00BE-4E60-848D-17314A7BCC6D}"/>
          </ac:picMkLst>
        </pc:picChg>
        <pc:picChg chg="add mod">
          <ac:chgData name="Stanley Rodrick" userId="8969fbcc-7c96-46fb-a663-9e2e5920ff04" providerId="ADAL" clId="{F2DE8A7F-FCDC-4C86-A4AE-17628B29B55F}" dt="2022-03-11T14:53:26.351" v="1122" actId="1076"/>
          <ac:picMkLst>
            <pc:docMk/>
            <pc:sldMk cId="498875473" sldId="376"/>
            <ac:picMk id="9" creationId="{D16C42DC-6E0C-455A-938E-5735513C5FE8}"/>
          </ac:picMkLst>
        </pc:picChg>
        <pc:picChg chg="add mod">
          <ac:chgData name="Stanley Rodrick" userId="8969fbcc-7c96-46fb-a663-9e2e5920ff04" providerId="ADAL" clId="{F2DE8A7F-FCDC-4C86-A4AE-17628B29B55F}" dt="2022-03-11T14:56:36.347" v="1145" actId="1076"/>
          <ac:picMkLst>
            <pc:docMk/>
            <pc:sldMk cId="498875473" sldId="376"/>
            <ac:picMk id="11266" creationId="{961DAF6D-3DF4-436A-B614-C26505E3E0A1}"/>
          </ac:picMkLst>
        </pc:picChg>
        <pc:picChg chg="add mod">
          <ac:chgData name="Stanley Rodrick" userId="8969fbcc-7c96-46fb-a663-9e2e5920ff04" providerId="ADAL" clId="{F2DE8A7F-FCDC-4C86-A4AE-17628B29B55F}" dt="2022-03-11T14:56:40.473" v="1147" actId="14100"/>
          <ac:picMkLst>
            <pc:docMk/>
            <pc:sldMk cId="498875473" sldId="376"/>
            <ac:picMk id="11268" creationId="{29B5A7D6-DE27-4323-B33C-DBCE90B962C4}"/>
          </ac:picMkLst>
        </pc:picChg>
      </pc:sldChg>
      <pc:sldChg chg="addSp delSp modSp add mod ord">
        <pc:chgData name="Stanley Rodrick" userId="8969fbcc-7c96-46fb-a663-9e2e5920ff04" providerId="ADAL" clId="{F2DE8A7F-FCDC-4C86-A4AE-17628B29B55F}" dt="2022-03-11T16:25:06.229" v="1879" actId="1076"/>
        <pc:sldMkLst>
          <pc:docMk/>
          <pc:sldMk cId="728345461" sldId="377"/>
        </pc:sldMkLst>
        <pc:spChg chg="mod">
          <ac:chgData name="Stanley Rodrick" userId="8969fbcc-7c96-46fb-a663-9e2e5920ff04" providerId="ADAL" clId="{F2DE8A7F-FCDC-4C86-A4AE-17628B29B55F}" dt="2022-03-11T16:25:06.229" v="1879" actId="1076"/>
          <ac:spMkLst>
            <pc:docMk/>
            <pc:sldMk cId="728345461" sldId="377"/>
            <ac:spMk id="2" creationId="{30C5B4EB-48B2-3E45-A58F-300E9A03105A}"/>
          </ac:spMkLst>
        </pc:spChg>
        <pc:picChg chg="add del">
          <ac:chgData name="Stanley Rodrick" userId="8969fbcc-7c96-46fb-a663-9e2e5920ff04" providerId="ADAL" clId="{F2DE8A7F-FCDC-4C86-A4AE-17628B29B55F}" dt="2022-03-11T14:36:30.066" v="994"/>
          <ac:picMkLst>
            <pc:docMk/>
            <pc:sldMk cId="728345461" sldId="377"/>
            <ac:picMk id="3" creationId="{7E5E5B53-50E7-4B08-B533-F37528A0176A}"/>
          </ac:picMkLst>
        </pc:picChg>
        <pc:picChg chg="add del">
          <ac:chgData name="Stanley Rodrick" userId="8969fbcc-7c96-46fb-a663-9e2e5920ff04" providerId="ADAL" clId="{F2DE8A7F-FCDC-4C86-A4AE-17628B29B55F}" dt="2022-03-11T14:40:53.842" v="1013" actId="478"/>
          <ac:picMkLst>
            <pc:docMk/>
            <pc:sldMk cId="728345461" sldId="377"/>
            <ac:picMk id="4" creationId="{86CE05BF-0303-4F38-8386-87E7638E42AA}"/>
          </ac:picMkLst>
        </pc:picChg>
        <pc:picChg chg="add mod">
          <ac:chgData name="Stanley Rodrick" userId="8969fbcc-7c96-46fb-a663-9e2e5920ff04" providerId="ADAL" clId="{F2DE8A7F-FCDC-4C86-A4AE-17628B29B55F}" dt="2022-03-11T14:37:08.194" v="1008" actId="1076"/>
          <ac:picMkLst>
            <pc:docMk/>
            <pc:sldMk cId="728345461" sldId="377"/>
            <ac:picMk id="6" creationId="{05B65FD9-88E4-4A2E-85D8-34304F9A9E74}"/>
          </ac:picMkLst>
        </pc:picChg>
        <pc:picChg chg="add mod">
          <ac:chgData name="Stanley Rodrick" userId="8969fbcc-7c96-46fb-a663-9e2e5920ff04" providerId="ADAL" clId="{F2DE8A7F-FCDC-4C86-A4AE-17628B29B55F}" dt="2022-03-11T14:42:32.321" v="1029" actId="1076"/>
          <ac:picMkLst>
            <pc:docMk/>
            <pc:sldMk cId="728345461" sldId="377"/>
            <ac:picMk id="7" creationId="{B4B859F2-E4F5-4B28-BB11-59DAE9897825}"/>
          </ac:picMkLst>
        </pc:picChg>
        <pc:picChg chg="add mod">
          <ac:chgData name="Stanley Rodrick" userId="8969fbcc-7c96-46fb-a663-9e2e5920ff04" providerId="ADAL" clId="{F2DE8A7F-FCDC-4C86-A4AE-17628B29B55F}" dt="2022-03-11T14:37:10.561" v="1009" actId="1076"/>
          <ac:picMkLst>
            <pc:docMk/>
            <pc:sldMk cId="728345461" sldId="377"/>
            <ac:picMk id="8" creationId="{4ADA3A35-E334-49FA-8028-BCA070ADD63E}"/>
          </ac:picMkLst>
        </pc:picChg>
        <pc:picChg chg="add mod">
          <ac:chgData name="Stanley Rodrick" userId="8969fbcc-7c96-46fb-a663-9e2e5920ff04" providerId="ADAL" clId="{F2DE8A7F-FCDC-4C86-A4AE-17628B29B55F}" dt="2022-03-11T14:47:10.051" v="1060" actId="1076"/>
          <ac:picMkLst>
            <pc:docMk/>
            <pc:sldMk cId="728345461" sldId="377"/>
            <ac:picMk id="9" creationId="{06FAE250-C272-408F-BFA1-E5A449A502F5}"/>
          </ac:picMkLst>
        </pc:picChg>
        <pc:picChg chg="add mod modCrop">
          <ac:chgData name="Stanley Rodrick" userId="8969fbcc-7c96-46fb-a663-9e2e5920ff04" providerId="ADAL" clId="{F2DE8A7F-FCDC-4C86-A4AE-17628B29B55F}" dt="2022-03-11T14:47:15.879" v="1063" actId="1076"/>
          <ac:picMkLst>
            <pc:docMk/>
            <pc:sldMk cId="728345461" sldId="377"/>
            <ac:picMk id="10" creationId="{119FABD2-4B8C-41BC-B391-100AF7396065}"/>
          </ac:picMkLst>
        </pc:picChg>
        <pc:picChg chg="add mod">
          <ac:chgData name="Stanley Rodrick" userId="8969fbcc-7c96-46fb-a663-9e2e5920ff04" providerId="ADAL" clId="{F2DE8A7F-FCDC-4C86-A4AE-17628B29B55F}" dt="2022-03-11T14:48:12.168" v="1072" actId="14100"/>
          <ac:picMkLst>
            <pc:docMk/>
            <pc:sldMk cId="728345461" sldId="377"/>
            <ac:picMk id="11" creationId="{AEFC9E0A-2D42-4D4E-8B53-86676C31E834}"/>
          </ac:picMkLst>
        </pc:picChg>
        <pc:picChg chg="add mod">
          <ac:chgData name="Stanley Rodrick" userId="8969fbcc-7c96-46fb-a663-9e2e5920ff04" providerId="ADAL" clId="{F2DE8A7F-FCDC-4C86-A4AE-17628B29B55F}" dt="2022-03-11T14:47:11.488" v="1061" actId="1076"/>
          <ac:picMkLst>
            <pc:docMk/>
            <pc:sldMk cId="728345461" sldId="377"/>
            <ac:picMk id="12" creationId="{C377655F-6B6A-4064-9364-9F5FFE315AC4}"/>
          </ac:picMkLst>
        </pc:picChg>
        <pc:picChg chg="add mod">
          <ac:chgData name="Stanley Rodrick" userId="8969fbcc-7c96-46fb-a663-9e2e5920ff04" providerId="ADAL" clId="{F2DE8A7F-FCDC-4C86-A4AE-17628B29B55F}" dt="2022-03-11T14:47:02.789" v="1057" actId="1076"/>
          <ac:picMkLst>
            <pc:docMk/>
            <pc:sldMk cId="728345461" sldId="377"/>
            <ac:picMk id="13" creationId="{8544CB39-5E75-4808-88E0-D16A547782A4}"/>
          </ac:picMkLst>
        </pc:picChg>
        <pc:picChg chg="add del mod">
          <ac:chgData name="Stanley Rodrick" userId="8969fbcc-7c96-46fb-a663-9e2e5920ff04" providerId="ADAL" clId="{F2DE8A7F-FCDC-4C86-A4AE-17628B29B55F}" dt="2022-03-11T14:48:01.231" v="1066" actId="478"/>
          <ac:picMkLst>
            <pc:docMk/>
            <pc:sldMk cId="728345461" sldId="377"/>
            <ac:picMk id="14" creationId="{F3779626-C5F0-4CAC-948C-A3D52F7F54C3}"/>
          </ac:picMkLst>
        </pc:picChg>
        <pc:picChg chg="add del mod">
          <ac:chgData name="Stanley Rodrick" userId="8969fbcc-7c96-46fb-a663-9e2e5920ff04" providerId="ADAL" clId="{F2DE8A7F-FCDC-4C86-A4AE-17628B29B55F}" dt="2022-03-11T14:49:36.849" v="1085" actId="21"/>
          <ac:picMkLst>
            <pc:docMk/>
            <pc:sldMk cId="728345461" sldId="377"/>
            <ac:picMk id="16" creationId="{EF04CB70-ED55-4903-96C5-4C9ADAEC934F}"/>
          </ac:picMkLst>
        </pc:picChg>
        <pc:picChg chg="add mod">
          <ac:chgData name="Stanley Rodrick" userId="8969fbcc-7c96-46fb-a663-9e2e5920ff04" providerId="ADAL" clId="{F2DE8A7F-FCDC-4C86-A4AE-17628B29B55F}" dt="2022-03-11T14:47:14.613" v="1062" actId="1076"/>
          <ac:picMkLst>
            <pc:docMk/>
            <pc:sldMk cId="728345461" sldId="377"/>
            <ac:picMk id="9218" creationId="{8F79B14C-59CE-468B-9AAB-FDA72738080C}"/>
          </ac:picMkLst>
        </pc:picChg>
      </pc:sldChg>
      <pc:sldChg chg="addSp delSp modSp add mod">
        <pc:chgData name="Stanley Rodrick" userId="8969fbcc-7c96-46fb-a663-9e2e5920ff04" providerId="ADAL" clId="{F2DE8A7F-FCDC-4C86-A4AE-17628B29B55F}" dt="2022-03-11T16:24:16.420" v="1860"/>
        <pc:sldMkLst>
          <pc:docMk/>
          <pc:sldMk cId="912228286" sldId="378"/>
        </pc:sldMkLst>
        <pc:spChg chg="del mod">
          <ac:chgData name="Stanley Rodrick" userId="8969fbcc-7c96-46fb-a663-9e2e5920ff04" providerId="ADAL" clId="{F2DE8A7F-FCDC-4C86-A4AE-17628B29B55F}" dt="2022-03-11T16:24:14.102" v="1858" actId="478"/>
          <ac:spMkLst>
            <pc:docMk/>
            <pc:sldMk cId="912228286" sldId="378"/>
            <ac:spMk id="2" creationId="{30C5B4EB-48B2-3E45-A58F-300E9A03105A}"/>
          </ac:spMkLst>
        </pc:spChg>
        <pc:spChg chg="add del mod">
          <ac:chgData name="Stanley Rodrick" userId="8969fbcc-7c96-46fb-a663-9e2e5920ff04" providerId="ADAL" clId="{F2DE8A7F-FCDC-4C86-A4AE-17628B29B55F}" dt="2022-03-11T16:24:15.240" v="1859" actId="478"/>
          <ac:spMkLst>
            <pc:docMk/>
            <pc:sldMk cId="912228286" sldId="378"/>
            <ac:spMk id="4" creationId="{559E8F7A-FF11-4F78-A3AD-77D114D77174}"/>
          </ac:spMkLst>
        </pc:spChg>
        <pc:spChg chg="add mod">
          <ac:chgData name="Stanley Rodrick" userId="8969fbcc-7c96-46fb-a663-9e2e5920ff04" providerId="ADAL" clId="{F2DE8A7F-FCDC-4C86-A4AE-17628B29B55F}" dt="2022-03-11T15:00:13.768" v="1206" actId="1076"/>
          <ac:spMkLst>
            <pc:docMk/>
            <pc:sldMk cId="912228286" sldId="378"/>
            <ac:spMk id="18" creationId="{32618A0E-DA9D-4CCB-91C8-791D84212589}"/>
          </ac:spMkLst>
        </pc:spChg>
        <pc:spChg chg="add mod">
          <ac:chgData name="Stanley Rodrick" userId="8969fbcc-7c96-46fb-a663-9e2e5920ff04" providerId="ADAL" clId="{F2DE8A7F-FCDC-4C86-A4AE-17628B29B55F}" dt="2022-03-11T15:00:31.935" v="1227" actId="20577"/>
          <ac:spMkLst>
            <pc:docMk/>
            <pc:sldMk cId="912228286" sldId="378"/>
            <ac:spMk id="19" creationId="{977A52F6-721A-4ACE-9BB4-CCE5CC9FA1FA}"/>
          </ac:spMkLst>
        </pc:spChg>
        <pc:spChg chg="add mod">
          <ac:chgData name="Stanley Rodrick" userId="8969fbcc-7c96-46fb-a663-9e2e5920ff04" providerId="ADAL" clId="{F2DE8A7F-FCDC-4C86-A4AE-17628B29B55F}" dt="2022-03-11T15:00:19.570" v="1209" actId="1076"/>
          <ac:spMkLst>
            <pc:docMk/>
            <pc:sldMk cId="912228286" sldId="378"/>
            <ac:spMk id="20" creationId="{4FA79783-5219-44B4-9405-59E54055210F}"/>
          </ac:spMkLst>
        </pc:spChg>
        <pc:spChg chg="add mod">
          <ac:chgData name="Stanley Rodrick" userId="8969fbcc-7c96-46fb-a663-9e2e5920ff04" providerId="ADAL" clId="{F2DE8A7F-FCDC-4C86-A4AE-17628B29B55F}" dt="2022-03-11T15:00:11.312" v="1205" actId="1076"/>
          <ac:spMkLst>
            <pc:docMk/>
            <pc:sldMk cId="912228286" sldId="378"/>
            <ac:spMk id="21" creationId="{0AC07A4F-BD12-4173-8F69-6609A0488FB1}"/>
          </ac:spMkLst>
        </pc:spChg>
        <pc:spChg chg="add mod">
          <ac:chgData name="Stanley Rodrick" userId="8969fbcc-7c96-46fb-a663-9e2e5920ff04" providerId="ADAL" clId="{F2DE8A7F-FCDC-4C86-A4AE-17628B29B55F}" dt="2022-03-11T16:24:16.420" v="1860"/>
          <ac:spMkLst>
            <pc:docMk/>
            <pc:sldMk cId="912228286" sldId="378"/>
            <ac:spMk id="22" creationId="{90053233-A3CB-4491-99EB-3410A311982E}"/>
          </ac:spMkLst>
        </pc:spChg>
        <pc:picChg chg="del">
          <ac:chgData name="Stanley Rodrick" userId="8969fbcc-7c96-46fb-a663-9e2e5920ff04" providerId="ADAL" clId="{F2DE8A7F-FCDC-4C86-A4AE-17628B29B55F}" dt="2022-03-11T14:57:51.454" v="1152" actId="478"/>
          <ac:picMkLst>
            <pc:docMk/>
            <pc:sldMk cId="912228286" sldId="378"/>
            <ac:picMk id="3" creationId="{040C480E-EACA-4C4B-A465-27EB9C8FAF85}"/>
          </ac:picMkLst>
        </pc:picChg>
        <pc:picChg chg="del">
          <ac:chgData name="Stanley Rodrick" userId="8969fbcc-7c96-46fb-a663-9e2e5920ff04" providerId="ADAL" clId="{F2DE8A7F-FCDC-4C86-A4AE-17628B29B55F}" dt="2022-03-11T14:57:49.860" v="1149" actId="478"/>
          <ac:picMkLst>
            <pc:docMk/>
            <pc:sldMk cId="912228286" sldId="378"/>
            <ac:picMk id="4" creationId="{43AE36AC-0C60-4187-8CD9-4E76E72087EB}"/>
          </ac:picMkLst>
        </pc:picChg>
        <pc:picChg chg="del">
          <ac:chgData name="Stanley Rodrick" userId="8969fbcc-7c96-46fb-a663-9e2e5920ff04" providerId="ADAL" clId="{F2DE8A7F-FCDC-4C86-A4AE-17628B29B55F}" dt="2022-03-11T14:57:50.329" v="1150" actId="478"/>
          <ac:picMkLst>
            <pc:docMk/>
            <pc:sldMk cId="912228286" sldId="378"/>
            <ac:picMk id="6" creationId="{3C104F31-BB01-435B-8A25-8115DFDA9ADB}"/>
          </ac:picMkLst>
        </pc:picChg>
        <pc:picChg chg="del">
          <ac:chgData name="Stanley Rodrick" userId="8969fbcc-7c96-46fb-a663-9e2e5920ff04" providerId="ADAL" clId="{F2DE8A7F-FCDC-4C86-A4AE-17628B29B55F}" dt="2022-03-11T14:57:50.876" v="1151" actId="478"/>
          <ac:picMkLst>
            <pc:docMk/>
            <pc:sldMk cId="912228286" sldId="378"/>
            <ac:picMk id="7" creationId="{35C841B9-4194-4BF1-9A9D-ED717057973C}"/>
          </ac:picMkLst>
        </pc:picChg>
        <pc:picChg chg="del">
          <ac:chgData name="Stanley Rodrick" userId="8969fbcc-7c96-46fb-a663-9e2e5920ff04" providerId="ADAL" clId="{F2DE8A7F-FCDC-4C86-A4AE-17628B29B55F}" dt="2022-03-11T14:57:51.954" v="1153" actId="478"/>
          <ac:picMkLst>
            <pc:docMk/>
            <pc:sldMk cId="912228286" sldId="378"/>
            <ac:picMk id="9" creationId="{D16C42DC-6E0C-455A-938E-5735513C5FE8}"/>
          </ac:picMkLst>
        </pc:picChg>
        <pc:picChg chg="add mod">
          <ac:chgData name="Stanley Rodrick" userId="8969fbcc-7c96-46fb-a663-9e2e5920ff04" providerId="ADAL" clId="{F2DE8A7F-FCDC-4C86-A4AE-17628B29B55F}" dt="2022-03-11T14:59:50.789" v="1198" actId="1076"/>
          <ac:picMkLst>
            <pc:docMk/>
            <pc:sldMk cId="912228286" sldId="378"/>
            <ac:picMk id="11" creationId="{7D5F7543-ABB9-494D-A84E-A19D5A393086}"/>
          </ac:picMkLst>
        </pc:picChg>
        <pc:picChg chg="add mod">
          <ac:chgData name="Stanley Rodrick" userId="8969fbcc-7c96-46fb-a663-9e2e5920ff04" providerId="ADAL" clId="{F2DE8A7F-FCDC-4C86-A4AE-17628B29B55F}" dt="2022-03-11T14:59:00.906" v="1181" actId="14100"/>
          <ac:picMkLst>
            <pc:docMk/>
            <pc:sldMk cId="912228286" sldId="378"/>
            <ac:picMk id="12" creationId="{2FDACA88-1949-4C4D-BC82-3D6609D9C710}"/>
          </ac:picMkLst>
        </pc:picChg>
        <pc:picChg chg="add mod">
          <ac:chgData name="Stanley Rodrick" userId="8969fbcc-7c96-46fb-a663-9e2e5920ff04" providerId="ADAL" clId="{F2DE8A7F-FCDC-4C86-A4AE-17628B29B55F}" dt="2022-03-11T14:59:06.078" v="1183" actId="14100"/>
          <ac:picMkLst>
            <pc:docMk/>
            <pc:sldMk cId="912228286" sldId="378"/>
            <ac:picMk id="13" creationId="{09AD0FC0-7077-4FF8-830D-D10DA6366B92}"/>
          </ac:picMkLst>
        </pc:picChg>
        <pc:picChg chg="add mod">
          <ac:chgData name="Stanley Rodrick" userId="8969fbcc-7c96-46fb-a663-9e2e5920ff04" providerId="ADAL" clId="{F2DE8A7F-FCDC-4C86-A4AE-17628B29B55F}" dt="2022-03-11T15:00:17.176" v="1208" actId="1076"/>
          <ac:picMkLst>
            <pc:docMk/>
            <pc:sldMk cId="912228286" sldId="378"/>
            <ac:picMk id="14" creationId="{336F5AB0-A124-4A7C-A05F-A01DF73BCF8A}"/>
          </ac:picMkLst>
        </pc:picChg>
        <pc:picChg chg="add mod">
          <ac:chgData name="Stanley Rodrick" userId="8969fbcc-7c96-46fb-a663-9e2e5920ff04" providerId="ADAL" clId="{F2DE8A7F-FCDC-4C86-A4AE-17628B29B55F}" dt="2022-03-11T15:00:07.136" v="1203" actId="1076"/>
          <ac:picMkLst>
            <pc:docMk/>
            <pc:sldMk cId="912228286" sldId="378"/>
            <ac:picMk id="15" creationId="{61DE87E4-FE32-4AE0-BE98-5B0BA9F6DFD0}"/>
          </ac:picMkLst>
        </pc:picChg>
        <pc:picChg chg="add mod">
          <ac:chgData name="Stanley Rodrick" userId="8969fbcc-7c96-46fb-a663-9e2e5920ff04" providerId="ADAL" clId="{F2DE8A7F-FCDC-4C86-A4AE-17628B29B55F}" dt="2022-03-11T15:00:15.301" v="1207" actId="1076"/>
          <ac:picMkLst>
            <pc:docMk/>
            <pc:sldMk cId="912228286" sldId="378"/>
            <ac:picMk id="16" creationId="{F15FAEA1-D45E-4130-AE25-E4E24F97A01E}"/>
          </ac:picMkLst>
        </pc:picChg>
        <pc:picChg chg="add mod">
          <ac:chgData name="Stanley Rodrick" userId="8969fbcc-7c96-46fb-a663-9e2e5920ff04" providerId="ADAL" clId="{F2DE8A7F-FCDC-4C86-A4AE-17628B29B55F}" dt="2022-03-11T15:00:09.339" v="1204" actId="1076"/>
          <ac:picMkLst>
            <pc:docMk/>
            <pc:sldMk cId="912228286" sldId="378"/>
            <ac:picMk id="17" creationId="{BC365C59-4E97-43BE-8B90-B4FACA601575}"/>
          </ac:picMkLst>
        </pc:picChg>
        <pc:picChg chg="del">
          <ac:chgData name="Stanley Rodrick" userId="8969fbcc-7c96-46fb-a663-9e2e5920ff04" providerId="ADAL" clId="{F2DE8A7F-FCDC-4C86-A4AE-17628B29B55F}" dt="2022-03-11T14:57:53.282" v="1155" actId="478"/>
          <ac:picMkLst>
            <pc:docMk/>
            <pc:sldMk cId="912228286" sldId="378"/>
            <ac:picMk id="11266" creationId="{961DAF6D-3DF4-436A-B614-C26505E3E0A1}"/>
          </ac:picMkLst>
        </pc:picChg>
        <pc:picChg chg="del">
          <ac:chgData name="Stanley Rodrick" userId="8969fbcc-7c96-46fb-a663-9e2e5920ff04" providerId="ADAL" clId="{F2DE8A7F-FCDC-4C86-A4AE-17628B29B55F}" dt="2022-03-11T14:57:52.923" v="1154" actId="478"/>
          <ac:picMkLst>
            <pc:docMk/>
            <pc:sldMk cId="912228286" sldId="378"/>
            <ac:picMk id="11268" creationId="{29B5A7D6-DE27-4323-B33C-DBCE90B962C4}"/>
          </ac:picMkLst>
        </pc:picChg>
      </pc:sldChg>
      <pc:sldChg chg="addSp delSp modSp add mod">
        <pc:chgData name="Stanley Rodrick" userId="8969fbcc-7c96-46fb-a663-9e2e5920ff04" providerId="ADAL" clId="{F2DE8A7F-FCDC-4C86-A4AE-17628B29B55F}" dt="2022-03-11T15:16:30.487" v="1348"/>
        <pc:sldMkLst>
          <pc:docMk/>
          <pc:sldMk cId="1542323701" sldId="379"/>
        </pc:sldMkLst>
        <pc:spChg chg="del">
          <ac:chgData name="Stanley Rodrick" userId="8969fbcc-7c96-46fb-a663-9e2e5920ff04" providerId="ADAL" clId="{F2DE8A7F-FCDC-4C86-A4AE-17628B29B55F}" dt="2022-03-11T15:05:03.954" v="1258" actId="478"/>
          <ac:spMkLst>
            <pc:docMk/>
            <pc:sldMk cId="1542323701" sldId="379"/>
            <ac:spMk id="3" creationId="{B3D4215C-6C2A-5B4C-AD14-FBC4DACF5ED9}"/>
          </ac:spMkLst>
        </pc:spChg>
        <pc:spChg chg="mod">
          <ac:chgData name="Stanley Rodrick" userId="8969fbcc-7c96-46fb-a663-9e2e5920ff04" providerId="ADAL" clId="{F2DE8A7F-FCDC-4C86-A4AE-17628B29B55F}" dt="2022-03-11T15:16:28.123" v="1346"/>
          <ac:spMkLst>
            <pc:docMk/>
            <pc:sldMk cId="1542323701" sldId="379"/>
            <ac:spMk id="8" creationId="{0BFD9DFF-429E-F045-B250-3ADC9611D72A}"/>
          </ac:spMkLst>
        </pc:spChg>
        <pc:spChg chg="mod">
          <ac:chgData name="Stanley Rodrick" userId="8969fbcc-7c96-46fb-a663-9e2e5920ff04" providerId="ADAL" clId="{F2DE8A7F-FCDC-4C86-A4AE-17628B29B55F}" dt="2022-03-11T15:16:29.199" v="1347"/>
          <ac:spMkLst>
            <pc:docMk/>
            <pc:sldMk cId="1542323701" sldId="379"/>
            <ac:spMk id="9" creationId="{8D25A545-6D7A-7D42-807B-5807544E1D4C}"/>
          </ac:spMkLst>
        </pc:spChg>
        <pc:spChg chg="mod">
          <ac:chgData name="Stanley Rodrick" userId="8969fbcc-7c96-46fb-a663-9e2e5920ff04" providerId="ADAL" clId="{F2DE8A7F-FCDC-4C86-A4AE-17628B29B55F}" dt="2022-03-11T15:16:30.487" v="1348"/>
          <ac:spMkLst>
            <pc:docMk/>
            <pc:sldMk cId="1542323701" sldId="379"/>
            <ac:spMk id="11" creationId="{C0C1FBA8-2012-B44C-BD5F-C9664A0DA8DE}"/>
          </ac:spMkLst>
        </pc:spChg>
        <pc:picChg chg="add mod">
          <ac:chgData name="Stanley Rodrick" userId="8969fbcc-7c96-46fb-a663-9e2e5920ff04" providerId="ADAL" clId="{F2DE8A7F-FCDC-4C86-A4AE-17628B29B55F}" dt="2022-03-11T15:09:53.540" v="1295" actId="1076"/>
          <ac:picMkLst>
            <pc:docMk/>
            <pc:sldMk cId="1542323701" sldId="379"/>
            <ac:picMk id="4" creationId="{B03337AC-80F6-43E1-813A-0493F97E9143}"/>
          </ac:picMkLst>
        </pc:picChg>
        <pc:picChg chg="add mod">
          <ac:chgData name="Stanley Rodrick" userId="8969fbcc-7c96-46fb-a663-9e2e5920ff04" providerId="ADAL" clId="{F2DE8A7F-FCDC-4C86-A4AE-17628B29B55F}" dt="2022-03-11T15:09:49.620" v="1293" actId="1076"/>
          <ac:picMkLst>
            <pc:docMk/>
            <pc:sldMk cId="1542323701" sldId="379"/>
            <ac:picMk id="13314" creationId="{F9AEF8EA-E340-4254-A0D9-BF96CE0FAFFD}"/>
          </ac:picMkLst>
        </pc:picChg>
        <pc:picChg chg="add mod">
          <ac:chgData name="Stanley Rodrick" userId="8969fbcc-7c96-46fb-a663-9e2e5920ff04" providerId="ADAL" clId="{F2DE8A7F-FCDC-4C86-A4AE-17628B29B55F}" dt="2022-03-11T15:09:51.280" v="1294" actId="1076"/>
          <ac:picMkLst>
            <pc:docMk/>
            <pc:sldMk cId="1542323701" sldId="379"/>
            <ac:picMk id="13316" creationId="{63DE02AF-1E76-4724-B606-BE8F56672CFA}"/>
          </ac:picMkLst>
        </pc:picChg>
      </pc:sldChg>
      <pc:sldChg chg="addSp delSp modSp add mod">
        <pc:chgData name="Stanley Rodrick" userId="8969fbcc-7c96-46fb-a663-9e2e5920ff04" providerId="ADAL" clId="{F2DE8A7F-FCDC-4C86-A4AE-17628B29B55F}" dt="2022-03-11T15:28:19.470" v="1456" actId="1076"/>
        <pc:sldMkLst>
          <pc:docMk/>
          <pc:sldMk cId="3488957875" sldId="380"/>
        </pc:sldMkLst>
        <pc:spChg chg="del">
          <ac:chgData name="Stanley Rodrick" userId="8969fbcc-7c96-46fb-a663-9e2e5920ff04" providerId="ADAL" clId="{F2DE8A7F-FCDC-4C86-A4AE-17628B29B55F}" dt="2022-03-11T15:23:28.909" v="1400" actId="478"/>
          <ac:spMkLst>
            <pc:docMk/>
            <pc:sldMk cId="3488957875" sldId="380"/>
            <ac:spMk id="3" creationId="{B3D4215C-6C2A-5B4C-AD14-FBC4DACF5ED9}"/>
          </ac:spMkLst>
        </pc:spChg>
        <pc:spChg chg="del">
          <ac:chgData name="Stanley Rodrick" userId="8969fbcc-7c96-46fb-a663-9e2e5920ff04" providerId="ADAL" clId="{F2DE8A7F-FCDC-4C86-A4AE-17628B29B55F}" dt="2022-03-11T15:23:31.175" v="1401" actId="478"/>
          <ac:spMkLst>
            <pc:docMk/>
            <pc:sldMk cId="3488957875" sldId="380"/>
            <ac:spMk id="4" creationId="{13CE1EE5-76AF-B54A-BC3F-0675F7829541}"/>
          </ac:spMkLst>
        </pc:spChg>
        <pc:spChg chg="del">
          <ac:chgData name="Stanley Rodrick" userId="8969fbcc-7c96-46fb-a663-9e2e5920ff04" providerId="ADAL" clId="{F2DE8A7F-FCDC-4C86-A4AE-17628B29B55F}" dt="2022-03-11T15:23:32.824" v="1402" actId="478"/>
          <ac:spMkLst>
            <pc:docMk/>
            <pc:sldMk cId="3488957875" sldId="380"/>
            <ac:spMk id="8" creationId="{1AFAB879-3F09-1741-870E-5886CDDA468D}"/>
          </ac:spMkLst>
        </pc:spChg>
        <pc:spChg chg="mod">
          <ac:chgData name="Stanley Rodrick" userId="8969fbcc-7c96-46fb-a663-9e2e5920ff04" providerId="ADAL" clId="{F2DE8A7F-FCDC-4C86-A4AE-17628B29B55F}" dt="2022-03-11T15:23:38.722" v="1404" actId="14100"/>
          <ac:spMkLst>
            <pc:docMk/>
            <pc:sldMk cId="3488957875" sldId="380"/>
            <ac:spMk id="9" creationId="{20CA2A44-3E88-7642-8BDD-31D7B7F712B1}"/>
          </ac:spMkLst>
        </pc:spChg>
        <pc:picChg chg="add del mod">
          <ac:chgData name="Stanley Rodrick" userId="8969fbcc-7c96-46fb-a663-9e2e5920ff04" providerId="ADAL" clId="{F2DE8A7F-FCDC-4C86-A4AE-17628B29B55F}" dt="2022-03-11T15:23:46.167" v="1408"/>
          <ac:picMkLst>
            <pc:docMk/>
            <pc:sldMk cId="3488957875" sldId="380"/>
            <ac:picMk id="6" creationId="{42AB0365-3170-41BD-A790-E25E4494AFDC}"/>
          </ac:picMkLst>
        </pc:picChg>
        <pc:picChg chg="add mod modCrop">
          <ac:chgData name="Stanley Rodrick" userId="8969fbcc-7c96-46fb-a663-9e2e5920ff04" providerId="ADAL" clId="{F2DE8A7F-FCDC-4C86-A4AE-17628B29B55F}" dt="2022-03-11T15:25:22.257" v="1423" actId="1076"/>
          <ac:picMkLst>
            <pc:docMk/>
            <pc:sldMk cId="3488957875" sldId="380"/>
            <ac:picMk id="7" creationId="{1514F15B-758A-47DF-A18F-150CE816B88C}"/>
          </ac:picMkLst>
        </pc:picChg>
        <pc:picChg chg="add mod">
          <ac:chgData name="Stanley Rodrick" userId="8969fbcc-7c96-46fb-a663-9e2e5920ff04" providerId="ADAL" clId="{F2DE8A7F-FCDC-4C86-A4AE-17628B29B55F}" dt="2022-03-11T15:25:23.616" v="1424" actId="1076"/>
          <ac:picMkLst>
            <pc:docMk/>
            <pc:sldMk cId="3488957875" sldId="380"/>
            <ac:picMk id="10" creationId="{DDD66D09-7F56-4A82-BE99-DEFCACED8F7A}"/>
          </ac:picMkLst>
        </pc:picChg>
        <pc:picChg chg="add mod">
          <ac:chgData name="Stanley Rodrick" userId="8969fbcc-7c96-46fb-a663-9e2e5920ff04" providerId="ADAL" clId="{F2DE8A7F-FCDC-4C86-A4AE-17628B29B55F}" dt="2022-03-11T15:28:10.898" v="1452" actId="1076"/>
          <ac:picMkLst>
            <pc:docMk/>
            <pc:sldMk cId="3488957875" sldId="380"/>
            <ac:picMk id="11" creationId="{B3198A59-7812-4E5D-92C1-076F2298D31F}"/>
          </ac:picMkLst>
        </pc:picChg>
        <pc:picChg chg="add mod modCrop">
          <ac:chgData name="Stanley Rodrick" userId="8969fbcc-7c96-46fb-a663-9e2e5920ff04" providerId="ADAL" clId="{F2DE8A7F-FCDC-4C86-A4AE-17628B29B55F}" dt="2022-03-11T15:28:19.470" v="1456" actId="1076"/>
          <ac:picMkLst>
            <pc:docMk/>
            <pc:sldMk cId="3488957875" sldId="380"/>
            <ac:picMk id="12" creationId="{6888E855-5805-406C-A597-F694AB3705D1}"/>
          </ac:picMkLst>
        </pc:picChg>
        <pc:picChg chg="add mod modCrop">
          <ac:chgData name="Stanley Rodrick" userId="8969fbcc-7c96-46fb-a663-9e2e5920ff04" providerId="ADAL" clId="{F2DE8A7F-FCDC-4C86-A4AE-17628B29B55F}" dt="2022-03-11T15:28:17.930" v="1455" actId="14100"/>
          <ac:picMkLst>
            <pc:docMk/>
            <pc:sldMk cId="3488957875" sldId="380"/>
            <ac:picMk id="13" creationId="{AB854F76-CC2A-4B96-8E36-D4316E80CAF9}"/>
          </ac:picMkLst>
        </pc:picChg>
      </pc:sldChg>
      <pc:sldChg chg="addSp delSp modSp add mod">
        <pc:chgData name="Stanley Rodrick" userId="8969fbcc-7c96-46fb-a663-9e2e5920ff04" providerId="ADAL" clId="{F2DE8A7F-FCDC-4C86-A4AE-17628B29B55F}" dt="2022-03-11T16:09:13.149" v="1776" actId="1076"/>
        <pc:sldMkLst>
          <pc:docMk/>
          <pc:sldMk cId="1930444895" sldId="381"/>
        </pc:sldMkLst>
        <pc:spChg chg="del">
          <ac:chgData name="Stanley Rodrick" userId="8969fbcc-7c96-46fb-a663-9e2e5920ff04" providerId="ADAL" clId="{F2DE8A7F-FCDC-4C86-A4AE-17628B29B55F}" dt="2022-03-11T15:34:18.936" v="1528" actId="478"/>
          <ac:spMkLst>
            <pc:docMk/>
            <pc:sldMk cId="1930444895" sldId="381"/>
            <ac:spMk id="3" creationId="{B3D4215C-6C2A-5B4C-AD14-FBC4DACF5ED9}"/>
          </ac:spMkLst>
        </pc:spChg>
        <pc:spChg chg="del">
          <ac:chgData name="Stanley Rodrick" userId="8969fbcc-7c96-46fb-a663-9e2e5920ff04" providerId="ADAL" clId="{F2DE8A7F-FCDC-4C86-A4AE-17628B29B55F}" dt="2022-03-11T15:34:17.371" v="1527" actId="478"/>
          <ac:spMkLst>
            <pc:docMk/>
            <pc:sldMk cId="1930444895" sldId="381"/>
            <ac:spMk id="4" creationId="{9E7ACB2B-5FE3-254A-B2A3-DA08CFEF32CA}"/>
          </ac:spMkLst>
        </pc:spChg>
        <pc:spChg chg="mod">
          <ac:chgData name="Stanley Rodrick" userId="8969fbcc-7c96-46fb-a663-9e2e5920ff04" providerId="ADAL" clId="{F2DE8A7F-FCDC-4C86-A4AE-17628B29B55F}" dt="2022-03-11T15:34:55.361" v="1555" actId="20577"/>
          <ac:spMkLst>
            <pc:docMk/>
            <pc:sldMk cId="1930444895" sldId="381"/>
            <ac:spMk id="6" creationId="{92A892C4-7D44-0D41-B32D-539B3DE3C159}"/>
          </ac:spMkLst>
        </pc:spChg>
        <pc:picChg chg="add del mod">
          <ac:chgData name="Stanley Rodrick" userId="8969fbcc-7c96-46fb-a663-9e2e5920ff04" providerId="ADAL" clId="{F2DE8A7F-FCDC-4C86-A4AE-17628B29B55F}" dt="2022-03-11T16:08:30.211" v="1772" actId="478"/>
          <ac:picMkLst>
            <pc:docMk/>
            <pc:sldMk cId="1930444895" sldId="381"/>
            <ac:picMk id="3" creationId="{524C0609-C1E3-40C5-BBA0-568FA213FAAD}"/>
          </ac:picMkLst>
        </pc:picChg>
        <pc:picChg chg="add mod">
          <ac:chgData name="Stanley Rodrick" userId="8969fbcc-7c96-46fb-a663-9e2e5920ff04" providerId="ADAL" clId="{F2DE8A7F-FCDC-4C86-A4AE-17628B29B55F}" dt="2022-03-11T16:09:13.149" v="1776" actId="1076"/>
          <ac:picMkLst>
            <pc:docMk/>
            <pc:sldMk cId="1930444895" sldId="381"/>
            <ac:picMk id="4" creationId="{C4F3EDD3-2EED-4898-BE0C-235B65378E4C}"/>
          </ac:picMkLst>
        </pc:picChg>
      </pc:sldChg>
      <pc:sldChg chg="addSp delSp modSp add mod">
        <pc:chgData name="Stanley Rodrick" userId="8969fbcc-7c96-46fb-a663-9e2e5920ff04" providerId="ADAL" clId="{F2DE8A7F-FCDC-4C86-A4AE-17628B29B55F}" dt="2022-03-11T15:39:26.990" v="1602" actId="1076"/>
        <pc:sldMkLst>
          <pc:docMk/>
          <pc:sldMk cId="2104519456" sldId="382"/>
        </pc:sldMkLst>
        <pc:spChg chg="del">
          <ac:chgData name="Stanley Rodrick" userId="8969fbcc-7c96-46fb-a663-9e2e5920ff04" providerId="ADAL" clId="{F2DE8A7F-FCDC-4C86-A4AE-17628B29B55F}" dt="2022-03-11T15:38:39.046" v="1581" actId="478"/>
          <ac:spMkLst>
            <pc:docMk/>
            <pc:sldMk cId="2104519456" sldId="382"/>
            <ac:spMk id="3" creationId="{B3D4215C-6C2A-5B4C-AD14-FBC4DACF5ED9}"/>
          </ac:spMkLst>
        </pc:spChg>
        <pc:spChg chg="del">
          <ac:chgData name="Stanley Rodrick" userId="8969fbcc-7c96-46fb-a663-9e2e5920ff04" providerId="ADAL" clId="{F2DE8A7F-FCDC-4C86-A4AE-17628B29B55F}" dt="2022-03-11T15:38:37.607" v="1580" actId="478"/>
          <ac:spMkLst>
            <pc:docMk/>
            <pc:sldMk cId="2104519456" sldId="382"/>
            <ac:spMk id="4" creationId="{9E7ACB2B-5FE3-254A-B2A3-DA08CFEF32CA}"/>
          </ac:spMkLst>
        </pc:spChg>
        <pc:spChg chg="del">
          <ac:chgData name="Stanley Rodrick" userId="8969fbcc-7c96-46fb-a663-9e2e5920ff04" providerId="ADAL" clId="{F2DE8A7F-FCDC-4C86-A4AE-17628B29B55F}" dt="2022-03-11T15:38:41.316" v="1584" actId="478"/>
          <ac:spMkLst>
            <pc:docMk/>
            <pc:sldMk cId="2104519456" sldId="382"/>
            <ac:spMk id="10" creationId="{5810879D-E057-4179-8EA3-158578294CAC}"/>
          </ac:spMkLst>
        </pc:spChg>
        <pc:picChg chg="del">
          <ac:chgData name="Stanley Rodrick" userId="8969fbcc-7c96-46fb-a663-9e2e5920ff04" providerId="ADAL" clId="{F2DE8A7F-FCDC-4C86-A4AE-17628B29B55F}" dt="2022-03-11T15:38:41.747" v="1585" actId="478"/>
          <ac:picMkLst>
            <pc:docMk/>
            <pc:sldMk cId="2104519456" sldId="382"/>
            <ac:picMk id="7" creationId="{A006E654-8A31-466C-9A45-38D049EF8E93}"/>
          </ac:picMkLst>
        </pc:picChg>
        <pc:picChg chg="del">
          <ac:chgData name="Stanley Rodrick" userId="8969fbcc-7c96-46fb-a663-9e2e5920ff04" providerId="ADAL" clId="{F2DE8A7F-FCDC-4C86-A4AE-17628B29B55F}" dt="2022-03-11T15:38:40.088" v="1583" actId="478"/>
          <ac:picMkLst>
            <pc:docMk/>
            <pc:sldMk cId="2104519456" sldId="382"/>
            <ac:picMk id="8" creationId="{8CACC465-2C53-4DD9-875A-6F20221D15B7}"/>
          </ac:picMkLst>
        </pc:picChg>
        <pc:picChg chg="del">
          <ac:chgData name="Stanley Rodrick" userId="8969fbcc-7c96-46fb-a663-9e2e5920ff04" providerId="ADAL" clId="{F2DE8A7F-FCDC-4C86-A4AE-17628B29B55F}" dt="2022-03-11T15:38:39.651" v="1582" actId="478"/>
          <ac:picMkLst>
            <pc:docMk/>
            <pc:sldMk cId="2104519456" sldId="382"/>
            <ac:picMk id="9" creationId="{336F9EAF-0130-4FB7-9D1B-B6261667AD67}"/>
          </ac:picMkLst>
        </pc:picChg>
        <pc:picChg chg="add mod">
          <ac:chgData name="Stanley Rodrick" userId="8969fbcc-7c96-46fb-a663-9e2e5920ff04" providerId="ADAL" clId="{F2DE8A7F-FCDC-4C86-A4AE-17628B29B55F}" dt="2022-03-11T15:39:26.990" v="1602" actId="1076"/>
          <ac:picMkLst>
            <pc:docMk/>
            <pc:sldMk cId="2104519456" sldId="382"/>
            <ac:picMk id="11" creationId="{CA9BC39C-4B47-4E34-B7DF-492F6BC4A1B3}"/>
          </ac:picMkLst>
        </pc:picChg>
        <pc:picChg chg="add mod">
          <ac:chgData name="Stanley Rodrick" userId="8969fbcc-7c96-46fb-a663-9e2e5920ff04" providerId="ADAL" clId="{F2DE8A7F-FCDC-4C86-A4AE-17628B29B55F}" dt="2022-03-11T15:39:24.615" v="1601" actId="1076"/>
          <ac:picMkLst>
            <pc:docMk/>
            <pc:sldMk cId="2104519456" sldId="382"/>
            <ac:picMk id="12" creationId="{5A726AF9-91B8-4D05-9D64-92D359D49666}"/>
          </ac:picMkLst>
        </pc:picChg>
      </pc:sldChg>
      <pc:sldChg chg="addSp delSp modSp add mod">
        <pc:chgData name="Stanley Rodrick" userId="8969fbcc-7c96-46fb-a663-9e2e5920ff04" providerId="ADAL" clId="{F2DE8A7F-FCDC-4C86-A4AE-17628B29B55F}" dt="2022-03-11T16:00:32.677" v="1765" actId="1076"/>
        <pc:sldMkLst>
          <pc:docMk/>
          <pc:sldMk cId="2418152205" sldId="383"/>
        </pc:sldMkLst>
        <pc:spChg chg="del">
          <ac:chgData name="Stanley Rodrick" userId="8969fbcc-7c96-46fb-a663-9e2e5920ff04" providerId="ADAL" clId="{F2DE8A7F-FCDC-4C86-A4AE-17628B29B55F}" dt="2022-03-11T15:58:02.796" v="1742" actId="478"/>
          <ac:spMkLst>
            <pc:docMk/>
            <pc:sldMk cId="2418152205" sldId="383"/>
            <ac:spMk id="9" creationId="{8D823F92-5D73-E842-9BDD-33F6F6008404}"/>
          </ac:spMkLst>
        </pc:spChg>
        <pc:picChg chg="del">
          <ac:chgData name="Stanley Rodrick" userId="8969fbcc-7c96-46fb-a663-9e2e5920ff04" providerId="ADAL" clId="{F2DE8A7F-FCDC-4C86-A4AE-17628B29B55F}" dt="2022-03-11T15:58:03.439" v="1743" actId="478"/>
          <ac:picMkLst>
            <pc:docMk/>
            <pc:sldMk cId="2418152205" sldId="383"/>
            <ac:picMk id="3" creationId="{4CC24A53-08E0-4F11-AAEB-D5394FB4416F}"/>
          </ac:picMkLst>
        </pc:picChg>
        <pc:picChg chg="add mod">
          <ac:chgData name="Stanley Rodrick" userId="8969fbcc-7c96-46fb-a663-9e2e5920ff04" providerId="ADAL" clId="{F2DE8A7F-FCDC-4C86-A4AE-17628B29B55F}" dt="2022-03-11T16:00:32.677" v="1765" actId="1076"/>
          <ac:picMkLst>
            <pc:docMk/>
            <pc:sldMk cId="2418152205" sldId="383"/>
            <ac:picMk id="4" creationId="{79AA197B-8542-4E63-930B-10A3AB7D0678}"/>
          </ac:picMkLst>
        </pc:picChg>
        <pc:picChg chg="add mod">
          <ac:chgData name="Stanley Rodrick" userId="8969fbcc-7c96-46fb-a663-9e2e5920ff04" providerId="ADAL" clId="{F2DE8A7F-FCDC-4C86-A4AE-17628B29B55F}" dt="2022-03-11T15:59:27.981" v="1759" actId="14100"/>
          <ac:picMkLst>
            <pc:docMk/>
            <pc:sldMk cId="2418152205" sldId="383"/>
            <ac:picMk id="6" creationId="{2885EABF-F3E5-45A4-80D0-E3F7C70FEE29}"/>
          </ac:picMkLst>
        </pc:picChg>
        <pc:picChg chg="add mod">
          <ac:chgData name="Stanley Rodrick" userId="8969fbcc-7c96-46fb-a663-9e2e5920ff04" providerId="ADAL" clId="{F2DE8A7F-FCDC-4C86-A4AE-17628B29B55F}" dt="2022-03-11T16:00:30.448" v="1764" actId="1076"/>
          <ac:picMkLst>
            <pc:docMk/>
            <pc:sldMk cId="2418152205" sldId="383"/>
            <ac:picMk id="7" creationId="{152052AD-34CC-4E2A-8142-3C541F8F944B}"/>
          </ac:picMkLst>
        </pc:picChg>
      </pc:sldChg>
    </pc:docChg>
  </pc:docChgLst>
  <pc:docChgLst>
    <pc:chgData name="Stanley Rodrick" userId="8969fbcc-7c96-46fb-a663-9e2e5920ff04" providerId="ADAL" clId="{249A772E-BB88-AE47-8A92-B789D277D6BD}"/>
    <pc:docChg chg="undo custSel addSld delSld modSld modMainMaster">
      <pc:chgData name="Stanley Rodrick" userId="8969fbcc-7c96-46fb-a663-9e2e5920ff04" providerId="ADAL" clId="{249A772E-BB88-AE47-8A92-B789D277D6BD}" dt="2022-11-05T17:27:03.099" v="535" actId="404"/>
      <pc:docMkLst>
        <pc:docMk/>
      </pc:docMkLst>
      <pc:sldChg chg="addSp modSp mod">
        <pc:chgData name="Stanley Rodrick" userId="8969fbcc-7c96-46fb-a663-9e2e5920ff04" providerId="ADAL" clId="{249A772E-BB88-AE47-8A92-B789D277D6BD}" dt="2022-11-05T16:56:11.644" v="47" actId="207"/>
        <pc:sldMkLst>
          <pc:docMk/>
          <pc:sldMk cId="0" sldId="256"/>
        </pc:sldMkLst>
        <pc:spChg chg="add mod">
          <ac:chgData name="Stanley Rodrick" userId="8969fbcc-7c96-46fb-a663-9e2e5920ff04" providerId="ADAL" clId="{249A772E-BB88-AE47-8A92-B789D277D6BD}" dt="2022-11-05T16:56:11.644" v="47" actId="207"/>
          <ac:spMkLst>
            <pc:docMk/>
            <pc:sldMk cId="0" sldId="256"/>
            <ac:spMk id="3" creationId="{4877B009-D6B2-B2F9-5498-4069D7640854}"/>
          </ac:spMkLst>
        </pc:spChg>
        <pc:spChg chg="mod">
          <ac:chgData name="Stanley Rodrick" userId="8969fbcc-7c96-46fb-a663-9e2e5920ff04" providerId="ADAL" clId="{249A772E-BB88-AE47-8A92-B789D277D6BD}" dt="2022-11-05T16:54:51.020" v="21" actId="1076"/>
          <ac:spMkLst>
            <pc:docMk/>
            <pc:sldMk cId="0" sldId="256"/>
            <ac:spMk id="4" creationId="{C69256A1-E3FC-D043-82CD-A1904BFEF103}"/>
          </ac:spMkLst>
        </pc:spChg>
        <pc:spChg chg="mod">
          <ac:chgData name="Stanley Rodrick" userId="8969fbcc-7c96-46fb-a663-9e2e5920ff04" providerId="ADAL" clId="{249A772E-BB88-AE47-8A92-B789D277D6BD}" dt="2022-11-05T16:55:40.849" v="34" actId="113"/>
          <ac:spMkLst>
            <pc:docMk/>
            <pc:sldMk cId="0" sldId="256"/>
            <ac:spMk id="199" creationId="{00000000-0000-0000-0000-000000000000}"/>
          </ac:spMkLst>
        </pc:spChg>
      </pc:sldChg>
      <pc:sldChg chg="modSp mod">
        <pc:chgData name="Stanley Rodrick" userId="8969fbcc-7c96-46fb-a663-9e2e5920ff04" providerId="ADAL" clId="{249A772E-BB88-AE47-8A92-B789D277D6BD}" dt="2022-11-05T16:59:58.575" v="110" actId="113"/>
        <pc:sldMkLst>
          <pc:docMk/>
          <pc:sldMk cId="0" sldId="259"/>
        </pc:sldMkLst>
        <pc:spChg chg="mod">
          <ac:chgData name="Stanley Rodrick" userId="8969fbcc-7c96-46fb-a663-9e2e5920ff04" providerId="ADAL" clId="{249A772E-BB88-AE47-8A92-B789D277D6BD}" dt="2022-11-05T16:59:58.575" v="110" actId="113"/>
          <ac:spMkLst>
            <pc:docMk/>
            <pc:sldMk cId="0" sldId="259"/>
            <ac:spMk id="221" creationId="{00000000-0000-0000-0000-000000000000}"/>
          </ac:spMkLst>
        </pc:spChg>
      </pc:sldChg>
      <pc:sldChg chg="addSp delSp modSp mod">
        <pc:chgData name="Stanley Rodrick" userId="8969fbcc-7c96-46fb-a663-9e2e5920ff04" providerId="ADAL" clId="{249A772E-BB88-AE47-8A92-B789D277D6BD}" dt="2022-11-05T17:24:58.842" v="511"/>
        <pc:sldMkLst>
          <pc:docMk/>
          <pc:sldMk cId="0" sldId="294"/>
        </pc:sldMkLst>
        <pc:spChg chg="add mod">
          <ac:chgData name="Stanley Rodrick" userId="8969fbcc-7c96-46fb-a663-9e2e5920ff04" providerId="ADAL" clId="{249A772E-BB88-AE47-8A92-B789D277D6BD}" dt="2022-11-05T17:24:58.842" v="511"/>
          <ac:spMkLst>
            <pc:docMk/>
            <pc:sldMk cId="0" sldId="294"/>
            <ac:spMk id="2" creationId="{C137AD9B-E1AD-0C67-E637-D301C5098B0C}"/>
          </ac:spMkLst>
        </pc:spChg>
        <pc:spChg chg="mod">
          <ac:chgData name="Stanley Rodrick" userId="8969fbcc-7c96-46fb-a663-9e2e5920ff04" providerId="ADAL" clId="{249A772E-BB88-AE47-8A92-B789D277D6BD}" dt="2022-11-05T17:07:08.691" v="226" actId="1076"/>
          <ac:spMkLst>
            <pc:docMk/>
            <pc:sldMk cId="0" sldId="294"/>
            <ac:spMk id="18" creationId="{D1F76DA9-5D7B-5C4C-A967-FE78CDD66371}"/>
          </ac:spMkLst>
        </pc:spChg>
        <pc:spChg chg="del mod">
          <ac:chgData name="Stanley Rodrick" userId="8969fbcc-7c96-46fb-a663-9e2e5920ff04" providerId="ADAL" clId="{249A772E-BB88-AE47-8A92-B789D277D6BD}" dt="2022-11-05T17:24:47.617" v="510"/>
          <ac:spMkLst>
            <pc:docMk/>
            <pc:sldMk cId="0" sldId="294"/>
            <ac:spMk id="1682" creationId="{00000000-0000-0000-0000-000000000000}"/>
          </ac:spMkLst>
        </pc:spChg>
      </pc:sldChg>
      <pc:sldChg chg="addSp delSp modSp mod">
        <pc:chgData name="Stanley Rodrick" userId="8969fbcc-7c96-46fb-a663-9e2e5920ff04" providerId="ADAL" clId="{249A772E-BB88-AE47-8A92-B789D277D6BD}" dt="2022-11-05T17:24:58.842" v="511"/>
        <pc:sldMkLst>
          <pc:docMk/>
          <pc:sldMk cId="1810906063" sldId="295"/>
        </pc:sldMkLst>
        <pc:spChg chg="mod">
          <ac:chgData name="Stanley Rodrick" userId="8969fbcc-7c96-46fb-a663-9e2e5920ff04" providerId="ADAL" clId="{249A772E-BB88-AE47-8A92-B789D277D6BD}" dt="2022-11-05T16:56:33.872" v="50" actId="207"/>
          <ac:spMkLst>
            <pc:docMk/>
            <pc:sldMk cId="1810906063" sldId="295"/>
            <ac:spMk id="3" creationId="{5A6FFAA3-9A70-4946-92BA-C59BD6C6CCE5}"/>
          </ac:spMkLst>
        </pc:spChg>
        <pc:spChg chg="add mod">
          <ac:chgData name="Stanley Rodrick" userId="8969fbcc-7c96-46fb-a663-9e2e5920ff04" providerId="ADAL" clId="{249A772E-BB88-AE47-8A92-B789D277D6BD}" dt="2022-11-05T17:24:58.842" v="511"/>
          <ac:spMkLst>
            <pc:docMk/>
            <pc:sldMk cId="1810906063" sldId="295"/>
            <ac:spMk id="4" creationId="{84116D43-8A4D-81AC-39C2-1A6423E9B609}"/>
          </ac:spMkLst>
        </pc:spChg>
        <pc:spChg chg="del mod">
          <ac:chgData name="Stanley Rodrick" userId="8969fbcc-7c96-46fb-a663-9e2e5920ff04" providerId="ADAL" clId="{249A772E-BB88-AE47-8A92-B789D277D6BD}" dt="2022-11-05T17:24:47.617" v="510"/>
          <ac:spMkLst>
            <pc:docMk/>
            <pc:sldMk cId="1810906063" sldId="295"/>
            <ac:spMk id="5" creationId="{07BED33E-080A-374D-8EC9-9BB63918D989}"/>
          </ac:spMkLst>
        </pc:spChg>
      </pc:sldChg>
      <pc:sldChg chg="addSp delSp modSp mod">
        <pc:chgData name="Stanley Rodrick" userId="8969fbcc-7c96-46fb-a663-9e2e5920ff04" providerId="ADAL" clId="{249A772E-BB88-AE47-8A92-B789D277D6BD}" dt="2022-11-05T17:24:58.842" v="511"/>
        <pc:sldMkLst>
          <pc:docMk/>
          <pc:sldMk cId="3120342867" sldId="297"/>
        </pc:sldMkLst>
        <pc:spChg chg="add mod">
          <ac:chgData name="Stanley Rodrick" userId="8969fbcc-7c96-46fb-a663-9e2e5920ff04" providerId="ADAL" clId="{249A772E-BB88-AE47-8A92-B789D277D6BD}" dt="2022-11-05T17:24:58.842" v="511"/>
          <ac:spMkLst>
            <pc:docMk/>
            <pc:sldMk cId="3120342867" sldId="297"/>
            <ac:spMk id="2" creationId="{0BF21187-A56E-CD63-3B14-0DEB4338403C}"/>
          </ac:spMkLst>
        </pc:spChg>
        <pc:spChg chg="del mod">
          <ac:chgData name="Stanley Rodrick" userId="8969fbcc-7c96-46fb-a663-9e2e5920ff04" providerId="ADAL" clId="{249A772E-BB88-AE47-8A92-B789D277D6BD}" dt="2022-11-05T17:24:47.617" v="510"/>
          <ac:spMkLst>
            <pc:docMk/>
            <pc:sldMk cId="3120342867" sldId="297"/>
            <ac:spMk id="5" creationId="{07BED33E-080A-374D-8EC9-9BB63918D989}"/>
          </ac:spMkLst>
        </pc:spChg>
        <pc:spChg chg="mod">
          <ac:chgData name="Stanley Rodrick" userId="8969fbcc-7c96-46fb-a663-9e2e5920ff04" providerId="ADAL" clId="{249A772E-BB88-AE47-8A92-B789D277D6BD}" dt="2022-11-05T17:00:04.860" v="111" actId="1076"/>
          <ac:spMkLst>
            <pc:docMk/>
            <pc:sldMk cId="3120342867" sldId="297"/>
            <ac:spMk id="7" creationId="{F93B1389-1F02-355B-B0DC-FFF91BB1A28A}"/>
          </ac:spMkLst>
        </pc:spChg>
        <pc:spChg chg="mod">
          <ac:chgData name="Stanley Rodrick" userId="8969fbcc-7c96-46fb-a663-9e2e5920ff04" providerId="ADAL" clId="{249A772E-BB88-AE47-8A92-B789D277D6BD}" dt="2022-11-05T17:00:25.829" v="118" actId="14100"/>
          <ac:spMkLst>
            <pc:docMk/>
            <pc:sldMk cId="3120342867" sldId="297"/>
            <ac:spMk id="9" creationId="{E6093465-1D83-BE44-8934-D67820CAB994}"/>
          </ac:spMkLst>
        </pc:spChg>
      </pc:sldChg>
      <pc:sldChg chg="addSp delSp modSp mod">
        <pc:chgData name="Stanley Rodrick" userId="8969fbcc-7c96-46fb-a663-9e2e5920ff04" providerId="ADAL" clId="{249A772E-BB88-AE47-8A92-B789D277D6BD}" dt="2022-11-05T17:24:58.842" v="511"/>
        <pc:sldMkLst>
          <pc:docMk/>
          <pc:sldMk cId="2805986525" sldId="384"/>
        </pc:sldMkLst>
        <pc:spChg chg="mod">
          <ac:chgData name="Stanley Rodrick" userId="8969fbcc-7c96-46fb-a663-9e2e5920ff04" providerId="ADAL" clId="{249A772E-BB88-AE47-8A92-B789D277D6BD}" dt="2022-11-05T16:56:46.632" v="53" actId="14100"/>
          <ac:spMkLst>
            <pc:docMk/>
            <pc:sldMk cId="2805986525" sldId="384"/>
            <ac:spMk id="3" creationId="{5A6FFAA3-9A70-4946-92BA-C59BD6C6CCE5}"/>
          </ac:spMkLst>
        </pc:spChg>
        <pc:spChg chg="add mod">
          <ac:chgData name="Stanley Rodrick" userId="8969fbcc-7c96-46fb-a663-9e2e5920ff04" providerId="ADAL" clId="{249A772E-BB88-AE47-8A92-B789D277D6BD}" dt="2022-11-05T17:24:58.842" v="511"/>
          <ac:spMkLst>
            <pc:docMk/>
            <pc:sldMk cId="2805986525" sldId="384"/>
            <ac:spMk id="4" creationId="{6DDC7F95-BBCD-0AAD-E285-AB9308FB0C31}"/>
          </ac:spMkLst>
        </pc:spChg>
        <pc:spChg chg="del mod">
          <ac:chgData name="Stanley Rodrick" userId="8969fbcc-7c96-46fb-a663-9e2e5920ff04" providerId="ADAL" clId="{249A772E-BB88-AE47-8A92-B789D277D6BD}" dt="2022-11-05T17:24:47.617" v="510"/>
          <ac:spMkLst>
            <pc:docMk/>
            <pc:sldMk cId="2805986525" sldId="384"/>
            <ac:spMk id="5" creationId="{07BED33E-080A-374D-8EC9-9BB63918D989}"/>
          </ac:spMkLst>
        </pc:spChg>
      </pc:sldChg>
      <pc:sldChg chg="addSp delSp modSp mod">
        <pc:chgData name="Stanley Rodrick" userId="8969fbcc-7c96-46fb-a663-9e2e5920ff04" providerId="ADAL" clId="{249A772E-BB88-AE47-8A92-B789D277D6BD}" dt="2022-11-05T17:25:25.121" v="515" actId="255"/>
        <pc:sldMkLst>
          <pc:docMk/>
          <pc:sldMk cId="3861415309" sldId="385"/>
        </pc:sldMkLst>
        <pc:spChg chg="mod">
          <ac:chgData name="Stanley Rodrick" userId="8969fbcc-7c96-46fb-a663-9e2e5920ff04" providerId="ADAL" clId="{249A772E-BB88-AE47-8A92-B789D277D6BD}" dt="2022-11-05T17:25:12.555" v="513" actId="1076"/>
          <ac:spMkLst>
            <pc:docMk/>
            <pc:sldMk cId="3861415309" sldId="385"/>
            <ac:spMk id="2" creationId="{30C5B4EB-48B2-3E45-A58F-300E9A03105A}"/>
          </ac:spMkLst>
        </pc:spChg>
        <pc:spChg chg="mod">
          <ac:chgData name="Stanley Rodrick" userId="8969fbcc-7c96-46fb-a663-9e2e5920ff04" providerId="ADAL" clId="{249A772E-BB88-AE47-8A92-B789D277D6BD}" dt="2022-11-05T17:25:25.121" v="515" actId="255"/>
          <ac:spMkLst>
            <pc:docMk/>
            <pc:sldMk cId="3861415309" sldId="385"/>
            <ac:spMk id="3" creationId="{5A6FFAA3-9A70-4946-92BA-C59BD6C6CCE5}"/>
          </ac:spMkLst>
        </pc:spChg>
        <pc:spChg chg="add mod">
          <ac:chgData name="Stanley Rodrick" userId="8969fbcc-7c96-46fb-a663-9e2e5920ff04" providerId="ADAL" clId="{249A772E-BB88-AE47-8A92-B789D277D6BD}" dt="2022-11-05T17:24:58.842" v="511"/>
          <ac:spMkLst>
            <pc:docMk/>
            <pc:sldMk cId="3861415309" sldId="385"/>
            <ac:spMk id="4" creationId="{5C6E44FE-EB64-9A55-0749-A7FD557E079D}"/>
          </ac:spMkLst>
        </pc:spChg>
        <pc:spChg chg="del mod">
          <ac:chgData name="Stanley Rodrick" userId="8969fbcc-7c96-46fb-a663-9e2e5920ff04" providerId="ADAL" clId="{249A772E-BB88-AE47-8A92-B789D277D6BD}" dt="2022-11-05T17:24:47.617" v="510"/>
          <ac:spMkLst>
            <pc:docMk/>
            <pc:sldMk cId="3861415309" sldId="385"/>
            <ac:spMk id="5" creationId="{07BED33E-080A-374D-8EC9-9BB63918D989}"/>
          </ac:spMkLst>
        </pc:spChg>
      </pc:sldChg>
      <pc:sldChg chg="addSp delSp modSp mod">
        <pc:chgData name="Stanley Rodrick" userId="8969fbcc-7c96-46fb-a663-9e2e5920ff04" providerId="ADAL" clId="{249A772E-BB88-AE47-8A92-B789D277D6BD}" dt="2022-11-05T17:25:41.327" v="517" actId="207"/>
        <pc:sldMkLst>
          <pc:docMk/>
          <pc:sldMk cId="1423708714" sldId="386"/>
        </pc:sldMkLst>
        <pc:spChg chg="del">
          <ac:chgData name="Stanley Rodrick" userId="8969fbcc-7c96-46fb-a663-9e2e5920ff04" providerId="ADAL" clId="{249A772E-BB88-AE47-8A92-B789D277D6BD}" dt="2022-11-05T16:57:25.225" v="62" actId="478"/>
          <ac:spMkLst>
            <pc:docMk/>
            <pc:sldMk cId="1423708714" sldId="386"/>
            <ac:spMk id="2" creationId="{30C5B4EB-48B2-3E45-A58F-300E9A03105A}"/>
          </ac:spMkLst>
        </pc:spChg>
        <pc:spChg chg="mod">
          <ac:chgData name="Stanley Rodrick" userId="8969fbcc-7c96-46fb-a663-9e2e5920ff04" providerId="ADAL" clId="{249A772E-BB88-AE47-8A92-B789D277D6BD}" dt="2022-11-05T17:25:41.327" v="517" actId="207"/>
          <ac:spMkLst>
            <pc:docMk/>
            <pc:sldMk cId="1423708714" sldId="386"/>
            <ac:spMk id="3" creationId="{5A6FFAA3-9A70-4946-92BA-C59BD6C6CCE5}"/>
          </ac:spMkLst>
        </pc:spChg>
        <pc:spChg chg="del mod">
          <ac:chgData name="Stanley Rodrick" userId="8969fbcc-7c96-46fb-a663-9e2e5920ff04" providerId="ADAL" clId="{249A772E-BB88-AE47-8A92-B789D277D6BD}" dt="2022-11-05T17:24:47.617" v="510"/>
          <ac:spMkLst>
            <pc:docMk/>
            <pc:sldMk cId="1423708714" sldId="386"/>
            <ac:spMk id="5" creationId="{07BED33E-080A-374D-8EC9-9BB63918D989}"/>
          </ac:spMkLst>
        </pc:spChg>
        <pc:spChg chg="add del mod">
          <ac:chgData name="Stanley Rodrick" userId="8969fbcc-7c96-46fb-a663-9e2e5920ff04" providerId="ADAL" clId="{249A772E-BB88-AE47-8A92-B789D277D6BD}" dt="2022-11-05T16:57:26.749" v="63" actId="478"/>
          <ac:spMkLst>
            <pc:docMk/>
            <pc:sldMk cId="1423708714" sldId="386"/>
            <ac:spMk id="6" creationId="{0DB8E271-D8E1-2EE1-D87B-E3B5D68DC85F}"/>
          </ac:spMkLst>
        </pc:spChg>
        <pc:spChg chg="add mod">
          <ac:chgData name="Stanley Rodrick" userId="8969fbcc-7c96-46fb-a663-9e2e5920ff04" providerId="ADAL" clId="{249A772E-BB88-AE47-8A92-B789D277D6BD}" dt="2022-11-05T17:25:31.647" v="516" actId="1076"/>
          <ac:spMkLst>
            <pc:docMk/>
            <pc:sldMk cId="1423708714" sldId="386"/>
            <ac:spMk id="7" creationId="{691A29B2-A1C3-8083-4FDF-8189BE67277C}"/>
          </ac:spMkLst>
        </pc:spChg>
        <pc:spChg chg="add mod">
          <ac:chgData name="Stanley Rodrick" userId="8969fbcc-7c96-46fb-a663-9e2e5920ff04" providerId="ADAL" clId="{249A772E-BB88-AE47-8A92-B789D277D6BD}" dt="2022-11-05T17:24:58.842" v="511"/>
          <ac:spMkLst>
            <pc:docMk/>
            <pc:sldMk cId="1423708714" sldId="386"/>
            <ac:spMk id="8" creationId="{549011F9-F0BC-B986-EA66-E807B9438A1D}"/>
          </ac:spMkLst>
        </pc:spChg>
      </pc:sldChg>
      <pc:sldChg chg="addSp delSp modSp mod">
        <pc:chgData name="Stanley Rodrick" userId="8969fbcc-7c96-46fb-a663-9e2e5920ff04" providerId="ADAL" clId="{249A772E-BB88-AE47-8A92-B789D277D6BD}" dt="2022-11-05T17:24:58.842" v="511"/>
        <pc:sldMkLst>
          <pc:docMk/>
          <pc:sldMk cId="52249797" sldId="387"/>
        </pc:sldMkLst>
        <pc:spChg chg="mod">
          <ac:chgData name="Stanley Rodrick" userId="8969fbcc-7c96-46fb-a663-9e2e5920ff04" providerId="ADAL" clId="{249A772E-BB88-AE47-8A92-B789D277D6BD}" dt="2022-11-05T16:58:19.167" v="83" actId="1076"/>
          <ac:spMkLst>
            <pc:docMk/>
            <pc:sldMk cId="52249797" sldId="387"/>
            <ac:spMk id="2" creationId="{30C5B4EB-48B2-3E45-A58F-300E9A03105A}"/>
          </ac:spMkLst>
        </pc:spChg>
        <pc:spChg chg="mod">
          <ac:chgData name="Stanley Rodrick" userId="8969fbcc-7c96-46fb-a663-9e2e5920ff04" providerId="ADAL" clId="{249A772E-BB88-AE47-8A92-B789D277D6BD}" dt="2022-11-05T16:58:45.238" v="92" actId="20577"/>
          <ac:spMkLst>
            <pc:docMk/>
            <pc:sldMk cId="52249797" sldId="387"/>
            <ac:spMk id="3" creationId="{5A6FFAA3-9A70-4946-92BA-C59BD6C6CCE5}"/>
          </ac:spMkLst>
        </pc:spChg>
        <pc:spChg chg="add mod">
          <ac:chgData name="Stanley Rodrick" userId="8969fbcc-7c96-46fb-a663-9e2e5920ff04" providerId="ADAL" clId="{249A772E-BB88-AE47-8A92-B789D277D6BD}" dt="2022-11-05T17:24:58.842" v="511"/>
          <ac:spMkLst>
            <pc:docMk/>
            <pc:sldMk cId="52249797" sldId="387"/>
            <ac:spMk id="4" creationId="{22109B38-C2E1-C819-39E0-71F0BE29A477}"/>
          </ac:spMkLst>
        </pc:spChg>
        <pc:spChg chg="del mod">
          <ac:chgData name="Stanley Rodrick" userId="8969fbcc-7c96-46fb-a663-9e2e5920ff04" providerId="ADAL" clId="{249A772E-BB88-AE47-8A92-B789D277D6BD}" dt="2022-11-05T17:24:47.617" v="510"/>
          <ac:spMkLst>
            <pc:docMk/>
            <pc:sldMk cId="52249797" sldId="387"/>
            <ac:spMk id="5" creationId="{07BED33E-080A-374D-8EC9-9BB63918D989}"/>
          </ac:spMkLst>
        </pc:spChg>
      </pc:sldChg>
      <pc:sldChg chg="addSp delSp modSp mod">
        <pc:chgData name="Stanley Rodrick" userId="8969fbcc-7c96-46fb-a663-9e2e5920ff04" providerId="ADAL" clId="{249A772E-BB88-AE47-8A92-B789D277D6BD}" dt="2022-11-05T17:25:59.398" v="518" actId="255"/>
        <pc:sldMkLst>
          <pc:docMk/>
          <pc:sldMk cId="1113397371" sldId="388"/>
        </pc:sldMkLst>
        <pc:spChg chg="mod">
          <ac:chgData name="Stanley Rodrick" userId="8969fbcc-7c96-46fb-a663-9e2e5920ff04" providerId="ADAL" clId="{249A772E-BB88-AE47-8A92-B789D277D6BD}" dt="2022-11-05T16:58:59.036" v="96" actId="1076"/>
          <ac:spMkLst>
            <pc:docMk/>
            <pc:sldMk cId="1113397371" sldId="388"/>
            <ac:spMk id="2" creationId="{30C5B4EB-48B2-3E45-A58F-300E9A03105A}"/>
          </ac:spMkLst>
        </pc:spChg>
        <pc:spChg chg="mod">
          <ac:chgData name="Stanley Rodrick" userId="8969fbcc-7c96-46fb-a663-9e2e5920ff04" providerId="ADAL" clId="{249A772E-BB88-AE47-8A92-B789D277D6BD}" dt="2022-11-05T17:25:59.398" v="518" actId="255"/>
          <ac:spMkLst>
            <pc:docMk/>
            <pc:sldMk cId="1113397371" sldId="388"/>
            <ac:spMk id="3" creationId="{5A6FFAA3-9A70-4946-92BA-C59BD6C6CCE5}"/>
          </ac:spMkLst>
        </pc:spChg>
        <pc:spChg chg="add mod">
          <ac:chgData name="Stanley Rodrick" userId="8969fbcc-7c96-46fb-a663-9e2e5920ff04" providerId="ADAL" clId="{249A772E-BB88-AE47-8A92-B789D277D6BD}" dt="2022-11-05T17:24:58.842" v="511"/>
          <ac:spMkLst>
            <pc:docMk/>
            <pc:sldMk cId="1113397371" sldId="388"/>
            <ac:spMk id="4" creationId="{4724ED73-0C51-744C-EE44-374DB6B3B498}"/>
          </ac:spMkLst>
        </pc:spChg>
        <pc:spChg chg="del mod">
          <ac:chgData name="Stanley Rodrick" userId="8969fbcc-7c96-46fb-a663-9e2e5920ff04" providerId="ADAL" clId="{249A772E-BB88-AE47-8A92-B789D277D6BD}" dt="2022-11-05T17:24:47.617" v="510"/>
          <ac:spMkLst>
            <pc:docMk/>
            <pc:sldMk cId="1113397371" sldId="388"/>
            <ac:spMk id="5" creationId="{07BED33E-080A-374D-8EC9-9BB63918D989}"/>
          </ac:spMkLst>
        </pc:spChg>
      </pc:sldChg>
      <pc:sldChg chg="addSp delSp modSp mod">
        <pc:chgData name="Stanley Rodrick" userId="8969fbcc-7c96-46fb-a663-9e2e5920ff04" providerId="ADAL" clId="{249A772E-BB88-AE47-8A92-B789D277D6BD}" dt="2022-11-05T17:26:25.805" v="532" actId="20577"/>
        <pc:sldMkLst>
          <pc:docMk/>
          <pc:sldMk cId="257567952" sldId="389"/>
        </pc:sldMkLst>
        <pc:spChg chg="mod">
          <ac:chgData name="Stanley Rodrick" userId="8969fbcc-7c96-46fb-a663-9e2e5920ff04" providerId="ADAL" clId="{249A772E-BB88-AE47-8A92-B789D277D6BD}" dt="2022-11-05T16:59:31.426" v="102" actId="14100"/>
          <ac:spMkLst>
            <pc:docMk/>
            <pc:sldMk cId="257567952" sldId="389"/>
            <ac:spMk id="2" creationId="{30C5B4EB-48B2-3E45-A58F-300E9A03105A}"/>
          </ac:spMkLst>
        </pc:spChg>
        <pc:spChg chg="mod">
          <ac:chgData name="Stanley Rodrick" userId="8969fbcc-7c96-46fb-a663-9e2e5920ff04" providerId="ADAL" clId="{249A772E-BB88-AE47-8A92-B789D277D6BD}" dt="2022-11-05T17:26:25.805" v="532" actId="20577"/>
          <ac:spMkLst>
            <pc:docMk/>
            <pc:sldMk cId="257567952" sldId="389"/>
            <ac:spMk id="3" creationId="{5A6FFAA3-9A70-4946-92BA-C59BD6C6CCE5}"/>
          </ac:spMkLst>
        </pc:spChg>
        <pc:spChg chg="add mod">
          <ac:chgData name="Stanley Rodrick" userId="8969fbcc-7c96-46fb-a663-9e2e5920ff04" providerId="ADAL" clId="{249A772E-BB88-AE47-8A92-B789D277D6BD}" dt="2022-11-05T17:24:58.842" v="511"/>
          <ac:spMkLst>
            <pc:docMk/>
            <pc:sldMk cId="257567952" sldId="389"/>
            <ac:spMk id="4" creationId="{64C2E018-1369-E606-167F-3453B548E2A5}"/>
          </ac:spMkLst>
        </pc:spChg>
        <pc:spChg chg="del mod">
          <ac:chgData name="Stanley Rodrick" userId="8969fbcc-7c96-46fb-a663-9e2e5920ff04" providerId="ADAL" clId="{249A772E-BB88-AE47-8A92-B789D277D6BD}" dt="2022-11-05T17:24:47.617" v="510"/>
          <ac:spMkLst>
            <pc:docMk/>
            <pc:sldMk cId="257567952" sldId="389"/>
            <ac:spMk id="5" creationId="{07BED33E-080A-374D-8EC9-9BB63918D989}"/>
          </ac:spMkLst>
        </pc:spChg>
      </pc:sldChg>
      <pc:sldChg chg="addSp delSp modSp mod">
        <pc:chgData name="Stanley Rodrick" userId="8969fbcc-7c96-46fb-a663-9e2e5920ff04" providerId="ADAL" clId="{249A772E-BB88-AE47-8A92-B789D277D6BD}" dt="2022-11-05T17:26:40.151" v="533" actId="255"/>
        <pc:sldMkLst>
          <pc:docMk/>
          <pc:sldMk cId="2765993870" sldId="390"/>
        </pc:sldMkLst>
        <pc:spChg chg="add mod">
          <ac:chgData name="Stanley Rodrick" userId="8969fbcc-7c96-46fb-a663-9e2e5920ff04" providerId="ADAL" clId="{249A772E-BB88-AE47-8A92-B789D277D6BD}" dt="2022-11-05T17:24:58.842" v="511"/>
          <ac:spMkLst>
            <pc:docMk/>
            <pc:sldMk cId="2765993870" sldId="390"/>
            <ac:spMk id="2" creationId="{FAF26D28-CF7C-0DDF-ABB1-38224D7AD2E8}"/>
          </ac:spMkLst>
        </pc:spChg>
        <pc:spChg chg="del mod">
          <ac:chgData name="Stanley Rodrick" userId="8969fbcc-7c96-46fb-a663-9e2e5920ff04" providerId="ADAL" clId="{249A772E-BB88-AE47-8A92-B789D277D6BD}" dt="2022-11-05T17:24:47.617" v="510"/>
          <ac:spMkLst>
            <pc:docMk/>
            <pc:sldMk cId="2765993870" sldId="390"/>
            <ac:spMk id="5" creationId="{07BED33E-080A-374D-8EC9-9BB63918D989}"/>
          </ac:spMkLst>
        </pc:spChg>
        <pc:spChg chg="mod">
          <ac:chgData name="Stanley Rodrick" userId="8969fbcc-7c96-46fb-a663-9e2e5920ff04" providerId="ADAL" clId="{249A772E-BB88-AE47-8A92-B789D277D6BD}" dt="2022-11-05T17:00:32.478" v="120" actId="1076"/>
          <ac:spMkLst>
            <pc:docMk/>
            <pc:sldMk cId="2765993870" sldId="390"/>
            <ac:spMk id="7" creationId="{F93B1389-1F02-355B-B0DC-FFF91BB1A28A}"/>
          </ac:spMkLst>
        </pc:spChg>
        <pc:spChg chg="mod">
          <ac:chgData name="Stanley Rodrick" userId="8969fbcc-7c96-46fb-a663-9e2e5920ff04" providerId="ADAL" clId="{249A772E-BB88-AE47-8A92-B789D277D6BD}" dt="2022-11-05T17:26:40.151" v="533" actId="255"/>
          <ac:spMkLst>
            <pc:docMk/>
            <pc:sldMk cId="2765993870" sldId="390"/>
            <ac:spMk id="9" creationId="{E6093465-1D83-BE44-8934-D67820CAB994}"/>
          </ac:spMkLst>
        </pc:spChg>
      </pc:sldChg>
      <pc:sldChg chg="addSp delSp modSp mod">
        <pc:chgData name="Stanley Rodrick" userId="8969fbcc-7c96-46fb-a663-9e2e5920ff04" providerId="ADAL" clId="{249A772E-BB88-AE47-8A92-B789D277D6BD}" dt="2022-11-05T17:26:46.835" v="534" actId="255"/>
        <pc:sldMkLst>
          <pc:docMk/>
          <pc:sldMk cId="228797942" sldId="391"/>
        </pc:sldMkLst>
        <pc:spChg chg="add mod">
          <ac:chgData name="Stanley Rodrick" userId="8969fbcc-7c96-46fb-a663-9e2e5920ff04" providerId="ADAL" clId="{249A772E-BB88-AE47-8A92-B789D277D6BD}" dt="2022-11-05T17:24:58.842" v="511"/>
          <ac:spMkLst>
            <pc:docMk/>
            <pc:sldMk cId="228797942" sldId="391"/>
            <ac:spMk id="2" creationId="{7391D41C-8858-024C-BC43-8ED6EB498470}"/>
          </ac:spMkLst>
        </pc:spChg>
        <pc:spChg chg="del mod">
          <ac:chgData name="Stanley Rodrick" userId="8969fbcc-7c96-46fb-a663-9e2e5920ff04" providerId="ADAL" clId="{249A772E-BB88-AE47-8A92-B789D277D6BD}" dt="2022-11-05T17:24:47.617" v="510"/>
          <ac:spMkLst>
            <pc:docMk/>
            <pc:sldMk cId="228797942" sldId="391"/>
            <ac:spMk id="5" creationId="{07BED33E-080A-374D-8EC9-9BB63918D989}"/>
          </ac:spMkLst>
        </pc:spChg>
        <pc:spChg chg="mod">
          <ac:chgData name="Stanley Rodrick" userId="8969fbcc-7c96-46fb-a663-9e2e5920ff04" providerId="ADAL" clId="{249A772E-BB88-AE47-8A92-B789D277D6BD}" dt="2022-11-05T17:01:03.900" v="129" actId="1076"/>
          <ac:spMkLst>
            <pc:docMk/>
            <pc:sldMk cId="228797942" sldId="391"/>
            <ac:spMk id="7" creationId="{F93B1389-1F02-355B-B0DC-FFF91BB1A28A}"/>
          </ac:spMkLst>
        </pc:spChg>
        <pc:spChg chg="mod">
          <ac:chgData name="Stanley Rodrick" userId="8969fbcc-7c96-46fb-a663-9e2e5920ff04" providerId="ADAL" clId="{249A772E-BB88-AE47-8A92-B789D277D6BD}" dt="2022-11-05T17:26:46.835" v="534" actId="255"/>
          <ac:spMkLst>
            <pc:docMk/>
            <pc:sldMk cId="228797942" sldId="391"/>
            <ac:spMk id="9" creationId="{E6093465-1D83-BE44-8934-D67820CAB994}"/>
          </ac:spMkLst>
        </pc:spChg>
      </pc:sldChg>
      <pc:sldChg chg="addSp delSp modSp mod">
        <pc:chgData name="Stanley Rodrick" userId="8969fbcc-7c96-46fb-a663-9e2e5920ff04" providerId="ADAL" clId="{249A772E-BB88-AE47-8A92-B789D277D6BD}" dt="2022-11-05T17:24:58.842" v="511"/>
        <pc:sldMkLst>
          <pc:docMk/>
          <pc:sldMk cId="2432286587" sldId="392"/>
        </pc:sldMkLst>
        <pc:spChg chg="add del mod">
          <ac:chgData name="Stanley Rodrick" userId="8969fbcc-7c96-46fb-a663-9e2e5920ff04" providerId="ADAL" clId="{249A772E-BB88-AE47-8A92-B789D277D6BD}" dt="2022-11-05T17:02:30.951" v="156" actId="478"/>
          <ac:spMkLst>
            <pc:docMk/>
            <pc:sldMk cId="2432286587" sldId="392"/>
            <ac:spMk id="3" creationId="{86DB0CD3-F7D3-0CA6-89E0-A22A091FDDAE}"/>
          </ac:spMkLst>
        </pc:spChg>
        <pc:spChg chg="add mod">
          <ac:chgData name="Stanley Rodrick" userId="8969fbcc-7c96-46fb-a663-9e2e5920ff04" providerId="ADAL" clId="{249A772E-BB88-AE47-8A92-B789D277D6BD}" dt="2022-11-05T17:02:39.411" v="157"/>
          <ac:spMkLst>
            <pc:docMk/>
            <pc:sldMk cId="2432286587" sldId="392"/>
            <ac:spMk id="4" creationId="{545F05DA-BE46-D149-C915-2907C9D5F796}"/>
          </ac:spMkLst>
        </pc:spChg>
        <pc:spChg chg="del mod">
          <ac:chgData name="Stanley Rodrick" userId="8969fbcc-7c96-46fb-a663-9e2e5920ff04" providerId="ADAL" clId="{249A772E-BB88-AE47-8A92-B789D277D6BD}" dt="2022-11-05T17:24:47.617" v="510"/>
          <ac:spMkLst>
            <pc:docMk/>
            <pc:sldMk cId="2432286587" sldId="392"/>
            <ac:spMk id="5" creationId="{07BED33E-080A-374D-8EC9-9BB63918D989}"/>
          </ac:spMkLst>
        </pc:spChg>
        <pc:spChg chg="add mod">
          <ac:chgData name="Stanley Rodrick" userId="8969fbcc-7c96-46fb-a663-9e2e5920ff04" providerId="ADAL" clId="{249A772E-BB88-AE47-8A92-B789D277D6BD}" dt="2022-11-05T17:24:58.842" v="511"/>
          <ac:spMkLst>
            <pc:docMk/>
            <pc:sldMk cId="2432286587" sldId="392"/>
            <ac:spMk id="7" creationId="{E765544C-D24B-2AC9-D56E-492D538FFEF5}"/>
          </ac:spMkLst>
        </pc:spChg>
        <pc:spChg chg="del">
          <ac:chgData name="Stanley Rodrick" userId="8969fbcc-7c96-46fb-a663-9e2e5920ff04" providerId="ADAL" clId="{249A772E-BB88-AE47-8A92-B789D277D6BD}" dt="2022-11-05T17:02:29.180" v="155" actId="478"/>
          <ac:spMkLst>
            <pc:docMk/>
            <pc:sldMk cId="2432286587" sldId="392"/>
            <ac:spMk id="8" creationId="{574EB601-D9D8-D4F3-52DF-AD279599E399}"/>
          </ac:spMkLst>
        </pc:spChg>
        <pc:spChg chg="mod">
          <ac:chgData name="Stanley Rodrick" userId="8969fbcc-7c96-46fb-a663-9e2e5920ff04" providerId="ADAL" clId="{249A772E-BB88-AE47-8A92-B789D277D6BD}" dt="2022-11-05T17:02:57.374" v="163" actId="20577"/>
          <ac:spMkLst>
            <pc:docMk/>
            <pc:sldMk cId="2432286587" sldId="392"/>
            <ac:spMk id="9" creationId="{E6093465-1D83-BE44-8934-D67820CAB994}"/>
          </ac:spMkLst>
        </pc:spChg>
        <pc:graphicFrameChg chg="mod">
          <ac:chgData name="Stanley Rodrick" userId="8969fbcc-7c96-46fb-a663-9e2e5920ff04" providerId="ADAL" clId="{249A772E-BB88-AE47-8A92-B789D277D6BD}" dt="2022-11-05T17:03:03.024" v="165" actId="14100"/>
          <ac:graphicFrameMkLst>
            <pc:docMk/>
            <pc:sldMk cId="2432286587" sldId="392"/>
            <ac:graphicFrameMk id="10" creationId="{2C7B80E4-C399-64EF-35FE-FDEEEDCD61EA}"/>
          </ac:graphicFrameMkLst>
        </pc:graphicFrameChg>
        <pc:picChg chg="mod">
          <ac:chgData name="Stanley Rodrick" userId="8969fbcc-7c96-46fb-a663-9e2e5920ff04" providerId="ADAL" clId="{249A772E-BB88-AE47-8A92-B789D277D6BD}" dt="2022-11-05T17:03:01.292" v="164" actId="1076"/>
          <ac:picMkLst>
            <pc:docMk/>
            <pc:sldMk cId="2432286587" sldId="392"/>
            <ac:picMk id="6" creationId="{EDB53B7B-9975-EC6D-0D52-72EEC19C72CC}"/>
          </ac:picMkLst>
        </pc:picChg>
      </pc:sldChg>
      <pc:sldChg chg="addSp delSp modSp mod">
        <pc:chgData name="Stanley Rodrick" userId="8969fbcc-7c96-46fb-a663-9e2e5920ff04" providerId="ADAL" clId="{249A772E-BB88-AE47-8A92-B789D277D6BD}" dt="2022-11-05T17:24:58.842" v="511"/>
        <pc:sldMkLst>
          <pc:docMk/>
          <pc:sldMk cId="2039176555" sldId="393"/>
        </pc:sldMkLst>
        <pc:spChg chg="add mod">
          <ac:chgData name="Stanley Rodrick" userId="8969fbcc-7c96-46fb-a663-9e2e5920ff04" providerId="ADAL" clId="{249A772E-BB88-AE47-8A92-B789D277D6BD}" dt="2022-11-05T17:24:58.842" v="511"/>
          <ac:spMkLst>
            <pc:docMk/>
            <pc:sldMk cId="2039176555" sldId="393"/>
            <ac:spMk id="2" creationId="{E09CB694-AE33-E6B2-2F8D-C254CFF30041}"/>
          </ac:spMkLst>
        </pc:spChg>
        <pc:spChg chg="del mod">
          <ac:chgData name="Stanley Rodrick" userId="8969fbcc-7c96-46fb-a663-9e2e5920ff04" providerId="ADAL" clId="{249A772E-BB88-AE47-8A92-B789D277D6BD}" dt="2022-11-05T17:24:47.617" v="510"/>
          <ac:spMkLst>
            <pc:docMk/>
            <pc:sldMk cId="2039176555" sldId="393"/>
            <ac:spMk id="5" creationId="{07BED33E-080A-374D-8EC9-9BB63918D989}"/>
          </ac:spMkLst>
        </pc:spChg>
        <pc:spChg chg="mod">
          <ac:chgData name="Stanley Rodrick" userId="8969fbcc-7c96-46fb-a663-9e2e5920ff04" providerId="ADAL" clId="{249A772E-BB88-AE47-8A92-B789D277D6BD}" dt="2022-11-05T17:01:57.505" v="141" actId="1076"/>
          <ac:spMkLst>
            <pc:docMk/>
            <pc:sldMk cId="2039176555" sldId="393"/>
            <ac:spMk id="7" creationId="{F93B1389-1F02-355B-B0DC-FFF91BB1A28A}"/>
          </ac:spMkLst>
        </pc:spChg>
        <pc:spChg chg="mod">
          <ac:chgData name="Stanley Rodrick" userId="8969fbcc-7c96-46fb-a663-9e2e5920ff04" providerId="ADAL" clId="{249A772E-BB88-AE47-8A92-B789D277D6BD}" dt="2022-11-05T17:02:21.367" v="154" actId="14100"/>
          <ac:spMkLst>
            <pc:docMk/>
            <pc:sldMk cId="2039176555" sldId="393"/>
            <ac:spMk id="9" creationId="{E6093465-1D83-BE44-8934-D67820CAB994}"/>
          </ac:spMkLst>
        </pc:spChg>
      </pc:sldChg>
      <pc:sldChg chg="addSp delSp modSp mod">
        <pc:chgData name="Stanley Rodrick" userId="8969fbcc-7c96-46fb-a663-9e2e5920ff04" providerId="ADAL" clId="{249A772E-BB88-AE47-8A92-B789D277D6BD}" dt="2022-11-05T17:27:03.099" v="535" actId="404"/>
        <pc:sldMkLst>
          <pc:docMk/>
          <pc:sldMk cId="4262888960" sldId="394"/>
        </pc:sldMkLst>
        <pc:spChg chg="add mod">
          <ac:chgData name="Stanley Rodrick" userId="8969fbcc-7c96-46fb-a663-9e2e5920ff04" providerId="ADAL" clId="{249A772E-BB88-AE47-8A92-B789D277D6BD}" dt="2022-11-05T17:24:58.842" v="511"/>
          <ac:spMkLst>
            <pc:docMk/>
            <pc:sldMk cId="4262888960" sldId="394"/>
            <ac:spMk id="2" creationId="{4ECF0786-2C4C-94A9-2E19-142C3CD9EDC6}"/>
          </ac:spMkLst>
        </pc:spChg>
        <pc:spChg chg="del mod">
          <ac:chgData name="Stanley Rodrick" userId="8969fbcc-7c96-46fb-a663-9e2e5920ff04" providerId="ADAL" clId="{249A772E-BB88-AE47-8A92-B789D277D6BD}" dt="2022-11-05T17:24:47.617" v="510"/>
          <ac:spMkLst>
            <pc:docMk/>
            <pc:sldMk cId="4262888960" sldId="394"/>
            <ac:spMk id="5" creationId="{07BED33E-080A-374D-8EC9-9BB63918D989}"/>
          </ac:spMkLst>
        </pc:spChg>
        <pc:spChg chg="mod">
          <ac:chgData name="Stanley Rodrick" userId="8969fbcc-7c96-46fb-a663-9e2e5920ff04" providerId="ADAL" clId="{249A772E-BB88-AE47-8A92-B789D277D6BD}" dt="2022-11-05T17:27:03.099" v="535" actId="404"/>
          <ac:spMkLst>
            <pc:docMk/>
            <pc:sldMk cId="4262888960" sldId="394"/>
            <ac:spMk id="8" creationId="{574EB601-D9D8-D4F3-52DF-AD279599E399}"/>
          </ac:spMkLst>
        </pc:spChg>
        <pc:spChg chg="mod">
          <ac:chgData name="Stanley Rodrick" userId="8969fbcc-7c96-46fb-a663-9e2e5920ff04" providerId="ADAL" clId="{249A772E-BB88-AE47-8A92-B789D277D6BD}" dt="2022-11-05T17:03:55.615" v="177" actId="20577"/>
          <ac:spMkLst>
            <pc:docMk/>
            <pc:sldMk cId="4262888960" sldId="394"/>
            <ac:spMk id="9" creationId="{E6093465-1D83-BE44-8934-D67820CAB994}"/>
          </ac:spMkLst>
        </pc:spChg>
      </pc:sldChg>
      <pc:sldChg chg="modSp mod">
        <pc:chgData name="Stanley Rodrick" userId="8969fbcc-7c96-46fb-a663-9e2e5920ff04" providerId="ADAL" clId="{249A772E-BB88-AE47-8A92-B789D277D6BD}" dt="2022-11-05T17:04:02.429" v="178" actId="113"/>
        <pc:sldMkLst>
          <pc:docMk/>
          <pc:sldMk cId="3422216354" sldId="395"/>
        </pc:sldMkLst>
        <pc:spChg chg="mod">
          <ac:chgData name="Stanley Rodrick" userId="8969fbcc-7c96-46fb-a663-9e2e5920ff04" providerId="ADAL" clId="{249A772E-BB88-AE47-8A92-B789D277D6BD}" dt="2022-11-05T17:04:02.429" v="178" actId="113"/>
          <ac:spMkLst>
            <pc:docMk/>
            <pc:sldMk cId="3422216354" sldId="395"/>
            <ac:spMk id="221" creationId="{00000000-0000-0000-0000-000000000000}"/>
          </ac:spMkLst>
        </pc:spChg>
      </pc:sldChg>
      <pc:sldChg chg="addSp delSp modSp mod">
        <pc:chgData name="Stanley Rodrick" userId="8969fbcc-7c96-46fb-a663-9e2e5920ff04" providerId="ADAL" clId="{249A772E-BB88-AE47-8A92-B789D277D6BD}" dt="2022-11-05T17:24:58.842" v="511"/>
        <pc:sldMkLst>
          <pc:docMk/>
          <pc:sldMk cId="1201905835" sldId="396"/>
        </pc:sldMkLst>
        <pc:spChg chg="add mod">
          <ac:chgData name="Stanley Rodrick" userId="8969fbcc-7c96-46fb-a663-9e2e5920ff04" providerId="ADAL" clId="{249A772E-BB88-AE47-8A92-B789D277D6BD}" dt="2022-11-05T17:24:58.842" v="511"/>
          <ac:spMkLst>
            <pc:docMk/>
            <pc:sldMk cId="1201905835" sldId="396"/>
            <ac:spMk id="2" creationId="{704FE0F8-B1BB-5CE9-2BAC-2569BA9C8777}"/>
          </ac:spMkLst>
        </pc:spChg>
        <pc:spChg chg="del mod">
          <ac:chgData name="Stanley Rodrick" userId="8969fbcc-7c96-46fb-a663-9e2e5920ff04" providerId="ADAL" clId="{249A772E-BB88-AE47-8A92-B789D277D6BD}" dt="2022-11-05T17:24:47.617" v="510"/>
          <ac:spMkLst>
            <pc:docMk/>
            <pc:sldMk cId="1201905835" sldId="396"/>
            <ac:spMk id="5" creationId="{07BED33E-080A-374D-8EC9-9BB63918D989}"/>
          </ac:spMkLst>
        </pc:spChg>
        <pc:spChg chg="mod">
          <ac:chgData name="Stanley Rodrick" userId="8969fbcc-7c96-46fb-a663-9e2e5920ff04" providerId="ADAL" clId="{249A772E-BB88-AE47-8A92-B789D277D6BD}" dt="2022-11-05T17:04:48.099" v="188" actId="1076"/>
          <ac:spMkLst>
            <pc:docMk/>
            <pc:sldMk cId="1201905835" sldId="396"/>
            <ac:spMk id="8" creationId="{574EB601-D9D8-D4F3-52DF-AD279599E399}"/>
          </ac:spMkLst>
        </pc:spChg>
        <pc:spChg chg="mod">
          <ac:chgData name="Stanley Rodrick" userId="8969fbcc-7c96-46fb-a663-9e2e5920ff04" providerId="ADAL" clId="{249A772E-BB88-AE47-8A92-B789D277D6BD}" dt="2022-11-05T17:05:14.787" v="195" actId="20577"/>
          <ac:spMkLst>
            <pc:docMk/>
            <pc:sldMk cId="1201905835" sldId="396"/>
            <ac:spMk id="9" creationId="{E6093465-1D83-BE44-8934-D67820CAB994}"/>
          </ac:spMkLst>
        </pc:spChg>
      </pc:sldChg>
      <pc:sldChg chg="addSp delSp modSp mod">
        <pc:chgData name="Stanley Rodrick" userId="8969fbcc-7c96-46fb-a663-9e2e5920ff04" providerId="ADAL" clId="{249A772E-BB88-AE47-8A92-B789D277D6BD}" dt="2022-11-05T17:24:58.842" v="511"/>
        <pc:sldMkLst>
          <pc:docMk/>
          <pc:sldMk cId="3637725474" sldId="397"/>
        </pc:sldMkLst>
        <pc:spChg chg="add mod">
          <ac:chgData name="Stanley Rodrick" userId="8969fbcc-7c96-46fb-a663-9e2e5920ff04" providerId="ADAL" clId="{249A772E-BB88-AE47-8A92-B789D277D6BD}" dt="2022-11-05T17:24:58.842" v="511"/>
          <ac:spMkLst>
            <pc:docMk/>
            <pc:sldMk cId="3637725474" sldId="397"/>
            <ac:spMk id="2" creationId="{D3263757-88BB-1D4F-B95A-51AF14C9F101}"/>
          </ac:spMkLst>
        </pc:spChg>
        <pc:spChg chg="del mod">
          <ac:chgData name="Stanley Rodrick" userId="8969fbcc-7c96-46fb-a663-9e2e5920ff04" providerId="ADAL" clId="{249A772E-BB88-AE47-8A92-B789D277D6BD}" dt="2022-11-05T17:24:47.617" v="510"/>
          <ac:spMkLst>
            <pc:docMk/>
            <pc:sldMk cId="3637725474" sldId="397"/>
            <ac:spMk id="5" creationId="{07BED33E-080A-374D-8EC9-9BB63918D989}"/>
          </ac:spMkLst>
        </pc:spChg>
        <pc:spChg chg="mod">
          <ac:chgData name="Stanley Rodrick" userId="8969fbcc-7c96-46fb-a663-9e2e5920ff04" providerId="ADAL" clId="{249A772E-BB88-AE47-8A92-B789D277D6BD}" dt="2022-11-05T17:05:35.030" v="197" actId="1076"/>
          <ac:spMkLst>
            <pc:docMk/>
            <pc:sldMk cId="3637725474" sldId="397"/>
            <ac:spMk id="8" creationId="{574EB601-D9D8-D4F3-52DF-AD279599E399}"/>
          </ac:spMkLst>
        </pc:spChg>
        <pc:spChg chg="mod">
          <ac:chgData name="Stanley Rodrick" userId="8969fbcc-7c96-46fb-a663-9e2e5920ff04" providerId="ADAL" clId="{249A772E-BB88-AE47-8A92-B789D277D6BD}" dt="2022-11-05T17:06:03.247" v="205" actId="20577"/>
          <ac:spMkLst>
            <pc:docMk/>
            <pc:sldMk cId="3637725474" sldId="397"/>
            <ac:spMk id="9" creationId="{E6093465-1D83-BE44-8934-D67820CAB994}"/>
          </ac:spMkLst>
        </pc:spChg>
      </pc:sldChg>
      <pc:sldChg chg="addSp delSp modSp mod">
        <pc:chgData name="Stanley Rodrick" userId="8969fbcc-7c96-46fb-a663-9e2e5920ff04" providerId="ADAL" clId="{249A772E-BB88-AE47-8A92-B789D277D6BD}" dt="2022-11-05T17:24:58.842" v="511"/>
        <pc:sldMkLst>
          <pc:docMk/>
          <pc:sldMk cId="2668925192" sldId="398"/>
        </pc:sldMkLst>
        <pc:spChg chg="add mod">
          <ac:chgData name="Stanley Rodrick" userId="8969fbcc-7c96-46fb-a663-9e2e5920ff04" providerId="ADAL" clId="{249A772E-BB88-AE47-8A92-B789D277D6BD}" dt="2022-11-05T17:24:58.842" v="511"/>
          <ac:spMkLst>
            <pc:docMk/>
            <pc:sldMk cId="2668925192" sldId="398"/>
            <ac:spMk id="2" creationId="{6F7CD50D-9054-D74E-56E4-48E796F8D6BD}"/>
          </ac:spMkLst>
        </pc:spChg>
        <pc:spChg chg="del mod">
          <ac:chgData name="Stanley Rodrick" userId="8969fbcc-7c96-46fb-a663-9e2e5920ff04" providerId="ADAL" clId="{249A772E-BB88-AE47-8A92-B789D277D6BD}" dt="2022-11-05T17:24:47.617" v="510"/>
          <ac:spMkLst>
            <pc:docMk/>
            <pc:sldMk cId="2668925192" sldId="398"/>
            <ac:spMk id="5" creationId="{07BED33E-080A-374D-8EC9-9BB63918D989}"/>
          </ac:spMkLst>
        </pc:spChg>
        <pc:spChg chg="mod">
          <ac:chgData name="Stanley Rodrick" userId="8969fbcc-7c96-46fb-a663-9e2e5920ff04" providerId="ADAL" clId="{249A772E-BB88-AE47-8A92-B789D277D6BD}" dt="2022-11-05T17:06:14.161" v="207" actId="1076"/>
          <ac:spMkLst>
            <pc:docMk/>
            <pc:sldMk cId="2668925192" sldId="398"/>
            <ac:spMk id="8" creationId="{574EB601-D9D8-D4F3-52DF-AD279599E399}"/>
          </ac:spMkLst>
        </pc:spChg>
        <pc:spChg chg="mod">
          <ac:chgData name="Stanley Rodrick" userId="8969fbcc-7c96-46fb-a663-9e2e5920ff04" providerId="ADAL" clId="{249A772E-BB88-AE47-8A92-B789D277D6BD}" dt="2022-11-05T17:06:53.099" v="223" actId="207"/>
          <ac:spMkLst>
            <pc:docMk/>
            <pc:sldMk cId="2668925192" sldId="398"/>
            <ac:spMk id="9" creationId="{E6093465-1D83-BE44-8934-D67820CAB994}"/>
          </ac:spMkLst>
        </pc:spChg>
      </pc:sldChg>
      <pc:sldChg chg="addSp delSp modSp del mod">
        <pc:chgData name="Stanley Rodrick" userId="8969fbcc-7c96-46fb-a663-9e2e5920ff04" providerId="ADAL" clId="{249A772E-BB88-AE47-8A92-B789D277D6BD}" dt="2022-11-05T17:22:36.565" v="486" actId="2696"/>
        <pc:sldMkLst>
          <pc:docMk/>
          <pc:sldMk cId="3992667470" sldId="399"/>
        </pc:sldMkLst>
        <pc:spChg chg="add mod">
          <ac:chgData name="Stanley Rodrick" userId="8969fbcc-7c96-46fb-a663-9e2e5920ff04" providerId="ADAL" clId="{249A772E-BB88-AE47-8A92-B789D277D6BD}" dt="2022-11-05T17:21:58.155" v="472" actId="21"/>
          <ac:spMkLst>
            <pc:docMk/>
            <pc:sldMk cId="3992667470" sldId="399"/>
            <ac:spMk id="3" creationId="{C9B64787-DD76-EFD9-A0F4-005DB2F3346E}"/>
          </ac:spMkLst>
        </pc:spChg>
        <pc:spChg chg="mod">
          <ac:chgData name="Stanley Rodrick" userId="8969fbcc-7c96-46fb-a663-9e2e5920ff04" providerId="ADAL" clId="{249A772E-BB88-AE47-8A92-B789D277D6BD}" dt="2022-11-05T16:54:06.460" v="10"/>
          <ac:spMkLst>
            <pc:docMk/>
            <pc:sldMk cId="3992667470" sldId="399"/>
            <ac:spMk id="5" creationId="{07BED33E-080A-374D-8EC9-9BB63918D989}"/>
          </ac:spMkLst>
        </pc:spChg>
        <pc:spChg chg="del">
          <ac:chgData name="Stanley Rodrick" userId="8969fbcc-7c96-46fb-a663-9e2e5920ff04" providerId="ADAL" clId="{249A772E-BB88-AE47-8A92-B789D277D6BD}" dt="2022-11-05T17:21:58.155" v="472" actId="21"/>
          <ac:spMkLst>
            <pc:docMk/>
            <pc:sldMk cId="3992667470" sldId="399"/>
            <ac:spMk id="9" creationId="{E6093465-1D83-BE44-8934-D67820CAB994}"/>
          </ac:spMkLst>
        </pc:spChg>
      </pc:sldChg>
      <pc:sldChg chg="addSp delSp modSp del mod">
        <pc:chgData name="Stanley Rodrick" userId="8969fbcc-7c96-46fb-a663-9e2e5920ff04" providerId="ADAL" clId="{249A772E-BB88-AE47-8A92-B789D277D6BD}" dt="2022-11-05T17:23:16.519" v="497" actId="2696"/>
        <pc:sldMkLst>
          <pc:docMk/>
          <pc:sldMk cId="2264473134" sldId="400"/>
        </pc:sldMkLst>
        <pc:spChg chg="add mod">
          <ac:chgData name="Stanley Rodrick" userId="8969fbcc-7c96-46fb-a663-9e2e5920ff04" providerId="ADAL" clId="{249A772E-BB88-AE47-8A92-B789D277D6BD}" dt="2022-11-05T17:22:48.557" v="489" actId="21"/>
          <ac:spMkLst>
            <pc:docMk/>
            <pc:sldMk cId="2264473134" sldId="400"/>
            <ac:spMk id="3" creationId="{8D5C21C4-F89B-3C45-93BC-A7FECE1A6461}"/>
          </ac:spMkLst>
        </pc:spChg>
        <pc:spChg chg="mod">
          <ac:chgData name="Stanley Rodrick" userId="8969fbcc-7c96-46fb-a663-9e2e5920ff04" providerId="ADAL" clId="{249A772E-BB88-AE47-8A92-B789D277D6BD}" dt="2022-11-05T16:54:06.460" v="10"/>
          <ac:spMkLst>
            <pc:docMk/>
            <pc:sldMk cId="2264473134" sldId="400"/>
            <ac:spMk id="5" creationId="{07BED33E-080A-374D-8EC9-9BB63918D989}"/>
          </ac:spMkLst>
        </pc:spChg>
        <pc:spChg chg="del">
          <ac:chgData name="Stanley Rodrick" userId="8969fbcc-7c96-46fb-a663-9e2e5920ff04" providerId="ADAL" clId="{249A772E-BB88-AE47-8A92-B789D277D6BD}" dt="2022-11-05T17:22:48.557" v="489" actId="21"/>
          <ac:spMkLst>
            <pc:docMk/>
            <pc:sldMk cId="2264473134" sldId="400"/>
            <ac:spMk id="9" creationId="{E6093465-1D83-BE44-8934-D67820CAB994}"/>
          </ac:spMkLst>
        </pc:spChg>
      </pc:sldChg>
      <pc:sldChg chg="modSp del mod">
        <pc:chgData name="Stanley Rodrick" userId="8969fbcc-7c96-46fb-a663-9e2e5920ff04" providerId="ADAL" clId="{249A772E-BB88-AE47-8A92-B789D277D6BD}" dt="2022-11-05T17:24:03.356" v="505" actId="2696"/>
        <pc:sldMkLst>
          <pc:docMk/>
          <pc:sldMk cId="1299812962" sldId="401"/>
        </pc:sldMkLst>
        <pc:spChg chg="mod">
          <ac:chgData name="Stanley Rodrick" userId="8969fbcc-7c96-46fb-a663-9e2e5920ff04" providerId="ADAL" clId="{249A772E-BB88-AE47-8A92-B789D277D6BD}" dt="2022-11-05T16:54:06.460" v="10"/>
          <ac:spMkLst>
            <pc:docMk/>
            <pc:sldMk cId="1299812962" sldId="401"/>
            <ac:spMk id="5" creationId="{07BED33E-080A-374D-8EC9-9BB63918D989}"/>
          </ac:spMkLst>
        </pc:spChg>
        <pc:spChg chg="mod">
          <ac:chgData name="Stanley Rodrick" userId="8969fbcc-7c96-46fb-a663-9e2e5920ff04" providerId="ADAL" clId="{249A772E-BB88-AE47-8A92-B789D277D6BD}" dt="2022-11-05T17:23:41.791" v="502" actId="21"/>
          <ac:spMkLst>
            <pc:docMk/>
            <pc:sldMk cId="1299812962" sldId="401"/>
            <ac:spMk id="9" creationId="{E6093465-1D83-BE44-8934-D67820CAB994}"/>
          </ac:spMkLst>
        </pc:spChg>
      </pc:sldChg>
      <pc:sldChg chg="addSp delSp modSp mod">
        <pc:chgData name="Stanley Rodrick" userId="8969fbcc-7c96-46fb-a663-9e2e5920ff04" providerId="ADAL" clId="{249A772E-BB88-AE47-8A92-B789D277D6BD}" dt="2022-11-05T17:24:58.842" v="511"/>
        <pc:sldMkLst>
          <pc:docMk/>
          <pc:sldMk cId="3390817374" sldId="402"/>
        </pc:sldMkLst>
        <pc:spChg chg="add mod">
          <ac:chgData name="Stanley Rodrick" userId="8969fbcc-7c96-46fb-a663-9e2e5920ff04" providerId="ADAL" clId="{249A772E-BB88-AE47-8A92-B789D277D6BD}" dt="2022-11-05T17:24:58.842" v="511"/>
          <ac:spMkLst>
            <pc:docMk/>
            <pc:sldMk cId="3390817374" sldId="402"/>
            <ac:spMk id="2" creationId="{2007FF73-BB99-652C-6C11-ECFEC734AF6E}"/>
          </ac:spMkLst>
        </pc:spChg>
        <pc:spChg chg="del mod">
          <ac:chgData name="Stanley Rodrick" userId="8969fbcc-7c96-46fb-a663-9e2e5920ff04" providerId="ADAL" clId="{249A772E-BB88-AE47-8A92-B789D277D6BD}" dt="2022-11-05T17:24:47.617" v="510"/>
          <ac:spMkLst>
            <pc:docMk/>
            <pc:sldMk cId="3390817374" sldId="402"/>
            <ac:spMk id="5" creationId="{07BED33E-080A-374D-8EC9-9BB63918D989}"/>
          </ac:spMkLst>
        </pc:spChg>
        <pc:spChg chg="mod">
          <ac:chgData name="Stanley Rodrick" userId="8969fbcc-7c96-46fb-a663-9e2e5920ff04" providerId="ADAL" clId="{249A772E-BB88-AE47-8A92-B789D277D6BD}" dt="2022-11-05T17:21:22.723" v="464" actId="1076"/>
          <ac:spMkLst>
            <pc:docMk/>
            <pc:sldMk cId="3390817374" sldId="402"/>
            <ac:spMk id="8" creationId="{574EB601-D9D8-D4F3-52DF-AD279599E399}"/>
          </ac:spMkLst>
        </pc:spChg>
        <pc:spChg chg="mod">
          <ac:chgData name="Stanley Rodrick" userId="8969fbcc-7c96-46fb-a663-9e2e5920ff04" providerId="ADAL" clId="{249A772E-BB88-AE47-8A92-B789D277D6BD}" dt="2022-11-05T17:21:40.736" v="470" actId="207"/>
          <ac:spMkLst>
            <pc:docMk/>
            <pc:sldMk cId="3390817374" sldId="402"/>
            <ac:spMk id="9" creationId="{E6093465-1D83-BE44-8934-D67820CAB994}"/>
          </ac:spMkLst>
        </pc:spChg>
      </pc:sldChg>
      <pc:sldChg chg="modSp mod">
        <pc:chgData name="Stanley Rodrick" userId="8969fbcc-7c96-46fb-a663-9e2e5920ff04" providerId="ADAL" clId="{249A772E-BB88-AE47-8A92-B789D277D6BD}" dt="2022-11-05T17:20:48.525" v="460" actId="14100"/>
        <pc:sldMkLst>
          <pc:docMk/>
          <pc:sldMk cId="2366329390" sldId="403"/>
        </pc:sldMkLst>
        <pc:spChg chg="mod">
          <ac:chgData name="Stanley Rodrick" userId="8969fbcc-7c96-46fb-a663-9e2e5920ff04" providerId="ADAL" clId="{249A772E-BB88-AE47-8A92-B789D277D6BD}" dt="2022-11-05T17:20:48.525" v="460" actId="14100"/>
          <ac:spMkLst>
            <pc:docMk/>
            <pc:sldMk cId="2366329390" sldId="403"/>
            <ac:spMk id="221" creationId="{00000000-0000-0000-0000-000000000000}"/>
          </ac:spMkLst>
        </pc:spChg>
      </pc:sldChg>
      <pc:sldChg chg="addSp delSp modSp mod">
        <pc:chgData name="Stanley Rodrick" userId="8969fbcc-7c96-46fb-a663-9e2e5920ff04" providerId="ADAL" clId="{249A772E-BB88-AE47-8A92-B789D277D6BD}" dt="2022-11-05T17:24:58.842" v="511"/>
        <pc:sldMkLst>
          <pc:docMk/>
          <pc:sldMk cId="397950661" sldId="404"/>
        </pc:sldMkLst>
        <pc:spChg chg="add mod">
          <ac:chgData name="Stanley Rodrick" userId="8969fbcc-7c96-46fb-a663-9e2e5920ff04" providerId="ADAL" clId="{249A772E-BB88-AE47-8A92-B789D277D6BD}" dt="2022-11-05T17:24:58.842" v="511"/>
          <ac:spMkLst>
            <pc:docMk/>
            <pc:sldMk cId="397950661" sldId="404"/>
            <ac:spMk id="2" creationId="{04F46D45-25CD-385B-4F1B-D0496170C2A7}"/>
          </ac:spMkLst>
        </pc:spChg>
        <pc:spChg chg="del mod">
          <ac:chgData name="Stanley Rodrick" userId="8969fbcc-7c96-46fb-a663-9e2e5920ff04" providerId="ADAL" clId="{249A772E-BB88-AE47-8A92-B789D277D6BD}" dt="2022-11-05T17:24:47.617" v="510"/>
          <ac:spMkLst>
            <pc:docMk/>
            <pc:sldMk cId="397950661" sldId="404"/>
            <ac:spMk id="5" creationId="{07BED33E-080A-374D-8EC9-9BB63918D989}"/>
          </ac:spMkLst>
        </pc:spChg>
        <pc:spChg chg="mod">
          <ac:chgData name="Stanley Rodrick" userId="8969fbcc-7c96-46fb-a663-9e2e5920ff04" providerId="ADAL" clId="{249A772E-BB88-AE47-8A92-B789D277D6BD}" dt="2022-11-05T17:20:08.768" v="450" actId="1076"/>
          <ac:spMkLst>
            <pc:docMk/>
            <pc:sldMk cId="397950661" sldId="404"/>
            <ac:spMk id="8" creationId="{574EB601-D9D8-D4F3-52DF-AD279599E399}"/>
          </ac:spMkLst>
        </pc:spChg>
        <pc:spChg chg="mod">
          <ac:chgData name="Stanley Rodrick" userId="8969fbcc-7c96-46fb-a663-9e2e5920ff04" providerId="ADAL" clId="{249A772E-BB88-AE47-8A92-B789D277D6BD}" dt="2022-11-05T17:20:36.744" v="455" actId="20577"/>
          <ac:spMkLst>
            <pc:docMk/>
            <pc:sldMk cId="397950661" sldId="404"/>
            <ac:spMk id="9" creationId="{E6093465-1D83-BE44-8934-D67820CAB994}"/>
          </ac:spMkLst>
        </pc:spChg>
      </pc:sldChg>
      <pc:sldChg chg="addSp delSp modSp">
        <pc:chgData name="Stanley Rodrick" userId="8969fbcc-7c96-46fb-a663-9e2e5920ff04" providerId="ADAL" clId="{249A772E-BB88-AE47-8A92-B789D277D6BD}" dt="2022-11-05T17:24:58.842" v="511"/>
        <pc:sldMkLst>
          <pc:docMk/>
          <pc:sldMk cId="489703569" sldId="405"/>
        </pc:sldMkLst>
        <pc:spChg chg="add mod">
          <ac:chgData name="Stanley Rodrick" userId="8969fbcc-7c96-46fb-a663-9e2e5920ff04" providerId="ADAL" clId="{249A772E-BB88-AE47-8A92-B789D277D6BD}" dt="2022-11-05T17:24:58.842" v="511"/>
          <ac:spMkLst>
            <pc:docMk/>
            <pc:sldMk cId="489703569" sldId="405"/>
            <ac:spMk id="2" creationId="{4C3B5FF3-AF95-8607-6635-1CC262897644}"/>
          </ac:spMkLst>
        </pc:spChg>
        <pc:spChg chg="del mod">
          <ac:chgData name="Stanley Rodrick" userId="8969fbcc-7c96-46fb-a663-9e2e5920ff04" providerId="ADAL" clId="{249A772E-BB88-AE47-8A92-B789D277D6BD}" dt="2022-11-05T17:24:47.617" v="510"/>
          <ac:spMkLst>
            <pc:docMk/>
            <pc:sldMk cId="489703569" sldId="405"/>
            <ac:spMk id="5" creationId="{07BED33E-080A-374D-8EC9-9BB63918D989}"/>
          </ac:spMkLst>
        </pc:spChg>
      </pc:sldChg>
      <pc:sldChg chg="addSp delSp modSp mod">
        <pc:chgData name="Stanley Rodrick" userId="8969fbcc-7c96-46fb-a663-9e2e5920ff04" providerId="ADAL" clId="{249A772E-BB88-AE47-8A92-B789D277D6BD}" dt="2022-11-05T17:24:58.842" v="511"/>
        <pc:sldMkLst>
          <pc:docMk/>
          <pc:sldMk cId="455454383" sldId="407"/>
        </pc:sldMkLst>
        <pc:spChg chg="add mod">
          <ac:chgData name="Stanley Rodrick" userId="8969fbcc-7c96-46fb-a663-9e2e5920ff04" providerId="ADAL" clId="{249A772E-BB88-AE47-8A92-B789D277D6BD}" dt="2022-11-05T17:24:58.842" v="511"/>
          <ac:spMkLst>
            <pc:docMk/>
            <pc:sldMk cId="455454383" sldId="407"/>
            <ac:spMk id="2" creationId="{36045550-3454-76D5-CCAE-36F282930FB5}"/>
          </ac:spMkLst>
        </pc:spChg>
        <pc:spChg chg="del mod">
          <ac:chgData name="Stanley Rodrick" userId="8969fbcc-7c96-46fb-a663-9e2e5920ff04" providerId="ADAL" clId="{249A772E-BB88-AE47-8A92-B789D277D6BD}" dt="2022-11-05T17:24:47.617" v="510"/>
          <ac:spMkLst>
            <pc:docMk/>
            <pc:sldMk cId="455454383" sldId="407"/>
            <ac:spMk id="5" creationId="{07BED33E-080A-374D-8EC9-9BB63918D989}"/>
          </ac:spMkLst>
        </pc:spChg>
        <pc:spChg chg="mod">
          <ac:chgData name="Stanley Rodrick" userId="8969fbcc-7c96-46fb-a663-9e2e5920ff04" providerId="ADAL" clId="{249A772E-BB88-AE47-8A92-B789D277D6BD}" dt="2022-11-05T17:19:33.185" v="444" actId="1076"/>
          <ac:spMkLst>
            <pc:docMk/>
            <pc:sldMk cId="455454383" sldId="407"/>
            <ac:spMk id="8" creationId="{574EB601-D9D8-D4F3-52DF-AD279599E399}"/>
          </ac:spMkLst>
        </pc:spChg>
        <pc:spChg chg="mod">
          <ac:chgData name="Stanley Rodrick" userId="8969fbcc-7c96-46fb-a663-9e2e5920ff04" providerId="ADAL" clId="{249A772E-BB88-AE47-8A92-B789D277D6BD}" dt="2022-11-05T17:19:44.852" v="449" actId="14100"/>
          <ac:spMkLst>
            <pc:docMk/>
            <pc:sldMk cId="455454383" sldId="407"/>
            <ac:spMk id="9" creationId="{E6093465-1D83-BE44-8934-D67820CAB994}"/>
          </ac:spMkLst>
        </pc:spChg>
      </pc:sldChg>
      <pc:sldChg chg="addSp delSp modSp mod">
        <pc:chgData name="Stanley Rodrick" userId="8969fbcc-7c96-46fb-a663-9e2e5920ff04" providerId="ADAL" clId="{249A772E-BB88-AE47-8A92-B789D277D6BD}" dt="2022-11-05T17:24:58.842" v="511"/>
        <pc:sldMkLst>
          <pc:docMk/>
          <pc:sldMk cId="1467213534" sldId="408"/>
        </pc:sldMkLst>
        <pc:spChg chg="add mod">
          <ac:chgData name="Stanley Rodrick" userId="8969fbcc-7c96-46fb-a663-9e2e5920ff04" providerId="ADAL" clId="{249A772E-BB88-AE47-8A92-B789D277D6BD}" dt="2022-11-05T17:24:58.842" v="511"/>
          <ac:spMkLst>
            <pc:docMk/>
            <pc:sldMk cId="1467213534" sldId="408"/>
            <ac:spMk id="2" creationId="{7E6528A3-D887-CD2F-77DF-03681B704095}"/>
          </ac:spMkLst>
        </pc:spChg>
        <pc:spChg chg="del mod">
          <ac:chgData name="Stanley Rodrick" userId="8969fbcc-7c96-46fb-a663-9e2e5920ff04" providerId="ADAL" clId="{249A772E-BB88-AE47-8A92-B789D277D6BD}" dt="2022-11-05T17:24:47.617" v="510"/>
          <ac:spMkLst>
            <pc:docMk/>
            <pc:sldMk cId="1467213534" sldId="408"/>
            <ac:spMk id="5" creationId="{07BED33E-080A-374D-8EC9-9BB63918D989}"/>
          </ac:spMkLst>
        </pc:spChg>
        <pc:spChg chg="mod">
          <ac:chgData name="Stanley Rodrick" userId="8969fbcc-7c96-46fb-a663-9e2e5920ff04" providerId="ADAL" clId="{249A772E-BB88-AE47-8A92-B789D277D6BD}" dt="2022-11-05T17:18:59.054" v="435" actId="14100"/>
          <ac:spMkLst>
            <pc:docMk/>
            <pc:sldMk cId="1467213534" sldId="408"/>
            <ac:spMk id="8" creationId="{574EB601-D9D8-D4F3-52DF-AD279599E399}"/>
          </ac:spMkLst>
        </pc:spChg>
        <pc:spChg chg="mod">
          <ac:chgData name="Stanley Rodrick" userId="8969fbcc-7c96-46fb-a663-9e2e5920ff04" providerId="ADAL" clId="{249A772E-BB88-AE47-8A92-B789D277D6BD}" dt="2022-11-05T17:19:27.527" v="442" actId="14100"/>
          <ac:spMkLst>
            <pc:docMk/>
            <pc:sldMk cId="1467213534" sldId="408"/>
            <ac:spMk id="9" creationId="{E6093465-1D83-BE44-8934-D67820CAB994}"/>
          </ac:spMkLst>
        </pc:spChg>
      </pc:sldChg>
      <pc:sldChg chg="addSp delSp modSp mod">
        <pc:chgData name="Stanley Rodrick" userId="8969fbcc-7c96-46fb-a663-9e2e5920ff04" providerId="ADAL" clId="{249A772E-BB88-AE47-8A92-B789D277D6BD}" dt="2022-11-05T17:24:58.842" v="511"/>
        <pc:sldMkLst>
          <pc:docMk/>
          <pc:sldMk cId="43428027" sldId="409"/>
        </pc:sldMkLst>
        <pc:spChg chg="add mod">
          <ac:chgData name="Stanley Rodrick" userId="8969fbcc-7c96-46fb-a663-9e2e5920ff04" providerId="ADAL" clId="{249A772E-BB88-AE47-8A92-B789D277D6BD}" dt="2022-11-05T17:24:58.842" v="511"/>
          <ac:spMkLst>
            <pc:docMk/>
            <pc:sldMk cId="43428027" sldId="409"/>
            <ac:spMk id="2" creationId="{AA7BD388-2C3A-726D-24FF-430B5AF99DA2}"/>
          </ac:spMkLst>
        </pc:spChg>
        <pc:spChg chg="del mod">
          <ac:chgData name="Stanley Rodrick" userId="8969fbcc-7c96-46fb-a663-9e2e5920ff04" providerId="ADAL" clId="{249A772E-BB88-AE47-8A92-B789D277D6BD}" dt="2022-11-05T17:24:47.617" v="510"/>
          <ac:spMkLst>
            <pc:docMk/>
            <pc:sldMk cId="43428027" sldId="409"/>
            <ac:spMk id="5" creationId="{07BED33E-080A-374D-8EC9-9BB63918D989}"/>
          </ac:spMkLst>
        </pc:spChg>
        <pc:spChg chg="mod">
          <ac:chgData name="Stanley Rodrick" userId="8969fbcc-7c96-46fb-a663-9e2e5920ff04" providerId="ADAL" clId="{249A772E-BB88-AE47-8A92-B789D277D6BD}" dt="2022-11-05T17:17:50.856" v="414" actId="1076"/>
          <ac:spMkLst>
            <pc:docMk/>
            <pc:sldMk cId="43428027" sldId="409"/>
            <ac:spMk id="8" creationId="{574EB601-D9D8-D4F3-52DF-AD279599E399}"/>
          </ac:spMkLst>
        </pc:spChg>
        <pc:spChg chg="mod">
          <ac:chgData name="Stanley Rodrick" userId="8969fbcc-7c96-46fb-a663-9e2e5920ff04" providerId="ADAL" clId="{249A772E-BB88-AE47-8A92-B789D277D6BD}" dt="2022-11-05T17:18:49.295" v="431" actId="14100"/>
          <ac:spMkLst>
            <pc:docMk/>
            <pc:sldMk cId="43428027" sldId="409"/>
            <ac:spMk id="9" creationId="{E6093465-1D83-BE44-8934-D67820CAB994}"/>
          </ac:spMkLst>
        </pc:spChg>
      </pc:sldChg>
      <pc:sldChg chg="addSp delSp modSp mod">
        <pc:chgData name="Stanley Rodrick" userId="8969fbcc-7c96-46fb-a663-9e2e5920ff04" providerId="ADAL" clId="{249A772E-BB88-AE47-8A92-B789D277D6BD}" dt="2022-11-05T17:24:58.842" v="511"/>
        <pc:sldMkLst>
          <pc:docMk/>
          <pc:sldMk cId="2820163660" sldId="410"/>
        </pc:sldMkLst>
        <pc:spChg chg="add mod">
          <ac:chgData name="Stanley Rodrick" userId="8969fbcc-7c96-46fb-a663-9e2e5920ff04" providerId="ADAL" clId="{249A772E-BB88-AE47-8A92-B789D277D6BD}" dt="2022-11-05T17:24:58.842" v="511"/>
          <ac:spMkLst>
            <pc:docMk/>
            <pc:sldMk cId="2820163660" sldId="410"/>
            <ac:spMk id="2" creationId="{27C87F23-54F4-095A-48D4-C016E064196C}"/>
          </ac:spMkLst>
        </pc:spChg>
        <pc:spChg chg="del mod">
          <ac:chgData name="Stanley Rodrick" userId="8969fbcc-7c96-46fb-a663-9e2e5920ff04" providerId="ADAL" clId="{249A772E-BB88-AE47-8A92-B789D277D6BD}" dt="2022-11-05T17:24:47.617" v="510"/>
          <ac:spMkLst>
            <pc:docMk/>
            <pc:sldMk cId="2820163660" sldId="410"/>
            <ac:spMk id="5" creationId="{07BED33E-080A-374D-8EC9-9BB63918D989}"/>
          </ac:spMkLst>
        </pc:spChg>
        <pc:spChg chg="mod">
          <ac:chgData name="Stanley Rodrick" userId="8969fbcc-7c96-46fb-a663-9e2e5920ff04" providerId="ADAL" clId="{249A772E-BB88-AE47-8A92-B789D277D6BD}" dt="2022-11-05T17:17:36.591" v="411" actId="1076"/>
          <ac:spMkLst>
            <pc:docMk/>
            <pc:sldMk cId="2820163660" sldId="410"/>
            <ac:spMk id="8" creationId="{574EB601-D9D8-D4F3-52DF-AD279599E399}"/>
          </ac:spMkLst>
        </pc:spChg>
        <pc:spChg chg="mod">
          <ac:chgData name="Stanley Rodrick" userId="8969fbcc-7c96-46fb-a663-9e2e5920ff04" providerId="ADAL" clId="{249A772E-BB88-AE47-8A92-B789D277D6BD}" dt="2022-11-05T17:17:41.811" v="413" actId="14100"/>
          <ac:spMkLst>
            <pc:docMk/>
            <pc:sldMk cId="2820163660" sldId="410"/>
            <ac:spMk id="9" creationId="{E6093465-1D83-BE44-8934-D67820CAB994}"/>
          </ac:spMkLst>
        </pc:spChg>
      </pc:sldChg>
      <pc:sldChg chg="addSp delSp modSp mod">
        <pc:chgData name="Stanley Rodrick" userId="8969fbcc-7c96-46fb-a663-9e2e5920ff04" providerId="ADAL" clId="{249A772E-BB88-AE47-8A92-B789D277D6BD}" dt="2022-11-05T17:24:58.842" v="511"/>
        <pc:sldMkLst>
          <pc:docMk/>
          <pc:sldMk cId="2430129703" sldId="411"/>
        </pc:sldMkLst>
        <pc:spChg chg="add mod">
          <ac:chgData name="Stanley Rodrick" userId="8969fbcc-7c96-46fb-a663-9e2e5920ff04" providerId="ADAL" clId="{249A772E-BB88-AE47-8A92-B789D277D6BD}" dt="2022-11-05T17:24:58.842" v="511"/>
          <ac:spMkLst>
            <pc:docMk/>
            <pc:sldMk cId="2430129703" sldId="411"/>
            <ac:spMk id="2" creationId="{7BBE7F8D-3374-2F52-1949-2A61D380201E}"/>
          </ac:spMkLst>
        </pc:spChg>
        <pc:spChg chg="del mod">
          <ac:chgData name="Stanley Rodrick" userId="8969fbcc-7c96-46fb-a663-9e2e5920ff04" providerId="ADAL" clId="{249A772E-BB88-AE47-8A92-B789D277D6BD}" dt="2022-11-05T17:24:47.617" v="510"/>
          <ac:spMkLst>
            <pc:docMk/>
            <pc:sldMk cId="2430129703" sldId="411"/>
            <ac:spMk id="5" creationId="{07BED33E-080A-374D-8EC9-9BB63918D989}"/>
          </ac:spMkLst>
        </pc:spChg>
        <pc:spChg chg="mod">
          <ac:chgData name="Stanley Rodrick" userId="8969fbcc-7c96-46fb-a663-9e2e5920ff04" providerId="ADAL" clId="{249A772E-BB88-AE47-8A92-B789D277D6BD}" dt="2022-11-05T17:17:08.523" v="402" actId="1076"/>
          <ac:spMkLst>
            <pc:docMk/>
            <pc:sldMk cId="2430129703" sldId="411"/>
            <ac:spMk id="8" creationId="{574EB601-D9D8-D4F3-52DF-AD279599E399}"/>
          </ac:spMkLst>
        </pc:spChg>
        <pc:spChg chg="mod">
          <ac:chgData name="Stanley Rodrick" userId="8969fbcc-7c96-46fb-a663-9e2e5920ff04" providerId="ADAL" clId="{249A772E-BB88-AE47-8A92-B789D277D6BD}" dt="2022-11-05T17:17:14.991" v="405" actId="14100"/>
          <ac:spMkLst>
            <pc:docMk/>
            <pc:sldMk cId="2430129703" sldId="411"/>
            <ac:spMk id="9" creationId="{E6093465-1D83-BE44-8934-D67820CAB994}"/>
          </ac:spMkLst>
        </pc:spChg>
      </pc:sldChg>
      <pc:sldChg chg="addSp delSp modSp mod">
        <pc:chgData name="Stanley Rodrick" userId="8969fbcc-7c96-46fb-a663-9e2e5920ff04" providerId="ADAL" clId="{249A772E-BB88-AE47-8A92-B789D277D6BD}" dt="2022-11-05T17:24:58.842" v="511"/>
        <pc:sldMkLst>
          <pc:docMk/>
          <pc:sldMk cId="2104566959" sldId="412"/>
        </pc:sldMkLst>
        <pc:spChg chg="add mod">
          <ac:chgData name="Stanley Rodrick" userId="8969fbcc-7c96-46fb-a663-9e2e5920ff04" providerId="ADAL" clId="{249A772E-BB88-AE47-8A92-B789D277D6BD}" dt="2022-11-05T17:24:58.842" v="511"/>
          <ac:spMkLst>
            <pc:docMk/>
            <pc:sldMk cId="2104566959" sldId="412"/>
            <ac:spMk id="2" creationId="{64CD8C29-BF19-3CB9-ED67-8E6DD2FAC0CB}"/>
          </ac:spMkLst>
        </pc:spChg>
        <pc:spChg chg="del mod">
          <ac:chgData name="Stanley Rodrick" userId="8969fbcc-7c96-46fb-a663-9e2e5920ff04" providerId="ADAL" clId="{249A772E-BB88-AE47-8A92-B789D277D6BD}" dt="2022-11-05T17:24:47.617" v="510"/>
          <ac:spMkLst>
            <pc:docMk/>
            <pc:sldMk cId="2104566959" sldId="412"/>
            <ac:spMk id="5" creationId="{07BED33E-080A-374D-8EC9-9BB63918D989}"/>
          </ac:spMkLst>
        </pc:spChg>
        <pc:spChg chg="mod">
          <ac:chgData name="Stanley Rodrick" userId="8969fbcc-7c96-46fb-a663-9e2e5920ff04" providerId="ADAL" clId="{249A772E-BB88-AE47-8A92-B789D277D6BD}" dt="2022-11-05T17:16:40.050" v="394" actId="1076"/>
          <ac:spMkLst>
            <pc:docMk/>
            <pc:sldMk cId="2104566959" sldId="412"/>
            <ac:spMk id="8" creationId="{574EB601-D9D8-D4F3-52DF-AD279599E399}"/>
          </ac:spMkLst>
        </pc:spChg>
        <pc:spChg chg="mod">
          <ac:chgData name="Stanley Rodrick" userId="8969fbcc-7c96-46fb-a663-9e2e5920ff04" providerId="ADAL" clId="{249A772E-BB88-AE47-8A92-B789D277D6BD}" dt="2022-11-05T17:16:46.297" v="397" actId="20577"/>
          <ac:spMkLst>
            <pc:docMk/>
            <pc:sldMk cId="2104566959" sldId="412"/>
            <ac:spMk id="9" creationId="{E6093465-1D83-BE44-8934-D67820CAB994}"/>
          </ac:spMkLst>
        </pc:spChg>
        <pc:picChg chg="mod">
          <ac:chgData name="Stanley Rodrick" userId="8969fbcc-7c96-46fb-a663-9e2e5920ff04" providerId="ADAL" clId="{249A772E-BB88-AE47-8A92-B789D277D6BD}" dt="2022-11-05T17:16:50.353" v="398" actId="1076"/>
          <ac:picMkLst>
            <pc:docMk/>
            <pc:sldMk cId="2104566959" sldId="412"/>
            <ac:picMk id="6" creationId="{3DE12FA3-8DF9-4F4D-1FC7-B8439E47ECCD}"/>
          </ac:picMkLst>
        </pc:picChg>
      </pc:sldChg>
      <pc:sldChg chg="addSp delSp modSp mod">
        <pc:chgData name="Stanley Rodrick" userId="8969fbcc-7c96-46fb-a663-9e2e5920ff04" providerId="ADAL" clId="{249A772E-BB88-AE47-8A92-B789D277D6BD}" dt="2022-11-05T17:24:58.842" v="511"/>
        <pc:sldMkLst>
          <pc:docMk/>
          <pc:sldMk cId="3160326643" sldId="413"/>
        </pc:sldMkLst>
        <pc:spChg chg="add mod">
          <ac:chgData name="Stanley Rodrick" userId="8969fbcc-7c96-46fb-a663-9e2e5920ff04" providerId="ADAL" clId="{249A772E-BB88-AE47-8A92-B789D277D6BD}" dt="2022-11-05T17:24:58.842" v="511"/>
          <ac:spMkLst>
            <pc:docMk/>
            <pc:sldMk cId="3160326643" sldId="413"/>
            <ac:spMk id="2" creationId="{2C144FCF-8BA6-9904-BD4D-429D988E0167}"/>
          </ac:spMkLst>
        </pc:spChg>
        <pc:spChg chg="del mod">
          <ac:chgData name="Stanley Rodrick" userId="8969fbcc-7c96-46fb-a663-9e2e5920ff04" providerId="ADAL" clId="{249A772E-BB88-AE47-8A92-B789D277D6BD}" dt="2022-11-05T17:24:47.617" v="510"/>
          <ac:spMkLst>
            <pc:docMk/>
            <pc:sldMk cId="3160326643" sldId="413"/>
            <ac:spMk id="5" creationId="{07BED33E-080A-374D-8EC9-9BB63918D989}"/>
          </ac:spMkLst>
        </pc:spChg>
        <pc:spChg chg="mod">
          <ac:chgData name="Stanley Rodrick" userId="8969fbcc-7c96-46fb-a663-9e2e5920ff04" providerId="ADAL" clId="{249A772E-BB88-AE47-8A92-B789D277D6BD}" dt="2022-11-05T17:16:20.324" v="389" actId="20577"/>
          <ac:spMkLst>
            <pc:docMk/>
            <pc:sldMk cId="3160326643" sldId="413"/>
            <ac:spMk id="9" creationId="{E6093465-1D83-BE44-8934-D67820CAB994}"/>
          </ac:spMkLst>
        </pc:spChg>
        <pc:spChg chg="mod">
          <ac:chgData name="Stanley Rodrick" userId="8969fbcc-7c96-46fb-a663-9e2e5920ff04" providerId="ADAL" clId="{249A772E-BB88-AE47-8A92-B789D277D6BD}" dt="2022-11-05T17:16:02.737" v="384" actId="207"/>
          <ac:spMkLst>
            <pc:docMk/>
            <pc:sldMk cId="3160326643" sldId="413"/>
            <ac:spMk id="10" creationId="{EAFD7259-8FF0-901D-A0F8-4A9252599882}"/>
          </ac:spMkLst>
        </pc:spChg>
      </pc:sldChg>
      <pc:sldChg chg="addSp delSp modSp mod">
        <pc:chgData name="Stanley Rodrick" userId="8969fbcc-7c96-46fb-a663-9e2e5920ff04" providerId="ADAL" clId="{249A772E-BB88-AE47-8A92-B789D277D6BD}" dt="2022-11-05T17:24:58.842" v="511"/>
        <pc:sldMkLst>
          <pc:docMk/>
          <pc:sldMk cId="2614035540" sldId="414"/>
        </pc:sldMkLst>
        <pc:spChg chg="add mod">
          <ac:chgData name="Stanley Rodrick" userId="8969fbcc-7c96-46fb-a663-9e2e5920ff04" providerId="ADAL" clId="{249A772E-BB88-AE47-8A92-B789D277D6BD}" dt="2022-11-05T17:24:58.842" v="511"/>
          <ac:spMkLst>
            <pc:docMk/>
            <pc:sldMk cId="2614035540" sldId="414"/>
            <ac:spMk id="2" creationId="{7FE80B5E-505B-A5CE-3664-0D59E851D0DD}"/>
          </ac:spMkLst>
        </pc:spChg>
        <pc:spChg chg="del mod">
          <ac:chgData name="Stanley Rodrick" userId="8969fbcc-7c96-46fb-a663-9e2e5920ff04" providerId="ADAL" clId="{249A772E-BB88-AE47-8A92-B789D277D6BD}" dt="2022-11-05T17:24:47.617" v="510"/>
          <ac:spMkLst>
            <pc:docMk/>
            <pc:sldMk cId="2614035540" sldId="414"/>
            <ac:spMk id="5" creationId="{07BED33E-080A-374D-8EC9-9BB63918D989}"/>
          </ac:spMkLst>
        </pc:spChg>
        <pc:spChg chg="mod">
          <ac:chgData name="Stanley Rodrick" userId="8969fbcc-7c96-46fb-a663-9e2e5920ff04" providerId="ADAL" clId="{249A772E-BB88-AE47-8A92-B789D277D6BD}" dt="2022-11-05T17:15:53.656" v="382"/>
          <ac:spMkLst>
            <pc:docMk/>
            <pc:sldMk cId="2614035540" sldId="414"/>
            <ac:spMk id="6" creationId="{1F33972D-300D-0EE8-548D-5496AA062108}"/>
          </ac:spMkLst>
        </pc:spChg>
        <pc:spChg chg="mod">
          <ac:chgData name="Stanley Rodrick" userId="8969fbcc-7c96-46fb-a663-9e2e5920ff04" providerId="ADAL" clId="{249A772E-BB88-AE47-8A92-B789D277D6BD}" dt="2022-11-05T17:15:58.064" v="383" actId="1076"/>
          <ac:spMkLst>
            <pc:docMk/>
            <pc:sldMk cId="2614035540" sldId="414"/>
            <ac:spMk id="8" creationId="{574EB601-D9D8-D4F3-52DF-AD279599E399}"/>
          </ac:spMkLst>
        </pc:spChg>
        <pc:spChg chg="mod">
          <ac:chgData name="Stanley Rodrick" userId="8969fbcc-7c96-46fb-a663-9e2e5920ff04" providerId="ADAL" clId="{249A772E-BB88-AE47-8A92-B789D277D6BD}" dt="2022-11-05T17:15:51.518" v="381"/>
          <ac:spMkLst>
            <pc:docMk/>
            <pc:sldMk cId="2614035540" sldId="414"/>
            <ac:spMk id="9" creationId="{E6093465-1D83-BE44-8934-D67820CAB994}"/>
          </ac:spMkLst>
        </pc:spChg>
      </pc:sldChg>
      <pc:sldChg chg="addSp delSp modSp mod">
        <pc:chgData name="Stanley Rodrick" userId="8969fbcc-7c96-46fb-a663-9e2e5920ff04" providerId="ADAL" clId="{249A772E-BB88-AE47-8A92-B789D277D6BD}" dt="2022-11-05T17:24:58.842" v="511"/>
        <pc:sldMkLst>
          <pc:docMk/>
          <pc:sldMk cId="456157145" sldId="415"/>
        </pc:sldMkLst>
        <pc:spChg chg="add mod">
          <ac:chgData name="Stanley Rodrick" userId="8969fbcc-7c96-46fb-a663-9e2e5920ff04" providerId="ADAL" clId="{249A772E-BB88-AE47-8A92-B789D277D6BD}" dt="2022-11-05T17:24:58.842" v="511"/>
          <ac:spMkLst>
            <pc:docMk/>
            <pc:sldMk cId="456157145" sldId="415"/>
            <ac:spMk id="2" creationId="{B5928171-F99B-FAFE-D876-E4E9F44E384A}"/>
          </ac:spMkLst>
        </pc:spChg>
        <pc:spChg chg="del mod">
          <ac:chgData name="Stanley Rodrick" userId="8969fbcc-7c96-46fb-a663-9e2e5920ff04" providerId="ADAL" clId="{249A772E-BB88-AE47-8A92-B789D277D6BD}" dt="2022-11-05T17:24:47.617" v="510"/>
          <ac:spMkLst>
            <pc:docMk/>
            <pc:sldMk cId="456157145" sldId="415"/>
            <ac:spMk id="5" creationId="{07BED33E-080A-374D-8EC9-9BB63918D989}"/>
          </ac:spMkLst>
        </pc:spChg>
        <pc:spChg chg="mod">
          <ac:chgData name="Stanley Rodrick" userId="8969fbcc-7c96-46fb-a663-9e2e5920ff04" providerId="ADAL" clId="{249A772E-BB88-AE47-8A92-B789D277D6BD}" dt="2022-11-05T17:15:32.575" v="377" actId="207"/>
          <ac:spMkLst>
            <pc:docMk/>
            <pc:sldMk cId="456157145" sldId="415"/>
            <ac:spMk id="9" creationId="{E6093465-1D83-BE44-8934-D67820CAB994}"/>
          </ac:spMkLst>
        </pc:spChg>
      </pc:sldChg>
      <pc:sldChg chg="addSp delSp modSp mod">
        <pc:chgData name="Stanley Rodrick" userId="8969fbcc-7c96-46fb-a663-9e2e5920ff04" providerId="ADAL" clId="{249A772E-BB88-AE47-8A92-B789D277D6BD}" dt="2022-11-05T17:24:58.842" v="511"/>
        <pc:sldMkLst>
          <pc:docMk/>
          <pc:sldMk cId="294580947" sldId="416"/>
        </pc:sldMkLst>
        <pc:spChg chg="add mod">
          <ac:chgData name="Stanley Rodrick" userId="8969fbcc-7c96-46fb-a663-9e2e5920ff04" providerId="ADAL" clId="{249A772E-BB88-AE47-8A92-B789D277D6BD}" dt="2022-11-05T17:24:58.842" v="511"/>
          <ac:spMkLst>
            <pc:docMk/>
            <pc:sldMk cId="294580947" sldId="416"/>
            <ac:spMk id="2" creationId="{63EABB52-82BC-379C-8D74-22FF1795EEE6}"/>
          </ac:spMkLst>
        </pc:spChg>
        <pc:spChg chg="del mod">
          <ac:chgData name="Stanley Rodrick" userId="8969fbcc-7c96-46fb-a663-9e2e5920ff04" providerId="ADAL" clId="{249A772E-BB88-AE47-8A92-B789D277D6BD}" dt="2022-11-05T17:24:47.617" v="510"/>
          <ac:spMkLst>
            <pc:docMk/>
            <pc:sldMk cId="294580947" sldId="416"/>
            <ac:spMk id="5" creationId="{07BED33E-080A-374D-8EC9-9BB63918D989}"/>
          </ac:spMkLst>
        </pc:spChg>
        <pc:spChg chg="mod">
          <ac:chgData name="Stanley Rodrick" userId="8969fbcc-7c96-46fb-a663-9e2e5920ff04" providerId="ADAL" clId="{249A772E-BB88-AE47-8A92-B789D277D6BD}" dt="2022-11-05T17:14:46.771" v="363" actId="1035"/>
          <ac:spMkLst>
            <pc:docMk/>
            <pc:sldMk cId="294580947" sldId="416"/>
            <ac:spMk id="8" creationId="{574EB601-D9D8-D4F3-52DF-AD279599E399}"/>
          </ac:spMkLst>
        </pc:spChg>
        <pc:spChg chg="mod">
          <ac:chgData name="Stanley Rodrick" userId="8969fbcc-7c96-46fb-a663-9e2e5920ff04" providerId="ADAL" clId="{249A772E-BB88-AE47-8A92-B789D277D6BD}" dt="2022-11-05T17:14:42.018" v="359" actId="207"/>
          <ac:spMkLst>
            <pc:docMk/>
            <pc:sldMk cId="294580947" sldId="416"/>
            <ac:spMk id="9" creationId="{E6093465-1D83-BE44-8934-D67820CAB994}"/>
          </ac:spMkLst>
        </pc:spChg>
      </pc:sldChg>
      <pc:sldChg chg="addSp delSp modSp mod">
        <pc:chgData name="Stanley Rodrick" userId="8969fbcc-7c96-46fb-a663-9e2e5920ff04" providerId="ADAL" clId="{249A772E-BB88-AE47-8A92-B789D277D6BD}" dt="2022-11-05T17:24:58.842" v="511"/>
        <pc:sldMkLst>
          <pc:docMk/>
          <pc:sldMk cId="1884674656" sldId="417"/>
        </pc:sldMkLst>
        <pc:spChg chg="add mod">
          <ac:chgData name="Stanley Rodrick" userId="8969fbcc-7c96-46fb-a663-9e2e5920ff04" providerId="ADAL" clId="{249A772E-BB88-AE47-8A92-B789D277D6BD}" dt="2022-11-05T17:24:58.842" v="511"/>
          <ac:spMkLst>
            <pc:docMk/>
            <pc:sldMk cId="1884674656" sldId="417"/>
            <ac:spMk id="2" creationId="{F02E3234-0C6D-3A71-1ECF-0D29EBD7D7BD}"/>
          </ac:spMkLst>
        </pc:spChg>
        <pc:spChg chg="del mod">
          <ac:chgData name="Stanley Rodrick" userId="8969fbcc-7c96-46fb-a663-9e2e5920ff04" providerId="ADAL" clId="{249A772E-BB88-AE47-8A92-B789D277D6BD}" dt="2022-11-05T17:24:47.617" v="510"/>
          <ac:spMkLst>
            <pc:docMk/>
            <pc:sldMk cId="1884674656" sldId="417"/>
            <ac:spMk id="5" creationId="{07BED33E-080A-374D-8EC9-9BB63918D989}"/>
          </ac:spMkLst>
        </pc:spChg>
        <pc:spChg chg="mod">
          <ac:chgData name="Stanley Rodrick" userId="8969fbcc-7c96-46fb-a663-9e2e5920ff04" providerId="ADAL" clId="{249A772E-BB88-AE47-8A92-B789D277D6BD}" dt="2022-11-05T17:14:16.614" v="345" actId="20577"/>
          <ac:spMkLst>
            <pc:docMk/>
            <pc:sldMk cId="1884674656" sldId="417"/>
            <ac:spMk id="9" creationId="{E6093465-1D83-BE44-8934-D67820CAB994}"/>
          </ac:spMkLst>
        </pc:spChg>
        <pc:spChg chg="mod">
          <ac:chgData name="Stanley Rodrick" userId="8969fbcc-7c96-46fb-a663-9e2e5920ff04" providerId="ADAL" clId="{249A772E-BB88-AE47-8A92-B789D277D6BD}" dt="2022-11-05T17:14:33.242" v="357" actId="14100"/>
          <ac:spMkLst>
            <pc:docMk/>
            <pc:sldMk cId="1884674656" sldId="417"/>
            <ac:spMk id="10" creationId="{3E894403-4C3D-7217-EC3C-B33088AD505E}"/>
          </ac:spMkLst>
        </pc:spChg>
        <pc:picChg chg="mod">
          <ac:chgData name="Stanley Rodrick" userId="8969fbcc-7c96-46fb-a663-9e2e5920ff04" providerId="ADAL" clId="{249A772E-BB88-AE47-8A92-B789D277D6BD}" dt="2022-11-05T17:14:35.029" v="358" actId="1076"/>
          <ac:picMkLst>
            <pc:docMk/>
            <pc:sldMk cId="1884674656" sldId="417"/>
            <ac:picMk id="7" creationId="{8EFB313B-3C9A-3779-67AF-D5F619F0B7D0}"/>
          </ac:picMkLst>
        </pc:picChg>
      </pc:sldChg>
      <pc:sldChg chg="addSp delSp modSp mod">
        <pc:chgData name="Stanley Rodrick" userId="8969fbcc-7c96-46fb-a663-9e2e5920ff04" providerId="ADAL" clId="{249A772E-BB88-AE47-8A92-B789D277D6BD}" dt="2022-11-05T17:24:58.842" v="511"/>
        <pc:sldMkLst>
          <pc:docMk/>
          <pc:sldMk cId="2133950645" sldId="418"/>
        </pc:sldMkLst>
        <pc:spChg chg="add mod">
          <ac:chgData name="Stanley Rodrick" userId="8969fbcc-7c96-46fb-a663-9e2e5920ff04" providerId="ADAL" clId="{249A772E-BB88-AE47-8A92-B789D277D6BD}" dt="2022-11-05T17:24:58.842" v="511"/>
          <ac:spMkLst>
            <pc:docMk/>
            <pc:sldMk cId="2133950645" sldId="418"/>
            <ac:spMk id="2" creationId="{AB683D65-2764-87E5-6A87-8BC6584AE6E1}"/>
          </ac:spMkLst>
        </pc:spChg>
        <pc:spChg chg="del mod">
          <ac:chgData name="Stanley Rodrick" userId="8969fbcc-7c96-46fb-a663-9e2e5920ff04" providerId="ADAL" clId="{249A772E-BB88-AE47-8A92-B789D277D6BD}" dt="2022-11-05T17:24:47.617" v="510"/>
          <ac:spMkLst>
            <pc:docMk/>
            <pc:sldMk cId="2133950645" sldId="418"/>
            <ac:spMk id="5" creationId="{07BED33E-080A-374D-8EC9-9BB63918D989}"/>
          </ac:spMkLst>
        </pc:spChg>
        <pc:spChg chg="mod">
          <ac:chgData name="Stanley Rodrick" userId="8969fbcc-7c96-46fb-a663-9e2e5920ff04" providerId="ADAL" clId="{249A772E-BB88-AE47-8A92-B789D277D6BD}" dt="2022-11-05T17:13:56.611" v="327" actId="1036"/>
          <ac:spMkLst>
            <pc:docMk/>
            <pc:sldMk cId="2133950645" sldId="418"/>
            <ac:spMk id="8" creationId="{574EB601-D9D8-D4F3-52DF-AD279599E399}"/>
          </ac:spMkLst>
        </pc:spChg>
      </pc:sldChg>
      <pc:sldChg chg="addSp delSp modSp mod">
        <pc:chgData name="Stanley Rodrick" userId="8969fbcc-7c96-46fb-a663-9e2e5920ff04" providerId="ADAL" clId="{249A772E-BB88-AE47-8A92-B789D277D6BD}" dt="2022-11-05T17:24:58.842" v="511"/>
        <pc:sldMkLst>
          <pc:docMk/>
          <pc:sldMk cId="2113351605" sldId="419"/>
        </pc:sldMkLst>
        <pc:spChg chg="add mod">
          <ac:chgData name="Stanley Rodrick" userId="8969fbcc-7c96-46fb-a663-9e2e5920ff04" providerId="ADAL" clId="{249A772E-BB88-AE47-8A92-B789D277D6BD}" dt="2022-11-05T17:24:58.842" v="511"/>
          <ac:spMkLst>
            <pc:docMk/>
            <pc:sldMk cId="2113351605" sldId="419"/>
            <ac:spMk id="2" creationId="{71EF871A-66F6-95A7-D2FD-DBC1590307DC}"/>
          </ac:spMkLst>
        </pc:spChg>
        <pc:spChg chg="del mod">
          <ac:chgData name="Stanley Rodrick" userId="8969fbcc-7c96-46fb-a663-9e2e5920ff04" providerId="ADAL" clId="{249A772E-BB88-AE47-8A92-B789D277D6BD}" dt="2022-11-05T17:24:47.617" v="510"/>
          <ac:spMkLst>
            <pc:docMk/>
            <pc:sldMk cId="2113351605" sldId="419"/>
            <ac:spMk id="5" creationId="{07BED33E-080A-374D-8EC9-9BB63918D989}"/>
          </ac:spMkLst>
        </pc:spChg>
        <pc:spChg chg="mod">
          <ac:chgData name="Stanley Rodrick" userId="8969fbcc-7c96-46fb-a663-9e2e5920ff04" providerId="ADAL" clId="{249A772E-BB88-AE47-8A92-B789D277D6BD}" dt="2022-11-05T17:13:49.670" v="325" actId="14100"/>
          <ac:spMkLst>
            <pc:docMk/>
            <pc:sldMk cId="2113351605" sldId="419"/>
            <ac:spMk id="8" creationId="{574EB601-D9D8-D4F3-52DF-AD279599E399}"/>
          </ac:spMkLst>
        </pc:spChg>
      </pc:sldChg>
      <pc:sldChg chg="addSp delSp modSp">
        <pc:chgData name="Stanley Rodrick" userId="8969fbcc-7c96-46fb-a663-9e2e5920ff04" providerId="ADAL" clId="{249A772E-BB88-AE47-8A92-B789D277D6BD}" dt="2022-11-05T17:24:58.842" v="511"/>
        <pc:sldMkLst>
          <pc:docMk/>
          <pc:sldMk cId="675054684" sldId="420"/>
        </pc:sldMkLst>
        <pc:spChg chg="add mod">
          <ac:chgData name="Stanley Rodrick" userId="8969fbcc-7c96-46fb-a663-9e2e5920ff04" providerId="ADAL" clId="{249A772E-BB88-AE47-8A92-B789D277D6BD}" dt="2022-11-05T17:24:58.842" v="511"/>
          <ac:spMkLst>
            <pc:docMk/>
            <pc:sldMk cId="675054684" sldId="420"/>
            <ac:spMk id="2" creationId="{0AE62D5B-4479-66A3-699B-EC17642F3E45}"/>
          </ac:spMkLst>
        </pc:spChg>
        <pc:spChg chg="del mod">
          <ac:chgData name="Stanley Rodrick" userId="8969fbcc-7c96-46fb-a663-9e2e5920ff04" providerId="ADAL" clId="{249A772E-BB88-AE47-8A92-B789D277D6BD}" dt="2022-11-05T17:24:47.617" v="510"/>
          <ac:spMkLst>
            <pc:docMk/>
            <pc:sldMk cId="675054684" sldId="420"/>
            <ac:spMk id="5" creationId="{07BED33E-080A-374D-8EC9-9BB63918D989}"/>
          </ac:spMkLst>
        </pc:spChg>
      </pc:sldChg>
      <pc:sldChg chg="addSp delSp modSp mod setBg">
        <pc:chgData name="Stanley Rodrick" userId="8969fbcc-7c96-46fb-a663-9e2e5920ff04" providerId="ADAL" clId="{249A772E-BB88-AE47-8A92-B789D277D6BD}" dt="2022-11-05T17:24:58.842" v="511"/>
        <pc:sldMkLst>
          <pc:docMk/>
          <pc:sldMk cId="674752077" sldId="422"/>
        </pc:sldMkLst>
        <pc:spChg chg="add mod">
          <ac:chgData name="Stanley Rodrick" userId="8969fbcc-7c96-46fb-a663-9e2e5920ff04" providerId="ADAL" clId="{249A772E-BB88-AE47-8A92-B789D277D6BD}" dt="2022-11-05T17:24:58.842" v="511"/>
          <ac:spMkLst>
            <pc:docMk/>
            <pc:sldMk cId="674752077" sldId="422"/>
            <ac:spMk id="4" creationId="{596F740F-181D-6A94-48BA-EBD80B95BE65}"/>
          </ac:spMkLst>
        </pc:spChg>
        <pc:spChg chg="del mod ord">
          <ac:chgData name="Stanley Rodrick" userId="8969fbcc-7c96-46fb-a663-9e2e5920ff04" providerId="ADAL" clId="{249A772E-BB88-AE47-8A92-B789D277D6BD}" dt="2022-11-05T17:24:47.617" v="510"/>
          <ac:spMkLst>
            <pc:docMk/>
            <pc:sldMk cId="674752077" sldId="422"/>
            <ac:spMk id="5" creationId="{07BED33E-080A-374D-8EC9-9BB63918D989}"/>
          </ac:spMkLst>
        </pc:spChg>
        <pc:spChg chg="add del">
          <ac:chgData name="Stanley Rodrick" userId="8969fbcc-7c96-46fb-a663-9e2e5920ff04" providerId="ADAL" clId="{249A772E-BB88-AE47-8A92-B789D277D6BD}" dt="2022-11-05T17:13:29.775" v="315" actId="26606"/>
          <ac:spMkLst>
            <pc:docMk/>
            <pc:sldMk cId="674752077" sldId="422"/>
            <ac:spMk id="10" creationId="{1463B9A0-C42E-402C-9AD1-9DAE5336136E}"/>
          </ac:spMkLst>
        </pc:spChg>
        <pc:spChg chg="add del">
          <ac:chgData name="Stanley Rodrick" userId="8969fbcc-7c96-46fb-a663-9e2e5920ff04" providerId="ADAL" clId="{249A772E-BB88-AE47-8A92-B789D277D6BD}" dt="2022-11-05T17:13:31.219" v="318" actId="26606"/>
          <ac:spMkLst>
            <pc:docMk/>
            <pc:sldMk cId="674752077" sldId="422"/>
            <ac:spMk id="13" creationId="{1463B9A0-C42E-402C-9AD1-9DAE5336136E}"/>
          </ac:spMkLst>
        </pc:spChg>
        <pc:spChg chg="add del">
          <ac:chgData name="Stanley Rodrick" userId="8969fbcc-7c96-46fb-a663-9e2e5920ff04" providerId="ADAL" clId="{249A772E-BB88-AE47-8A92-B789D277D6BD}" dt="2022-11-05T17:13:31.219" v="318" actId="26606"/>
          <ac:spMkLst>
            <pc:docMk/>
            <pc:sldMk cId="674752077" sldId="422"/>
            <ac:spMk id="14" creationId="{7AAE40DA-1F5A-4A1A-89CA-2BC620DCDB96}"/>
          </ac:spMkLst>
        </pc:spChg>
        <pc:spChg chg="add del">
          <ac:chgData name="Stanley Rodrick" userId="8969fbcc-7c96-46fb-a663-9e2e5920ff04" providerId="ADAL" clId="{249A772E-BB88-AE47-8A92-B789D277D6BD}" dt="2022-11-05T17:13:31.219" v="318" actId="26606"/>
          <ac:spMkLst>
            <pc:docMk/>
            <pc:sldMk cId="674752077" sldId="422"/>
            <ac:spMk id="15" creationId="{A069235B-22DB-4231-8291-D64DA2CDEB4E}"/>
          </ac:spMkLst>
        </pc:spChg>
        <pc:spChg chg="add">
          <ac:chgData name="Stanley Rodrick" userId="8969fbcc-7c96-46fb-a663-9e2e5920ff04" providerId="ADAL" clId="{249A772E-BB88-AE47-8A92-B789D277D6BD}" dt="2022-11-05T17:13:31.243" v="319" actId="26606"/>
          <ac:spMkLst>
            <pc:docMk/>
            <pc:sldMk cId="674752077" sldId="422"/>
            <ac:spMk id="17" creationId="{1463B9A0-C42E-402C-9AD1-9DAE5336136E}"/>
          </ac:spMkLst>
        </pc:spChg>
        <pc:picChg chg="add mod">
          <ac:chgData name="Stanley Rodrick" userId="8969fbcc-7c96-46fb-a663-9e2e5920ff04" providerId="ADAL" clId="{249A772E-BB88-AE47-8A92-B789D277D6BD}" dt="2022-11-05T17:13:36.722" v="323" actId="14100"/>
          <ac:picMkLst>
            <pc:docMk/>
            <pc:sldMk cId="674752077" sldId="422"/>
            <ac:picMk id="2" creationId="{12E930F5-A99A-6403-1607-B6A523AA2167}"/>
          </ac:picMkLst>
        </pc:picChg>
        <pc:picChg chg="del">
          <ac:chgData name="Stanley Rodrick" userId="8969fbcc-7c96-46fb-a663-9e2e5920ff04" providerId="ADAL" clId="{249A772E-BB88-AE47-8A92-B789D277D6BD}" dt="2022-11-05T17:13:21.740" v="311" actId="21"/>
          <ac:picMkLst>
            <pc:docMk/>
            <pc:sldMk cId="674752077" sldId="422"/>
            <ac:picMk id="3" creationId="{F719D184-AC3C-DE47-F0F9-A96242AACFF4}"/>
          </ac:picMkLst>
        </pc:picChg>
      </pc:sldChg>
      <pc:sldChg chg="addSp delSp modSp mod">
        <pc:chgData name="Stanley Rodrick" userId="8969fbcc-7c96-46fb-a663-9e2e5920ff04" providerId="ADAL" clId="{249A772E-BB88-AE47-8A92-B789D277D6BD}" dt="2022-11-05T17:24:58.842" v="511"/>
        <pc:sldMkLst>
          <pc:docMk/>
          <pc:sldMk cId="4238749605" sldId="423"/>
        </pc:sldMkLst>
        <pc:spChg chg="add mod">
          <ac:chgData name="Stanley Rodrick" userId="8969fbcc-7c96-46fb-a663-9e2e5920ff04" providerId="ADAL" clId="{249A772E-BB88-AE47-8A92-B789D277D6BD}" dt="2022-11-05T17:24:58.842" v="511"/>
          <ac:spMkLst>
            <pc:docMk/>
            <pc:sldMk cId="4238749605" sldId="423"/>
            <ac:spMk id="2" creationId="{B2377746-B8D2-9453-46E3-92486A4A0023}"/>
          </ac:spMkLst>
        </pc:spChg>
        <pc:spChg chg="del mod">
          <ac:chgData name="Stanley Rodrick" userId="8969fbcc-7c96-46fb-a663-9e2e5920ff04" providerId="ADAL" clId="{249A772E-BB88-AE47-8A92-B789D277D6BD}" dt="2022-11-05T17:24:47.617" v="510"/>
          <ac:spMkLst>
            <pc:docMk/>
            <pc:sldMk cId="4238749605" sldId="423"/>
            <ac:spMk id="5" creationId="{07BED33E-080A-374D-8EC9-9BB63918D989}"/>
          </ac:spMkLst>
        </pc:spChg>
        <pc:picChg chg="mod">
          <ac:chgData name="Stanley Rodrick" userId="8969fbcc-7c96-46fb-a663-9e2e5920ff04" providerId="ADAL" clId="{249A772E-BB88-AE47-8A92-B789D277D6BD}" dt="2022-11-05T17:13:18.102" v="310" actId="1076"/>
          <ac:picMkLst>
            <pc:docMk/>
            <pc:sldMk cId="4238749605" sldId="423"/>
            <ac:picMk id="4" creationId="{9F4E1EDD-C835-5C2D-21FD-1CFC73133040}"/>
          </ac:picMkLst>
        </pc:picChg>
      </pc:sldChg>
      <pc:sldChg chg="addSp delSp modSp mod">
        <pc:chgData name="Stanley Rodrick" userId="8969fbcc-7c96-46fb-a663-9e2e5920ff04" providerId="ADAL" clId="{249A772E-BB88-AE47-8A92-B789D277D6BD}" dt="2022-11-05T17:24:58.842" v="511"/>
        <pc:sldMkLst>
          <pc:docMk/>
          <pc:sldMk cId="3127504798" sldId="424"/>
        </pc:sldMkLst>
        <pc:spChg chg="add mod">
          <ac:chgData name="Stanley Rodrick" userId="8969fbcc-7c96-46fb-a663-9e2e5920ff04" providerId="ADAL" clId="{249A772E-BB88-AE47-8A92-B789D277D6BD}" dt="2022-11-05T17:24:58.842" v="511"/>
          <ac:spMkLst>
            <pc:docMk/>
            <pc:sldMk cId="3127504798" sldId="424"/>
            <ac:spMk id="2" creationId="{E4444BD2-7187-F2DD-679D-32C1A1C89116}"/>
          </ac:spMkLst>
        </pc:spChg>
        <pc:spChg chg="del mod">
          <ac:chgData name="Stanley Rodrick" userId="8969fbcc-7c96-46fb-a663-9e2e5920ff04" providerId="ADAL" clId="{249A772E-BB88-AE47-8A92-B789D277D6BD}" dt="2022-11-05T17:24:47.617" v="510"/>
          <ac:spMkLst>
            <pc:docMk/>
            <pc:sldMk cId="3127504798" sldId="424"/>
            <ac:spMk id="5" creationId="{07BED33E-080A-374D-8EC9-9BB63918D989}"/>
          </ac:spMkLst>
        </pc:spChg>
        <pc:spChg chg="mod">
          <ac:chgData name="Stanley Rodrick" userId="8969fbcc-7c96-46fb-a663-9e2e5920ff04" providerId="ADAL" clId="{249A772E-BB88-AE47-8A92-B789D277D6BD}" dt="2022-11-05T17:13:08.323" v="308" actId="20577"/>
          <ac:spMkLst>
            <pc:docMk/>
            <pc:sldMk cId="3127504798" sldId="424"/>
            <ac:spMk id="6" creationId="{864278F7-8B49-813B-C6D6-CFB8CA54F612}"/>
          </ac:spMkLst>
        </pc:spChg>
      </pc:sldChg>
      <pc:sldChg chg="addSp delSp modSp mod">
        <pc:chgData name="Stanley Rodrick" userId="8969fbcc-7c96-46fb-a663-9e2e5920ff04" providerId="ADAL" clId="{249A772E-BB88-AE47-8A92-B789D277D6BD}" dt="2022-11-05T17:24:58.842" v="511"/>
        <pc:sldMkLst>
          <pc:docMk/>
          <pc:sldMk cId="1794814660" sldId="425"/>
        </pc:sldMkLst>
        <pc:spChg chg="add mod">
          <ac:chgData name="Stanley Rodrick" userId="8969fbcc-7c96-46fb-a663-9e2e5920ff04" providerId="ADAL" clId="{249A772E-BB88-AE47-8A92-B789D277D6BD}" dt="2022-11-05T17:24:58.842" v="511"/>
          <ac:spMkLst>
            <pc:docMk/>
            <pc:sldMk cId="1794814660" sldId="425"/>
            <ac:spMk id="2" creationId="{4F134FA2-A9DD-0E40-ABD2-4683CD587B0E}"/>
          </ac:spMkLst>
        </pc:spChg>
        <pc:spChg chg="mod">
          <ac:chgData name="Stanley Rodrick" userId="8969fbcc-7c96-46fb-a663-9e2e5920ff04" providerId="ADAL" clId="{249A772E-BB88-AE47-8A92-B789D277D6BD}" dt="2022-11-05T17:12:26.546" v="299" actId="207"/>
          <ac:spMkLst>
            <pc:docMk/>
            <pc:sldMk cId="1794814660" sldId="425"/>
            <ac:spMk id="4" creationId="{DE785594-211E-6AAB-EB90-B6057EFF2B4D}"/>
          </ac:spMkLst>
        </pc:spChg>
        <pc:spChg chg="del mod">
          <ac:chgData name="Stanley Rodrick" userId="8969fbcc-7c96-46fb-a663-9e2e5920ff04" providerId="ADAL" clId="{249A772E-BB88-AE47-8A92-B789D277D6BD}" dt="2022-11-05T17:24:47.617" v="510"/>
          <ac:spMkLst>
            <pc:docMk/>
            <pc:sldMk cId="1794814660" sldId="425"/>
            <ac:spMk id="5" creationId="{07BED33E-080A-374D-8EC9-9BB63918D989}"/>
          </ac:spMkLst>
        </pc:spChg>
      </pc:sldChg>
      <pc:sldChg chg="addSp delSp modSp mod">
        <pc:chgData name="Stanley Rodrick" userId="8969fbcc-7c96-46fb-a663-9e2e5920ff04" providerId="ADAL" clId="{249A772E-BB88-AE47-8A92-B789D277D6BD}" dt="2022-11-05T17:24:58.842" v="511"/>
        <pc:sldMkLst>
          <pc:docMk/>
          <pc:sldMk cId="2852805700" sldId="426"/>
        </pc:sldMkLst>
        <pc:spChg chg="add mod">
          <ac:chgData name="Stanley Rodrick" userId="8969fbcc-7c96-46fb-a663-9e2e5920ff04" providerId="ADAL" clId="{249A772E-BB88-AE47-8A92-B789D277D6BD}" dt="2022-11-05T17:24:58.842" v="511"/>
          <ac:spMkLst>
            <pc:docMk/>
            <pc:sldMk cId="2852805700" sldId="426"/>
            <ac:spMk id="2" creationId="{BF1B28F6-E3D4-AFA1-DCA1-1DB0E6CB5234}"/>
          </ac:spMkLst>
        </pc:spChg>
        <pc:spChg chg="mod">
          <ac:chgData name="Stanley Rodrick" userId="8969fbcc-7c96-46fb-a663-9e2e5920ff04" providerId="ADAL" clId="{249A772E-BB88-AE47-8A92-B789D277D6BD}" dt="2022-11-05T17:12:51.922" v="304" actId="207"/>
          <ac:spMkLst>
            <pc:docMk/>
            <pc:sldMk cId="2852805700" sldId="426"/>
            <ac:spMk id="4" creationId="{DE785594-211E-6AAB-EB90-B6057EFF2B4D}"/>
          </ac:spMkLst>
        </pc:spChg>
        <pc:spChg chg="del mod">
          <ac:chgData name="Stanley Rodrick" userId="8969fbcc-7c96-46fb-a663-9e2e5920ff04" providerId="ADAL" clId="{249A772E-BB88-AE47-8A92-B789D277D6BD}" dt="2022-11-05T17:24:47.617" v="510"/>
          <ac:spMkLst>
            <pc:docMk/>
            <pc:sldMk cId="2852805700" sldId="426"/>
            <ac:spMk id="5" creationId="{07BED33E-080A-374D-8EC9-9BB63918D989}"/>
          </ac:spMkLst>
        </pc:spChg>
      </pc:sldChg>
      <pc:sldChg chg="addSp delSp modSp mod">
        <pc:chgData name="Stanley Rodrick" userId="8969fbcc-7c96-46fb-a663-9e2e5920ff04" providerId="ADAL" clId="{249A772E-BB88-AE47-8A92-B789D277D6BD}" dt="2022-11-05T17:24:58.842" v="511"/>
        <pc:sldMkLst>
          <pc:docMk/>
          <pc:sldMk cId="2211702218" sldId="427"/>
        </pc:sldMkLst>
        <pc:spChg chg="add mod">
          <ac:chgData name="Stanley Rodrick" userId="8969fbcc-7c96-46fb-a663-9e2e5920ff04" providerId="ADAL" clId="{249A772E-BB88-AE47-8A92-B789D277D6BD}" dt="2022-11-05T17:24:58.842" v="511"/>
          <ac:spMkLst>
            <pc:docMk/>
            <pc:sldMk cId="2211702218" sldId="427"/>
            <ac:spMk id="2" creationId="{BF516973-C281-30F5-462A-F6C9B54B55A7}"/>
          </ac:spMkLst>
        </pc:spChg>
        <pc:spChg chg="mod">
          <ac:chgData name="Stanley Rodrick" userId="8969fbcc-7c96-46fb-a663-9e2e5920ff04" providerId="ADAL" clId="{249A772E-BB88-AE47-8A92-B789D277D6BD}" dt="2022-11-05T17:12:08.897" v="296" actId="404"/>
          <ac:spMkLst>
            <pc:docMk/>
            <pc:sldMk cId="2211702218" sldId="427"/>
            <ac:spMk id="4" creationId="{DE785594-211E-6AAB-EB90-B6057EFF2B4D}"/>
          </ac:spMkLst>
        </pc:spChg>
        <pc:spChg chg="del mod">
          <ac:chgData name="Stanley Rodrick" userId="8969fbcc-7c96-46fb-a663-9e2e5920ff04" providerId="ADAL" clId="{249A772E-BB88-AE47-8A92-B789D277D6BD}" dt="2022-11-05T17:24:47.617" v="510"/>
          <ac:spMkLst>
            <pc:docMk/>
            <pc:sldMk cId="2211702218" sldId="427"/>
            <ac:spMk id="5" creationId="{07BED33E-080A-374D-8EC9-9BB63918D989}"/>
          </ac:spMkLst>
        </pc:spChg>
        <pc:spChg chg="mod">
          <ac:chgData name="Stanley Rodrick" userId="8969fbcc-7c96-46fb-a663-9e2e5920ff04" providerId="ADAL" clId="{249A772E-BB88-AE47-8A92-B789D277D6BD}" dt="2022-11-05T17:11:06.983" v="273" actId="1076"/>
          <ac:spMkLst>
            <pc:docMk/>
            <pc:sldMk cId="2211702218" sldId="427"/>
            <ac:spMk id="7" creationId="{C6AA6090-E0D6-9807-2CCB-2516E9D720ED}"/>
          </ac:spMkLst>
        </pc:spChg>
      </pc:sldChg>
      <pc:sldChg chg="addSp delSp modSp mod">
        <pc:chgData name="Stanley Rodrick" userId="8969fbcc-7c96-46fb-a663-9e2e5920ff04" providerId="ADAL" clId="{249A772E-BB88-AE47-8A92-B789D277D6BD}" dt="2022-11-05T17:24:58.842" v="511"/>
        <pc:sldMkLst>
          <pc:docMk/>
          <pc:sldMk cId="783404183" sldId="428"/>
        </pc:sldMkLst>
        <pc:spChg chg="add mod">
          <ac:chgData name="Stanley Rodrick" userId="8969fbcc-7c96-46fb-a663-9e2e5920ff04" providerId="ADAL" clId="{249A772E-BB88-AE47-8A92-B789D277D6BD}" dt="2022-11-05T17:24:58.842" v="511"/>
          <ac:spMkLst>
            <pc:docMk/>
            <pc:sldMk cId="783404183" sldId="428"/>
            <ac:spMk id="2" creationId="{70F9885E-E613-8A88-8F06-AEEA7E50D96E}"/>
          </ac:spMkLst>
        </pc:spChg>
        <pc:spChg chg="mod">
          <ac:chgData name="Stanley Rodrick" userId="8969fbcc-7c96-46fb-a663-9e2e5920ff04" providerId="ADAL" clId="{249A772E-BB88-AE47-8A92-B789D277D6BD}" dt="2022-11-05T17:08:41.510" v="244" actId="207"/>
          <ac:spMkLst>
            <pc:docMk/>
            <pc:sldMk cId="783404183" sldId="428"/>
            <ac:spMk id="4" creationId="{DE785594-211E-6AAB-EB90-B6057EFF2B4D}"/>
          </ac:spMkLst>
        </pc:spChg>
        <pc:spChg chg="del mod">
          <ac:chgData name="Stanley Rodrick" userId="8969fbcc-7c96-46fb-a663-9e2e5920ff04" providerId="ADAL" clId="{249A772E-BB88-AE47-8A92-B789D277D6BD}" dt="2022-11-05T17:24:47.617" v="510"/>
          <ac:spMkLst>
            <pc:docMk/>
            <pc:sldMk cId="783404183" sldId="428"/>
            <ac:spMk id="5" creationId="{07BED33E-080A-374D-8EC9-9BB63918D989}"/>
          </ac:spMkLst>
        </pc:spChg>
        <pc:spChg chg="mod">
          <ac:chgData name="Stanley Rodrick" userId="8969fbcc-7c96-46fb-a663-9e2e5920ff04" providerId="ADAL" clId="{249A772E-BB88-AE47-8A92-B789D277D6BD}" dt="2022-11-05T17:08:46.945" v="246" actId="1076"/>
          <ac:spMkLst>
            <pc:docMk/>
            <pc:sldMk cId="783404183" sldId="428"/>
            <ac:spMk id="6" creationId="{3DA4B1F8-53D2-E8BF-165A-F3ABF6FEFA1E}"/>
          </ac:spMkLst>
        </pc:spChg>
      </pc:sldChg>
      <pc:sldChg chg="addSp delSp modSp mod">
        <pc:chgData name="Stanley Rodrick" userId="8969fbcc-7c96-46fb-a663-9e2e5920ff04" providerId="ADAL" clId="{249A772E-BB88-AE47-8A92-B789D277D6BD}" dt="2022-11-05T17:24:58.842" v="511"/>
        <pc:sldMkLst>
          <pc:docMk/>
          <pc:sldMk cId="902549672" sldId="429"/>
        </pc:sldMkLst>
        <pc:spChg chg="add del mod">
          <ac:chgData name="Stanley Rodrick" userId="8969fbcc-7c96-46fb-a663-9e2e5920ff04" providerId="ADAL" clId="{249A772E-BB88-AE47-8A92-B789D277D6BD}" dt="2022-11-05T17:08:30.094" v="243"/>
          <ac:spMkLst>
            <pc:docMk/>
            <pc:sldMk cId="902549672" sldId="429"/>
            <ac:spMk id="2" creationId="{7AD88F64-20DE-39C7-642A-6A8C19ACF631}"/>
          </ac:spMkLst>
        </pc:spChg>
        <pc:spChg chg="mod">
          <ac:chgData name="Stanley Rodrick" userId="8969fbcc-7c96-46fb-a663-9e2e5920ff04" providerId="ADAL" clId="{249A772E-BB88-AE47-8A92-B789D277D6BD}" dt="2022-11-05T17:08:24.500" v="240" actId="14100"/>
          <ac:spMkLst>
            <pc:docMk/>
            <pc:sldMk cId="902549672" sldId="429"/>
            <ac:spMk id="3" creationId="{0FBCADE7-B9E9-56DC-ADF8-0FD6D002B88C}"/>
          </ac:spMkLst>
        </pc:spChg>
        <pc:spChg chg="add mod">
          <ac:chgData name="Stanley Rodrick" userId="8969fbcc-7c96-46fb-a663-9e2e5920ff04" providerId="ADAL" clId="{249A772E-BB88-AE47-8A92-B789D277D6BD}" dt="2022-11-05T17:24:58.842" v="511"/>
          <ac:spMkLst>
            <pc:docMk/>
            <pc:sldMk cId="902549672" sldId="429"/>
            <ac:spMk id="4" creationId="{BA5F0E17-9CE0-AC0B-D677-2349BB19B61B}"/>
          </ac:spMkLst>
        </pc:spChg>
        <pc:spChg chg="del mod">
          <ac:chgData name="Stanley Rodrick" userId="8969fbcc-7c96-46fb-a663-9e2e5920ff04" providerId="ADAL" clId="{249A772E-BB88-AE47-8A92-B789D277D6BD}" dt="2022-11-05T17:24:47.617" v="510"/>
          <ac:spMkLst>
            <pc:docMk/>
            <pc:sldMk cId="902549672" sldId="429"/>
            <ac:spMk id="5" creationId="{07BED33E-080A-374D-8EC9-9BB63918D989}"/>
          </ac:spMkLst>
        </pc:spChg>
      </pc:sldChg>
      <pc:sldChg chg="addSp delSp modSp mod">
        <pc:chgData name="Stanley Rodrick" userId="8969fbcc-7c96-46fb-a663-9e2e5920ff04" providerId="ADAL" clId="{249A772E-BB88-AE47-8A92-B789D277D6BD}" dt="2022-11-05T17:24:58.842" v="511"/>
        <pc:sldMkLst>
          <pc:docMk/>
          <pc:sldMk cId="3109603430" sldId="430"/>
        </pc:sldMkLst>
        <pc:spChg chg="mod">
          <ac:chgData name="Stanley Rodrick" userId="8969fbcc-7c96-46fb-a663-9e2e5920ff04" providerId="ADAL" clId="{249A772E-BB88-AE47-8A92-B789D277D6BD}" dt="2022-11-05T17:08:06.139" v="235" actId="20577"/>
          <ac:spMkLst>
            <pc:docMk/>
            <pc:sldMk cId="3109603430" sldId="430"/>
            <ac:spMk id="2" creationId="{766BB305-0A19-0398-FBA7-35A7EE3DA494}"/>
          </ac:spMkLst>
        </pc:spChg>
        <pc:spChg chg="add mod">
          <ac:chgData name="Stanley Rodrick" userId="8969fbcc-7c96-46fb-a663-9e2e5920ff04" providerId="ADAL" clId="{249A772E-BB88-AE47-8A92-B789D277D6BD}" dt="2022-11-05T17:24:58.842" v="511"/>
          <ac:spMkLst>
            <pc:docMk/>
            <pc:sldMk cId="3109603430" sldId="430"/>
            <ac:spMk id="3" creationId="{9C5E99B1-0B6A-38E5-1135-06F4B019DD13}"/>
          </ac:spMkLst>
        </pc:spChg>
        <pc:spChg chg="mod">
          <ac:chgData name="Stanley Rodrick" userId="8969fbcc-7c96-46fb-a663-9e2e5920ff04" providerId="ADAL" clId="{249A772E-BB88-AE47-8A92-B789D277D6BD}" dt="2022-11-05T17:08:11.339" v="236" actId="1076"/>
          <ac:spMkLst>
            <pc:docMk/>
            <pc:sldMk cId="3109603430" sldId="430"/>
            <ac:spMk id="4" creationId="{B09FDCBF-89CC-0297-A5CE-4307EA7EF581}"/>
          </ac:spMkLst>
        </pc:spChg>
        <pc:spChg chg="del mod">
          <ac:chgData name="Stanley Rodrick" userId="8969fbcc-7c96-46fb-a663-9e2e5920ff04" providerId="ADAL" clId="{249A772E-BB88-AE47-8A92-B789D277D6BD}" dt="2022-11-05T17:24:47.617" v="510"/>
          <ac:spMkLst>
            <pc:docMk/>
            <pc:sldMk cId="3109603430" sldId="430"/>
            <ac:spMk id="5" creationId="{07BED33E-080A-374D-8EC9-9BB63918D989}"/>
          </ac:spMkLst>
        </pc:spChg>
      </pc:sldChg>
      <pc:sldChg chg="addSp delSp modSp">
        <pc:chgData name="Stanley Rodrick" userId="8969fbcc-7c96-46fb-a663-9e2e5920ff04" providerId="ADAL" clId="{249A772E-BB88-AE47-8A92-B789D277D6BD}" dt="2022-11-05T17:24:58.842" v="511"/>
        <pc:sldMkLst>
          <pc:docMk/>
          <pc:sldMk cId="3386569570" sldId="433"/>
        </pc:sldMkLst>
        <pc:spChg chg="add mod">
          <ac:chgData name="Stanley Rodrick" userId="8969fbcc-7c96-46fb-a663-9e2e5920ff04" providerId="ADAL" clId="{249A772E-BB88-AE47-8A92-B789D277D6BD}" dt="2022-11-05T17:24:58.842" v="511"/>
          <ac:spMkLst>
            <pc:docMk/>
            <pc:sldMk cId="3386569570" sldId="433"/>
            <ac:spMk id="2" creationId="{30E4BEEE-F717-7CFC-EF1F-5BDA8C08073F}"/>
          </ac:spMkLst>
        </pc:spChg>
        <pc:spChg chg="del mod">
          <ac:chgData name="Stanley Rodrick" userId="8969fbcc-7c96-46fb-a663-9e2e5920ff04" providerId="ADAL" clId="{249A772E-BB88-AE47-8A92-B789D277D6BD}" dt="2022-11-05T17:24:47.617" v="510"/>
          <ac:spMkLst>
            <pc:docMk/>
            <pc:sldMk cId="3386569570" sldId="433"/>
            <ac:spMk id="5" creationId="{07BED33E-080A-374D-8EC9-9BB63918D989}"/>
          </ac:spMkLst>
        </pc:spChg>
      </pc:sldChg>
      <pc:sldChg chg="addSp delSp modSp mod">
        <pc:chgData name="Stanley Rodrick" userId="8969fbcc-7c96-46fb-a663-9e2e5920ff04" providerId="ADAL" clId="{249A772E-BB88-AE47-8A92-B789D277D6BD}" dt="2022-11-05T17:24:58.842" v="511"/>
        <pc:sldMkLst>
          <pc:docMk/>
          <pc:sldMk cId="3756431345" sldId="434"/>
        </pc:sldMkLst>
        <pc:spChg chg="add mod">
          <ac:chgData name="Stanley Rodrick" userId="8969fbcc-7c96-46fb-a663-9e2e5920ff04" providerId="ADAL" clId="{249A772E-BB88-AE47-8A92-B789D277D6BD}" dt="2022-11-05T17:24:58.842" v="511"/>
          <ac:spMkLst>
            <pc:docMk/>
            <pc:sldMk cId="3756431345" sldId="434"/>
            <ac:spMk id="2" creationId="{6100BF8B-B766-6D39-5C6B-863C817339B8}"/>
          </ac:spMkLst>
        </pc:spChg>
        <pc:spChg chg="del mod">
          <ac:chgData name="Stanley Rodrick" userId="8969fbcc-7c96-46fb-a663-9e2e5920ff04" providerId="ADAL" clId="{249A772E-BB88-AE47-8A92-B789D277D6BD}" dt="2022-11-05T17:24:47.617" v="510"/>
          <ac:spMkLst>
            <pc:docMk/>
            <pc:sldMk cId="3756431345" sldId="434"/>
            <ac:spMk id="5" creationId="{07BED33E-080A-374D-8EC9-9BB63918D989}"/>
          </ac:spMkLst>
        </pc:spChg>
        <pc:spChg chg="mod">
          <ac:chgData name="Stanley Rodrick" userId="8969fbcc-7c96-46fb-a663-9e2e5920ff04" providerId="ADAL" clId="{249A772E-BB88-AE47-8A92-B789D277D6BD}" dt="2022-11-05T17:09:45.115" v="259" actId="207"/>
          <ac:spMkLst>
            <pc:docMk/>
            <pc:sldMk cId="3756431345" sldId="434"/>
            <ac:spMk id="8" creationId="{81B6238C-E5AA-0747-66B8-BE7BF461F97F}"/>
          </ac:spMkLst>
        </pc:spChg>
        <pc:picChg chg="mod">
          <ac:chgData name="Stanley Rodrick" userId="8969fbcc-7c96-46fb-a663-9e2e5920ff04" providerId="ADAL" clId="{249A772E-BB88-AE47-8A92-B789D277D6BD}" dt="2022-11-05T17:09:49.919" v="260" actId="1076"/>
          <ac:picMkLst>
            <pc:docMk/>
            <pc:sldMk cId="3756431345" sldId="434"/>
            <ac:picMk id="10" creationId="{B35C7A5A-09EE-3B2D-75F1-F36A3C43B4A2}"/>
          </ac:picMkLst>
        </pc:picChg>
      </pc:sldChg>
      <pc:sldChg chg="addSp delSp modSp">
        <pc:chgData name="Stanley Rodrick" userId="8969fbcc-7c96-46fb-a663-9e2e5920ff04" providerId="ADAL" clId="{249A772E-BB88-AE47-8A92-B789D277D6BD}" dt="2022-11-05T17:24:58.842" v="511"/>
        <pc:sldMkLst>
          <pc:docMk/>
          <pc:sldMk cId="2111130933" sldId="435"/>
        </pc:sldMkLst>
        <pc:spChg chg="add mod">
          <ac:chgData name="Stanley Rodrick" userId="8969fbcc-7c96-46fb-a663-9e2e5920ff04" providerId="ADAL" clId="{249A772E-BB88-AE47-8A92-B789D277D6BD}" dt="2022-11-05T17:24:58.842" v="511"/>
          <ac:spMkLst>
            <pc:docMk/>
            <pc:sldMk cId="2111130933" sldId="435"/>
            <ac:spMk id="2" creationId="{E41AAA24-1369-1437-6A96-29A2C07F6E4F}"/>
          </ac:spMkLst>
        </pc:spChg>
        <pc:spChg chg="del mod">
          <ac:chgData name="Stanley Rodrick" userId="8969fbcc-7c96-46fb-a663-9e2e5920ff04" providerId="ADAL" clId="{249A772E-BB88-AE47-8A92-B789D277D6BD}" dt="2022-11-05T17:24:47.617" v="510"/>
          <ac:spMkLst>
            <pc:docMk/>
            <pc:sldMk cId="2111130933" sldId="435"/>
            <ac:spMk id="5" creationId="{07BED33E-080A-374D-8EC9-9BB63918D989}"/>
          </ac:spMkLst>
        </pc:spChg>
      </pc:sldChg>
      <pc:sldChg chg="addSp delSp modSp mod">
        <pc:chgData name="Stanley Rodrick" userId="8969fbcc-7c96-46fb-a663-9e2e5920ff04" providerId="ADAL" clId="{249A772E-BB88-AE47-8A92-B789D277D6BD}" dt="2022-11-05T17:24:58.842" v="511"/>
        <pc:sldMkLst>
          <pc:docMk/>
          <pc:sldMk cId="1563500355" sldId="436"/>
        </pc:sldMkLst>
        <pc:spChg chg="mod">
          <ac:chgData name="Stanley Rodrick" userId="8969fbcc-7c96-46fb-a663-9e2e5920ff04" providerId="ADAL" clId="{249A772E-BB88-AE47-8A92-B789D277D6BD}" dt="2022-11-05T17:10:13.785" v="265" actId="207"/>
          <ac:spMkLst>
            <pc:docMk/>
            <pc:sldMk cId="1563500355" sldId="436"/>
            <ac:spMk id="2" creationId="{CDE21DE7-B0A7-78E4-2E6A-0394EA3B67FA}"/>
          </ac:spMkLst>
        </pc:spChg>
        <pc:spChg chg="add mod">
          <ac:chgData name="Stanley Rodrick" userId="8969fbcc-7c96-46fb-a663-9e2e5920ff04" providerId="ADAL" clId="{249A772E-BB88-AE47-8A92-B789D277D6BD}" dt="2022-11-05T17:24:58.842" v="511"/>
          <ac:spMkLst>
            <pc:docMk/>
            <pc:sldMk cId="1563500355" sldId="436"/>
            <ac:spMk id="3" creationId="{81010C07-6BC4-8E79-BB35-54676A81F249}"/>
          </ac:spMkLst>
        </pc:spChg>
        <pc:spChg chg="mod">
          <ac:chgData name="Stanley Rodrick" userId="8969fbcc-7c96-46fb-a663-9e2e5920ff04" providerId="ADAL" clId="{249A772E-BB88-AE47-8A92-B789D277D6BD}" dt="2022-11-05T17:10:27.135" v="266" actId="207"/>
          <ac:spMkLst>
            <pc:docMk/>
            <pc:sldMk cId="1563500355" sldId="436"/>
            <ac:spMk id="4" creationId="{E44B2CB3-333A-8007-8598-DA7275F4E14E}"/>
          </ac:spMkLst>
        </pc:spChg>
        <pc:spChg chg="del mod">
          <ac:chgData name="Stanley Rodrick" userId="8969fbcc-7c96-46fb-a663-9e2e5920ff04" providerId="ADAL" clId="{249A772E-BB88-AE47-8A92-B789D277D6BD}" dt="2022-11-05T17:24:47.617" v="510"/>
          <ac:spMkLst>
            <pc:docMk/>
            <pc:sldMk cId="1563500355" sldId="436"/>
            <ac:spMk id="5" creationId="{07BED33E-080A-374D-8EC9-9BB63918D989}"/>
          </ac:spMkLst>
        </pc:spChg>
        <pc:spChg chg="mod">
          <ac:chgData name="Stanley Rodrick" userId="8969fbcc-7c96-46fb-a663-9e2e5920ff04" providerId="ADAL" clId="{249A772E-BB88-AE47-8A92-B789D277D6BD}" dt="2022-11-05T17:10:49.986" v="270" actId="1076"/>
          <ac:spMkLst>
            <pc:docMk/>
            <pc:sldMk cId="1563500355" sldId="436"/>
            <ac:spMk id="8" creationId="{B6C1D621-D17B-A75C-9760-E49A07E191C0}"/>
          </ac:spMkLst>
        </pc:spChg>
      </pc:sldChg>
      <pc:sldChg chg="addSp delSp modSp mod">
        <pc:chgData name="Stanley Rodrick" userId="8969fbcc-7c96-46fb-a663-9e2e5920ff04" providerId="ADAL" clId="{249A772E-BB88-AE47-8A92-B789D277D6BD}" dt="2022-11-05T17:24:58.842" v="511"/>
        <pc:sldMkLst>
          <pc:docMk/>
          <pc:sldMk cId="2964414883" sldId="437"/>
        </pc:sldMkLst>
        <pc:spChg chg="mod">
          <ac:chgData name="Stanley Rodrick" userId="8969fbcc-7c96-46fb-a663-9e2e5920ff04" providerId="ADAL" clId="{249A772E-BB88-AE47-8A92-B789D277D6BD}" dt="2022-11-05T17:09:02.194" v="249" actId="207"/>
          <ac:spMkLst>
            <pc:docMk/>
            <pc:sldMk cId="2964414883" sldId="437"/>
            <ac:spMk id="2" creationId="{FDD81D10-4870-9654-2296-8487C08B5443}"/>
          </ac:spMkLst>
        </pc:spChg>
        <pc:spChg chg="mod">
          <ac:chgData name="Stanley Rodrick" userId="8969fbcc-7c96-46fb-a663-9e2e5920ff04" providerId="ADAL" clId="{249A772E-BB88-AE47-8A92-B789D277D6BD}" dt="2022-11-05T17:09:31.012" v="257" actId="123"/>
          <ac:spMkLst>
            <pc:docMk/>
            <pc:sldMk cId="2964414883" sldId="437"/>
            <ac:spMk id="4" creationId="{0197CDAE-193C-36AA-98BC-8DB9B6B6A05B}"/>
          </ac:spMkLst>
        </pc:spChg>
        <pc:spChg chg="del mod">
          <ac:chgData name="Stanley Rodrick" userId="8969fbcc-7c96-46fb-a663-9e2e5920ff04" providerId="ADAL" clId="{249A772E-BB88-AE47-8A92-B789D277D6BD}" dt="2022-11-05T17:24:47.617" v="510"/>
          <ac:spMkLst>
            <pc:docMk/>
            <pc:sldMk cId="2964414883" sldId="437"/>
            <ac:spMk id="5" creationId="{07BED33E-080A-374D-8EC9-9BB63918D989}"/>
          </ac:spMkLst>
        </pc:spChg>
        <pc:spChg chg="add mod">
          <ac:chgData name="Stanley Rodrick" userId="8969fbcc-7c96-46fb-a663-9e2e5920ff04" providerId="ADAL" clId="{249A772E-BB88-AE47-8A92-B789D277D6BD}" dt="2022-11-05T17:24:58.842" v="511"/>
          <ac:spMkLst>
            <pc:docMk/>
            <pc:sldMk cId="2964414883" sldId="437"/>
            <ac:spMk id="8" creationId="{36D16454-92CD-A299-2572-CAB2515F1F9C}"/>
          </ac:spMkLst>
        </pc:spChg>
      </pc:sldChg>
      <pc:sldChg chg="addSp delSp modSp add mod">
        <pc:chgData name="Stanley Rodrick" userId="8969fbcc-7c96-46fb-a663-9e2e5920ff04" providerId="ADAL" clId="{249A772E-BB88-AE47-8A92-B789D277D6BD}" dt="2022-11-05T17:24:58.842" v="511"/>
        <pc:sldMkLst>
          <pc:docMk/>
          <pc:sldMk cId="3348831878" sldId="438"/>
        </pc:sldMkLst>
        <pc:spChg chg="add del mod">
          <ac:chgData name="Stanley Rodrick" userId="8969fbcc-7c96-46fb-a663-9e2e5920ff04" providerId="ADAL" clId="{249A772E-BB88-AE47-8A92-B789D277D6BD}" dt="2022-11-05T17:22:04.713" v="474" actId="478"/>
          <ac:spMkLst>
            <pc:docMk/>
            <pc:sldMk cId="3348831878" sldId="438"/>
            <ac:spMk id="3" creationId="{50AD6390-AC1F-DD25-FBA9-FEE868ADEED9}"/>
          </ac:spMkLst>
        </pc:spChg>
        <pc:spChg chg="add mod">
          <ac:chgData name="Stanley Rodrick" userId="8969fbcc-7c96-46fb-a663-9e2e5920ff04" providerId="ADAL" clId="{249A772E-BB88-AE47-8A92-B789D277D6BD}" dt="2022-11-05T17:22:30.206" v="484" actId="207"/>
          <ac:spMkLst>
            <pc:docMk/>
            <pc:sldMk cId="3348831878" sldId="438"/>
            <ac:spMk id="4" creationId="{861F8936-C915-3A81-67E1-CC00AAB9F952}"/>
          </ac:spMkLst>
        </pc:spChg>
        <pc:spChg chg="del">
          <ac:chgData name="Stanley Rodrick" userId="8969fbcc-7c96-46fb-a663-9e2e5920ff04" providerId="ADAL" clId="{249A772E-BB88-AE47-8A92-B789D277D6BD}" dt="2022-11-05T17:24:47.617" v="510"/>
          <ac:spMkLst>
            <pc:docMk/>
            <pc:sldMk cId="3348831878" sldId="438"/>
            <ac:spMk id="5" creationId="{07BED33E-080A-374D-8EC9-9BB63918D989}"/>
          </ac:spMkLst>
        </pc:spChg>
        <pc:spChg chg="add mod">
          <ac:chgData name="Stanley Rodrick" userId="8969fbcc-7c96-46fb-a663-9e2e5920ff04" providerId="ADAL" clId="{249A772E-BB88-AE47-8A92-B789D277D6BD}" dt="2022-11-05T17:24:58.842" v="511"/>
          <ac:spMkLst>
            <pc:docMk/>
            <pc:sldMk cId="3348831878" sldId="438"/>
            <ac:spMk id="6" creationId="{C3BF319B-6906-2E1B-B194-6D52A490BC03}"/>
          </ac:spMkLst>
        </pc:spChg>
        <pc:spChg chg="del">
          <ac:chgData name="Stanley Rodrick" userId="8969fbcc-7c96-46fb-a663-9e2e5920ff04" providerId="ADAL" clId="{249A772E-BB88-AE47-8A92-B789D277D6BD}" dt="2022-11-05T17:22:02.149" v="473" actId="478"/>
          <ac:spMkLst>
            <pc:docMk/>
            <pc:sldMk cId="3348831878" sldId="438"/>
            <ac:spMk id="9" creationId="{E6093465-1D83-BE44-8934-D67820CAB994}"/>
          </ac:spMkLst>
        </pc:spChg>
      </pc:sldChg>
      <pc:sldChg chg="addSp delSp modSp add del mod">
        <pc:chgData name="Stanley Rodrick" userId="8969fbcc-7c96-46fb-a663-9e2e5920ff04" providerId="ADAL" clId="{249A772E-BB88-AE47-8A92-B789D277D6BD}" dt="2022-11-05T17:24:58.842" v="511"/>
        <pc:sldMkLst>
          <pc:docMk/>
          <pc:sldMk cId="2260885108" sldId="439"/>
        </pc:sldMkLst>
        <pc:spChg chg="add del mod">
          <ac:chgData name="Stanley Rodrick" userId="8969fbcc-7c96-46fb-a663-9e2e5920ff04" providerId="ADAL" clId="{249A772E-BB88-AE47-8A92-B789D277D6BD}" dt="2022-11-05T17:22:54.683" v="491" actId="478"/>
          <ac:spMkLst>
            <pc:docMk/>
            <pc:sldMk cId="2260885108" sldId="439"/>
            <ac:spMk id="3" creationId="{713ED934-054F-60BD-4B5F-57A43978F31A}"/>
          </ac:spMkLst>
        </pc:spChg>
        <pc:spChg chg="del">
          <ac:chgData name="Stanley Rodrick" userId="8969fbcc-7c96-46fb-a663-9e2e5920ff04" providerId="ADAL" clId="{249A772E-BB88-AE47-8A92-B789D277D6BD}" dt="2022-11-05T17:22:52.563" v="490" actId="478"/>
          <ac:spMkLst>
            <pc:docMk/>
            <pc:sldMk cId="2260885108" sldId="439"/>
            <ac:spMk id="4" creationId="{861F8936-C915-3A81-67E1-CC00AAB9F952}"/>
          </ac:spMkLst>
        </pc:spChg>
        <pc:spChg chg="del">
          <ac:chgData name="Stanley Rodrick" userId="8969fbcc-7c96-46fb-a663-9e2e5920ff04" providerId="ADAL" clId="{249A772E-BB88-AE47-8A92-B789D277D6BD}" dt="2022-11-05T17:24:47.617" v="510"/>
          <ac:spMkLst>
            <pc:docMk/>
            <pc:sldMk cId="2260885108" sldId="439"/>
            <ac:spMk id="5" creationId="{07BED33E-080A-374D-8EC9-9BB63918D989}"/>
          </ac:spMkLst>
        </pc:spChg>
        <pc:spChg chg="add mod">
          <ac:chgData name="Stanley Rodrick" userId="8969fbcc-7c96-46fb-a663-9e2e5920ff04" providerId="ADAL" clId="{249A772E-BB88-AE47-8A92-B789D277D6BD}" dt="2022-11-05T17:23:36.946" v="501" actId="1076"/>
          <ac:spMkLst>
            <pc:docMk/>
            <pc:sldMk cId="2260885108" sldId="439"/>
            <ac:spMk id="6" creationId="{AF505F09-2AD8-2A89-C8FA-DB44F334E104}"/>
          </ac:spMkLst>
        </pc:spChg>
        <pc:spChg chg="add mod">
          <ac:chgData name="Stanley Rodrick" userId="8969fbcc-7c96-46fb-a663-9e2e5920ff04" providerId="ADAL" clId="{249A772E-BB88-AE47-8A92-B789D277D6BD}" dt="2022-11-05T17:24:58.842" v="511"/>
          <ac:spMkLst>
            <pc:docMk/>
            <pc:sldMk cId="2260885108" sldId="439"/>
            <ac:spMk id="7" creationId="{21EA5EB6-208A-66B7-F981-C4C1B5631454}"/>
          </ac:spMkLst>
        </pc:spChg>
      </pc:sldChg>
      <pc:sldChg chg="add del">
        <pc:chgData name="Stanley Rodrick" userId="8969fbcc-7c96-46fb-a663-9e2e5920ff04" providerId="ADAL" clId="{249A772E-BB88-AE47-8A92-B789D277D6BD}" dt="2022-11-05T17:22:38.699" v="487" actId="2696"/>
        <pc:sldMkLst>
          <pc:docMk/>
          <pc:sldMk cId="3470023709" sldId="439"/>
        </pc:sldMkLst>
      </pc:sldChg>
      <pc:sldChg chg="addSp delSp modSp add mod">
        <pc:chgData name="Stanley Rodrick" userId="8969fbcc-7c96-46fb-a663-9e2e5920ff04" providerId="ADAL" clId="{249A772E-BB88-AE47-8A92-B789D277D6BD}" dt="2022-11-05T17:24:58.842" v="511"/>
        <pc:sldMkLst>
          <pc:docMk/>
          <pc:sldMk cId="1272376062" sldId="440"/>
        </pc:sldMkLst>
        <pc:spChg chg="add mod">
          <ac:chgData name="Stanley Rodrick" userId="8969fbcc-7c96-46fb-a663-9e2e5920ff04" providerId="ADAL" clId="{249A772E-BB88-AE47-8A92-B789D277D6BD}" dt="2022-11-05T17:24:58.842" v="511"/>
          <ac:spMkLst>
            <pc:docMk/>
            <pc:sldMk cId="1272376062" sldId="440"/>
            <ac:spMk id="2" creationId="{95F34F82-744F-D4F6-0A06-E2A5E4D98AB0}"/>
          </ac:spMkLst>
        </pc:spChg>
        <pc:spChg chg="del">
          <ac:chgData name="Stanley Rodrick" userId="8969fbcc-7c96-46fb-a663-9e2e5920ff04" providerId="ADAL" clId="{249A772E-BB88-AE47-8A92-B789D277D6BD}" dt="2022-11-05T17:24:47.617" v="510"/>
          <ac:spMkLst>
            <pc:docMk/>
            <pc:sldMk cId="1272376062" sldId="440"/>
            <ac:spMk id="5" creationId="{07BED33E-080A-374D-8EC9-9BB63918D989}"/>
          </ac:spMkLst>
        </pc:spChg>
        <pc:spChg chg="mod">
          <ac:chgData name="Stanley Rodrick" userId="8969fbcc-7c96-46fb-a663-9e2e5920ff04" providerId="ADAL" clId="{249A772E-BB88-AE47-8A92-B789D277D6BD}" dt="2022-11-05T17:24:20.345" v="509" actId="20577"/>
          <ac:spMkLst>
            <pc:docMk/>
            <pc:sldMk cId="1272376062" sldId="440"/>
            <ac:spMk id="6" creationId="{AF505F09-2AD8-2A89-C8FA-DB44F334E104}"/>
          </ac:spMkLst>
        </pc:spChg>
      </pc:sldChg>
      <pc:sldMasterChg chg="modTransition modSldLayout">
        <pc:chgData name="Stanley Rodrick" userId="8969fbcc-7c96-46fb-a663-9e2e5920ff04" providerId="ADAL" clId="{249A772E-BB88-AE47-8A92-B789D277D6BD}" dt="2022-11-05T16:54:00.998" v="8"/>
        <pc:sldMasterMkLst>
          <pc:docMk/>
          <pc:sldMasterMk cId="1040217982" sldId="2147483664"/>
        </pc:sldMasterMkLst>
        <pc:sldLayoutChg chg="addSp delSp">
          <pc:chgData name="Stanley Rodrick" userId="8969fbcc-7c96-46fb-a663-9e2e5920ff04" providerId="ADAL" clId="{249A772E-BB88-AE47-8A92-B789D277D6BD}" dt="2022-11-05T16:54:00.998" v="8"/>
          <pc:sldLayoutMkLst>
            <pc:docMk/>
            <pc:sldMasterMk cId="1040217982" sldId="2147483664"/>
            <pc:sldLayoutMk cId="140378049" sldId="2147483676"/>
          </pc:sldLayoutMkLst>
          <pc:grpChg chg="add del">
            <ac:chgData name="Stanley Rodrick" userId="8969fbcc-7c96-46fb-a663-9e2e5920ff04" providerId="ADAL" clId="{249A772E-BB88-AE47-8A92-B789D277D6BD}" dt="2022-11-05T16:54:00.998" v="8"/>
            <ac:grpSpMkLst>
              <pc:docMk/>
              <pc:sldMasterMk cId="1040217982" sldId="2147483664"/>
              <pc:sldLayoutMk cId="140378049" sldId="2147483676"/>
              <ac:grpSpMk id="10" creationId="{00000000-0000-0000-0000-000000000000}"/>
            </ac:grpSpMkLst>
          </pc:grpChg>
        </pc:sldLayoutChg>
        <pc:sldLayoutChg chg="addSp delSp">
          <pc:chgData name="Stanley Rodrick" userId="8969fbcc-7c96-46fb-a663-9e2e5920ff04" providerId="ADAL" clId="{249A772E-BB88-AE47-8A92-B789D277D6BD}" dt="2022-11-05T16:54:00.998" v="8"/>
          <pc:sldLayoutMkLst>
            <pc:docMk/>
            <pc:sldMasterMk cId="1040217982" sldId="2147483664"/>
            <pc:sldLayoutMk cId="28180483" sldId="2147483677"/>
          </pc:sldLayoutMkLst>
          <pc:grpChg chg="add del">
            <ac:chgData name="Stanley Rodrick" userId="8969fbcc-7c96-46fb-a663-9e2e5920ff04" providerId="ADAL" clId="{249A772E-BB88-AE47-8A92-B789D277D6BD}" dt="2022-11-05T16:54:00.998" v="8"/>
            <ac:grpSpMkLst>
              <pc:docMk/>
              <pc:sldMasterMk cId="1040217982" sldId="2147483664"/>
              <pc:sldLayoutMk cId="28180483" sldId="2147483677"/>
              <ac:grpSpMk id="121" creationId="{00000000-0000-0000-0000-000000000000}"/>
            </ac:grpSpMkLst>
          </pc:grpChg>
        </pc:sldLayoutChg>
        <pc:sldLayoutChg chg="addSp delSp">
          <pc:chgData name="Stanley Rodrick" userId="8969fbcc-7c96-46fb-a663-9e2e5920ff04" providerId="ADAL" clId="{249A772E-BB88-AE47-8A92-B789D277D6BD}" dt="2022-11-05T16:54:00.998" v="8"/>
          <pc:sldLayoutMkLst>
            <pc:docMk/>
            <pc:sldMasterMk cId="1040217982" sldId="2147483664"/>
            <pc:sldLayoutMk cId="302586365" sldId="2147483678"/>
          </pc:sldLayoutMkLst>
          <pc:grpChg chg="add del">
            <ac:chgData name="Stanley Rodrick" userId="8969fbcc-7c96-46fb-a663-9e2e5920ff04" providerId="ADAL" clId="{249A772E-BB88-AE47-8A92-B789D277D6BD}" dt="2022-11-05T16:54:00.998" v="8"/>
            <ac:grpSpMkLst>
              <pc:docMk/>
              <pc:sldMasterMk cId="1040217982" sldId="2147483664"/>
              <pc:sldLayoutMk cId="302586365" sldId="2147483678"/>
              <ac:grpSpMk id="54" creationId="{00000000-0000-0000-0000-000000000000}"/>
            </ac:grpSpMkLst>
          </pc:grpChg>
        </pc:sldLayoutChg>
        <pc:sldLayoutChg chg="addSp delSp">
          <pc:chgData name="Stanley Rodrick" userId="8969fbcc-7c96-46fb-a663-9e2e5920ff04" providerId="ADAL" clId="{249A772E-BB88-AE47-8A92-B789D277D6BD}" dt="2022-11-05T16:54:00.998" v="8"/>
          <pc:sldLayoutMkLst>
            <pc:docMk/>
            <pc:sldMasterMk cId="1040217982" sldId="2147483664"/>
            <pc:sldLayoutMk cId="208100175" sldId="2147483679"/>
          </pc:sldLayoutMkLst>
          <pc:spChg chg="add del">
            <ac:chgData name="Stanley Rodrick" userId="8969fbcc-7c96-46fb-a663-9e2e5920ff04" providerId="ADAL" clId="{249A772E-BB88-AE47-8A92-B789D277D6BD}" dt="2022-11-05T16:54:00.998" v="8"/>
            <ac:spMkLst>
              <pc:docMk/>
              <pc:sldMasterMk cId="1040217982" sldId="2147483664"/>
              <pc:sldLayoutMk cId="208100175" sldId="2147483679"/>
              <ac:spMk id="159" creationId="{00000000-0000-0000-0000-000000000000}"/>
            </ac:spMkLst>
          </pc:spChg>
        </pc:sldLayoutChg>
      </pc:sldMasterChg>
      <pc:sldMasterChg chg="modTransition">
        <pc:chgData name="Stanley Rodrick" userId="8969fbcc-7c96-46fb-a663-9e2e5920ff04" providerId="ADAL" clId="{249A772E-BB88-AE47-8A92-B789D277D6BD}" dt="2022-11-05T16:53:57.186" v="6"/>
        <pc:sldMasterMkLst>
          <pc:docMk/>
          <pc:sldMasterMk cId="3476910030" sldId="2147483680"/>
        </pc:sldMasterMkLst>
      </pc:sldMasterChg>
      <pc:sldMasterChg chg="modTransition">
        <pc:chgData name="Stanley Rodrick" userId="8969fbcc-7c96-46fb-a663-9e2e5920ff04" providerId="ADAL" clId="{249A772E-BB88-AE47-8A92-B789D277D6BD}" dt="2022-11-05T16:54:03.577" v="9"/>
        <pc:sldMasterMkLst>
          <pc:docMk/>
          <pc:sldMasterMk cId="4190695053" sldId="2147483680"/>
        </pc:sldMasterMkLst>
      </pc:sldMasterChg>
      <pc:sldMasterChg chg="modTransition">
        <pc:chgData name="Stanley Rodrick" userId="8969fbcc-7c96-46fb-a663-9e2e5920ff04" providerId="ADAL" clId="{249A772E-BB88-AE47-8A92-B789D277D6BD}" dt="2022-11-05T16:54:06.460" v="10"/>
        <pc:sldMasterMkLst>
          <pc:docMk/>
          <pc:sldMasterMk cId="226873926" sldId="2147483696"/>
        </pc:sldMasterMkLst>
      </pc:sldMasterChg>
      <pc:sldMasterChg chg="modTransition">
        <pc:chgData name="Stanley Rodrick" userId="8969fbcc-7c96-46fb-a663-9e2e5920ff04" providerId="ADAL" clId="{249A772E-BB88-AE47-8A92-B789D277D6BD}" dt="2022-11-05T16:53:57.134" v="5"/>
        <pc:sldMasterMkLst>
          <pc:docMk/>
          <pc:sldMasterMk cId="1333261363" sldId="2147483696"/>
        </pc:sldMasterMkLst>
      </pc:sldMasterChg>
    </pc:docChg>
  </pc:docChgLst>
  <pc:docChgLst>
    <pc:chgData name="Stanley Rodrick" userId="8969fbcc-7c96-46fb-a663-9e2e5920ff04" providerId="ADAL" clId="{2F56107C-66EC-9A47-917B-06294CBA6464}"/>
    <pc:docChg chg="undo custSel addSld delSld modSld sldOrd">
      <pc:chgData name="Stanley Rodrick" userId="8969fbcc-7c96-46fb-a663-9e2e5920ff04" providerId="ADAL" clId="{2F56107C-66EC-9A47-917B-06294CBA6464}" dt="2022-07-23T15:24:11.253" v="1080" actId="20577"/>
      <pc:docMkLst>
        <pc:docMk/>
      </pc:docMkLst>
      <pc:sldChg chg="modSp mod">
        <pc:chgData name="Stanley Rodrick" userId="8969fbcc-7c96-46fb-a663-9e2e5920ff04" providerId="ADAL" clId="{2F56107C-66EC-9A47-917B-06294CBA6464}" dt="2022-07-23T15:24:11.253" v="1080" actId="20577"/>
        <pc:sldMkLst>
          <pc:docMk/>
          <pc:sldMk cId="0" sldId="256"/>
        </pc:sldMkLst>
        <pc:spChg chg="mod">
          <ac:chgData name="Stanley Rodrick" userId="8969fbcc-7c96-46fb-a663-9e2e5920ff04" providerId="ADAL" clId="{2F56107C-66EC-9A47-917B-06294CBA6464}" dt="2022-07-23T15:24:11.253" v="1080" actId="20577"/>
          <ac:spMkLst>
            <pc:docMk/>
            <pc:sldMk cId="0" sldId="256"/>
            <ac:spMk id="199" creationId="{00000000-0000-0000-0000-000000000000}"/>
          </ac:spMkLst>
        </pc:spChg>
      </pc:sldChg>
      <pc:sldChg chg="modSp mod">
        <pc:chgData name="Stanley Rodrick" userId="8969fbcc-7c96-46fb-a663-9e2e5920ff04" providerId="ADAL" clId="{2F56107C-66EC-9A47-917B-06294CBA6464}" dt="2022-07-17T18:26:57.987" v="1078" actId="403"/>
        <pc:sldMkLst>
          <pc:docMk/>
          <pc:sldMk cId="397950661" sldId="404"/>
        </pc:sldMkLst>
        <pc:spChg chg="mod">
          <ac:chgData name="Stanley Rodrick" userId="8969fbcc-7c96-46fb-a663-9e2e5920ff04" providerId="ADAL" clId="{2F56107C-66EC-9A47-917B-06294CBA6464}" dt="2022-07-17T18:26:57.987" v="1078" actId="403"/>
          <ac:spMkLst>
            <pc:docMk/>
            <pc:sldMk cId="397950661" sldId="404"/>
            <ac:spMk id="9" creationId="{E6093465-1D83-BE44-8934-D67820CAB994}"/>
          </ac:spMkLst>
        </pc:spChg>
      </pc:sldChg>
      <pc:sldChg chg="modSp mod">
        <pc:chgData name="Stanley Rodrick" userId="8969fbcc-7c96-46fb-a663-9e2e5920ff04" providerId="ADAL" clId="{2F56107C-66EC-9A47-917B-06294CBA6464}" dt="2022-07-17T18:26:33.331" v="1077" actId="207"/>
        <pc:sldMkLst>
          <pc:docMk/>
          <pc:sldMk cId="2430129703" sldId="411"/>
        </pc:sldMkLst>
        <pc:spChg chg="mod">
          <ac:chgData name="Stanley Rodrick" userId="8969fbcc-7c96-46fb-a663-9e2e5920ff04" providerId="ADAL" clId="{2F56107C-66EC-9A47-917B-06294CBA6464}" dt="2022-07-17T18:26:33.331" v="1077" actId="207"/>
          <ac:spMkLst>
            <pc:docMk/>
            <pc:sldMk cId="2430129703" sldId="411"/>
            <ac:spMk id="9" creationId="{E6093465-1D83-BE44-8934-D67820CAB994}"/>
          </ac:spMkLst>
        </pc:spChg>
      </pc:sldChg>
      <pc:sldChg chg="modSp mod">
        <pc:chgData name="Stanley Rodrick" userId="8969fbcc-7c96-46fb-a663-9e2e5920ff04" providerId="ADAL" clId="{2F56107C-66EC-9A47-917B-06294CBA6464}" dt="2022-07-17T18:26:06.031" v="1073" actId="207"/>
        <pc:sldMkLst>
          <pc:docMk/>
          <pc:sldMk cId="3160326643" sldId="413"/>
        </pc:sldMkLst>
        <pc:spChg chg="mod">
          <ac:chgData name="Stanley Rodrick" userId="8969fbcc-7c96-46fb-a663-9e2e5920ff04" providerId="ADAL" clId="{2F56107C-66EC-9A47-917B-06294CBA6464}" dt="2022-07-17T18:26:06.031" v="1073" actId="207"/>
          <ac:spMkLst>
            <pc:docMk/>
            <pc:sldMk cId="3160326643" sldId="413"/>
            <ac:spMk id="10" creationId="{EAFD7259-8FF0-901D-A0F8-4A9252599882}"/>
          </ac:spMkLst>
        </pc:spChg>
      </pc:sldChg>
      <pc:sldChg chg="modSp mod">
        <pc:chgData name="Stanley Rodrick" userId="8969fbcc-7c96-46fb-a663-9e2e5920ff04" providerId="ADAL" clId="{2F56107C-66EC-9A47-917B-06294CBA6464}" dt="2022-07-17T18:25:10.385" v="1070" actId="207"/>
        <pc:sldMkLst>
          <pc:docMk/>
          <pc:sldMk cId="1884674656" sldId="417"/>
        </pc:sldMkLst>
        <pc:spChg chg="mod">
          <ac:chgData name="Stanley Rodrick" userId="8969fbcc-7c96-46fb-a663-9e2e5920ff04" providerId="ADAL" clId="{2F56107C-66EC-9A47-917B-06294CBA6464}" dt="2022-07-17T18:25:10.385" v="1070" actId="207"/>
          <ac:spMkLst>
            <pc:docMk/>
            <pc:sldMk cId="1884674656" sldId="417"/>
            <ac:spMk id="10" creationId="{3E894403-4C3D-7217-EC3C-B33088AD505E}"/>
          </ac:spMkLst>
        </pc:spChg>
      </pc:sldChg>
      <pc:sldChg chg="addSp modSp mod">
        <pc:chgData name="Stanley Rodrick" userId="8969fbcc-7c96-46fb-a663-9e2e5920ff04" providerId="ADAL" clId="{2F56107C-66EC-9A47-917B-06294CBA6464}" dt="2022-07-17T18:08:54.932" v="970" actId="1036"/>
        <pc:sldMkLst>
          <pc:docMk/>
          <pc:sldMk cId="675054684" sldId="420"/>
        </pc:sldMkLst>
        <pc:picChg chg="add mod">
          <ac:chgData name="Stanley Rodrick" userId="8969fbcc-7c96-46fb-a663-9e2e5920ff04" providerId="ADAL" clId="{2F56107C-66EC-9A47-917B-06294CBA6464}" dt="2022-07-17T18:08:54.932" v="970" actId="1036"/>
          <ac:picMkLst>
            <pc:docMk/>
            <pc:sldMk cId="675054684" sldId="420"/>
            <ac:picMk id="3" creationId="{F8189F00-AD8F-7CD1-2954-E65BCAD56448}"/>
          </ac:picMkLst>
        </pc:picChg>
        <pc:picChg chg="mod modCrop">
          <ac:chgData name="Stanley Rodrick" userId="8969fbcc-7c96-46fb-a663-9e2e5920ff04" providerId="ADAL" clId="{2F56107C-66EC-9A47-917B-06294CBA6464}" dt="2022-07-17T18:08:27.818" v="941" actId="1076"/>
          <ac:picMkLst>
            <pc:docMk/>
            <pc:sldMk cId="675054684" sldId="420"/>
            <ac:picMk id="12" creationId="{F0AF3AFA-9B90-0C6E-1A95-CA2664C75751}"/>
          </ac:picMkLst>
        </pc:picChg>
      </pc:sldChg>
      <pc:sldChg chg="modSp mod">
        <pc:chgData name="Stanley Rodrick" userId="8969fbcc-7c96-46fb-a663-9e2e5920ff04" providerId="ADAL" clId="{2F56107C-66EC-9A47-917B-06294CBA6464}" dt="2022-07-17T17:59:01.836" v="871" actId="20577"/>
        <pc:sldMkLst>
          <pc:docMk/>
          <pc:sldMk cId="3127504798" sldId="424"/>
        </pc:sldMkLst>
        <pc:spChg chg="mod">
          <ac:chgData name="Stanley Rodrick" userId="8969fbcc-7c96-46fb-a663-9e2e5920ff04" providerId="ADAL" clId="{2F56107C-66EC-9A47-917B-06294CBA6464}" dt="2022-07-17T17:59:01.836" v="871" actId="20577"/>
          <ac:spMkLst>
            <pc:docMk/>
            <pc:sldMk cId="3127504798" sldId="424"/>
            <ac:spMk id="6" creationId="{864278F7-8B49-813B-C6D6-CFB8CA54F612}"/>
          </ac:spMkLst>
        </pc:spChg>
        <pc:spChg chg="mod">
          <ac:chgData name="Stanley Rodrick" userId="8969fbcc-7c96-46fb-a663-9e2e5920ff04" providerId="ADAL" clId="{2F56107C-66EC-9A47-917B-06294CBA6464}" dt="2022-07-17T17:22:52.508" v="416" actId="20577"/>
          <ac:spMkLst>
            <pc:docMk/>
            <pc:sldMk cId="3127504798" sldId="424"/>
            <ac:spMk id="7" creationId="{C6AA6090-E0D6-9807-2CCB-2516E9D720ED}"/>
          </ac:spMkLst>
        </pc:spChg>
      </pc:sldChg>
      <pc:sldChg chg="modSp mod">
        <pc:chgData name="Stanley Rodrick" userId="8969fbcc-7c96-46fb-a663-9e2e5920ff04" providerId="ADAL" clId="{2F56107C-66EC-9A47-917B-06294CBA6464}" dt="2022-07-17T18:23:21.236" v="1008" actId="20577"/>
        <pc:sldMkLst>
          <pc:docMk/>
          <pc:sldMk cId="1794814660" sldId="425"/>
        </pc:sldMkLst>
        <pc:spChg chg="mod">
          <ac:chgData name="Stanley Rodrick" userId="8969fbcc-7c96-46fb-a663-9e2e5920ff04" providerId="ADAL" clId="{2F56107C-66EC-9A47-917B-06294CBA6464}" dt="2022-07-17T17:59:44.986" v="886" actId="20577"/>
          <ac:spMkLst>
            <pc:docMk/>
            <pc:sldMk cId="1794814660" sldId="425"/>
            <ac:spMk id="4" creationId="{DE785594-211E-6AAB-EB90-B6057EFF2B4D}"/>
          </ac:spMkLst>
        </pc:spChg>
        <pc:spChg chg="mod">
          <ac:chgData name="Stanley Rodrick" userId="8969fbcc-7c96-46fb-a663-9e2e5920ff04" providerId="ADAL" clId="{2F56107C-66EC-9A47-917B-06294CBA6464}" dt="2022-07-17T18:23:21.236" v="1008" actId="20577"/>
          <ac:spMkLst>
            <pc:docMk/>
            <pc:sldMk cId="1794814660" sldId="425"/>
            <ac:spMk id="7" creationId="{C6AA6090-E0D6-9807-2CCB-2516E9D720ED}"/>
          </ac:spMkLst>
        </pc:spChg>
      </pc:sldChg>
      <pc:sldChg chg="modSp mod">
        <pc:chgData name="Stanley Rodrick" userId="8969fbcc-7c96-46fb-a663-9e2e5920ff04" providerId="ADAL" clId="{2F56107C-66EC-9A47-917B-06294CBA6464}" dt="2022-07-17T18:23:15.843" v="999" actId="20577"/>
        <pc:sldMkLst>
          <pc:docMk/>
          <pc:sldMk cId="2852805700" sldId="426"/>
        </pc:sldMkLst>
        <pc:spChg chg="mod">
          <ac:chgData name="Stanley Rodrick" userId="8969fbcc-7c96-46fb-a663-9e2e5920ff04" providerId="ADAL" clId="{2F56107C-66EC-9A47-917B-06294CBA6464}" dt="2022-07-17T17:59:12.385" v="874" actId="20577"/>
          <ac:spMkLst>
            <pc:docMk/>
            <pc:sldMk cId="2852805700" sldId="426"/>
            <ac:spMk id="4" creationId="{DE785594-211E-6AAB-EB90-B6057EFF2B4D}"/>
          </ac:spMkLst>
        </pc:spChg>
        <pc:spChg chg="mod">
          <ac:chgData name="Stanley Rodrick" userId="8969fbcc-7c96-46fb-a663-9e2e5920ff04" providerId="ADAL" clId="{2F56107C-66EC-9A47-917B-06294CBA6464}" dt="2022-07-17T18:23:15.843" v="999" actId="20577"/>
          <ac:spMkLst>
            <pc:docMk/>
            <pc:sldMk cId="2852805700" sldId="426"/>
            <ac:spMk id="7" creationId="{C6AA6090-E0D6-9807-2CCB-2516E9D720ED}"/>
          </ac:spMkLst>
        </pc:spChg>
      </pc:sldChg>
      <pc:sldChg chg="modSp mod">
        <pc:chgData name="Stanley Rodrick" userId="8969fbcc-7c96-46fb-a663-9e2e5920ff04" providerId="ADAL" clId="{2F56107C-66EC-9A47-917B-06294CBA6464}" dt="2022-07-17T18:23:27.420" v="1017" actId="20577"/>
        <pc:sldMkLst>
          <pc:docMk/>
          <pc:sldMk cId="2211702218" sldId="427"/>
        </pc:sldMkLst>
        <pc:spChg chg="mod">
          <ac:chgData name="Stanley Rodrick" userId="8969fbcc-7c96-46fb-a663-9e2e5920ff04" providerId="ADAL" clId="{2F56107C-66EC-9A47-917B-06294CBA6464}" dt="2022-07-17T18:01:14.596" v="909" actId="20577"/>
          <ac:spMkLst>
            <pc:docMk/>
            <pc:sldMk cId="2211702218" sldId="427"/>
            <ac:spMk id="4" creationId="{DE785594-211E-6AAB-EB90-B6057EFF2B4D}"/>
          </ac:spMkLst>
        </pc:spChg>
        <pc:spChg chg="mod">
          <ac:chgData name="Stanley Rodrick" userId="8969fbcc-7c96-46fb-a663-9e2e5920ff04" providerId="ADAL" clId="{2F56107C-66EC-9A47-917B-06294CBA6464}" dt="2022-07-17T18:23:27.420" v="1017" actId="20577"/>
          <ac:spMkLst>
            <pc:docMk/>
            <pc:sldMk cId="2211702218" sldId="427"/>
            <ac:spMk id="7" creationId="{C6AA6090-E0D6-9807-2CCB-2516E9D720ED}"/>
          </ac:spMkLst>
        </pc:spChg>
      </pc:sldChg>
      <pc:sldChg chg="modSp mod ord">
        <pc:chgData name="Stanley Rodrick" userId="8969fbcc-7c96-46fb-a663-9e2e5920ff04" providerId="ADAL" clId="{2F56107C-66EC-9A47-917B-06294CBA6464}" dt="2022-07-17T18:24:46.478" v="1065" actId="20577"/>
        <pc:sldMkLst>
          <pc:docMk/>
          <pc:sldMk cId="783404183" sldId="428"/>
        </pc:sldMkLst>
        <pc:spChg chg="mod">
          <ac:chgData name="Stanley Rodrick" userId="8969fbcc-7c96-46fb-a663-9e2e5920ff04" providerId="ADAL" clId="{2F56107C-66EC-9A47-917B-06294CBA6464}" dt="2022-07-17T18:24:46.478" v="1065" actId="20577"/>
          <ac:spMkLst>
            <pc:docMk/>
            <pc:sldMk cId="783404183" sldId="428"/>
            <ac:spMk id="7" creationId="{C6AA6090-E0D6-9807-2CCB-2516E9D720ED}"/>
          </ac:spMkLst>
        </pc:spChg>
      </pc:sldChg>
      <pc:sldChg chg="modSp mod ord">
        <pc:chgData name="Stanley Rodrick" userId="8969fbcc-7c96-46fb-a663-9e2e5920ff04" providerId="ADAL" clId="{2F56107C-66EC-9A47-917B-06294CBA6464}" dt="2022-07-17T18:24:50.472" v="1067" actId="20577"/>
        <pc:sldMkLst>
          <pc:docMk/>
          <pc:sldMk cId="902549672" sldId="429"/>
        </pc:sldMkLst>
        <pc:spChg chg="mod">
          <ac:chgData name="Stanley Rodrick" userId="8969fbcc-7c96-46fb-a663-9e2e5920ff04" providerId="ADAL" clId="{2F56107C-66EC-9A47-917B-06294CBA6464}" dt="2022-07-17T18:24:50.472" v="1067" actId="20577"/>
          <ac:spMkLst>
            <pc:docMk/>
            <pc:sldMk cId="902549672" sldId="429"/>
            <ac:spMk id="7" creationId="{C6AA6090-E0D6-9807-2CCB-2516E9D720ED}"/>
          </ac:spMkLst>
        </pc:spChg>
      </pc:sldChg>
      <pc:sldChg chg="modSp mod ord">
        <pc:chgData name="Stanley Rodrick" userId="8969fbcc-7c96-46fb-a663-9e2e5920ff04" providerId="ADAL" clId="{2F56107C-66EC-9A47-917B-06294CBA6464}" dt="2022-07-17T18:24:53.934" v="1069" actId="20577"/>
        <pc:sldMkLst>
          <pc:docMk/>
          <pc:sldMk cId="3109603430" sldId="430"/>
        </pc:sldMkLst>
        <pc:spChg chg="mod">
          <ac:chgData name="Stanley Rodrick" userId="8969fbcc-7c96-46fb-a663-9e2e5920ff04" providerId="ADAL" clId="{2F56107C-66EC-9A47-917B-06294CBA6464}" dt="2022-07-17T18:22:27.648" v="988" actId="20577"/>
          <ac:spMkLst>
            <pc:docMk/>
            <pc:sldMk cId="3109603430" sldId="430"/>
            <ac:spMk id="4" creationId="{B09FDCBF-89CC-0297-A5CE-4307EA7EF581}"/>
          </ac:spMkLst>
        </pc:spChg>
        <pc:spChg chg="mod">
          <ac:chgData name="Stanley Rodrick" userId="8969fbcc-7c96-46fb-a663-9e2e5920ff04" providerId="ADAL" clId="{2F56107C-66EC-9A47-917B-06294CBA6464}" dt="2022-07-17T18:24:53.934" v="1069" actId="20577"/>
          <ac:spMkLst>
            <pc:docMk/>
            <pc:sldMk cId="3109603430" sldId="430"/>
            <ac:spMk id="7" creationId="{C6AA6090-E0D6-9807-2CCB-2516E9D720ED}"/>
          </ac:spMkLst>
        </pc:spChg>
      </pc:sldChg>
      <pc:sldChg chg="addSp delSp modSp mod ord">
        <pc:chgData name="Stanley Rodrick" userId="8969fbcc-7c96-46fb-a663-9e2e5920ff04" providerId="ADAL" clId="{2F56107C-66EC-9A47-917B-06294CBA6464}" dt="2022-07-17T18:23:31.235" v="1019" actId="20577"/>
        <pc:sldMkLst>
          <pc:docMk/>
          <pc:sldMk cId="3386569570" sldId="433"/>
        </pc:sldMkLst>
        <pc:spChg chg="mod">
          <ac:chgData name="Stanley Rodrick" userId="8969fbcc-7c96-46fb-a663-9e2e5920ff04" providerId="ADAL" clId="{2F56107C-66EC-9A47-917B-06294CBA6464}" dt="2022-07-17T18:23:31.235" v="1019" actId="20577"/>
          <ac:spMkLst>
            <pc:docMk/>
            <pc:sldMk cId="3386569570" sldId="433"/>
            <ac:spMk id="7" creationId="{C6AA6090-E0D6-9807-2CCB-2516E9D720ED}"/>
          </ac:spMkLst>
        </pc:spChg>
        <pc:spChg chg="del">
          <ac:chgData name="Stanley Rodrick" userId="8969fbcc-7c96-46fb-a663-9e2e5920ff04" providerId="ADAL" clId="{2F56107C-66EC-9A47-917B-06294CBA6464}" dt="2022-07-17T17:27:35.390" v="429" actId="478"/>
          <ac:spMkLst>
            <pc:docMk/>
            <pc:sldMk cId="3386569570" sldId="433"/>
            <ac:spMk id="9" creationId="{8E91ACB5-7DB0-2BBB-6255-FA6E9E797AEF}"/>
          </ac:spMkLst>
        </pc:spChg>
        <pc:picChg chg="add mod modCrop">
          <ac:chgData name="Stanley Rodrick" userId="8969fbcc-7c96-46fb-a663-9e2e5920ff04" providerId="ADAL" clId="{2F56107C-66EC-9A47-917B-06294CBA6464}" dt="2022-07-17T18:03:42.149" v="923" actId="732"/>
          <ac:picMkLst>
            <pc:docMk/>
            <pc:sldMk cId="3386569570" sldId="433"/>
            <ac:picMk id="3" creationId="{8EF003BD-DFF6-3A01-2FFA-82EDC36D81AB}"/>
          </ac:picMkLst>
        </pc:picChg>
        <pc:picChg chg="del">
          <ac:chgData name="Stanley Rodrick" userId="8969fbcc-7c96-46fb-a663-9e2e5920ff04" providerId="ADAL" clId="{2F56107C-66EC-9A47-917B-06294CBA6464}" dt="2022-07-17T17:27:35.974" v="430" actId="478"/>
          <ac:picMkLst>
            <pc:docMk/>
            <pc:sldMk cId="3386569570" sldId="433"/>
            <ac:picMk id="10" creationId="{B35C7A5A-09EE-3B2D-75F1-F36A3C43B4A2}"/>
          </ac:picMkLst>
        </pc:picChg>
      </pc:sldChg>
      <pc:sldChg chg="modSp mod">
        <pc:chgData name="Stanley Rodrick" userId="8969fbcc-7c96-46fb-a663-9e2e5920ff04" providerId="ADAL" clId="{2F56107C-66EC-9A47-917B-06294CBA6464}" dt="2022-07-17T18:23:41.101" v="1023" actId="20577"/>
        <pc:sldMkLst>
          <pc:docMk/>
          <pc:sldMk cId="3756431345" sldId="434"/>
        </pc:sldMkLst>
        <pc:spChg chg="mod">
          <ac:chgData name="Stanley Rodrick" userId="8969fbcc-7c96-46fb-a663-9e2e5920ff04" providerId="ADAL" clId="{2F56107C-66EC-9A47-917B-06294CBA6464}" dt="2022-07-17T18:23:41.101" v="1023" actId="20577"/>
          <ac:spMkLst>
            <pc:docMk/>
            <pc:sldMk cId="3756431345" sldId="434"/>
            <ac:spMk id="7" creationId="{C6AA6090-E0D6-9807-2CCB-2516E9D720ED}"/>
          </ac:spMkLst>
        </pc:spChg>
        <pc:spChg chg="mod">
          <ac:chgData name="Stanley Rodrick" userId="8969fbcc-7c96-46fb-a663-9e2e5920ff04" providerId="ADAL" clId="{2F56107C-66EC-9A47-917B-06294CBA6464}" dt="2022-07-17T18:04:13.146" v="929" actId="20577"/>
          <ac:spMkLst>
            <pc:docMk/>
            <pc:sldMk cId="3756431345" sldId="434"/>
            <ac:spMk id="8" creationId="{81B6238C-E5AA-0747-66B8-BE7BF461F97F}"/>
          </ac:spMkLst>
        </pc:spChg>
        <pc:picChg chg="mod">
          <ac:chgData name="Stanley Rodrick" userId="8969fbcc-7c96-46fb-a663-9e2e5920ff04" providerId="ADAL" clId="{2F56107C-66EC-9A47-917B-06294CBA6464}" dt="2022-07-17T18:04:11.333" v="927" actId="14100"/>
          <ac:picMkLst>
            <pc:docMk/>
            <pc:sldMk cId="3756431345" sldId="434"/>
            <ac:picMk id="10" creationId="{B35C7A5A-09EE-3B2D-75F1-F36A3C43B4A2}"/>
          </ac:picMkLst>
        </pc:picChg>
      </pc:sldChg>
      <pc:sldChg chg="delSp del mod">
        <pc:chgData name="Stanley Rodrick" userId="8969fbcc-7c96-46fb-a663-9e2e5920ff04" providerId="ADAL" clId="{2F56107C-66EC-9A47-917B-06294CBA6464}" dt="2022-07-17T16:52:51.838" v="1" actId="2696"/>
        <pc:sldMkLst>
          <pc:docMk/>
          <pc:sldMk cId="192874576" sldId="435"/>
        </pc:sldMkLst>
        <pc:picChg chg="del">
          <ac:chgData name="Stanley Rodrick" userId="8969fbcc-7c96-46fb-a663-9e2e5920ff04" providerId="ADAL" clId="{2F56107C-66EC-9A47-917B-06294CBA6464}" dt="2022-07-17T16:52:44.190" v="0" actId="478"/>
          <ac:picMkLst>
            <pc:docMk/>
            <pc:sldMk cId="192874576" sldId="435"/>
            <ac:picMk id="8" creationId="{FD3F6FAB-652C-E3BD-F060-138BC57B8479}"/>
          </ac:picMkLst>
        </pc:picChg>
      </pc:sldChg>
      <pc:sldChg chg="add del">
        <pc:chgData name="Stanley Rodrick" userId="8969fbcc-7c96-46fb-a663-9e2e5920ff04" providerId="ADAL" clId="{2F56107C-66EC-9A47-917B-06294CBA6464}" dt="2022-07-17T17:24:02.464" v="417" actId="2696"/>
        <pc:sldMkLst>
          <pc:docMk/>
          <pc:sldMk cId="1874161471" sldId="435"/>
        </pc:sldMkLst>
      </pc:sldChg>
      <pc:sldChg chg="addSp delSp modSp add mod">
        <pc:chgData name="Stanley Rodrick" userId="8969fbcc-7c96-46fb-a663-9e2e5920ff04" providerId="ADAL" clId="{2F56107C-66EC-9A47-917B-06294CBA6464}" dt="2022-07-17T18:23:45.332" v="1025" actId="20577"/>
        <pc:sldMkLst>
          <pc:docMk/>
          <pc:sldMk cId="2111130933" sldId="435"/>
        </pc:sldMkLst>
        <pc:spChg chg="mod">
          <ac:chgData name="Stanley Rodrick" userId="8969fbcc-7c96-46fb-a663-9e2e5920ff04" providerId="ADAL" clId="{2F56107C-66EC-9A47-917B-06294CBA6464}" dt="2022-07-17T18:23:45.332" v="1025" actId="20577"/>
          <ac:spMkLst>
            <pc:docMk/>
            <pc:sldMk cId="2111130933" sldId="435"/>
            <ac:spMk id="7" creationId="{C6AA6090-E0D6-9807-2CCB-2516E9D720ED}"/>
          </ac:spMkLst>
        </pc:spChg>
        <pc:spChg chg="del">
          <ac:chgData name="Stanley Rodrick" userId="8969fbcc-7c96-46fb-a663-9e2e5920ff04" providerId="ADAL" clId="{2F56107C-66EC-9A47-917B-06294CBA6464}" dt="2022-07-17T17:26:59.447" v="422" actId="478"/>
          <ac:spMkLst>
            <pc:docMk/>
            <pc:sldMk cId="2111130933" sldId="435"/>
            <ac:spMk id="8" creationId="{81B6238C-E5AA-0747-66B8-BE7BF461F97F}"/>
          </ac:spMkLst>
        </pc:spChg>
        <pc:picChg chg="add mod">
          <ac:chgData name="Stanley Rodrick" userId="8969fbcc-7c96-46fb-a663-9e2e5920ff04" providerId="ADAL" clId="{2F56107C-66EC-9A47-917B-06294CBA6464}" dt="2022-07-17T17:27:21.629" v="427" actId="1076"/>
          <ac:picMkLst>
            <pc:docMk/>
            <pc:sldMk cId="2111130933" sldId="435"/>
            <ac:picMk id="3" creationId="{C2D1D63D-FD06-CCE8-48EA-A28FFADECC77}"/>
          </ac:picMkLst>
        </pc:picChg>
        <pc:picChg chg="del">
          <ac:chgData name="Stanley Rodrick" userId="8969fbcc-7c96-46fb-a663-9e2e5920ff04" providerId="ADAL" clId="{2F56107C-66EC-9A47-917B-06294CBA6464}" dt="2022-07-17T17:26:54.580" v="419" actId="478"/>
          <ac:picMkLst>
            <pc:docMk/>
            <pc:sldMk cId="2111130933" sldId="435"/>
            <ac:picMk id="10" creationId="{B35C7A5A-09EE-3B2D-75F1-F36A3C43B4A2}"/>
          </ac:picMkLst>
        </pc:picChg>
      </pc:sldChg>
      <pc:sldChg chg="addSp delSp modSp add mod">
        <pc:chgData name="Stanley Rodrick" userId="8969fbcc-7c96-46fb-a663-9e2e5920ff04" providerId="ADAL" clId="{2F56107C-66EC-9A47-917B-06294CBA6464}" dt="2022-07-17T18:23:36.588" v="1021" actId="20577"/>
        <pc:sldMkLst>
          <pc:docMk/>
          <pc:sldMk cId="1563500355" sldId="436"/>
        </pc:sldMkLst>
        <pc:spChg chg="add mod">
          <ac:chgData name="Stanley Rodrick" userId="8969fbcc-7c96-46fb-a663-9e2e5920ff04" providerId="ADAL" clId="{2F56107C-66EC-9A47-917B-06294CBA6464}" dt="2022-07-17T17:53:50.822" v="774" actId="20577"/>
          <ac:spMkLst>
            <pc:docMk/>
            <pc:sldMk cId="1563500355" sldId="436"/>
            <ac:spMk id="2" creationId="{CDE21DE7-B0A7-78E4-2E6A-0394EA3B67FA}"/>
          </ac:spMkLst>
        </pc:spChg>
        <pc:spChg chg="add del mod">
          <ac:chgData name="Stanley Rodrick" userId="8969fbcc-7c96-46fb-a663-9e2e5920ff04" providerId="ADAL" clId="{2F56107C-66EC-9A47-917B-06294CBA6464}" dt="2022-07-17T17:55:06.801" v="782"/>
          <ac:spMkLst>
            <pc:docMk/>
            <pc:sldMk cId="1563500355" sldId="436"/>
            <ac:spMk id="3" creationId="{381D2480-7E2B-D0D2-A47D-7533D079E1DF}"/>
          </ac:spMkLst>
        </pc:spChg>
        <pc:spChg chg="add mod">
          <ac:chgData name="Stanley Rodrick" userId="8969fbcc-7c96-46fb-a663-9e2e5920ff04" providerId="ADAL" clId="{2F56107C-66EC-9A47-917B-06294CBA6464}" dt="2022-07-17T17:58:05.634" v="862" actId="20577"/>
          <ac:spMkLst>
            <pc:docMk/>
            <pc:sldMk cId="1563500355" sldId="436"/>
            <ac:spMk id="4" creationId="{E44B2CB3-333A-8007-8598-DA7275F4E14E}"/>
          </ac:spMkLst>
        </pc:spChg>
        <pc:spChg chg="mod">
          <ac:chgData name="Stanley Rodrick" userId="8969fbcc-7c96-46fb-a663-9e2e5920ff04" providerId="ADAL" clId="{2F56107C-66EC-9A47-917B-06294CBA6464}" dt="2022-07-17T18:23:36.588" v="1021" actId="20577"/>
          <ac:spMkLst>
            <pc:docMk/>
            <pc:sldMk cId="1563500355" sldId="436"/>
            <ac:spMk id="7" creationId="{C6AA6090-E0D6-9807-2CCB-2516E9D720ED}"/>
          </ac:spMkLst>
        </pc:spChg>
        <pc:spChg chg="add mod">
          <ac:chgData name="Stanley Rodrick" userId="8969fbcc-7c96-46fb-a663-9e2e5920ff04" providerId="ADAL" clId="{2F56107C-66EC-9A47-917B-06294CBA6464}" dt="2022-07-17T17:58:23.584" v="869" actId="20577"/>
          <ac:spMkLst>
            <pc:docMk/>
            <pc:sldMk cId="1563500355" sldId="436"/>
            <ac:spMk id="8" creationId="{B6C1D621-D17B-A75C-9760-E49A07E191C0}"/>
          </ac:spMkLst>
        </pc:spChg>
        <pc:spChg chg="del mod">
          <ac:chgData name="Stanley Rodrick" userId="8969fbcc-7c96-46fb-a663-9e2e5920ff04" providerId="ADAL" clId="{2F56107C-66EC-9A47-917B-06294CBA6464}" dt="2022-07-17T17:57:52.095" v="856" actId="478"/>
          <ac:spMkLst>
            <pc:docMk/>
            <pc:sldMk cId="1563500355" sldId="436"/>
            <ac:spMk id="9" creationId="{8E91ACB5-7DB0-2BBB-6255-FA6E9E797AEF}"/>
          </ac:spMkLst>
        </pc:spChg>
        <pc:picChg chg="mod">
          <ac:chgData name="Stanley Rodrick" userId="8969fbcc-7c96-46fb-a663-9e2e5920ff04" providerId="ADAL" clId="{2F56107C-66EC-9A47-917B-06294CBA6464}" dt="2022-07-17T18:04:03.595" v="926" actId="14100"/>
          <ac:picMkLst>
            <pc:docMk/>
            <pc:sldMk cId="1563500355" sldId="436"/>
            <ac:picMk id="10" creationId="{B35C7A5A-09EE-3B2D-75F1-F36A3C43B4A2}"/>
          </ac:picMkLst>
        </pc:picChg>
      </pc:sldChg>
      <pc:sldChg chg="addSp modSp add mod">
        <pc:chgData name="Stanley Rodrick" userId="8969fbcc-7c96-46fb-a663-9e2e5920ff04" providerId="ADAL" clId="{2F56107C-66EC-9A47-917B-06294CBA6464}" dt="2022-07-17T18:23:51.781" v="1036" actId="20577"/>
        <pc:sldMkLst>
          <pc:docMk/>
          <pc:sldMk cId="2964414883" sldId="437"/>
        </pc:sldMkLst>
        <pc:spChg chg="add mod">
          <ac:chgData name="Stanley Rodrick" userId="8969fbcc-7c96-46fb-a663-9e2e5920ff04" providerId="ADAL" clId="{2F56107C-66EC-9A47-917B-06294CBA6464}" dt="2022-07-17T17:51:44.928" v="728" actId="403"/>
          <ac:spMkLst>
            <pc:docMk/>
            <pc:sldMk cId="2964414883" sldId="437"/>
            <ac:spMk id="2" creationId="{FDD81D10-4870-9654-2296-8487C08B5443}"/>
          </ac:spMkLst>
        </pc:spChg>
        <pc:spChg chg="add mod">
          <ac:chgData name="Stanley Rodrick" userId="8969fbcc-7c96-46fb-a663-9e2e5920ff04" providerId="ADAL" clId="{2F56107C-66EC-9A47-917B-06294CBA6464}" dt="2022-07-17T17:52:05.441" v="731" actId="255"/>
          <ac:spMkLst>
            <pc:docMk/>
            <pc:sldMk cId="2964414883" sldId="437"/>
            <ac:spMk id="4" creationId="{0197CDAE-193C-36AA-98BC-8DB9B6B6A05B}"/>
          </ac:spMkLst>
        </pc:spChg>
        <pc:spChg chg="mod">
          <ac:chgData name="Stanley Rodrick" userId="8969fbcc-7c96-46fb-a663-9e2e5920ff04" providerId="ADAL" clId="{2F56107C-66EC-9A47-917B-06294CBA6464}" dt="2022-07-17T18:23:51.781" v="1036" actId="20577"/>
          <ac:spMkLst>
            <pc:docMk/>
            <pc:sldMk cId="2964414883" sldId="437"/>
            <ac:spMk id="7" creationId="{C6AA6090-E0D6-9807-2CCB-2516E9D720ED}"/>
          </ac:spMkLst>
        </pc:spChg>
        <pc:picChg chg="mod">
          <ac:chgData name="Stanley Rodrick" userId="8969fbcc-7c96-46fb-a663-9e2e5920ff04" providerId="ADAL" clId="{2F56107C-66EC-9A47-917B-06294CBA6464}" dt="2022-07-17T17:29:00.325" v="445" actId="1076"/>
          <ac:picMkLst>
            <pc:docMk/>
            <pc:sldMk cId="2964414883" sldId="437"/>
            <ac:picMk id="3" creationId="{C2D1D63D-FD06-CCE8-48EA-A28FFADECC77}"/>
          </ac:picMkLst>
        </pc:picChg>
      </pc:sldChg>
    </pc:docChg>
  </pc:docChgLst>
  <pc:docChgLst>
    <pc:chgData name="Stanley Rodrick" userId="8969fbcc-7c96-46fb-a663-9e2e5920ff04" providerId="ADAL" clId="{9E9EE534-C1BE-7B43-8215-D6AF789C72F4}"/>
    <pc:docChg chg="undo redo custSel addSld delSld modSld sldOrd">
      <pc:chgData name="Stanley Rodrick" userId="8969fbcc-7c96-46fb-a663-9e2e5920ff04" providerId="ADAL" clId="{9E9EE534-C1BE-7B43-8215-D6AF789C72F4}" dt="2022-03-11T10:12:45.206" v="766" actId="1036"/>
      <pc:docMkLst>
        <pc:docMk/>
      </pc:docMkLst>
      <pc:sldChg chg="del">
        <pc:chgData name="Stanley Rodrick" userId="8969fbcc-7c96-46fb-a663-9e2e5920ff04" providerId="ADAL" clId="{9E9EE534-C1BE-7B43-8215-D6AF789C72F4}" dt="2022-03-11T10:02:10.188" v="597" actId="2696"/>
        <pc:sldMkLst>
          <pc:docMk/>
          <pc:sldMk cId="0" sldId="263"/>
        </pc:sldMkLst>
      </pc:sldChg>
      <pc:sldChg chg="del">
        <pc:chgData name="Stanley Rodrick" userId="8969fbcc-7c96-46fb-a663-9e2e5920ff04" providerId="ADAL" clId="{9E9EE534-C1BE-7B43-8215-D6AF789C72F4}" dt="2022-03-11T10:02:10.188" v="597" actId="2696"/>
        <pc:sldMkLst>
          <pc:docMk/>
          <pc:sldMk cId="0" sldId="264"/>
        </pc:sldMkLst>
      </pc:sldChg>
      <pc:sldChg chg="del">
        <pc:chgData name="Stanley Rodrick" userId="8969fbcc-7c96-46fb-a663-9e2e5920ff04" providerId="ADAL" clId="{9E9EE534-C1BE-7B43-8215-D6AF789C72F4}" dt="2022-03-11T10:02:10.188" v="597" actId="2696"/>
        <pc:sldMkLst>
          <pc:docMk/>
          <pc:sldMk cId="0" sldId="265"/>
        </pc:sldMkLst>
      </pc:sldChg>
      <pc:sldChg chg="del">
        <pc:chgData name="Stanley Rodrick" userId="8969fbcc-7c96-46fb-a663-9e2e5920ff04" providerId="ADAL" clId="{9E9EE534-C1BE-7B43-8215-D6AF789C72F4}" dt="2022-03-10T17:49:36.623" v="0" actId="2696"/>
        <pc:sldMkLst>
          <pc:docMk/>
          <pc:sldMk cId="0" sldId="266"/>
        </pc:sldMkLst>
      </pc:sldChg>
      <pc:sldChg chg="del">
        <pc:chgData name="Stanley Rodrick" userId="8969fbcc-7c96-46fb-a663-9e2e5920ff04" providerId="ADAL" clId="{9E9EE534-C1BE-7B43-8215-D6AF789C72F4}" dt="2022-03-11T10:02:10.188" v="597" actId="2696"/>
        <pc:sldMkLst>
          <pc:docMk/>
          <pc:sldMk cId="0" sldId="267"/>
        </pc:sldMkLst>
      </pc:sldChg>
      <pc:sldChg chg="del">
        <pc:chgData name="Stanley Rodrick" userId="8969fbcc-7c96-46fb-a663-9e2e5920ff04" providerId="ADAL" clId="{9E9EE534-C1BE-7B43-8215-D6AF789C72F4}" dt="2022-03-11T10:02:10.188" v="597" actId="2696"/>
        <pc:sldMkLst>
          <pc:docMk/>
          <pc:sldMk cId="0" sldId="268"/>
        </pc:sldMkLst>
      </pc:sldChg>
      <pc:sldChg chg="del">
        <pc:chgData name="Stanley Rodrick" userId="8969fbcc-7c96-46fb-a663-9e2e5920ff04" providerId="ADAL" clId="{9E9EE534-C1BE-7B43-8215-D6AF789C72F4}" dt="2022-03-11T10:02:10.188" v="597" actId="2696"/>
        <pc:sldMkLst>
          <pc:docMk/>
          <pc:sldMk cId="0" sldId="269"/>
        </pc:sldMkLst>
      </pc:sldChg>
      <pc:sldChg chg="del">
        <pc:chgData name="Stanley Rodrick" userId="8969fbcc-7c96-46fb-a663-9e2e5920ff04" providerId="ADAL" clId="{9E9EE534-C1BE-7B43-8215-D6AF789C72F4}" dt="2022-03-11T10:02:10.188" v="597" actId="2696"/>
        <pc:sldMkLst>
          <pc:docMk/>
          <pc:sldMk cId="0" sldId="270"/>
        </pc:sldMkLst>
      </pc:sldChg>
      <pc:sldChg chg="del">
        <pc:chgData name="Stanley Rodrick" userId="8969fbcc-7c96-46fb-a663-9e2e5920ff04" providerId="ADAL" clId="{9E9EE534-C1BE-7B43-8215-D6AF789C72F4}" dt="2022-03-11T10:02:10.188" v="597" actId="2696"/>
        <pc:sldMkLst>
          <pc:docMk/>
          <pc:sldMk cId="0" sldId="271"/>
        </pc:sldMkLst>
      </pc:sldChg>
      <pc:sldChg chg="del">
        <pc:chgData name="Stanley Rodrick" userId="8969fbcc-7c96-46fb-a663-9e2e5920ff04" providerId="ADAL" clId="{9E9EE534-C1BE-7B43-8215-D6AF789C72F4}" dt="2022-03-11T10:02:10.188" v="597" actId="2696"/>
        <pc:sldMkLst>
          <pc:docMk/>
          <pc:sldMk cId="0" sldId="272"/>
        </pc:sldMkLst>
      </pc:sldChg>
      <pc:sldChg chg="del">
        <pc:chgData name="Stanley Rodrick" userId="8969fbcc-7c96-46fb-a663-9e2e5920ff04" providerId="ADAL" clId="{9E9EE534-C1BE-7B43-8215-D6AF789C72F4}" dt="2022-03-11T10:02:10.188" v="597" actId="2696"/>
        <pc:sldMkLst>
          <pc:docMk/>
          <pc:sldMk cId="0" sldId="273"/>
        </pc:sldMkLst>
      </pc:sldChg>
      <pc:sldChg chg="del">
        <pc:chgData name="Stanley Rodrick" userId="8969fbcc-7c96-46fb-a663-9e2e5920ff04" providerId="ADAL" clId="{9E9EE534-C1BE-7B43-8215-D6AF789C72F4}" dt="2022-03-11T10:02:10.188" v="597" actId="2696"/>
        <pc:sldMkLst>
          <pc:docMk/>
          <pc:sldMk cId="0" sldId="274"/>
        </pc:sldMkLst>
      </pc:sldChg>
      <pc:sldChg chg="del">
        <pc:chgData name="Stanley Rodrick" userId="8969fbcc-7c96-46fb-a663-9e2e5920ff04" providerId="ADAL" clId="{9E9EE534-C1BE-7B43-8215-D6AF789C72F4}" dt="2022-03-11T10:02:10.188" v="597" actId="2696"/>
        <pc:sldMkLst>
          <pc:docMk/>
          <pc:sldMk cId="0" sldId="275"/>
        </pc:sldMkLst>
      </pc:sldChg>
      <pc:sldChg chg="del">
        <pc:chgData name="Stanley Rodrick" userId="8969fbcc-7c96-46fb-a663-9e2e5920ff04" providerId="ADAL" clId="{9E9EE534-C1BE-7B43-8215-D6AF789C72F4}" dt="2022-03-11T10:02:10.188" v="597" actId="2696"/>
        <pc:sldMkLst>
          <pc:docMk/>
          <pc:sldMk cId="0" sldId="276"/>
        </pc:sldMkLst>
      </pc:sldChg>
      <pc:sldChg chg="del">
        <pc:chgData name="Stanley Rodrick" userId="8969fbcc-7c96-46fb-a663-9e2e5920ff04" providerId="ADAL" clId="{9E9EE534-C1BE-7B43-8215-D6AF789C72F4}" dt="2022-03-11T10:02:10.188" v="597" actId="2696"/>
        <pc:sldMkLst>
          <pc:docMk/>
          <pc:sldMk cId="0" sldId="277"/>
        </pc:sldMkLst>
      </pc:sldChg>
      <pc:sldChg chg="del">
        <pc:chgData name="Stanley Rodrick" userId="8969fbcc-7c96-46fb-a663-9e2e5920ff04" providerId="ADAL" clId="{9E9EE534-C1BE-7B43-8215-D6AF789C72F4}" dt="2022-03-11T10:02:10.188" v="597" actId="2696"/>
        <pc:sldMkLst>
          <pc:docMk/>
          <pc:sldMk cId="0" sldId="278"/>
        </pc:sldMkLst>
      </pc:sldChg>
      <pc:sldChg chg="del">
        <pc:chgData name="Stanley Rodrick" userId="8969fbcc-7c96-46fb-a663-9e2e5920ff04" providerId="ADAL" clId="{9E9EE534-C1BE-7B43-8215-D6AF789C72F4}" dt="2022-03-11T10:02:10.188" v="597" actId="2696"/>
        <pc:sldMkLst>
          <pc:docMk/>
          <pc:sldMk cId="0" sldId="279"/>
        </pc:sldMkLst>
      </pc:sldChg>
      <pc:sldChg chg="del">
        <pc:chgData name="Stanley Rodrick" userId="8969fbcc-7c96-46fb-a663-9e2e5920ff04" providerId="ADAL" clId="{9E9EE534-C1BE-7B43-8215-D6AF789C72F4}" dt="2022-03-11T10:02:10.188" v="597" actId="2696"/>
        <pc:sldMkLst>
          <pc:docMk/>
          <pc:sldMk cId="0" sldId="280"/>
        </pc:sldMkLst>
      </pc:sldChg>
      <pc:sldChg chg="del">
        <pc:chgData name="Stanley Rodrick" userId="8969fbcc-7c96-46fb-a663-9e2e5920ff04" providerId="ADAL" clId="{9E9EE534-C1BE-7B43-8215-D6AF789C72F4}" dt="2022-03-11T10:02:10.188" v="597" actId="2696"/>
        <pc:sldMkLst>
          <pc:docMk/>
          <pc:sldMk cId="0" sldId="281"/>
        </pc:sldMkLst>
      </pc:sldChg>
      <pc:sldChg chg="del">
        <pc:chgData name="Stanley Rodrick" userId="8969fbcc-7c96-46fb-a663-9e2e5920ff04" providerId="ADAL" clId="{9E9EE534-C1BE-7B43-8215-D6AF789C72F4}" dt="2022-03-11T10:02:10.188" v="597" actId="2696"/>
        <pc:sldMkLst>
          <pc:docMk/>
          <pc:sldMk cId="0" sldId="282"/>
        </pc:sldMkLst>
      </pc:sldChg>
      <pc:sldChg chg="del">
        <pc:chgData name="Stanley Rodrick" userId="8969fbcc-7c96-46fb-a663-9e2e5920ff04" providerId="ADAL" clId="{9E9EE534-C1BE-7B43-8215-D6AF789C72F4}" dt="2022-03-11T10:02:10.188" v="597" actId="2696"/>
        <pc:sldMkLst>
          <pc:docMk/>
          <pc:sldMk cId="0" sldId="286"/>
        </pc:sldMkLst>
      </pc:sldChg>
      <pc:sldChg chg="del">
        <pc:chgData name="Stanley Rodrick" userId="8969fbcc-7c96-46fb-a663-9e2e5920ff04" providerId="ADAL" clId="{9E9EE534-C1BE-7B43-8215-D6AF789C72F4}" dt="2022-03-11T10:02:10.188" v="597" actId="2696"/>
        <pc:sldMkLst>
          <pc:docMk/>
          <pc:sldMk cId="0" sldId="287"/>
        </pc:sldMkLst>
      </pc:sldChg>
      <pc:sldChg chg="del">
        <pc:chgData name="Stanley Rodrick" userId="8969fbcc-7c96-46fb-a663-9e2e5920ff04" providerId="ADAL" clId="{9E9EE534-C1BE-7B43-8215-D6AF789C72F4}" dt="2022-03-11T10:02:10.188" v="597" actId="2696"/>
        <pc:sldMkLst>
          <pc:docMk/>
          <pc:sldMk cId="0" sldId="288"/>
        </pc:sldMkLst>
      </pc:sldChg>
      <pc:sldChg chg="del">
        <pc:chgData name="Stanley Rodrick" userId="8969fbcc-7c96-46fb-a663-9e2e5920ff04" providerId="ADAL" clId="{9E9EE534-C1BE-7B43-8215-D6AF789C72F4}" dt="2022-03-11T10:02:10.188" v="597" actId="2696"/>
        <pc:sldMkLst>
          <pc:docMk/>
          <pc:sldMk cId="0" sldId="289"/>
        </pc:sldMkLst>
      </pc:sldChg>
      <pc:sldChg chg="del">
        <pc:chgData name="Stanley Rodrick" userId="8969fbcc-7c96-46fb-a663-9e2e5920ff04" providerId="ADAL" clId="{9E9EE534-C1BE-7B43-8215-D6AF789C72F4}" dt="2022-03-11T10:02:10.188" v="597" actId="2696"/>
        <pc:sldMkLst>
          <pc:docMk/>
          <pc:sldMk cId="0" sldId="290"/>
        </pc:sldMkLst>
      </pc:sldChg>
      <pc:sldChg chg="del">
        <pc:chgData name="Stanley Rodrick" userId="8969fbcc-7c96-46fb-a663-9e2e5920ff04" providerId="ADAL" clId="{9E9EE534-C1BE-7B43-8215-D6AF789C72F4}" dt="2022-03-11T10:02:10.188" v="597" actId="2696"/>
        <pc:sldMkLst>
          <pc:docMk/>
          <pc:sldMk cId="0" sldId="291"/>
        </pc:sldMkLst>
      </pc:sldChg>
      <pc:sldChg chg="del">
        <pc:chgData name="Stanley Rodrick" userId="8969fbcc-7c96-46fb-a663-9e2e5920ff04" providerId="ADAL" clId="{9E9EE534-C1BE-7B43-8215-D6AF789C72F4}" dt="2022-03-11T10:02:10.188" v="597" actId="2696"/>
        <pc:sldMkLst>
          <pc:docMk/>
          <pc:sldMk cId="0" sldId="292"/>
        </pc:sldMkLst>
      </pc:sldChg>
      <pc:sldChg chg="del">
        <pc:chgData name="Stanley Rodrick" userId="8969fbcc-7c96-46fb-a663-9e2e5920ff04" providerId="ADAL" clId="{9E9EE534-C1BE-7B43-8215-D6AF789C72F4}" dt="2022-03-11T10:02:10.188" v="597" actId="2696"/>
        <pc:sldMkLst>
          <pc:docMk/>
          <pc:sldMk cId="0" sldId="293"/>
        </pc:sldMkLst>
      </pc:sldChg>
      <pc:sldChg chg="addSp delSp modSp mod ord">
        <pc:chgData name="Stanley Rodrick" userId="8969fbcc-7c96-46fb-a663-9e2e5920ff04" providerId="ADAL" clId="{9E9EE534-C1BE-7B43-8215-D6AF789C72F4}" dt="2022-03-11T10:01:40.862" v="596" actId="1076"/>
        <pc:sldMkLst>
          <pc:docMk/>
          <pc:sldMk cId="0" sldId="294"/>
        </pc:sldMkLst>
        <pc:spChg chg="add mod">
          <ac:chgData name="Stanley Rodrick" userId="8969fbcc-7c96-46fb-a663-9e2e5920ff04" providerId="ADAL" clId="{9E9EE534-C1BE-7B43-8215-D6AF789C72F4}" dt="2022-03-11T10:01:40.862" v="596" actId="1076"/>
          <ac:spMkLst>
            <pc:docMk/>
            <pc:sldMk cId="0" sldId="294"/>
            <ac:spMk id="18" creationId="{D1F76DA9-5D7B-5C4C-A967-FE78CDD66371}"/>
          </ac:spMkLst>
        </pc:spChg>
        <pc:spChg chg="del">
          <ac:chgData name="Stanley Rodrick" userId="8969fbcc-7c96-46fb-a663-9e2e5920ff04" providerId="ADAL" clId="{9E9EE534-C1BE-7B43-8215-D6AF789C72F4}" dt="2022-03-11T10:00:40.369" v="559" actId="478"/>
          <ac:spMkLst>
            <pc:docMk/>
            <pc:sldMk cId="0" sldId="294"/>
            <ac:spMk id="1668" creationId="{00000000-0000-0000-0000-000000000000}"/>
          </ac:spMkLst>
        </pc:spChg>
        <pc:grpChg chg="del">
          <ac:chgData name="Stanley Rodrick" userId="8969fbcc-7c96-46fb-a663-9e2e5920ff04" providerId="ADAL" clId="{9E9EE534-C1BE-7B43-8215-D6AF789C72F4}" dt="2022-03-11T10:00:43.290" v="560" actId="478"/>
          <ac:grpSpMkLst>
            <pc:docMk/>
            <pc:sldMk cId="0" sldId="294"/>
            <ac:grpSpMk id="1669" creationId="{00000000-0000-0000-0000-000000000000}"/>
          </ac:grpSpMkLst>
        </pc:grpChg>
        <pc:picChg chg="del">
          <ac:chgData name="Stanley Rodrick" userId="8969fbcc-7c96-46fb-a663-9e2e5920ff04" providerId="ADAL" clId="{9E9EE534-C1BE-7B43-8215-D6AF789C72F4}" dt="2022-03-11T10:00:37.483" v="558" actId="478"/>
          <ac:picMkLst>
            <pc:docMk/>
            <pc:sldMk cId="0" sldId="294"/>
            <ac:picMk id="1667" creationId="{00000000-0000-0000-0000-000000000000}"/>
          </ac:picMkLst>
        </pc:picChg>
      </pc:sldChg>
      <pc:sldChg chg="modSp mod">
        <pc:chgData name="Stanley Rodrick" userId="8969fbcc-7c96-46fb-a663-9e2e5920ff04" providerId="ADAL" clId="{9E9EE534-C1BE-7B43-8215-D6AF789C72F4}" dt="2022-03-11T10:03:53.779" v="614" actId="1076"/>
        <pc:sldMkLst>
          <pc:docMk/>
          <pc:sldMk cId="3391962174" sldId="304"/>
        </pc:sldMkLst>
        <pc:spChg chg="mod">
          <ac:chgData name="Stanley Rodrick" userId="8969fbcc-7c96-46fb-a663-9e2e5920ff04" providerId="ADAL" clId="{9E9EE534-C1BE-7B43-8215-D6AF789C72F4}" dt="2022-03-11T10:03:44.205" v="610" actId="1076"/>
          <ac:spMkLst>
            <pc:docMk/>
            <pc:sldMk cId="3391962174" sldId="304"/>
            <ac:spMk id="4" creationId="{5B1FD9DD-14F4-3349-84E5-1409501E65BA}"/>
          </ac:spMkLst>
        </pc:spChg>
        <pc:spChg chg="mod">
          <ac:chgData name="Stanley Rodrick" userId="8969fbcc-7c96-46fb-a663-9e2e5920ff04" providerId="ADAL" clId="{9E9EE534-C1BE-7B43-8215-D6AF789C72F4}" dt="2022-03-11T10:03:53.779" v="614" actId="1076"/>
          <ac:spMkLst>
            <pc:docMk/>
            <pc:sldMk cId="3391962174" sldId="304"/>
            <ac:spMk id="6" creationId="{628A2386-A671-954C-AD95-00AC87579026}"/>
          </ac:spMkLst>
        </pc:spChg>
        <pc:spChg chg="mod">
          <ac:chgData name="Stanley Rodrick" userId="8969fbcc-7c96-46fb-a663-9e2e5920ff04" providerId="ADAL" clId="{9E9EE534-C1BE-7B43-8215-D6AF789C72F4}" dt="2022-03-11T10:03:41.493" v="609" actId="1076"/>
          <ac:spMkLst>
            <pc:docMk/>
            <pc:sldMk cId="3391962174" sldId="304"/>
            <ac:spMk id="8" creationId="{96A0C9AA-FA66-4C41-A4B8-499CCFFCF433}"/>
          </ac:spMkLst>
        </pc:spChg>
        <pc:spChg chg="mod">
          <ac:chgData name="Stanley Rodrick" userId="8969fbcc-7c96-46fb-a663-9e2e5920ff04" providerId="ADAL" clId="{9E9EE534-C1BE-7B43-8215-D6AF789C72F4}" dt="2022-03-11T10:03:37.611" v="608" actId="14100"/>
          <ac:spMkLst>
            <pc:docMk/>
            <pc:sldMk cId="3391962174" sldId="304"/>
            <ac:spMk id="10" creationId="{AA80249B-7319-D648-A358-E3425C776A30}"/>
          </ac:spMkLst>
        </pc:spChg>
      </pc:sldChg>
      <pc:sldChg chg="modSp mod">
        <pc:chgData name="Stanley Rodrick" userId="8969fbcc-7c96-46fb-a663-9e2e5920ff04" providerId="ADAL" clId="{9E9EE534-C1BE-7B43-8215-D6AF789C72F4}" dt="2022-03-11T10:03:24.359" v="606" actId="1076"/>
        <pc:sldMkLst>
          <pc:docMk/>
          <pc:sldMk cId="1857642153" sldId="305"/>
        </pc:sldMkLst>
        <pc:spChg chg="mod">
          <ac:chgData name="Stanley Rodrick" userId="8969fbcc-7c96-46fb-a663-9e2e5920ff04" providerId="ADAL" clId="{9E9EE534-C1BE-7B43-8215-D6AF789C72F4}" dt="2022-03-11T10:03:24.359" v="606" actId="1076"/>
          <ac:spMkLst>
            <pc:docMk/>
            <pc:sldMk cId="1857642153" sldId="305"/>
            <ac:spMk id="4" creationId="{5B1FD9DD-14F4-3349-84E5-1409501E65BA}"/>
          </ac:spMkLst>
        </pc:spChg>
        <pc:spChg chg="mod">
          <ac:chgData name="Stanley Rodrick" userId="8969fbcc-7c96-46fb-a663-9e2e5920ff04" providerId="ADAL" clId="{9E9EE534-C1BE-7B43-8215-D6AF789C72F4}" dt="2022-03-11T10:03:19.298" v="604" actId="1076"/>
          <ac:spMkLst>
            <pc:docMk/>
            <pc:sldMk cId="1857642153" sldId="305"/>
            <ac:spMk id="8" creationId="{96A0C9AA-FA66-4C41-A4B8-499CCFFCF433}"/>
          </ac:spMkLst>
        </pc:spChg>
        <pc:spChg chg="mod">
          <ac:chgData name="Stanley Rodrick" userId="8969fbcc-7c96-46fb-a663-9e2e5920ff04" providerId="ADAL" clId="{9E9EE534-C1BE-7B43-8215-D6AF789C72F4}" dt="2022-03-11T10:03:12.944" v="602" actId="404"/>
          <ac:spMkLst>
            <pc:docMk/>
            <pc:sldMk cId="1857642153" sldId="305"/>
            <ac:spMk id="10" creationId="{AA80249B-7319-D648-A358-E3425C776A30}"/>
          </ac:spMkLst>
        </pc:spChg>
      </pc:sldChg>
      <pc:sldChg chg="modSp mod">
        <pc:chgData name="Stanley Rodrick" userId="8969fbcc-7c96-46fb-a663-9e2e5920ff04" providerId="ADAL" clId="{9E9EE534-C1BE-7B43-8215-D6AF789C72F4}" dt="2022-03-11T10:04:13.127" v="616" actId="255"/>
        <pc:sldMkLst>
          <pc:docMk/>
          <pc:sldMk cId="741155302" sldId="307"/>
        </pc:sldMkLst>
        <pc:spChg chg="mod">
          <ac:chgData name="Stanley Rodrick" userId="8969fbcc-7c96-46fb-a663-9e2e5920ff04" providerId="ADAL" clId="{9E9EE534-C1BE-7B43-8215-D6AF789C72F4}" dt="2022-03-11T10:04:13.127" v="616" actId="255"/>
          <ac:spMkLst>
            <pc:docMk/>
            <pc:sldMk cId="741155302" sldId="307"/>
            <ac:spMk id="10" creationId="{AA80249B-7319-D648-A358-E3425C776A30}"/>
          </ac:spMkLst>
        </pc:spChg>
      </pc:sldChg>
      <pc:sldChg chg="modSp mod">
        <pc:chgData name="Stanley Rodrick" userId="8969fbcc-7c96-46fb-a663-9e2e5920ff04" providerId="ADAL" clId="{9E9EE534-C1BE-7B43-8215-D6AF789C72F4}" dt="2022-03-11T10:03:05.560" v="601" actId="1076"/>
        <pc:sldMkLst>
          <pc:docMk/>
          <pc:sldMk cId="2585980559" sldId="308"/>
        </pc:sldMkLst>
        <pc:spChg chg="mod">
          <ac:chgData name="Stanley Rodrick" userId="8969fbcc-7c96-46fb-a663-9e2e5920ff04" providerId="ADAL" clId="{9E9EE534-C1BE-7B43-8215-D6AF789C72F4}" dt="2022-03-11T10:02:54.865" v="598" actId="404"/>
          <ac:spMkLst>
            <pc:docMk/>
            <pc:sldMk cId="2585980559" sldId="308"/>
            <ac:spMk id="3" creationId="{6C728CB5-F0B5-AA4A-9897-621DB7E03E1D}"/>
          </ac:spMkLst>
        </pc:spChg>
        <pc:spChg chg="mod">
          <ac:chgData name="Stanley Rodrick" userId="8969fbcc-7c96-46fb-a663-9e2e5920ff04" providerId="ADAL" clId="{9E9EE534-C1BE-7B43-8215-D6AF789C72F4}" dt="2022-03-11T10:03:00.442" v="599" actId="1076"/>
          <ac:spMkLst>
            <pc:docMk/>
            <pc:sldMk cId="2585980559" sldId="308"/>
            <ac:spMk id="4" creationId="{E310A275-BB57-594B-8F21-E3B3E99F20A5}"/>
          </ac:spMkLst>
        </pc:spChg>
        <pc:spChg chg="mod">
          <ac:chgData name="Stanley Rodrick" userId="8969fbcc-7c96-46fb-a663-9e2e5920ff04" providerId="ADAL" clId="{9E9EE534-C1BE-7B43-8215-D6AF789C72F4}" dt="2022-03-11T10:03:03.423" v="600" actId="1076"/>
          <ac:spMkLst>
            <pc:docMk/>
            <pc:sldMk cId="2585980559" sldId="308"/>
            <ac:spMk id="7" creationId="{2B1CE9DF-41AA-D14C-9BB7-36716260C129}"/>
          </ac:spMkLst>
        </pc:spChg>
        <pc:spChg chg="mod">
          <ac:chgData name="Stanley Rodrick" userId="8969fbcc-7c96-46fb-a663-9e2e5920ff04" providerId="ADAL" clId="{9E9EE534-C1BE-7B43-8215-D6AF789C72F4}" dt="2022-03-11T10:03:05.560" v="601" actId="1076"/>
          <ac:spMkLst>
            <pc:docMk/>
            <pc:sldMk cId="2585980559" sldId="308"/>
            <ac:spMk id="8" creationId="{1513888E-B1BF-494C-8A20-BFC323B4CE83}"/>
          </ac:spMkLst>
        </pc:spChg>
      </pc:sldChg>
      <pc:sldChg chg="modSp mod">
        <pc:chgData name="Stanley Rodrick" userId="8969fbcc-7c96-46fb-a663-9e2e5920ff04" providerId="ADAL" clId="{9E9EE534-C1BE-7B43-8215-D6AF789C72F4}" dt="2022-03-10T17:49:52.802" v="12" actId="1036"/>
        <pc:sldMkLst>
          <pc:docMk/>
          <pc:sldMk cId="386520267" sldId="355"/>
        </pc:sldMkLst>
        <pc:picChg chg="mod">
          <ac:chgData name="Stanley Rodrick" userId="8969fbcc-7c96-46fb-a663-9e2e5920ff04" providerId="ADAL" clId="{9E9EE534-C1BE-7B43-8215-D6AF789C72F4}" dt="2022-03-10T17:49:52.802" v="12" actId="1036"/>
          <ac:picMkLst>
            <pc:docMk/>
            <pc:sldMk cId="386520267" sldId="355"/>
            <ac:picMk id="13" creationId="{F905259E-F928-FD4A-8BA0-250EE4187FF9}"/>
          </ac:picMkLst>
        </pc:picChg>
      </pc:sldChg>
      <pc:sldChg chg="modSp add mod ord">
        <pc:chgData name="Stanley Rodrick" userId="8969fbcc-7c96-46fb-a663-9e2e5920ff04" providerId="ADAL" clId="{9E9EE534-C1BE-7B43-8215-D6AF789C72F4}" dt="2022-03-11T09:31:19.147" v="21" actId="1076"/>
        <pc:sldMkLst>
          <pc:docMk/>
          <pc:sldMk cId="170919214" sldId="359"/>
        </pc:sldMkLst>
        <pc:spChg chg="mod">
          <ac:chgData name="Stanley Rodrick" userId="8969fbcc-7c96-46fb-a663-9e2e5920ff04" providerId="ADAL" clId="{9E9EE534-C1BE-7B43-8215-D6AF789C72F4}" dt="2022-03-11T09:31:19.147" v="21" actId="1076"/>
          <ac:spMkLst>
            <pc:docMk/>
            <pc:sldMk cId="170919214" sldId="359"/>
            <ac:spMk id="213" creationId="{00000000-0000-0000-0000-000000000000}"/>
          </ac:spMkLst>
        </pc:spChg>
      </pc:sldChg>
      <pc:sldChg chg="addSp delSp modSp add mod ord">
        <pc:chgData name="Stanley Rodrick" userId="8969fbcc-7c96-46fb-a663-9e2e5920ff04" providerId="ADAL" clId="{9E9EE534-C1BE-7B43-8215-D6AF789C72F4}" dt="2022-03-11T09:33:36.996" v="80" actId="255"/>
        <pc:sldMkLst>
          <pc:docMk/>
          <pc:sldMk cId="2434017927" sldId="360"/>
        </pc:sldMkLst>
        <pc:spChg chg="mod">
          <ac:chgData name="Stanley Rodrick" userId="8969fbcc-7c96-46fb-a663-9e2e5920ff04" providerId="ADAL" clId="{9E9EE534-C1BE-7B43-8215-D6AF789C72F4}" dt="2022-03-11T09:31:38.900" v="50" actId="20577"/>
          <ac:spMkLst>
            <pc:docMk/>
            <pc:sldMk cId="2434017927" sldId="360"/>
            <ac:spMk id="2" creationId="{30C5B4EB-48B2-3E45-A58F-300E9A03105A}"/>
          </ac:spMkLst>
        </pc:spChg>
        <pc:spChg chg="mod">
          <ac:chgData name="Stanley Rodrick" userId="8969fbcc-7c96-46fb-a663-9e2e5920ff04" providerId="ADAL" clId="{9E9EE534-C1BE-7B43-8215-D6AF789C72F4}" dt="2022-03-11T09:32:03.255" v="58" actId="20577"/>
          <ac:spMkLst>
            <pc:docMk/>
            <pc:sldMk cId="2434017927" sldId="360"/>
            <ac:spMk id="3" creationId="{B3D4215C-6C2A-5B4C-AD14-FBC4DACF5ED9}"/>
          </ac:spMkLst>
        </pc:spChg>
        <pc:spChg chg="mod">
          <ac:chgData name="Stanley Rodrick" userId="8969fbcc-7c96-46fb-a663-9e2e5920ff04" providerId="ADAL" clId="{9E9EE534-C1BE-7B43-8215-D6AF789C72F4}" dt="2022-03-11T09:32:24.936" v="62" actId="14100"/>
          <ac:spMkLst>
            <pc:docMk/>
            <pc:sldMk cId="2434017927" sldId="360"/>
            <ac:spMk id="4" creationId="{9E7ACB2B-5FE3-254A-B2A3-DA08CFEF32CA}"/>
          </ac:spMkLst>
        </pc:spChg>
        <pc:spChg chg="mod">
          <ac:chgData name="Stanley Rodrick" userId="8969fbcc-7c96-46fb-a663-9e2e5920ff04" providerId="ADAL" clId="{9E9EE534-C1BE-7B43-8215-D6AF789C72F4}" dt="2022-03-11T09:33:36.996" v="80" actId="255"/>
          <ac:spMkLst>
            <pc:docMk/>
            <pc:sldMk cId="2434017927" sldId="360"/>
            <ac:spMk id="6" creationId="{92A892C4-7D44-0D41-B32D-539B3DE3C159}"/>
          </ac:spMkLst>
        </pc:spChg>
        <pc:spChg chg="add del mod">
          <ac:chgData name="Stanley Rodrick" userId="8969fbcc-7c96-46fb-a663-9e2e5920ff04" providerId="ADAL" clId="{9E9EE534-C1BE-7B43-8215-D6AF789C72F4}" dt="2022-03-11T09:31:49.389" v="52" actId="478"/>
          <ac:spMkLst>
            <pc:docMk/>
            <pc:sldMk cId="2434017927" sldId="360"/>
            <ac:spMk id="8" creationId="{FFE0DB7B-2E99-9948-B87E-CFA557624A3B}"/>
          </ac:spMkLst>
        </pc:spChg>
        <pc:spChg chg="del">
          <ac:chgData name="Stanley Rodrick" userId="8969fbcc-7c96-46fb-a663-9e2e5920ff04" providerId="ADAL" clId="{9E9EE534-C1BE-7B43-8215-D6AF789C72F4}" dt="2022-03-11T09:31:47.824" v="51" actId="478"/>
          <ac:spMkLst>
            <pc:docMk/>
            <pc:sldMk cId="2434017927" sldId="360"/>
            <ac:spMk id="10" creationId="{D861AD98-F20B-5949-8573-787CBCF93D5A}"/>
          </ac:spMkLst>
        </pc:spChg>
      </pc:sldChg>
      <pc:sldChg chg="addSp delSp modSp add mod">
        <pc:chgData name="Stanley Rodrick" userId="8969fbcc-7c96-46fb-a663-9e2e5920ff04" providerId="ADAL" clId="{9E9EE534-C1BE-7B43-8215-D6AF789C72F4}" dt="2022-03-11T09:34:59.256" v="109" actId="20577"/>
        <pc:sldMkLst>
          <pc:docMk/>
          <pc:sldMk cId="552290143" sldId="361"/>
        </pc:sldMkLst>
        <pc:spChg chg="mod">
          <ac:chgData name="Stanley Rodrick" userId="8969fbcc-7c96-46fb-a663-9e2e5920ff04" providerId="ADAL" clId="{9E9EE534-C1BE-7B43-8215-D6AF789C72F4}" dt="2022-03-11T09:34:25.936" v="87" actId="21"/>
          <ac:spMkLst>
            <pc:docMk/>
            <pc:sldMk cId="552290143" sldId="361"/>
            <ac:spMk id="3" creationId="{B3D4215C-6C2A-5B4C-AD14-FBC4DACF5ED9}"/>
          </ac:spMkLst>
        </pc:spChg>
        <pc:spChg chg="del">
          <ac:chgData name="Stanley Rodrick" userId="8969fbcc-7c96-46fb-a663-9e2e5920ff04" providerId="ADAL" clId="{9E9EE534-C1BE-7B43-8215-D6AF789C72F4}" dt="2022-03-11T09:34:05.593" v="83" actId="478"/>
          <ac:spMkLst>
            <pc:docMk/>
            <pc:sldMk cId="552290143" sldId="361"/>
            <ac:spMk id="4" creationId="{9E7ACB2B-5FE3-254A-B2A3-DA08CFEF32CA}"/>
          </ac:spMkLst>
        </pc:spChg>
        <pc:spChg chg="del">
          <ac:chgData name="Stanley Rodrick" userId="8969fbcc-7c96-46fb-a663-9e2e5920ff04" providerId="ADAL" clId="{9E9EE534-C1BE-7B43-8215-D6AF789C72F4}" dt="2022-03-11T09:34:03.241" v="82" actId="478"/>
          <ac:spMkLst>
            <pc:docMk/>
            <pc:sldMk cId="552290143" sldId="361"/>
            <ac:spMk id="6" creationId="{92A892C4-7D44-0D41-B32D-539B3DE3C159}"/>
          </ac:spMkLst>
        </pc:spChg>
        <pc:spChg chg="add mod">
          <ac:chgData name="Stanley Rodrick" userId="8969fbcc-7c96-46fb-a663-9e2e5920ff04" providerId="ADAL" clId="{9E9EE534-C1BE-7B43-8215-D6AF789C72F4}" dt="2022-03-11T09:34:59.256" v="109" actId="20577"/>
          <ac:spMkLst>
            <pc:docMk/>
            <pc:sldMk cId="552290143" sldId="361"/>
            <ac:spMk id="7" creationId="{1A8B5642-8989-D741-B12C-DE02A387228B}"/>
          </ac:spMkLst>
        </pc:spChg>
      </pc:sldChg>
      <pc:sldChg chg="modSp add del mod ord">
        <pc:chgData name="Stanley Rodrick" userId="8969fbcc-7c96-46fb-a663-9e2e5920ff04" providerId="ADAL" clId="{9E9EE534-C1BE-7B43-8215-D6AF789C72F4}" dt="2022-03-11T09:39:28.916" v="194" actId="2696"/>
        <pc:sldMkLst>
          <pc:docMk/>
          <pc:sldMk cId="1424668135" sldId="362"/>
        </pc:sldMkLst>
        <pc:spChg chg="mod">
          <ac:chgData name="Stanley Rodrick" userId="8969fbcc-7c96-46fb-a663-9e2e5920ff04" providerId="ADAL" clId="{9E9EE534-C1BE-7B43-8215-D6AF789C72F4}" dt="2022-03-11T09:35:30.788" v="129" actId="20577"/>
          <ac:spMkLst>
            <pc:docMk/>
            <pc:sldMk cId="1424668135" sldId="362"/>
            <ac:spMk id="221" creationId="{00000000-0000-0000-0000-000000000000}"/>
          </ac:spMkLst>
        </pc:spChg>
      </pc:sldChg>
      <pc:sldChg chg="addSp delSp modSp add mod ord">
        <pc:chgData name="Stanley Rodrick" userId="8969fbcc-7c96-46fb-a663-9e2e5920ff04" providerId="ADAL" clId="{9E9EE534-C1BE-7B43-8215-D6AF789C72F4}" dt="2022-03-11T09:39:03.911" v="192" actId="14100"/>
        <pc:sldMkLst>
          <pc:docMk/>
          <pc:sldMk cId="1841016012" sldId="363"/>
        </pc:sldMkLst>
        <pc:spChg chg="mod">
          <ac:chgData name="Stanley Rodrick" userId="8969fbcc-7c96-46fb-a663-9e2e5920ff04" providerId="ADAL" clId="{9E9EE534-C1BE-7B43-8215-D6AF789C72F4}" dt="2022-03-11T09:36:26.423" v="151" actId="20577"/>
          <ac:spMkLst>
            <pc:docMk/>
            <pc:sldMk cId="1841016012" sldId="363"/>
            <ac:spMk id="2" creationId="{30C5B4EB-48B2-3E45-A58F-300E9A03105A}"/>
          </ac:spMkLst>
        </pc:spChg>
        <pc:spChg chg="mod">
          <ac:chgData name="Stanley Rodrick" userId="8969fbcc-7c96-46fb-a663-9e2e5920ff04" providerId="ADAL" clId="{9E9EE534-C1BE-7B43-8215-D6AF789C72F4}" dt="2022-03-11T09:37:00.309" v="160" actId="255"/>
          <ac:spMkLst>
            <pc:docMk/>
            <pc:sldMk cId="1841016012" sldId="363"/>
            <ac:spMk id="3" creationId="{B3D4215C-6C2A-5B4C-AD14-FBC4DACF5ED9}"/>
          </ac:spMkLst>
        </pc:spChg>
        <pc:spChg chg="add mod">
          <ac:chgData name="Stanley Rodrick" userId="8969fbcc-7c96-46fb-a663-9e2e5920ff04" providerId="ADAL" clId="{9E9EE534-C1BE-7B43-8215-D6AF789C72F4}" dt="2022-03-11T09:37:36.922" v="170" actId="14100"/>
          <ac:spMkLst>
            <pc:docMk/>
            <pc:sldMk cId="1841016012" sldId="363"/>
            <ac:spMk id="4" creationId="{13CE1EE5-76AF-B54A-BC3F-0675F7829541}"/>
          </ac:spMkLst>
        </pc:spChg>
        <pc:spChg chg="add del mod">
          <ac:chgData name="Stanley Rodrick" userId="8969fbcc-7c96-46fb-a663-9e2e5920ff04" providerId="ADAL" clId="{9E9EE534-C1BE-7B43-8215-D6AF789C72F4}" dt="2022-03-11T09:38:03.175" v="172"/>
          <ac:spMkLst>
            <pc:docMk/>
            <pc:sldMk cId="1841016012" sldId="363"/>
            <ac:spMk id="6" creationId="{FCF66ADE-21FD-6A4D-A831-924B7A8C2BE3}"/>
          </ac:spMkLst>
        </pc:spChg>
        <pc:spChg chg="del">
          <ac:chgData name="Stanley Rodrick" userId="8969fbcc-7c96-46fb-a663-9e2e5920ff04" providerId="ADAL" clId="{9E9EE534-C1BE-7B43-8215-D6AF789C72F4}" dt="2022-03-11T09:36:34.534" v="152" actId="478"/>
          <ac:spMkLst>
            <pc:docMk/>
            <pc:sldMk cId="1841016012" sldId="363"/>
            <ac:spMk id="7" creationId="{1A8B5642-8989-D741-B12C-DE02A387228B}"/>
          </ac:spMkLst>
        </pc:spChg>
        <pc:spChg chg="add mod">
          <ac:chgData name="Stanley Rodrick" userId="8969fbcc-7c96-46fb-a663-9e2e5920ff04" providerId="ADAL" clId="{9E9EE534-C1BE-7B43-8215-D6AF789C72F4}" dt="2022-03-11T09:38:32.021" v="183" actId="14100"/>
          <ac:spMkLst>
            <pc:docMk/>
            <pc:sldMk cId="1841016012" sldId="363"/>
            <ac:spMk id="8" creationId="{1AFAB879-3F09-1741-870E-5886CDDA468D}"/>
          </ac:spMkLst>
        </pc:spChg>
        <pc:spChg chg="add mod">
          <ac:chgData name="Stanley Rodrick" userId="8969fbcc-7c96-46fb-a663-9e2e5920ff04" providerId="ADAL" clId="{9E9EE534-C1BE-7B43-8215-D6AF789C72F4}" dt="2022-03-11T09:39:03.911" v="192" actId="14100"/>
          <ac:spMkLst>
            <pc:docMk/>
            <pc:sldMk cId="1841016012" sldId="363"/>
            <ac:spMk id="9" creationId="{20CA2A44-3E88-7642-8BDD-31D7B7F712B1}"/>
          </ac:spMkLst>
        </pc:spChg>
      </pc:sldChg>
      <pc:sldChg chg="addSp delSp modSp add mod">
        <pc:chgData name="Stanley Rodrick" userId="8969fbcc-7c96-46fb-a663-9e2e5920ff04" providerId="ADAL" clId="{9E9EE534-C1BE-7B43-8215-D6AF789C72F4}" dt="2022-03-11T09:44:43.692" v="287" actId="123"/>
        <pc:sldMkLst>
          <pc:docMk/>
          <pc:sldMk cId="1338111891" sldId="364"/>
        </pc:sldMkLst>
        <pc:spChg chg="mod">
          <ac:chgData name="Stanley Rodrick" userId="8969fbcc-7c96-46fb-a663-9e2e5920ff04" providerId="ADAL" clId="{9E9EE534-C1BE-7B43-8215-D6AF789C72F4}" dt="2022-03-11T09:39:37.852" v="197" actId="20577"/>
          <ac:spMkLst>
            <pc:docMk/>
            <pc:sldMk cId="1338111891" sldId="364"/>
            <ac:spMk id="2" creationId="{30C5B4EB-48B2-3E45-A58F-300E9A03105A}"/>
          </ac:spMkLst>
        </pc:spChg>
        <pc:spChg chg="mod">
          <ac:chgData name="Stanley Rodrick" userId="8969fbcc-7c96-46fb-a663-9e2e5920ff04" providerId="ADAL" clId="{9E9EE534-C1BE-7B43-8215-D6AF789C72F4}" dt="2022-03-11T09:42:56.109" v="257" actId="21"/>
          <ac:spMkLst>
            <pc:docMk/>
            <pc:sldMk cId="1338111891" sldId="364"/>
            <ac:spMk id="3" creationId="{B3D4215C-6C2A-5B4C-AD14-FBC4DACF5ED9}"/>
          </ac:spMkLst>
        </pc:spChg>
        <pc:spChg chg="del">
          <ac:chgData name="Stanley Rodrick" userId="8969fbcc-7c96-46fb-a663-9e2e5920ff04" providerId="ADAL" clId="{9E9EE534-C1BE-7B43-8215-D6AF789C72F4}" dt="2022-03-11T09:39:58.448" v="198" actId="478"/>
          <ac:spMkLst>
            <pc:docMk/>
            <pc:sldMk cId="1338111891" sldId="364"/>
            <ac:spMk id="4" creationId="{13CE1EE5-76AF-B54A-BC3F-0675F7829541}"/>
          </ac:spMkLst>
        </pc:spChg>
        <pc:spChg chg="add del mod">
          <ac:chgData name="Stanley Rodrick" userId="8969fbcc-7c96-46fb-a663-9e2e5920ff04" providerId="ADAL" clId="{9E9EE534-C1BE-7B43-8215-D6AF789C72F4}" dt="2022-03-11T09:42:39.286" v="251" actId="478"/>
          <ac:spMkLst>
            <pc:docMk/>
            <pc:sldMk cId="1338111891" sldId="364"/>
            <ac:spMk id="6" creationId="{1F215B9E-DC29-F840-BAF6-5D114776D2C7}"/>
          </ac:spMkLst>
        </pc:spChg>
        <pc:spChg chg="add del mod">
          <ac:chgData name="Stanley Rodrick" userId="8969fbcc-7c96-46fb-a663-9e2e5920ff04" providerId="ADAL" clId="{9E9EE534-C1BE-7B43-8215-D6AF789C72F4}" dt="2022-03-11T09:42:40.974" v="252" actId="478"/>
          <ac:spMkLst>
            <pc:docMk/>
            <pc:sldMk cId="1338111891" sldId="364"/>
            <ac:spMk id="7" creationId="{B105F8EC-582D-C043-B44A-3AE093DFC047}"/>
          </ac:spMkLst>
        </pc:spChg>
        <pc:spChg chg="del">
          <ac:chgData name="Stanley Rodrick" userId="8969fbcc-7c96-46fb-a663-9e2e5920ff04" providerId="ADAL" clId="{9E9EE534-C1BE-7B43-8215-D6AF789C72F4}" dt="2022-03-11T09:39:59.895" v="199" actId="478"/>
          <ac:spMkLst>
            <pc:docMk/>
            <pc:sldMk cId="1338111891" sldId="364"/>
            <ac:spMk id="8" creationId="{1AFAB879-3F09-1741-870E-5886CDDA468D}"/>
          </ac:spMkLst>
        </pc:spChg>
        <pc:spChg chg="del">
          <ac:chgData name="Stanley Rodrick" userId="8969fbcc-7c96-46fb-a663-9e2e5920ff04" providerId="ADAL" clId="{9E9EE534-C1BE-7B43-8215-D6AF789C72F4}" dt="2022-03-11T09:40:01.219" v="200" actId="478"/>
          <ac:spMkLst>
            <pc:docMk/>
            <pc:sldMk cId="1338111891" sldId="364"/>
            <ac:spMk id="9" creationId="{20CA2A44-3E88-7642-8BDD-31D7B7F712B1}"/>
          </ac:spMkLst>
        </pc:spChg>
        <pc:spChg chg="add del mod">
          <ac:chgData name="Stanley Rodrick" userId="8969fbcc-7c96-46fb-a663-9e2e5920ff04" providerId="ADAL" clId="{9E9EE534-C1BE-7B43-8215-D6AF789C72F4}" dt="2022-03-11T09:42:37.972" v="250" actId="478"/>
          <ac:spMkLst>
            <pc:docMk/>
            <pc:sldMk cId="1338111891" sldId="364"/>
            <ac:spMk id="10" creationId="{69F4D84B-7267-C640-99E7-6C7C95199B55}"/>
          </ac:spMkLst>
        </pc:spChg>
        <pc:spChg chg="add mod">
          <ac:chgData name="Stanley Rodrick" userId="8969fbcc-7c96-46fb-a663-9e2e5920ff04" providerId="ADAL" clId="{9E9EE534-C1BE-7B43-8215-D6AF789C72F4}" dt="2022-03-11T09:43:09.306" v="263" actId="14100"/>
          <ac:spMkLst>
            <pc:docMk/>
            <pc:sldMk cId="1338111891" sldId="364"/>
            <ac:spMk id="11" creationId="{DAC88BCA-0FD0-F94F-B7DE-3ADD054333F7}"/>
          </ac:spMkLst>
        </pc:spChg>
        <pc:spChg chg="add mod">
          <ac:chgData name="Stanley Rodrick" userId="8969fbcc-7c96-46fb-a663-9e2e5920ff04" providerId="ADAL" clId="{9E9EE534-C1BE-7B43-8215-D6AF789C72F4}" dt="2022-03-11T09:44:04.003" v="272" actId="21"/>
          <ac:spMkLst>
            <pc:docMk/>
            <pc:sldMk cId="1338111891" sldId="364"/>
            <ac:spMk id="12" creationId="{6311513F-4800-0F42-A879-BDCC3A289D83}"/>
          </ac:spMkLst>
        </pc:spChg>
        <pc:spChg chg="add mod">
          <ac:chgData name="Stanley Rodrick" userId="8969fbcc-7c96-46fb-a663-9e2e5920ff04" providerId="ADAL" clId="{9E9EE534-C1BE-7B43-8215-D6AF789C72F4}" dt="2022-03-11T09:44:27.426" v="280" actId="14100"/>
          <ac:spMkLst>
            <pc:docMk/>
            <pc:sldMk cId="1338111891" sldId="364"/>
            <ac:spMk id="13" creationId="{0946983A-90D3-2F40-871D-C78D78D97275}"/>
          </ac:spMkLst>
        </pc:spChg>
        <pc:spChg chg="add mod">
          <ac:chgData name="Stanley Rodrick" userId="8969fbcc-7c96-46fb-a663-9e2e5920ff04" providerId="ADAL" clId="{9E9EE534-C1BE-7B43-8215-D6AF789C72F4}" dt="2022-03-11T09:44:43.692" v="287" actId="123"/>
          <ac:spMkLst>
            <pc:docMk/>
            <pc:sldMk cId="1338111891" sldId="364"/>
            <ac:spMk id="14" creationId="{37668C7A-8F9A-2F43-9E20-2247A4E6B7FC}"/>
          </ac:spMkLst>
        </pc:spChg>
      </pc:sldChg>
      <pc:sldChg chg="modSp add mod ord">
        <pc:chgData name="Stanley Rodrick" userId="8969fbcc-7c96-46fb-a663-9e2e5920ff04" providerId="ADAL" clId="{9E9EE534-C1BE-7B43-8215-D6AF789C72F4}" dt="2022-03-11T09:42:34.015" v="249" actId="20578"/>
        <pc:sldMkLst>
          <pc:docMk/>
          <pc:sldMk cId="2640094858" sldId="365"/>
        </pc:sldMkLst>
        <pc:spChg chg="mod">
          <ac:chgData name="Stanley Rodrick" userId="8969fbcc-7c96-46fb-a663-9e2e5920ff04" providerId="ADAL" clId="{9E9EE534-C1BE-7B43-8215-D6AF789C72F4}" dt="2022-03-11T09:42:30.963" v="248" actId="1076"/>
          <ac:spMkLst>
            <pc:docMk/>
            <pc:sldMk cId="2640094858" sldId="365"/>
            <ac:spMk id="7" creationId="{B105F8EC-582D-C043-B44A-3AE093DFC047}"/>
          </ac:spMkLst>
        </pc:spChg>
      </pc:sldChg>
      <pc:sldChg chg="addSp delSp modSp add mod">
        <pc:chgData name="Stanley Rodrick" userId="8969fbcc-7c96-46fb-a663-9e2e5920ff04" providerId="ADAL" clId="{9E9EE534-C1BE-7B43-8215-D6AF789C72F4}" dt="2022-03-11T09:46:59.403" v="325" actId="20577"/>
        <pc:sldMkLst>
          <pc:docMk/>
          <pc:sldMk cId="3995456350" sldId="366"/>
        </pc:sldMkLst>
        <pc:spChg chg="mod">
          <ac:chgData name="Stanley Rodrick" userId="8969fbcc-7c96-46fb-a663-9e2e5920ff04" providerId="ADAL" clId="{9E9EE534-C1BE-7B43-8215-D6AF789C72F4}" dt="2022-03-11T09:45:37.580" v="296" actId="21"/>
          <ac:spMkLst>
            <pc:docMk/>
            <pc:sldMk cId="3995456350" sldId="366"/>
            <ac:spMk id="3" creationId="{B3D4215C-6C2A-5B4C-AD14-FBC4DACF5ED9}"/>
          </ac:spMkLst>
        </pc:spChg>
        <pc:spChg chg="add mod">
          <ac:chgData name="Stanley Rodrick" userId="8969fbcc-7c96-46fb-a663-9e2e5920ff04" providerId="ADAL" clId="{9E9EE534-C1BE-7B43-8215-D6AF789C72F4}" dt="2022-03-11T09:46:14.525" v="309" actId="14100"/>
          <ac:spMkLst>
            <pc:docMk/>
            <pc:sldMk cId="3995456350" sldId="366"/>
            <ac:spMk id="4" creationId="{A118828B-C10A-374C-8CAA-667571C580B0}"/>
          </ac:spMkLst>
        </pc:spChg>
        <pc:spChg chg="add mod">
          <ac:chgData name="Stanley Rodrick" userId="8969fbcc-7c96-46fb-a663-9e2e5920ff04" providerId="ADAL" clId="{9E9EE534-C1BE-7B43-8215-D6AF789C72F4}" dt="2022-03-11T09:46:59.403" v="325" actId="20577"/>
          <ac:spMkLst>
            <pc:docMk/>
            <pc:sldMk cId="3995456350" sldId="366"/>
            <ac:spMk id="6" creationId="{95BB1A95-D7AF-6A40-82C9-BD40960E2A63}"/>
          </ac:spMkLst>
        </pc:spChg>
        <pc:spChg chg="add mod">
          <ac:chgData name="Stanley Rodrick" userId="8969fbcc-7c96-46fb-a663-9e2e5920ff04" providerId="ADAL" clId="{9E9EE534-C1BE-7B43-8215-D6AF789C72F4}" dt="2022-03-11T09:46:35.616" v="316" actId="14100"/>
          <ac:spMkLst>
            <pc:docMk/>
            <pc:sldMk cId="3995456350" sldId="366"/>
            <ac:spMk id="10" creationId="{1C615E61-DF76-E044-A66B-A67AE699F2D7}"/>
          </ac:spMkLst>
        </pc:spChg>
        <pc:spChg chg="del">
          <ac:chgData name="Stanley Rodrick" userId="8969fbcc-7c96-46fb-a663-9e2e5920ff04" providerId="ADAL" clId="{9E9EE534-C1BE-7B43-8215-D6AF789C72F4}" dt="2022-03-11T09:45:24.335" v="292" actId="478"/>
          <ac:spMkLst>
            <pc:docMk/>
            <pc:sldMk cId="3995456350" sldId="366"/>
            <ac:spMk id="11" creationId="{DAC88BCA-0FD0-F94F-B7DE-3ADD054333F7}"/>
          </ac:spMkLst>
        </pc:spChg>
        <pc:spChg chg="del">
          <ac:chgData name="Stanley Rodrick" userId="8969fbcc-7c96-46fb-a663-9e2e5920ff04" providerId="ADAL" clId="{9E9EE534-C1BE-7B43-8215-D6AF789C72F4}" dt="2022-03-11T09:45:23.070" v="291" actId="478"/>
          <ac:spMkLst>
            <pc:docMk/>
            <pc:sldMk cId="3995456350" sldId="366"/>
            <ac:spMk id="12" creationId="{6311513F-4800-0F42-A879-BDCC3A289D83}"/>
          </ac:spMkLst>
        </pc:spChg>
        <pc:spChg chg="del">
          <ac:chgData name="Stanley Rodrick" userId="8969fbcc-7c96-46fb-a663-9e2e5920ff04" providerId="ADAL" clId="{9E9EE534-C1BE-7B43-8215-D6AF789C72F4}" dt="2022-03-11T09:45:21.711" v="290" actId="478"/>
          <ac:spMkLst>
            <pc:docMk/>
            <pc:sldMk cId="3995456350" sldId="366"/>
            <ac:spMk id="13" creationId="{0946983A-90D3-2F40-871D-C78D78D97275}"/>
          </ac:spMkLst>
        </pc:spChg>
        <pc:spChg chg="del">
          <ac:chgData name="Stanley Rodrick" userId="8969fbcc-7c96-46fb-a663-9e2e5920ff04" providerId="ADAL" clId="{9E9EE534-C1BE-7B43-8215-D6AF789C72F4}" dt="2022-03-11T09:45:19.904" v="289" actId="478"/>
          <ac:spMkLst>
            <pc:docMk/>
            <pc:sldMk cId="3995456350" sldId="366"/>
            <ac:spMk id="14" creationId="{37668C7A-8F9A-2F43-9E20-2247A4E6B7FC}"/>
          </ac:spMkLst>
        </pc:spChg>
      </pc:sldChg>
      <pc:sldChg chg="addSp delSp modSp add mod">
        <pc:chgData name="Stanley Rodrick" userId="8969fbcc-7c96-46fb-a663-9e2e5920ff04" providerId="ADAL" clId="{9E9EE534-C1BE-7B43-8215-D6AF789C72F4}" dt="2022-03-11T09:50:57.010" v="381" actId="123"/>
        <pc:sldMkLst>
          <pc:docMk/>
          <pc:sldMk cId="1515381904" sldId="367"/>
        </pc:sldMkLst>
        <pc:spChg chg="mod">
          <ac:chgData name="Stanley Rodrick" userId="8969fbcc-7c96-46fb-a663-9e2e5920ff04" providerId="ADAL" clId="{9E9EE534-C1BE-7B43-8215-D6AF789C72F4}" dt="2022-03-11T09:47:23.210" v="329" actId="20577"/>
          <ac:spMkLst>
            <pc:docMk/>
            <pc:sldMk cId="1515381904" sldId="367"/>
            <ac:spMk id="2" creationId="{30C5B4EB-48B2-3E45-A58F-300E9A03105A}"/>
          </ac:spMkLst>
        </pc:spChg>
        <pc:spChg chg="mod">
          <ac:chgData name="Stanley Rodrick" userId="8969fbcc-7c96-46fb-a663-9e2e5920ff04" providerId="ADAL" clId="{9E9EE534-C1BE-7B43-8215-D6AF789C72F4}" dt="2022-03-11T09:49:05.544" v="344" actId="20577"/>
          <ac:spMkLst>
            <pc:docMk/>
            <pc:sldMk cId="1515381904" sldId="367"/>
            <ac:spMk id="3" creationId="{B3D4215C-6C2A-5B4C-AD14-FBC4DACF5ED9}"/>
          </ac:spMkLst>
        </pc:spChg>
        <pc:spChg chg="del">
          <ac:chgData name="Stanley Rodrick" userId="8969fbcc-7c96-46fb-a663-9e2e5920ff04" providerId="ADAL" clId="{9E9EE534-C1BE-7B43-8215-D6AF789C72F4}" dt="2022-03-11T09:48:41.938" v="332" actId="478"/>
          <ac:spMkLst>
            <pc:docMk/>
            <pc:sldMk cId="1515381904" sldId="367"/>
            <ac:spMk id="4" creationId="{A118828B-C10A-374C-8CAA-667571C580B0}"/>
          </ac:spMkLst>
        </pc:spChg>
        <pc:spChg chg="del">
          <ac:chgData name="Stanley Rodrick" userId="8969fbcc-7c96-46fb-a663-9e2e5920ff04" providerId="ADAL" clId="{9E9EE534-C1BE-7B43-8215-D6AF789C72F4}" dt="2022-03-11T09:48:38.761" v="330" actId="478"/>
          <ac:spMkLst>
            <pc:docMk/>
            <pc:sldMk cId="1515381904" sldId="367"/>
            <ac:spMk id="6" creationId="{95BB1A95-D7AF-6A40-82C9-BD40960E2A63}"/>
          </ac:spMkLst>
        </pc:spChg>
        <pc:spChg chg="add del mod">
          <ac:chgData name="Stanley Rodrick" userId="8969fbcc-7c96-46fb-a663-9e2e5920ff04" providerId="ADAL" clId="{9E9EE534-C1BE-7B43-8215-D6AF789C72F4}" dt="2022-03-11T09:49:38.846" v="358"/>
          <ac:spMkLst>
            <pc:docMk/>
            <pc:sldMk cId="1515381904" sldId="367"/>
            <ac:spMk id="7" creationId="{EB981D95-FF07-8747-B44E-CB9AC72494A2}"/>
          </ac:spMkLst>
        </pc:spChg>
        <pc:spChg chg="add mod">
          <ac:chgData name="Stanley Rodrick" userId="8969fbcc-7c96-46fb-a663-9e2e5920ff04" providerId="ADAL" clId="{9E9EE534-C1BE-7B43-8215-D6AF789C72F4}" dt="2022-03-11T09:50:27.717" v="371" actId="20577"/>
          <ac:spMkLst>
            <pc:docMk/>
            <pc:sldMk cId="1515381904" sldId="367"/>
            <ac:spMk id="8" creationId="{0BFD9DFF-429E-F045-B250-3ADC9611D72A}"/>
          </ac:spMkLst>
        </pc:spChg>
        <pc:spChg chg="add mod">
          <ac:chgData name="Stanley Rodrick" userId="8969fbcc-7c96-46fb-a663-9e2e5920ff04" providerId="ADAL" clId="{9E9EE534-C1BE-7B43-8215-D6AF789C72F4}" dt="2022-03-11T09:50:22.859" v="369" actId="1076"/>
          <ac:spMkLst>
            <pc:docMk/>
            <pc:sldMk cId="1515381904" sldId="367"/>
            <ac:spMk id="9" creationId="{8D25A545-6D7A-7D42-807B-5807544E1D4C}"/>
          </ac:spMkLst>
        </pc:spChg>
        <pc:spChg chg="del">
          <ac:chgData name="Stanley Rodrick" userId="8969fbcc-7c96-46fb-a663-9e2e5920ff04" providerId="ADAL" clId="{9E9EE534-C1BE-7B43-8215-D6AF789C72F4}" dt="2022-03-11T09:48:40.273" v="331" actId="478"/>
          <ac:spMkLst>
            <pc:docMk/>
            <pc:sldMk cId="1515381904" sldId="367"/>
            <ac:spMk id="10" creationId="{1C615E61-DF76-E044-A66B-A67AE699F2D7}"/>
          </ac:spMkLst>
        </pc:spChg>
        <pc:spChg chg="add mod">
          <ac:chgData name="Stanley Rodrick" userId="8969fbcc-7c96-46fb-a663-9e2e5920ff04" providerId="ADAL" clId="{9E9EE534-C1BE-7B43-8215-D6AF789C72F4}" dt="2022-03-11T09:50:57.010" v="381" actId="123"/>
          <ac:spMkLst>
            <pc:docMk/>
            <pc:sldMk cId="1515381904" sldId="367"/>
            <ac:spMk id="11" creationId="{C0C1FBA8-2012-B44C-BD5F-C9664A0DA8DE}"/>
          </ac:spMkLst>
        </pc:spChg>
      </pc:sldChg>
      <pc:sldChg chg="addSp delSp modSp add mod">
        <pc:chgData name="Stanley Rodrick" userId="8969fbcc-7c96-46fb-a663-9e2e5920ff04" providerId="ADAL" clId="{9E9EE534-C1BE-7B43-8215-D6AF789C72F4}" dt="2022-03-11T09:52:51.719" v="407" actId="14100"/>
        <pc:sldMkLst>
          <pc:docMk/>
          <pc:sldMk cId="1577656038" sldId="368"/>
        </pc:sldMkLst>
        <pc:spChg chg="mod">
          <ac:chgData name="Stanley Rodrick" userId="8969fbcc-7c96-46fb-a663-9e2e5920ff04" providerId="ADAL" clId="{9E9EE534-C1BE-7B43-8215-D6AF789C72F4}" dt="2022-03-11T09:52:14.889" v="393" actId="21"/>
          <ac:spMkLst>
            <pc:docMk/>
            <pc:sldMk cId="1577656038" sldId="368"/>
            <ac:spMk id="3" creationId="{B3D4215C-6C2A-5B4C-AD14-FBC4DACF5ED9}"/>
          </ac:spMkLst>
        </pc:spChg>
        <pc:spChg chg="add mod">
          <ac:chgData name="Stanley Rodrick" userId="8969fbcc-7c96-46fb-a663-9e2e5920ff04" providerId="ADAL" clId="{9E9EE534-C1BE-7B43-8215-D6AF789C72F4}" dt="2022-03-11T09:52:37.962" v="400" actId="21"/>
          <ac:spMkLst>
            <pc:docMk/>
            <pc:sldMk cId="1577656038" sldId="368"/>
            <ac:spMk id="4" creationId="{8D5AF97B-316A-884D-A69F-E4108B0F045B}"/>
          </ac:spMkLst>
        </pc:spChg>
        <pc:spChg chg="add mod">
          <ac:chgData name="Stanley Rodrick" userId="8969fbcc-7c96-46fb-a663-9e2e5920ff04" providerId="ADAL" clId="{9E9EE534-C1BE-7B43-8215-D6AF789C72F4}" dt="2022-03-11T09:52:51.719" v="407" actId="14100"/>
          <ac:spMkLst>
            <pc:docMk/>
            <pc:sldMk cId="1577656038" sldId="368"/>
            <ac:spMk id="6" creationId="{C0291DCB-FA13-AD44-AE70-1CF9EFE1377F}"/>
          </ac:spMkLst>
        </pc:spChg>
        <pc:spChg chg="del">
          <ac:chgData name="Stanley Rodrick" userId="8969fbcc-7c96-46fb-a663-9e2e5920ff04" providerId="ADAL" clId="{9E9EE534-C1BE-7B43-8215-D6AF789C72F4}" dt="2022-03-11T09:51:52.608" v="384" actId="478"/>
          <ac:spMkLst>
            <pc:docMk/>
            <pc:sldMk cId="1577656038" sldId="368"/>
            <ac:spMk id="8" creationId="{0BFD9DFF-429E-F045-B250-3ADC9611D72A}"/>
          </ac:spMkLst>
        </pc:spChg>
        <pc:spChg chg="del">
          <ac:chgData name="Stanley Rodrick" userId="8969fbcc-7c96-46fb-a663-9e2e5920ff04" providerId="ADAL" clId="{9E9EE534-C1BE-7B43-8215-D6AF789C72F4}" dt="2022-03-11T09:51:53.905" v="385" actId="478"/>
          <ac:spMkLst>
            <pc:docMk/>
            <pc:sldMk cId="1577656038" sldId="368"/>
            <ac:spMk id="9" creationId="{8D25A545-6D7A-7D42-807B-5807544E1D4C}"/>
          </ac:spMkLst>
        </pc:spChg>
        <pc:spChg chg="del">
          <ac:chgData name="Stanley Rodrick" userId="8969fbcc-7c96-46fb-a663-9e2e5920ff04" providerId="ADAL" clId="{9E9EE534-C1BE-7B43-8215-D6AF789C72F4}" dt="2022-03-11T09:51:49.350" v="383" actId="478"/>
          <ac:spMkLst>
            <pc:docMk/>
            <pc:sldMk cId="1577656038" sldId="368"/>
            <ac:spMk id="11" creationId="{C0C1FBA8-2012-B44C-BD5F-C9664A0DA8DE}"/>
          </ac:spMkLst>
        </pc:spChg>
      </pc:sldChg>
      <pc:sldChg chg="addSp delSp modSp add mod">
        <pc:chgData name="Stanley Rodrick" userId="8969fbcc-7c96-46fb-a663-9e2e5920ff04" providerId="ADAL" clId="{9E9EE534-C1BE-7B43-8215-D6AF789C72F4}" dt="2022-03-11T09:54:15.875" v="433" actId="1076"/>
        <pc:sldMkLst>
          <pc:docMk/>
          <pc:sldMk cId="3391866984" sldId="369"/>
        </pc:sldMkLst>
        <pc:spChg chg="mod">
          <ac:chgData name="Stanley Rodrick" userId="8969fbcc-7c96-46fb-a663-9e2e5920ff04" providerId="ADAL" clId="{9E9EE534-C1BE-7B43-8215-D6AF789C72F4}" dt="2022-03-11T09:53:49.220" v="423" actId="20577"/>
          <ac:spMkLst>
            <pc:docMk/>
            <pc:sldMk cId="3391866984" sldId="369"/>
            <ac:spMk id="3" creationId="{B3D4215C-6C2A-5B4C-AD14-FBC4DACF5ED9}"/>
          </ac:spMkLst>
        </pc:spChg>
        <pc:spChg chg="del">
          <ac:chgData name="Stanley Rodrick" userId="8969fbcc-7c96-46fb-a663-9e2e5920ff04" providerId="ADAL" clId="{9E9EE534-C1BE-7B43-8215-D6AF789C72F4}" dt="2022-03-11T09:53:22.152" v="409" actId="478"/>
          <ac:spMkLst>
            <pc:docMk/>
            <pc:sldMk cId="3391866984" sldId="369"/>
            <ac:spMk id="4" creationId="{8D5AF97B-316A-884D-A69F-E4108B0F045B}"/>
          </ac:spMkLst>
        </pc:spChg>
        <pc:spChg chg="del">
          <ac:chgData name="Stanley Rodrick" userId="8969fbcc-7c96-46fb-a663-9e2e5920ff04" providerId="ADAL" clId="{9E9EE534-C1BE-7B43-8215-D6AF789C72F4}" dt="2022-03-11T09:53:23.968" v="410" actId="478"/>
          <ac:spMkLst>
            <pc:docMk/>
            <pc:sldMk cId="3391866984" sldId="369"/>
            <ac:spMk id="6" creationId="{C0291DCB-FA13-AD44-AE70-1CF9EFE1377F}"/>
          </ac:spMkLst>
        </pc:spChg>
        <pc:spChg chg="add mod">
          <ac:chgData name="Stanley Rodrick" userId="8969fbcc-7c96-46fb-a663-9e2e5920ff04" providerId="ADAL" clId="{9E9EE534-C1BE-7B43-8215-D6AF789C72F4}" dt="2022-03-11T09:53:59.276" v="426" actId="21"/>
          <ac:spMkLst>
            <pc:docMk/>
            <pc:sldMk cId="3391866984" sldId="369"/>
            <ac:spMk id="7" creationId="{67CEA435-7D37-8745-95E5-D0888EBB6BCB}"/>
          </ac:spMkLst>
        </pc:spChg>
        <pc:spChg chg="add mod">
          <ac:chgData name="Stanley Rodrick" userId="8969fbcc-7c96-46fb-a663-9e2e5920ff04" providerId="ADAL" clId="{9E9EE534-C1BE-7B43-8215-D6AF789C72F4}" dt="2022-03-11T09:54:15.875" v="433" actId="1076"/>
          <ac:spMkLst>
            <pc:docMk/>
            <pc:sldMk cId="3391866984" sldId="369"/>
            <ac:spMk id="8" creationId="{C093C2D4-EA61-0E47-B0A5-F502D1BC8690}"/>
          </ac:spMkLst>
        </pc:spChg>
      </pc:sldChg>
      <pc:sldChg chg="modSp add mod ord">
        <pc:chgData name="Stanley Rodrick" userId="8969fbcc-7c96-46fb-a663-9e2e5920ff04" providerId="ADAL" clId="{9E9EE534-C1BE-7B43-8215-D6AF789C72F4}" dt="2022-03-11T09:55:16.392" v="448" actId="1076"/>
        <pc:sldMkLst>
          <pc:docMk/>
          <pc:sldMk cId="1971917533" sldId="370"/>
        </pc:sldMkLst>
        <pc:spChg chg="mod">
          <ac:chgData name="Stanley Rodrick" userId="8969fbcc-7c96-46fb-a663-9e2e5920ff04" providerId="ADAL" clId="{9E9EE534-C1BE-7B43-8215-D6AF789C72F4}" dt="2022-03-11T09:55:16.392" v="448" actId="1076"/>
          <ac:spMkLst>
            <pc:docMk/>
            <pc:sldMk cId="1971917533" sldId="370"/>
            <ac:spMk id="213" creationId="{00000000-0000-0000-0000-000000000000}"/>
          </ac:spMkLst>
        </pc:spChg>
      </pc:sldChg>
      <pc:sldChg chg="addSp modSp add mod ord">
        <pc:chgData name="Stanley Rodrick" userId="8969fbcc-7c96-46fb-a663-9e2e5920ff04" providerId="ADAL" clId="{9E9EE534-C1BE-7B43-8215-D6AF789C72F4}" dt="2022-03-11T09:57:40.228" v="525" actId="1076"/>
        <pc:sldMkLst>
          <pc:docMk/>
          <pc:sldMk cId="189678383" sldId="371"/>
        </pc:sldMkLst>
        <pc:spChg chg="mod">
          <ac:chgData name="Stanley Rodrick" userId="8969fbcc-7c96-46fb-a663-9e2e5920ff04" providerId="ADAL" clId="{9E9EE534-C1BE-7B43-8215-D6AF789C72F4}" dt="2022-03-11T09:55:46.126" v="498" actId="20577"/>
          <ac:spMkLst>
            <pc:docMk/>
            <pc:sldMk cId="189678383" sldId="371"/>
            <ac:spMk id="2" creationId="{30C5B4EB-48B2-3E45-A58F-300E9A03105A}"/>
          </ac:spMkLst>
        </pc:spChg>
        <pc:spChg chg="mod">
          <ac:chgData name="Stanley Rodrick" userId="8969fbcc-7c96-46fb-a663-9e2e5920ff04" providerId="ADAL" clId="{9E9EE534-C1BE-7B43-8215-D6AF789C72F4}" dt="2022-03-11T09:55:58.052" v="499"/>
          <ac:spMkLst>
            <pc:docMk/>
            <pc:sldMk cId="189678383" sldId="371"/>
            <ac:spMk id="3" creationId="{B3D4215C-6C2A-5B4C-AD14-FBC4DACF5ED9}"/>
          </ac:spMkLst>
        </pc:spChg>
        <pc:spChg chg="add mod">
          <ac:chgData name="Stanley Rodrick" userId="8969fbcc-7c96-46fb-a663-9e2e5920ff04" providerId="ADAL" clId="{9E9EE534-C1BE-7B43-8215-D6AF789C72F4}" dt="2022-03-11T09:57:14.542" v="515" actId="21"/>
          <ac:spMkLst>
            <pc:docMk/>
            <pc:sldMk cId="189678383" sldId="371"/>
            <ac:spMk id="4" creationId="{10639F24-E6DB-E74A-970F-405BA71F985E}"/>
          </ac:spMkLst>
        </pc:spChg>
        <pc:spChg chg="add mod">
          <ac:chgData name="Stanley Rodrick" userId="8969fbcc-7c96-46fb-a663-9e2e5920ff04" providerId="ADAL" clId="{9E9EE534-C1BE-7B43-8215-D6AF789C72F4}" dt="2022-03-11T09:57:40.228" v="525" actId="1076"/>
          <ac:spMkLst>
            <pc:docMk/>
            <pc:sldMk cId="189678383" sldId="371"/>
            <ac:spMk id="6" creationId="{46ED98F1-6AEB-C747-BA47-CD53BB87C368}"/>
          </ac:spMkLst>
        </pc:spChg>
        <pc:spChg chg="mod">
          <ac:chgData name="Stanley Rodrick" userId="8969fbcc-7c96-46fb-a663-9e2e5920ff04" providerId="ADAL" clId="{9E9EE534-C1BE-7B43-8215-D6AF789C72F4}" dt="2022-03-11T09:56:16.870" v="500"/>
          <ac:spMkLst>
            <pc:docMk/>
            <pc:sldMk cId="189678383" sldId="371"/>
            <ac:spMk id="7" creationId="{67CEA435-7D37-8745-95E5-D0888EBB6BCB}"/>
          </ac:spMkLst>
        </pc:spChg>
        <pc:spChg chg="mod">
          <ac:chgData name="Stanley Rodrick" userId="8969fbcc-7c96-46fb-a663-9e2e5920ff04" providerId="ADAL" clId="{9E9EE534-C1BE-7B43-8215-D6AF789C72F4}" dt="2022-03-11T09:56:48.621" v="504" actId="1076"/>
          <ac:spMkLst>
            <pc:docMk/>
            <pc:sldMk cId="189678383" sldId="371"/>
            <ac:spMk id="8" creationId="{C093C2D4-EA61-0E47-B0A5-F502D1BC8690}"/>
          </ac:spMkLst>
        </pc:spChg>
      </pc:sldChg>
      <pc:sldChg chg="addSp delSp modSp add mod">
        <pc:chgData name="Stanley Rodrick" userId="8969fbcc-7c96-46fb-a663-9e2e5920ff04" providerId="ADAL" clId="{9E9EE534-C1BE-7B43-8215-D6AF789C72F4}" dt="2022-03-11T10:00:04.800" v="557" actId="14100"/>
        <pc:sldMkLst>
          <pc:docMk/>
          <pc:sldMk cId="3959085621" sldId="372"/>
        </pc:sldMkLst>
        <pc:spChg chg="mod">
          <ac:chgData name="Stanley Rodrick" userId="8969fbcc-7c96-46fb-a663-9e2e5920ff04" providerId="ADAL" clId="{9E9EE534-C1BE-7B43-8215-D6AF789C72F4}" dt="2022-03-11T09:58:16.180" v="532" actId="21"/>
          <ac:spMkLst>
            <pc:docMk/>
            <pc:sldMk cId="3959085621" sldId="372"/>
            <ac:spMk id="3" creationId="{B3D4215C-6C2A-5B4C-AD14-FBC4DACF5ED9}"/>
          </ac:spMkLst>
        </pc:spChg>
        <pc:spChg chg="del">
          <ac:chgData name="Stanley Rodrick" userId="8969fbcc-7c96-46fb-a663-9e2e5920ff04" providerId="ADAL" clId="{9E9EE534-C1BE-7B43-8215-D6AF789C72F4}" dt="2022-03-11T09:58:02.577" v="527" actId="478"/>
          <ac:spMkLst>
            <pc:docMk/>
            <pc:sldMk cId="3959085621" sldId="372"/>
            <ac:spMk id="4" creationId="{10639F24-E6DB-E74A-970F-405BA71F985E}"/>
          </ac:spMkLst>
        </pc:spChg>
        <pc:spChg chg="del">
          <ac:chgData name="Stanley Rodrick" userId="8969fbcc-7c96-46fb-a663-9e2e5920ff04" providerId="ADAL" clId="{9E9EE534-C1BE-7B43-8215-D6AF789C72F4}" dt="2022-03-11T09:58:05.657" v="529" actId="478"/>
          <ac:spMkLst>
            <pc:docMk/>
            <pc:sldMk cId="3959085621" sldId="372"/>
            <ac:spMk id="6" creationId="{46ED98F1-6AEB-C747-BA47-CD53BB87C368}"/>
          </ac:spMkLst>
        </pc:spChg>
        <pc:spChg chg="del">
          <ac:chgData name="Stanley Rodrick" userId="8969fbcc-7c96-46fb-a663-9e2e5920ff04" providerId="ADAL" clId="{9E9EE534-C1BE-7B43-8215-D6AF789C72F4}" dt="2022-03-11T09:58:07.255" v="530" actId="478"/>
          <ac:spMkLst>
            <pc:docMk/>
            <pc:sldMk cId="3959085621" sldId="372"/>
            <ac:spMk id="7" creationId="{67CEA435-7D37-8745-95E5-D0888EBB6BCB}"/>
          </ac:spMkLst>
        </pc:spChg>
        <pc:spChg chg="del">
          <ac:chgData name="Stanley Rodrick" userId="8969fbcc-7c96-46fb-a663-9e2e5920ff04" providerId="ADAL" clId="{9E9EE534-C1BE-7B43-8215-D6AF789C72F4}" dt="2022-03-11T09:58:04.282" v="528" actId="478"/>
          <ac:spMkLst>
            <pc:docMk/>
            <pc:sldMk cId="3959085621" sldId="372"/>
            <ac:spMk id="8" creationId="{C093C2D4-EA61-0E47-B0A5-F502D1BC8690}"/>
          </ac:spMkLst>
        </pc:spChg>
        <pc:spChg chg="add mod">
          <ac:chgData name="Stanley Rodrick" userId="8969fbcc-7c96-46fb-a663-9e2e5920ff04" providerId="ADAL" clId="{9E9EE534-C1BE-7B43-8215-D6AF789C72F4}" dt="2022-03-11T09:58:35.420" v="541" actId="21"/>
          <ac:spMkLst>
            <pc:docMk/>
            <pc:sldMk cId="3959085621" sldId="372"/>
            <ac:spMk id="9" creationId="{716A9400-F2E6-594A-BE9C-C4313975090B}"/>
          </ac:spMkLst>
        </pc:spChg>
        <pc:spChg chg="add mod">
          <ac:chgData name="Stanley Rodrick" userId="8969fbcc-7c96-46fb-a663-9e2e5920ff04" providerId="ADAL" clId="{9E9EE534-C1BE-7B43-8215-D6AF789C72F4}" dt="2022-03-11T09:58:48.383" v="547" actId="14100"/>
          <ac:spMkLst>
            <pc:docMk/>
            <pc:sldMk cId="3959085621" sldId="372"/>
            <ac:spMk id="10" creationId="{65726C9F-E419-854B-AFF1-BB30885894E0}"/>
          </ac:spMkLst>
        </pc:spChg>
        <pc:spChg chg="add mod">
          <ac:chgData name="Stanley Rodrick" userId="8969fbcc-7c96-46fb-a663-9e2e5920ff04" providerId="ADAL" clId="{9E9EE534-C1BE-7B43-8215-D6AF789C72F4}" dt="2022-03-11T10:00:04.800" v="557" actId="14100"/>
          <ac:spMkLst>
            <pc:docMk/>
            <pc:sldMk cId="3959085621" sldId="372"/>
            <ac:spMk id="11" creationId="{9B30E1D9-56CE-A54D-82E0-316E6B28A537}"/>
          </ac:spMkLst>
        </pc:spChg>
      </pc:sldChg>
      <pc:sldChg chg="modSp add del mod ord">
        <pc:chgData name="Stanley Rodrick" userId="8969fbcc-7c96-46fb-a663-9e2e5920ff04" providerId="ADAL" clId="{9E9EE534-C1BE-7B43-8215-D6AF789C72F4}" dt="2022-03-11T10:06:59.703" v="666" actId="20578"/>
        <pc:sldMkLst>
          <pc:docMk/>
          <pc:sldMk cId="974899862" sldId="373"/>
        </pc:sldMkLst>
        <pc:spChg chg="mod">
          <ac:chgData name="Stanley Rodrick" userId="8969fbcc-7c96-46fb-a663-9e2e5920ff04" providerId="ADAL" clId="{9E9EE534-C1BE-7B43-8215-D6AF789C72F4}" dt="2022-03-11T10:06:36.395" v="662" actId="1076"/>
          <ac:spMkLst>
            <pc:docMk/>
            <pc:sldMk cId="974899862" sldId="373"/>
            <ac:spMk id="221" creationId="{00000000-0000-0000-0000-000000000000}"/>
          </ac:spMkLst>
        </pc:spChg>
      </pc:sldChg>
      <pc:sldChg chg="addSp delSp modSp add mod">
        <pc:chgData name="Stanley Rodrick" userId="8969fbcc-7c96-46fb-a663-9e2e5920ff04" providerId="ADAL" clId="{9E9EE534-C1BE-7B43-8215-D6AF789C72F4}" dt="2022-03-11T10:12:45.206" v="766" actId="1036"/>
        <pc:sldMkLst>
          <pc:docMk/>
          <pc:sldMk cId="111218806" sldId="374"/>
        </pc:sldMkLst>
        <pc:spChg chg="mod">
          <ac:chgData name="Stanley Rodrick" userId="8969fbcc-7c96-46fb-a663-9e2e5920ff04" providerId="ADAL" clId="{9E9EE534-C1BE-7B43-8215-D6AF789C72F4}" dt="2022-03-11T10:12:00.128" v="748" actId="1076"/>
          <ac:spMkLst>
            <pc:docMk/>
            <pc:sldMk cId="111218806" sldId="374"/>
            <ac:spMk id="2" creationId="{30C5B4EB-48B2-3E45-A58F-300E9A03105A}"/>
          </ac:spMkLst>
        </pc:spChg>
        <pc:spChg chg="del">
          <ac:chgData name="Stanley Rodrick" userId="8969fbcc-7c96-46fb-a663-9e2e5920ff04" providerId="ADAL" clId="{9E9EE534-C1BE-7B43-8215-D6AF789C72F4}" dt="2022-03-11T10:07:05.765" v="667" actId="478"/>
          <ac:spMkLst>
            <pc:docMk/>
            <pc:sldMk cId="111218806" sldId="374"/>
            <ac:spMk id="3" creationId="{B3D4215C-6C2A-5B4C-AD14-FBC4DACF5ED9}"/>
          </ac:spMkLst>
        </pc:spChg>
        <pc:spChg chg="del">
          <ac:chgData name="Stanley Rodrick" userId="8969fbcc-7c96-46fb-a663-9e2e5920ff04" providerId="ADAL" clId="{9E9EE534-C1BE-7B43-8215-D6AF789C72F4}" dt="2022-03-11T10:07:07.178" v="668" actId="478"/>
          <ac:spMkLst>
            <pc:docMk/>
            <pc:sldMk cId="111218806" sldId="374"/>
            <ac:spMk id="9" creationId="{716A9400-F2E6-594A-BE9C-C4313975090B}"/>
          </ac:spMkLst>
        </pc:spChg>
        <pc:spChg chg="del">
          <ac:chgData name="Stanley Rodrick" userId="8969fbcc-7c96-46fb-a663-9e2e5920ff04" providerId="ADAL" clId="{9E9EE534-C1BE-7B43-8215-D6AF789C72F4}" dt="2022-03-11T10:07:10.571" v="669" actId="478"/>
          <ac:spMkLst>
            <pc:docMk/>
            <pc:sldMk cId="111218806" sldId="374"/>
            <ac:spMk id="10" creationId="{65726C9F-E419-854B-AFF1-BB30885894E0}"/>
          </ac:spMkLst>
        </pc:spChg>
        <pc:spChg chg="del">
          <ac:chgData name="Stanley Rodrick" userId="8969fbcc-7c96-46fb-a663-9e2e5920ff04" providerId="ADAL" clId="{9E9EE534-C1BE-7B43-8215-D6AF789C72F4}" dt="2022-03-11T10:07:16.006" v="670" actId="478"/>
          <ac:spMkLst>
            <pc:docMk/>
            <pc:sldMk cId="111218806" sldId="374"/>
            <ac:spMk id="11" creationId="{9B30E1D9-56CE-A54D-82E0-316E6B28A537}"/>
          </ac:spMkLst>
        </pc:spChg>
        <pc:graphicFrameChg chg="add mod modGraphic">
          <ac:chgData name="Stanley Rodrick" userId="8969fbcc-7c96-46fb-a663-9e2e5920ff04" providerId="ADAL" clId="{9E9EE534-C1BE-7B43-8215-D6AF789C72F4}" dt="2022-03-11T10:12:45.206" v="766" actId="1036"/>
          <ac:graphicFrameMkLst>
            <pc:docMk/>
            <pc:sldMk cId="111218806" sldId="374"/>
            <ac:graphicFrameMk id="4" creationId="{B536273A-558D-3D47-A341-D05E46CE7D59}"/>
          </ac:graphicFrameMkLst>
        </pc:graphicFrameChg>
      </pc:sldChg>
      <pc:sldChg chg="new del">
        <pc:chgData name="Stanley Rodrick" userId="8969fbcc-7c96-46fb-a663-9e2e5920ff04" providerId="ADAL" clId="{9E9EE534-C1BE-7B43-8215-D6AF789C72F4}" dt="2022-03-11T10:06:52.991" v="664" actId="2696"/>
        <pc:sldMkLst>
          <pc:docMk/>
          <pc:sldMk cId="2537858685" sldId="374"/>
        </pc:sldMkLst>
      </pc:sldChg>
      <pc:sldMasterChg chg="delSldLayout">
        <pc:chgData name="Stanley Rodrick" userId="8969fbcc-7c96-46fb-a663-9e2e5920ff04" providerId="ADAL" clId="{9E9EE534-C1BE-7B43-8215-D6AF789C72F4}" dt="2022-03-11T10:02:10.188" v="597" actId="2696"/>
        <pc:sldMasterMkLst>
          <pc:docMk/>
          <pc:sldMasterMk cId="0" sldId="2147483663"/>
        </pc:sldMasterMkLst>
        <pc:sldLayoutChg chg="del">
          <pc:chgData name="Stanley Rodrick" userId="8969fbcc-7c96-46fb-a663-9e2e5920ff04" providerId="ADAL" clId="{9E9EE534-C1BE-7B43-8215-D6AF789C72F4}" dt="2022-03-11T10:02:10.188" v="597" actId="2696"/>
          <pc:sldLayoutMkLst>
            <pc:docMk/>
            <pc:sldMasterMk cId="0" sldId="2147483663"/>
            <pc:sldLayoutMk cId="0" sldId="2147483651"/>
          </pc:sldLayoutMkLst>
        </pc:sldLayoutChg>
        <pc:sldLayoutChg chg="del">
          <pc:chgData name="Stanley Rodrick" userId="8969fbcc-7c96-46fb-a663-9e2e5920ff04" providerId="ADAL" clId="{9E9EE534-C1BE-7B43-8215-D6AF789C72F4}" dt="2022-03-11T10:02:10.188" v="597" actId="2696"/>
          <pc:sldLayoutMkLst>
            <pc:docMk/>
            <pc:sldMasterMk cId="0" sldId="2147483663"/>
            <pc:sldLayoutMk cId="0" sldId="2147483654"/>
          </pc:sldLayoutMkLst>
        </pc:sldLayoutChg>
        <pc:sldLayoutChg chg="del">
          <pc:chgData name="Stanley Rodrick" userId="8969fbcc-7c96-46fb-a663-9e2e5920ff04" providerId="ADAL" clId="{9E9EE534-C1BE-7B43-8215-D6AF789C72F4}" dt="2022-03-11T10:02:10.188" v="597" actId="2696"/>
          <pc:sldLayoutMkLst>
            <pc:docMk/>
            <pc:sldMasterMk cId="0" sldId="2147483663"/>
            <pc:sldLayoutMk cId="0" sldId="2147483655"/>
          </pc:sldLayoutMkLst>
        </pc:sldLayoutChg>
        <pc:sldLayoutChg chg="del">
          <pc:chgData name="Stanley Rodrick" userId="8969fbcc-7c96-46fb-a663-9e2e5920ff04" providerId="ADAL" clId="{9E9EE534-C1BE-7B43-8215-D6AF789C72F4}" dt="2022-03-11T10:02:10.188" v="597" actId="2696"/>
          <pc:sldLayoutMkLst>
            <pc:docMk/>
            <pc:sldMasterMk cId="0" sldId="2147483663"/>
            <pc:sldLayoutMk cId="0" sldId="2147483656"/>
          </pc:sldLayoutMkLst>
        </pc:sldLayoutChg>
        <pc:sldLayoutChg chg="del">
          <pc:chgData name="Stanley Rodrick" userId="8969fbcc-7c96-46fb-a663-9e2e5920ff04" providerId="ADAL" clId="{9E9EE534-C1BE-7B43-8215-D6AF789C72F4}" dt="2022-03-11T10:02:10.188" v="597" actId="2696"/>
          <pc:sldLayoutMkLst>
            <pc:docMk/>
            <pc:sldMasterMk cId="0" sldId="2147483663"/>
            <pc:sldLayoutMk cId="0" sldId="2147483658"/>
          </pc:sldLayoutMkLst>
        </pc:sldLayoutChg>
        <pc:sldLayoutChg chg="del">
          <pc:chgData name="Stanley Rodrick" userId="8969fbcc-7c96-46fb-a663-9e2e5920ff04" providerId="ADAL" clId="{9E9EE534-C1BE-7B43-8215-D6AF789C72F4}" dt="2022-03-11T10:02:10.188" v="597" actId="2696"/>
          <pc:sldLayoutMkLst>
            <pc:docMk/>
            <pc:sldMasterMk cId="0" sldId="2147483663"/>
            <pc:sldLayoutMk cId="0" sldId="2147483659"/>
          </pc:sldLayoutMkLst>
        </pc:sldLayoutChg>
        <pc:sldLayoutChg chg="del">
          <pc:chgData name="Stanley Rodrick" userId="8969fbcc-7c96-46fb-a663-9e2e5920ff04" providerId="ADAL" clId="{9E9EE534-C1BE-7B43-8215-D6AF789C72F4}" dt="2022-03-11T10:02:10.188" v="597" actId="2696"/>
          <pc:sldLayoutMkLst>
            <pc:docMk/>
            <pc:sldMasterMk cId="0" sldId="2147483663"/>
            <pc:sldLayoutMk cId="0" sldId="2147483661"/>
          </pc:sldLayoutMkLst>
        </pc:sldLayoutChg>
      </pc:sldMasterChg>
    </pc:docChg>
  </pc:docChgLst>
  <pc:docChgLst>
    <pc:chgData name="Stanley Rodrick" userId="8969fbcc-7c96-46fb-a663-9e2e5920ff04" providerId="ADAL" clId="{7263821E-E0C1-4134-BC71-DF044EA45265}"/>
    <pc:docChg chg="undo custSel addSld modSld">
      <pc:chgData name="Stanley Rodrick" userId="8969fbcc-7c96-46fb-a663-9e2e5920ff04" providerId="ADAL" clId="{7263821E-E0C1-4134-BC71-DF044EA45265}" dt="2022-07-11T15:11:35.099" v="644" actId="1076"/>
      <pc:docMkLst>
        <pc:docMk/>
      </pc:docMkLst>
      <pc:sldChg chg="modSp mod">
        <pc:chgData name="Stanley Rodrick" userId="8969fbcc-7c96-46fb-a663-9e2e5920ff04" providerId="ADAL" clId="{7263821E-E0C1-4134-BC71-DF044EA45265}" dt="2022-07-11T14:02:46.105" v="36" actId="207"/>
        <pc:sldMkLst>
          <pc:docMk/>
          <pc:sldMk cId="1810906063" sldId="295"/>
        </pc:sldMkLst>
        <pc:spChg chg="mod">
          <ac:chgData name="Stanley Rodrick" userId="8969fbcc-7c96-46fb-a663-9e2e5920ff04" providerId="ADAL" clId="{7263821E-E0C1-4134-BC71-DF044EA45265}" dt="2022-07-11T14:02:46.105" v="36" actId="207"/>
          <ac:spMkLst>
            <pc:docMk/>
            <pc:sldMk cId="1810906063" sldId="295"/>
            <ac:spMk id="3" creationId="{5A6FFAA3-9A70-4946-92BA-C59BD6C6CCE5}"/>
          </ac:spMkLst>
        </pc:spChg>
      </pc:sldChg>
      <pc:sldChg chg="modSp mod">
        <pc:chgData name="Stanley Rodrick" userId="8969fbcc-7c96-46fb-a663-9e2e5920ff04" providerId="ADAL" clId="{7263821E-E0C1-4134-BC71-DF044EA45265}" dt="2022-07-11T14:06:21.974" v="69"/>
        <pc:sldMkLst>
          <pc:docMk/>
          <pc:sldMk cId="3120342867" sldId="297"/>
        </pc:sldMkLst>
        <pc:spChg chg="mod">
          <ac:chgData name="Stanley Rodrick" userId="8969fbcc-7c96-46fb-a663-9e2e5920ff04" providerId="ADAL" clId="{7263821E-E0C1-4134-BC71-DF044EA45265}" dt="2022-07-11T14:06:21.974" v="69"/>
          <ac:spMkLst>
            <pc:docMk/>
            <pc:sldMk cId="3120342867" sldId="297"/>
            <ac:spMk id="9" creationId="{E6093465-1D83-BE44-8934-D67820CAB994}"/>
          </ac:spMkLst>
        </pc:spChg>
      </pc:sldChg>
      <pc:sldChg chg="modSp mod">
        <pc:chgData name="Stanley Rodrick" userId="8969fbcc-7c96-46fb-a663-9e2e5920ff04" providerId="ADAL" clId="{7263821E-E0C1-4134-BC71-DF044EA45265}" dt="2022-07-11T14:03:14.496" v="38" actId="207"/>
        <pc:sldMkLst>
          <pc:docMk/>
          <pc:sldMk cId="3861415309" sldId="385"/>
        </pc:sldMkLst>
        <pc:spChg chg="mod">
          <ac:chgData name="Stanley Rodrick" userId="8969fbcc-7c96-46fb-a663-9e2e5920ff04" providerId="ADAL" clId="{7263821E-E0C1-4134-BC71-DF044EA45265}" dt="2022-07-11T14:03:14.496" v="38" actId="207"/>
          <ac:spMkLst>
            <pc:docMk/>
            <pc:sldMk cId="3861415309" sldId="385"/>
            <ac:spMk id="2" creationId="{30C5B4EB-48B2-3E45-A58F-300E9A03105A}"/>
          </ac:spMkLst>
        </pc:spChg>
      </pc:sldChg>
      <pc:sldChg chg="modSp mod">
        <pc:chgData name="Stanley Rodrick" userId="8969fbcc-7c96-46fb-a663-9e2e5920ff04" providerId="ADAL" clId="{7263821E-E0C1-4134-BC71-DF044EA45265}" dt="2022-07-11T14:04:04.755" v="50" actId="207"/>
        <pc:sldMkLst>
          <pc:docMk/>
          <pc:sldMk cId="1423708714" sldId="386"/>
        </pc:sldMkLst>
        <pc:spChg chg="mod">
          <ac:chgData name="Stanley Rodrick" userId="8969fbcc-7c96-46fb-a663-9e2e5920ff04" providerId="ADAL" clId="{7263821E-E0C1-4134-BC71-DF044EA45265}" dt="2022-07-11T14:03:17.679" v="39" actId="207"/>
          <ac:spMkLst>
            <pc:docMk/>
            <pc:sldMk cId="1423708714" sldId="386"/>
            <ac:spMk id="2" creationId="{30C5B4EB-48B2-3E45-A58F-300E9A03105A}"/>
          </ac:spMkLst>
        </pc:spChg>
        <pc:spChg chg="mod">
          <ac:chgData name="Stanley Rodrick" userId="8969fbcc-7c96-46fb-a663-9e2e5920ff04" providerId="ADAL" clId="{7263821E-E0C1-4134-BC71-DF044EA45265}" dt="2022-07-11T14:04:04.755" v="50" actId="207"/>
          <ac:spMkLst>
            <pc:docMk/>
            <pc:sldMk cId="1423708714" sldId="386"/>
            <ac:spMk id="3" creationId="{5A6FFAA3-9A70-4946-92BA-C59BD6C6CCE5}"/>
          </ac:spMkLst>
        </pc:spChg>
      </pc:sldChg>
      <pc:sldChg chg="modSp mod">
        <pc:chgData name="Stanley Rodrick" userId="8969fbcc-7c96-46fb-a663-9e2e5920ff04" providerId="ADAL" clId="{7263821E-E0C1-4134-BC71-DF044EA45265}" dt="2022-07-11T14:04:27.728" v="54" actId="207"/>
        <pc:sldMkLst>
          <pc:docMk/>
          <pc:sldMk cId="52249797" sldId="387"/>
        </pc:sldMkLst>
        <pc:spChg chg="mod">
          <ac:chgData name="Stanley Rodrick" userId="8969fbcc-7c96-46fb-a663-9e2e5920ff04" providerId="ADAL" clId="{7263821E-E0C1-4134-BC71-DF044EA45265}" dt="2022-07-11T14:03:21.035" v="40" actId="207"/>
          <ac:spMkLst>
            <pc:docMk/>
            <pc:sldMk cId="52249797" sldId="387"/>
            <ac:spMk id="2" creationId="{30C5B4EB-48B2-3E45-A58F-300E9A03105A}"/>
          </ac:spMkLst>
        </pc:spChg>
        <pc:spChg chg="mod">
          <ac:chgData name="Stanley Rodrick" userId="8969fbcc-7c96-46fb-a663-9e2e5920ff04" providerId="ADAL" clId="{7263821E-E0C1-4134-BC71-DF044EA45265}" dt="2022-07-11T14:04:27.728" v="54" actId="207"/>
          <ac:spMkLst>
            <pc:docMk/>
            <pc:sldMk cId="52249797" sldId="387"/>
            <ac:spMk id="3" creationId="{5A6FFAA3-9A70-4946-92BA-C59BD6C6CCE5}"/>
          </ac:spMkLst>
        </pc:spChg>
      </pc:sldChg>
      <pc:sldChg chg="modSp mod">
        <pc:chgData name="Stanley Rodrick" userId="8969fbcc-7c96-46fb-a663-9e2e5920ff04" providerId="ADAL" clId="{7263821E-E0C1-4134-BC71-DF044EA45265}" dt="2022-07-11T14:05:00.939" v="58" actId="207"/>
        <pc:sldMkLst>
          <pc:docMk/>
          <pc:sldMk cId="1113397371" sldId="388"/>
        </pc:sldMkLst>
        <pc:spChg chg="mod">
          <ac:chgData name="Stanley Rodrick" userId="8969fbcc-7c96-46fb-a663-9e2e5920ff04" providerId="ADAL" clId="{7263821E-E0C1-4134-BC71-DF044EA45265}" dt="2022-07-11T14:03:25.135" v="41" actId="207"/>
          <ac:spMkLst>
            <pc:docMk/>
            <pc:sldMk cId="1113397371" sldId="388"/>
            <ac:spMk id="2" creationId="{30C5B4EB-48B2-3E45-A58F-300E9A03105A}"/>
          </ac:spMkLst>
        </pc:spChg>
        <pc:spChg chg="mod">
          <ac:chgData name="Stanley Rodrick" userId="8969fbcc-7c96-46fb-a663-9e2e5920ff04" providerId="ADAL" clId="{7263821E-E0C1-4134-BC71-DF044EA45265}" dt="2022-07-11T14:05:00.939" v="58" actId="207"/>
          <ac:spMkLst>
            <pc:docMk/>
            <pc:sldMk cId="1113397371" sldId="388"/>
            <ac:spMk id="3" creationId="{5A6FFAA3-9A70-4946-92BA-C59BD6C6CCE5}"/>
          </ac:spMkLst>
        </pc:spChg>
      </pc:sldChg>
      <pc:sldChg chg="modSp mod">
        <pc:chgData name="Stanley Rodrick" userId="8969fbcc-7c96-46fb-a663-9e2e5920ff04" providerId="ADAL" clId="{7263821E-E0C1-4134-BC71-DF044EA45265}" dt="2022-07-11T14:05:19.058" v="60" actId="207"/>
        <pc:sldMkLst>
          <pc:docMk/>
          <pc:sldMk cId="257567952" sldId="389"/>
        </pc:sldMkLst>
        <pc:spChg chg="mod">
          <ac:chgData name="Stanley Rodrick" userId="8969fbcc-7c96-46fb-a663-9e2e5920ff04" providerId="ADAL" clId="{7263821E-E0C1-4134-BC71-DF044EA45265}" dt="2022-07-11T14:03:29.005" v="42" actId="207"/>
          <ac:spMkLst>
            <pc:docMk/>
            <pc:sldMk cId="257567952" sldId="389"/>
            <ac:spMk id="2" creationId="{30C5B4EB-48B2-3E45-A58F-300E9A03105A}"/>
          </ac:spMkLst>
        </pc:spChg>
        <pc:spChg chg="mod">
          <ac:chgData name="Stanley Rodrick" userId="8969fbcc-7c96-46fb-a663-9e2e5920ff04" providerId="ADAL" clId="{7263821E-E0C1-4134-BC71-DF044EA45265}" dt="2022-07-11T14:05:19.058" v="60" actId="207"/>
          <ac:spMkLst>
            <pc:docMk/>
            <pc:sldMk cId="257567952" sldId="389"/>
            <ac:spMk id="3" creationId="{5A6FFAA3-9A70-4946-92BA-C59BD6C6CCE5}"/>
          </ac:spMkLst>
        </pc:spChg>
      </pc:sldChg>
      <pc:sldChg chg="modSp mod">
        <pc:chgData name="Stanley Rodrick" userId="8969fbcc-7c96-46fb-a663-9e2e5920ff04" providerId="ADAL" clId="{7263821E-E0C1-4134-BC71-DF044EA45265}" dt="2022-07-11T14:06:32.897" v="71" actId="207"/>
        <pc:sldMkLst>
          <pc:docMk/>
          <pc:sldMk cId="2765993870" sldId="390"/>
        </pc:sldMkLst>
        <pc:spChg chg="mod">
          <ac:chgData name="Stanley Rodrick" userId="8969fbcc-7c96-46fb-a663-9e2e5920ff04" providerId="ADAL" clId="{7263821E-E0C1-4134-BC71-DF044EA45265}" dt="2022-07-11T14:06:32.897" v="71" actId="207"/>
          <ac:spMkLst>
            <pc:docMk/>
            <pc:sldMk cId="2765993870" sldId="390"/>
            <ac:spMk id="9" creationId="{E6093465-1D83-BE44-8934-D67820CAB994}"/>
          </ac:spMkLst>
        </pc:spChg>
      </pc:sldChg>
      <pc:sldChg chg="modSp mod">
        <pc:chgData name="Stanley Rodrick" userId="8969fbcc-7c96-46fb-a663-9e2e5920ff04" providerId="ADAL" clId="{7263821E-E0C1-4134-BC71-DF044EA45265}" dt="2022-07-11T14:06:42.660" v="74"/>
        <pc:sldMkLst>
          <pc:docMk/>
          <pc:sldMk cId="228797942" sldId="391"/>
        </pc:sldMkLst>
        <pc:spChg chg="mod">
          <ac:chgData name="Stanley Rodrick" userId="8969fbcc-7c96-46fb-a663-9e2e5920ff04" providerId="ADAL" clId="{7263821E-E0C1-4134-BC71-DF044EA45265}" dt="2022-07-11T14:06:42.660" v="74"/>
          <ac:spMkLst>
            <pc:docMk/>
            <pc:sldMk cId="228797942" sldId="391"/>
            <ac:spMk id="9" creationId="{E6093465-1D83-BE44-8934-D67820CAB994}"/>
          </ac:spMkLst>
        </pc:spChg>
      </pc:sldChg>
      <pc:sldChg chg="modSp mod">
        <pc:chgData name="Stanley Rodrick" userId="8969fbcc-7c96-46fb-a663-9e2e5920ff04" providerId="ADAL" clId="{7263821E-E0C1-4134-BC71-DF044EA45265}" dt="2022-07-11T14:06:51.737" v="76"/>
        <pc:sldMkLst>
          <pc:docMk/>
          <pc:sldMk cId="2039176555" sldId="393"/>
        </pc:sldMkLst>
        <pc:spChg chg="mod">
          <ac:chgData name="Stanley Rodrick" userId="8969fbcc-7c96-46fb-a663-9e2e5920ff04" providerId="ADAL" clId="{7263821E-E0C1-4134-BC71-DF044EA45265}" dt="2022-07-11T14:06:51.737" v="76"/>
          <ac:spMkLst>
            <pc:docMk/>
            <pc:sldMk cId="2039176555" sldId="393"/>
            <ac:spMk id="9" creationId="{E6093465-1D83-BE44-8934-D67820CAB994}"/>
          </ac:spMkLst>
        </pc:spChg>
      </pc:sldChg>
      <pc:sldChg chg="modSp mod">
        <pc:chgData name="Stanley Rodrick" userId="8969fbcc-7c96-46fb-a663-9e2e5920ff04" providerId="ADAL" clId="{7263821E-E0C1-4134-BC71-DF044EA45265}" dt="2022-07-11T14:07:44.472" v="84" actId="207"/>
        <pc:sldMkLst>
          <pc:docMk/>
          <pc:sldMk cId="4262888960" sldId="394"/>
        </pc:sldMkLst>
        <pc:spChg chg="mod">
          <ac:chgData name="Stanley Rodrick" userId="8969fbcc-7c96-46fb-a663-9e2e5920ff04" providerId="ADAL" clId="{7263821E-E0C1-4134-BC71-DF044EA45265}" dt="2022-07-11T14:07:44.472" v="84" actId="207"/>
          <ac:spMkLst>
            <pc:docMk/>
            <pc:sldMk cId="4262888960" sldId="394"/>
            <ac:spMk id="9" creationId="{E6093465-1D83-BE44-8934-D67820CAB994}"/>
          </ac:spMkLst>
        </pc:spChg>
      </pc:sldChg>
      <pc:sldChg chg="modSp mod">
        <pc:chgData name="Stanley Rodrick" userId="8969fbcc-7c96-46fb-a663-9e2e5920ff04" providerId="ADAL" clId="{7263821E-E0C1-4134-BC71-DF044EA45265}" dt="2022-07-11T14:08:20.813" v="90" actId="207"/>
        <pc:sldMkLst>
          <pc:docMk/>
          <pc:sldMk cId="1201905835" sldId="396"/>
        </pc:sldMkLst>
        <pc:spChg chg="mod">
          <ac:chgData name="Stanley Rodrick" userId="8969fbcc-7c96-46fb-a663-9e2e5920ff04" providerId="ADAL" clId="{7263821E-E0C1-4134-BC71-DF044EA45265}" dt="2022-07-11T14:08:20.813" v="90" actId="207"/>
          <ac:spMkLst>
            <pc:docMk/>
            <pc:sldMk cId="1201905835" sldId="396"/>
            <ac:spMk id="9" creationId="{E6093465-1D83-BE44-8934-D67820CAB994}"/>
          </ac:spMkLst>
        </pc:spChg>
      </pc:sldChg>
      <pc:sldChg chg="modSp mod">
        <pc:chgData name="Stanley Rodrick" userId="8969fbcc-7c96-46fb-a663-9e2e5920ff04" providerId="ADAL" clId="{7263821E-E0C1-4134-BC71-DF044EA45265}" dt="2022-07-11T14:09:05.140" v="93"/>
        <pc:sldMkLst>
          <pc:docMk/>
          <pc:sldMk cId="397950661" sldId="404"/>
        </pc:sldMkLst>
        <pc:spChg chg="mod">
          <ac:chgData name="Stanley Rodrick" userId="8969fbcc-7c96-46fb-a663-9e2e5920ff04" providerId="ADAL" clId="{7263821E-E0C1-4134-BC71-DF044EA45265}" dt="2022-07-11T14:09:05.140" v="93"/>
          <ac:spMkLst>
            <pc:docMk/>
            <pc:sldMk cId="397950661" sldId="404"/>
            <ac:spMk id="9" creationId="{E6093465-1D83-BE44-8934-D67820CAB994}"/>
          </ac:spMkLst>
        </pc:spChg>
      </pc:sldChg>
      <pc:sldChg chg="modSp mod">
        <pc:chgData name="Stanley Rodrick" userId="8969fbcc-7c96-46fb-a663-9e2e5920ff04" providerId="ADAL" clId="{7263821E-E0C1-4134-BC71-DF044EA45265}" dt="2022-07-11T14:09:07.456" v="94"/>
        <pc:sldMkLst>
          <pc:docMk/>
          <pc:sldMk cId="455454383" sldId="407"/>
        </pc:sldMkLst>
        <pc:spChg chg="mod">
          <ac:chgData name="Stanley Rodrick" userId="8969fbcc-7c96-46fb-a663-9e2e5920ff04" providerId="ADAL" clId="{7263821E-E0C1-4134-BC71-DF044EA45265}" dt="2022-07-11T14:09:07.456" v="94"/>
          <ac:spMkLst>
            <pc:docMk/>
            <pc:sldMk cId="455454383" sldId="407"/>
            <ac:spMk id="9" creationId="{E6093465-1D83-BE44-8934-D67820CAB994}"/>
          </ac:spMkLst>
        </pc:spChg>
      </pc:sldChg>
      <pc:sldChg chg="modSp mod">
        <pc:chgData name="Stanley Rodrick" userId="8969fbcc-7c96-46fb-a663-9e2e5920ff04" providerId="ADAL" clId="{7263821E-E0C1-4134-BC71-DF044EA45265}" dt="2022-07-11T14:10:10.054" v="108" actId="207"/>
        <pc:sldMkLst>
          <pc:docMk/>
          <pc:sldMk cId="1467213534" sldId="408"/>
        </pc:sldMkLst>
        <pc:spChg chg="mod">
          <ac:chgData name="Stanley Rodrick" userId="8969fbcc-7c96-46fb-a663-9e2e5920ff04" providerId="ADAL" clId="{7263821E-E0C1-4134-BC71-DF044EA45265}" dt="2022-07-11T14:10:10.054" v="108" actId="207"/>
          <ac:spMkLst>
            <pc:docMk/>
            <pc:sldMk cId="1467213534" sldId="408"/>
            <ac:spMk id="9" creationId="{E6093465-1D83-BE44-8934-D67820CAB994}"/>
          </ac:spMkLst>
        </pc:spChg>
      </pc:sldChg>
      <pc:sldChg chg="modSp mod">
        <pc:chgData name="Stanley Rodrick" userId="8969fbcc-7c96-46fb-a663-9e2e5920ff04" providerId="ADAL" clId="{7263821E-E0C1-4134-BC71-DF044EA45265}" dt="2022-07-11T14:10:38.723" v="118" actId="207"/>
        <pc:sldMkLst>
          <pc:docMk/>
          <pc:sldMk cId="43428027" sldId="409"/>
        </pc:sldMkLst>
        <pc:spChg chg="mod">
          <ac:chgData name="Stanley Rodrick" userId="8969fbcc-7c96-46fb-a663-9e2e5920ff04" providerId="ADAL" clId="{7263821E-E0C1-4134-BC71-DF044EA45265}" dt="2022-07-11T14:10:38.723" v="118" actId="207"/>
          <ac:spMkLst>
            <pc:docMk/>
            <pc:sldMk cId="43428027" sldId="409"/>
            <ac:spMk id="9" creationId="{E6093465-1D83-BE44-8934-D67820CAB994}"/>
          </ac:spMkLst>
        </pc:spChg>
      </pc:sldChg>
      <pc:sldChg chg="modSp mod">
        <pc:chgData name="Stanley Rodrick" userId="8969fbcc-7c96-46fb-a663-9e2e5920ff04" providerId="ADAL" clId="{7263821E-E0C1-4134-BC71-DF044EA45265}" dt="2022-07-11T14:10:52.858" v="123"/>
        <pc:sldMkLst>
          <pc:docMk/>
          <pc:sldMk cId="2820163660" sldId="410"/>
        </pc:sldMkLst>
        <pc:spChg chg="mod">
          <ac:chgData name="Stanley Rodrick" userId="8969fbcc-7c96-46fb-a663-9e2e5920ff04" providerId="ADAL" clId="{7263821E-E0C1-4134-BC71-DF044EA45265}" dt="2022-07-11T14:10:52.858" v="123"/>
          <ac:spMkLst>
            <pc:docMk/>
            <pc:sldMk cId="2820163660" sldId="410"/>
            <ac:spMk id="9" creationId="{E6093465-1D83-BE44-8934-D67820CAB994}"/>
          </ac:spMkLst>
        </pc:spChg>
      </pc:sldChg>
      <pc:sldChg chg="modSp mod">
        <pc:chgData name="Stanley Rodrick" userId="8969fbcc-7c96-46fb-a663-9e2e5920ff04" providerId="ADAL" clId="{7263821E-E0C1-4134-BC71-DF044EA45265}" dt="2022-07-11T14:10:57.835" v="124"/>
        <pc:sldMkLst>
          <pc:docMk/>
          <pc:sldMk cId="2430129703" sldId="411"/>
        </pc:sldMkLst>
        <pc:spChg chg="mod">
          <ac:chgData name="Stanley Rodrick" userId="8969fbcc-7c96-46fb-a663-9e2e5920ff04" providerId="ADAL" clId="{7263821E-E0C1-4134-BC71-DF044EA45265}" dt="2022-07-11T14:10:57.835" v="124"/>
          <ac:spMkLst>
            <pc:docMk/>
            <pc:sldMk cId="2430129703" sldId="411"/>
            <ac:spMk id="9" creationId="{E6093465-1D83-BE44-8934-D67820CAB994}"/>
          </ac:spMkLst>
        </pc:spChg>
      </pc:sldChg>
      <pc:sldChg chg="modSp mod">
        <pc:chgData name="Stanley Rodrick" userId="8969fbcc-7c96-46fb-a663-9e2e5920ff04" providerId="ADAL" clId="{7263821E-E0C1-4134-BC71-DF044EA45265}" dt="2022-07-11T14:11:09.078" v="125"/>
        <pc:sldMkLst>
          <pc:docMk/>
          <pc:sldMk cId="2104566959" sldId="412"/>
        </pc:sldMkLst>
        <pc:spChg chg="mod">
          <ac:chgData name="Stanley Rodrick" userId="8969fbcc-7c96-46fb-a663-9e2e5920ff04" providerId="ADAL" clId="{7263821E-E0C1-4134-BC71-DF044EA45265}" dt="2022-07-11T14:11:09.078" v="125"/>
          <ac:spMkLst>
            <pc:docMk/>
            <pc:sldMk cId="2104566959" sldId="412"/>
            <ac:spMk id="9" creationId="{E6093465-1D83-BE44-8934-D67820CAB994}"/>
          </ac:spMkLst>
        </pc:spChg>
      </pc:sldChg>
      <pc:sldChg chg="modSp mod">
        <pc:chgData name="Stanley Rodrick" userId="8969fbcc-7c96-46fb-a663-9e2e5920ff04" providerId="ADAL" clId="{7263821E-E0C1-4134-BC71-DF044EA45265}" dt="2022-07-11T14:11:17.952" v="128"/>
        <pc:sldMkLst>
          <pc:docMk/>
          <pc:sldMk cId="3160326643" sldId="413"/>
        </pc:sldMkLst>
        <pc:spChg chg="mod">
          <ac:chgData name="Stanley Rodrick" userId="8969fbcc-7c96-46fb-a663-9e2e5920ff04" providerId="ADAL" clId="{7263821E-E0C1-4134-BC71-DF044EA45265}" dt="2022-07-11T14:11:15.607" v="127"/>
          <ac:spMkLst>
            <pc:docMk/>
            <pc:sldMk cId="3160326643" sldId="413"/>
            <ac:spMk id="9" creationId="{E6093465-1D83-BE44-8934-D67820CAB994}"/>
          </ac:spMkLst>
        </pc:spChg>
        <pc:spChg chg="mod">
          <ac:chgData name="Stanley Rodrick" userId="8969fbcc-7c96-46fb-a663-9e2e5920ff04" providerId="ADAL" clId="{7263821E-E0C1-4134-BC71-DF044EA45265}" dt="2022-07-11T14:11:17.952" v="128"/>
          <ac:spMkLst>
            <pc:docMk/>
            <pc:sldMk cId="3160326643" sldId="413"/>
            <ac:spMk id="10" creationId="{EAFD7259-8FF0-901D-A0F8-4A9252599882}"/>
          </ac:spMkLst>
        </pc:spChg>
      </pc:sldChg>
      <pc:sldChg chg="modSp mod">
        <pc:chgData name="Stanley Rodrick" userId="8969fbcc-7c96-46fb-a663-9e2e5920ff04" providerId="ADAL" clId="{7263821E-E0C1-4134-BC71-DF044EA45265}" dt="2022-07-11T14:11:25.733" v="132"/>
        <pc:sldMkLst>
          <pc:docMk/>
          <pc:sldMk cId="2614035540" sldId="414"/>
        </pc:sldMkLst>
        <pc:spChg chg="mod">
          <ac:chgData name="Stanley Rodrick" userId="8969fbcc-7c96-46fb-a663-9e2e5920ff04" providerId="ADAL" clId="{7263821E-E0C1-4134-BC71-DF044EA45265}" dt="2022-07-11T14:11:25.733" v="132"/>
          <ac:spMkLst>
            <pc:docMk/>
            <pc:sldMk cId="2614035540" sldId="414"/>
            <ac:spMk id="6" creationId="{1F33972D-300D-0EE8-548D-5496AA062108}"/>
          </ac:spMkLst>
        </pc:spChg>
        <pc:spChg chg="mod">
          <ac:chgData name="Stanley Rodrick" userId="8969fbcc-7c96-46fb-a663-9e2e5920ff04" providerId="ADAL" clId="{7263821E-E0C1-4134-BC71-DF044EA45265}" dt="2022-07-11T14:11:23.350" v="130"/>
          <ac:spMkLst>
            <pc:docMk/>
            <pc:sldMk cId="2614035540" sldId="414"/>
            <ac:spMk id="9" creationId="{E6093465-1D83-BE44-8934-D67820CAB994}"/>
          </ac:spMkLst>
        </pc:spChg>
      </pc:sldChg>
      <pc:sldChg chg="modSp mod">
        <pc:chgData name="Stanley Rodrick" userId="8969fbcc-7c96-46fb-a663-9e2e5920ff04" providerId="ADAL" clId="{7263821E-E0C1-4134-BC71-DF044EA45265}" dt="2022-07-11T14:12:55.604" v="146" actId="207"/>
        <pc:sldMkLst>
          <pc:docMk/>
          <pc:sldMk cId="456157145" sldId="415"/>
        </pc:sldMkLst>
        <pc:spChg chg="mod">
          <ac:chgData name="Stanley Rodrick" userId="8969fbcc-7c96-46fb-a663-9e2e5920ff04" providerId="ADAL" clId="{7263821E-E0C1-4134-BC71-DF044EA45265}" dt="2022-07-11T14:12:55.604" v="146" actId="207"/>
          <ac:spMkLst>
            <pc:docMk/>
            <pc:sldMk cId="456157145" sldId="415"/>
            <ac:spMk id="9" creationId="{E6093465-1D83-BE44-8934-D67820CAB994}"/>
          </ac:spMkLst>
        </pc:spChg>
      </pc:sldChg>
      <pc:sldChg chg="addSp modSp mod">
        <pc:chgData name="Stanley Rodrick" userId="8969fbcc-7c96-46fb-a663-9e2e5920ff04" providerId="ADAL" clId="{7263821E-E0C1-4134-BC71-DF044EA45265}" dt="2022-07-11T14:51:44.627" v="493" actId="1076"/>
        <pc:sldMkLst>
          <pc:docMk/>
          <pc:sldMk cId="3127504798" sldId="424"/>
        </pc:sldMkLst>
        <pc:picChg chg="add mod">
          <ac:chgData name="Stanley Rodrick" userId="8969fbcc-7c96-46fb-a663-9e2e5920ff04" providerId="ADAL" clId="{7263821E-E0C1-4134-BC71-DF044EA45265}" dt="2022-07-11T14:51:44.627" v="493" actId="1076"/>
          <ac:picMkLst>
            <pc:docMk/>
            <pc:sldMk cId="3127504798" sldId="424"/>
            <ac:picMk id="8" creationId="{FD3F6FAB-652C-E3BD-F060-138BC57B8479}"/>
          </ac:picMkLst>
        </pc:picChg>
      </pc:sldChg>
      <pc:sldChg chg="addSp delSp modSp add mod">
        <pc:chgData name="Stanley Rodrick" userId="8969fbcc-7c96-46fb-a663-9e2e5920ff04" providerId="ADAL" clId="{7263821E-E0C1-4134-BC71-DF044EA45265}" dt="2022-07-11T14:36:40.079" v="159" actId="1076"/>
        <pc:sldMkLst>
          <pc:docMk/>
          <pc:sldMk cId="888472100" sldId="431"/>
        </pc:sldMkLst>
        <pc:spChg chg="del">
          <ac:chgData name="Stanley Rodrick" userId="8969fbcc-7c96-46fb-a663-9e2e5920ff04" providerId="ADAL" clId="{7263821E-E0C1-4134-BC71-DF044EA45265}" dt="2022-07-11T14:31:20.910" v="150" actId="478"/>
          <ac:spMkLst>
            <pc:docMk/>
            <pc:sldMk cId="888472100" sldId="431"/>
            <ac:spMk id="2" creationId="{766BB305-0A19-0398-FBA7-35A7EE3DA494}"/>
          </ac:spMkLst>
        </pc:spChg>
        <pc:spChg chg="del">
          <ac:chgData name="Stanley Rodrick" userId="8969fbcc-7c96-46fb-a663-9e2e5920ff04" providerId="ADAL" clId="{7263821E-E0C1-4134-BC71-DF044EA45265}" dt="2022-07-11T14:31:22.911" v="151" actId="478"/>
          <ac:spMkLst>
            <pc:docMk/>
            <pc:sldMk cId="888472100" sldId="431"/>
            <ac:spMk id="4" creationId="{B09FDCBF-89CC-0297-A5CE-4307EA7EF581}"/>
          </ac:spMkLst>
        </pc:spChg>
        <pc:spChg chg="mod">
          <ac:chgData name="Stanley Rodrick" userId="8969fbcc-7c96-46fb-a663-9e2e5920ff04" providerId="ADAL" clId="{7263821E-E0C1-4134-BC71-DF044EA45265}" dt="2022-07-11T14:31:16.721" v="149" actId="20577"/>
          <ac:spMkLst>
            <pc:docMk/>
            <pc:sldMk cId="888472100" sldId="431"/>
            <ac:spMk id="7" creationId="{C6AA6090-E0D6-9807-2CCB-2516E9D720ED}"/>
          </ac:spMkLst>
        </pc:spChg>
        <pc:spChg chg="add del">
          <ac:chgData name="Stanley Rodrick" userId="8969fbcc-7c96-46fb-a663-9e2e5920ff04" providerId="ADAL" clId="{7263821E-E0C1-4134-BC71-DF044EA45265}" dt="2022-07-11T14:31:29.709" v="153" actId="22"/>
          <ac:spMkLst>
            <pc:docMk/>
            <pc:sldMk cId="888472100" sldId="431"/>
            <ac:spMk id="8" creationId="{7AB1335E-1047-EF12-032E-B304A09F134A}"/>
          </ac:spMkLst>
        </pc:spChg>
        <pc:picChg chg="add mod modCrop">
          <ac:chgData name="Stanley Rodrick" userId="8969fbcc-7c96-46fb-a663-9e2e5920ff04" providerId="ADAL" clId="{7263821E-E0C1-4134-BC71-DF044EA45265}" dt="2022-07-11T14:36:40.079" v="159" actId="1076"/>
          <ac:picMkLst>
            <pc:docMk/>
            <pc:sldMk cId="888472100" sldId="431"/>
            <ac:picMk id="10" creationId="{B35C7A5A-09EE-3B2D-75F1-F36A3C43B4A2}"/>
          </ac:picMkLst>
        </pc:picChg>
      </pc:sldChg>
      <pc:sldChg chg="addSp modSp add mod">
        <pc:chgData name="Stanley Rodrick" userId="8969fbcc-7c96-46fb-a663-9e2e5920ff04" providerId="ADAL" clId="{7263821E-E0C1-4134-BC71-DF044EA45265}" dt="2022-07-11T14:42:38.246" v="285" actId="20577"/>
        <pc:sldMkLst>
          <pc:docMk/>
          <pc:sldMk cId="4259683646" sldId="432"/>
        </pc:sldMkLst>
        <pc:spChg chg="add mod">
          <ac:chgData name="Stanley Rodrick" userId="8969fbcc-7c96-46fb-a663-9e2e5920ff04" providerId="ADAL" clId="{7263821E-E0C1-4134-BC71-DF044EA45265}" dt="2022-07-11T14:42:38.246" v="285" actId="20577"/>
          <ac:spMkLst>
            <pc:docMk/>
            <pc:sldMk cId="4259683646" sldId="432"/>
            <ac:spMk id="8" creationId="{0E83FDA2-4D28-9243-9E1D-562B619BC232}"/>
          </ac:spMkLst>
        </pc:spChg>
        <pc:picChg chg="mod">
          <ac:chgData name="Stanley Rodrick" userId="8969fbcc-7c96-46fb-a663-9e2e5920ff04" providerId="ADAL" clId="{7263821E-E0C1-4134-BC71-DF044EA45265}" dt="2022-07-11T14:37:29.970" v="163" actId="1076"/>
          <ac:picMkLst>
            <pc:docMk/>
            <pc:sldMk cId="4259683646" sldId="432"/>
            <ac:picMk id="10" creationId="{B35C7A5A-09EE-3B2D-75F1-F36A3C43B4A2}"/>
          </ac:picMkLst>
        </pc:picChg>
      </pc:sldChg>
      <pc:sldChg chg="addSp delSp modSp add mod">
        <pc:chgData name="Stanley Rodrick" userId="8969fbcc-7c96-46fb-a663-9e2e5920ff04" providerId="ADAL" clId="{7263821E-E0C1-4134-BC71-DF044EA45265}" dt="2022-07-11T14:45:57.746" v="376" actId="113"/>
        <pc:sldMkLst>
          <pc:docMk/>
          <pc:sldMk cId="3386569570" sldId="433"/>
        </pc:sldMkLst>
        <pc:spChg chg="del">
          <ac:chgData name="Stanley Rodrick" userId="8969fbcc-7c96-46fb-a663-9e2e5920ff04" providerId="ADAL" clId="{7263821E-E0C1-4134-BC71-DF044EA45265}" dt="2022-07-11T14:39:11.781" v="231" actId="478"/>
          <ac:spMkLst>
            <pc:docMk/>
            <pc:sldMk cId="3386569570" sldId="433"/>
            <ac:spMk id="8" creationId="{0E83FDA2-4D28-9243-9E1D-562B619BC232}"/>
          </ac:spMkLst>
        </pc:spChg>
        <pc:spChg chg="add mod">
          <ac:chgData name="Stanley Rodrick" userId="8969fbcc-7c96-46fb-a663-9e2e5920ff04" providerId="ADAL" clId="{7263821E-E0C1-4134-BC71-DF044EA45265}" dt="2022-07-11T14:45:57.746" v="376" actId="113"/>
          <ac:spMkLst>
            <pc:docMk/>
            <pc:sldMk cId="3386569570" sldId="433"/>
            <ac:spMk id="9" creationId="{8E91ACB5-7DB0-2BBB-6255-FA6E9E797AEF}"/>
          </ac:spMkLst>
        </pc:spChg>
      </pc:sldChg>
      <pc:sldChg chg="addSp delSp modSp add mod">
        <pc:chgData name="Stanley Rodrick" userId="8969fbcc-7c96-46fb-a663-9e2e5920ff04" providerId="ADAL" clId="{7263821E-E0C1-4134-BC71-DF044EA45265}" dt="2022-07-11T15:06:31.381" v="631" actId="1076"/>
        <pc:sldMkLst>
          <pc:docMk/>
          <pc:sldMk cId="2975648833" sldId="434"/>
        </pc:sldMkLst>
        <pc:spChg chg="add mod">
          <ac:chgData name="Stanley Rodrick" userId="8969fbcc-7c96-46fb-a663-9e2e5920ff04" providerId="ADAL" clId="{7263821E-E0C1-4134-BC71-DF044EA45265}" dt="2022-07-11T15:06:31.381" v="631" actId="1076"/>
          <ac:spMkLst>
            <pc:docMk/>
            <pc:sldMk cId="2975648833" sldId="434"/>
            <ac:spMk id="8" creationId="{B82D71D3-F52A-0C75-9C0B-A71316431A62}"/>
          </ac:spMkLst>
        </pc:spChg>
        <pc:spChg chg="del">
          <ac:chgData name="Stanley Rodrick" userId="8969fbcc-7c96-46fb-a663-9e2e5920ff04" providerId="ADAL" clId="{7263821E-E0C1-4134-BC71-DF044EA45265}" dt="2022-07-11T14:46:41.239" v="378" actId="478"/>
          <ac:spMkLst>
            <pc:docMk/>
            <pc:sldMk cId="2975648833" sldId="434"/>
            <ac:spMk id="9" creationId="{8E91ACB5-7DB0-2BBB-6255-FA6E9E797AEF}"/>
          </ac:spMkLst>
        </pc:spChg>
        <pc:picChg chg="mod">
          <ac:chgData name="Stanley Rodrick" userId="8969fbcc-7c96-46fb-a663-9e2e5920ff04" providerId="ADAL" clId="{7263821E-E0C1-4134-BC71-DF044EA45265}" dt="2022-07-11T15:04:18.204" v="553" actId="1076"/>
          <ac:picMkLst>
            <pc:docMk/>
            <pc:sldMk cId="2975648833" sldId="434"/>
            <ac:picMk id="10" creationId="{B35C7A5A-09EE-3B2D-75F1-F36A3C43B4A2}"/>
          </ac:picMkLst>
        </pc:picChg>
        <pc:picChg chg="add del mod">
          <ac:chgData name="Stanley Rodrick" userId="8969fbcc-7c96-46fb-a663-9e2e5920ff04" providerId="ADAL" clId="{7263821E-E0C1-4134-BC71-DF044EA45265}" dt="2022-07-11T15:03:22.587" v="514" actId="478"/>
          <ac:picMkLst>
            <pc:docMk/>
            <pc:sldMk cId="2975648833" sldId="434"/>
            <ac:picMk id="11" creationId="{93FCC54E-DEE2-F653-62A5-84FCDF9548C8}"/>
          </ac:picMkLst>
        </pc:picChg>
        <pc:picChg chg="add mod">
          <ac:chgData name="Stanley Rodrick" userId="8969fbcc-7c96-46fb-a663-9e2e5920ff04" providerId="ADAL" clId="{7263821E-E0C1-4134-BC71-DF044EA45265}" dt="2022-07-11T14:56:45.199" v="510" actId="1076"/>
          <ac:picMkLst>
            <pc:docMk/>
            <pc:sldMk cId="2975648833" sldId="434"/>
            <ac:picMk id="12" creationId="{007BEAE5-3084-DAF9-9196-6F3776FFD0E3}"/>
          </ac:picMkLst>
        </pc:picChg>
      </pc:sldChg>
      <pc:sldChg chg="add">
        <pc:chgData name="Stanley Rodrick" userId="8969fbcc-7c96-46fb-a663-9e2e5920ff04" providerId="ADAL" clId="{7263821E-E0C1-4134-BC71-DF044EA45265}" dt="2022-07-11T15:03:21.024" v="513" actId="2890"/>
        <pc:sldMkLst>
          <pc:docMk/>
          <pc:sldMk cId="3794194270" sldId="435"/>
        </pc:sldMkLst>
      </pc:sldChg>
      <pc:sldChg chg="addSp delSp modSp add mod">
        <pc:chgData name="Stanley Rodrick" userId="8969fbcc-7c96-46fb-a663-9e2e5920ff04" providerId="ADAL" clId="{7263821E-E0C1-4134-BC71-DF044EA45265}" dt="2022-07-11T15:11:35.099" v="644" actId="1076"/>
        <pc:sldMkLst>
          <pc:docMk/>
          <pc:sldMk cId="3425562548" sldId="436"/>
        </pc:sldMkLst>
        <pc:spChg chg="mod">
          <ac:chgData name="Stanley Rodrick" userId="8969fbcc-7c96-46fb-a663-9e2e5920ff04" providerId="ADAL" clId="{7263821E-E0C1-4134-BC71-DF044EA45265}" dt="2022-07-11T15:11:03.356" v="638" actId="20577"/>
          <ac:spMkLst>
            <pc:docMk/>
            <pc:sldMk cId="3425562548" sldId="436"/>
            <ac:spMk id="7" creationId="{C6AA6090-E0D6-9807-2CCB-2516E9D720ED}"/>
          </ac:spMkLst>
        </pc:spChg>
        <pc:spChg chg="del">
          <ac:chgData name="Stanley Rodrick" userId="8969fbcc-7c96-46fb-a663-9e2e5920ff04" providerId="ADAL" clId="{7263821E-E0C1-4134-BC71-DF044EA45265}" dt="2022-07-11T15:10:59.448" v="635" actId="478"/>
          <ac:spMkLst>
            <pc:docMk/>
            <pc:sldMk cId="3425562548" sldId="436"/>
            <ac:spMk id="8" creationId="{B82D71D3-F52A-0C75-9C0B-A71316431A62}"/>
          </ac:spMkLst>
        </pc:spChg>
        <pc:picChg chg="add mod modCrop">
          <ac:chgData name="Stanley Rodrick" userId="8969fbcc-7c96-46fb-a663-9e2e5920ff04" providerId="ADAL" clId="{7263821E-E0C1-4134-BC71-DF044EA45265}" dt="2022-07-11T15:11:35.099" v="644" actId="1076"/>
          <ac:picMkLst>
            <pc:docMk/>
            <pc:sldMk cId="3425562548" sldId="436"/>
            <ac:picMk id="3" creationId="{9683F071-CAF3-3246-A8F7-D9F20C5641B2}"/>
          </ac:picMkLst>
        </pc:picChg>
        <pc:picChg chg="del">
          <ac:chgData name="Stanley Rodrick" userId="8969fbcc-7c96-46fb-a663-9e2e5920ff04" providerId="ADAL" clId="{7263821E-E0C1-4134-BC71-DF044EA45265}" dt="2022-07-11T15:11:00.073" v="636" actId="478"/>
          <ac:picMkLst>
            <pc:docMk/>
            <pc:sldMk cId="3425562548" sldId="436"/>
            <ac:picMk id="10" creationId="{B35C7A5A-09EE-3B2D-75F1-F36A3C43B4A2}"/>
          </ac:picMkLst>
        </pc:picChg>
        <pc:picChg chg="del">
          <ac:chgData name="Stanley Rodrick" userId="8969fbcc-7c96-46fb-a663-9e2e5920ff04" providerId="ADAL" clId="{7263821E-E0C1-4134-BC71-DF044EA45265}" dt="2022-07-11T15:10:57.072" v="633" actId="478"/>
          <ac:picMkLst>
            <pc:docMk/>
            <pc:sldMk cId="3425562548" sldId="436"/>
            <ac:picMk id="11" creationId="{93FCC54E-DEE2-F653-62A5-84FCDF9548C8}"/>
          </ac:picMkLst>
        </pc:picChg>
        <pc:picChg chg="del">
          <ac:chgData name="Stanley Rodrick" userId="8969fbcc-7c96-46fb-a663-9e2e5920ff04" providerId="ADAL" clId="{7263821E-E0C1-4134-BC71-DF044EA45265}" dt="2022-07-11T15:10:57.760" v="634" actId="478"/>
          <ac:picMkLst>
            <pc:docMk/>
            <pc:sldMk cId="3425562548" sldId="436"/>
            <ac:picMk id="12" creationId="{007BEAE5-3084-DAF9-9196-6F3776FFD0E3}"/>
          </ac:picMkLst>
        </pc:picChg>
      </pc:sldChg>
    </pc:docChg>
  </pc:docChgLst>
  <pc:docChgLst>
    <pc:chgData name="Stanley Rodrick" userId="8969fbcc-7c96-46fb-a663-9e2e5920ff04" providerId="ADAL" clId="{D163012E-A21A-4ACC-844B-A057CF2A81B7}"/>
    <pc:docChg chg="custSel addSld delSld modSld">
      <pc:chgData name="Stanley Rodrick" userId="8969fbcc-7c96-46fb-a663-9e2e5920ff04" providerId="ADAL" clId="{D163012E-A21A-4ACC-844B-A057CF2A81B7}" dt="2022-07-17T09:18:06.692" v="7" actId="478"/>
      <pc:docMkLst>
        <pc:docMk/>
      </pc:docMkLst>
      <pc:sldChg chg="modSp mod">
        <pc:chgData name="Stanley Rodrick" userId="8969fbcc-7c96-46fb-a663-9e2e5920ff04" providerId="ADAL" clId="{D163012E-A21A-4ACC-844B-A057CF2A81B7}" dt="2022-07-17T09:17:50.075" v="5" actId="1076"/>
        <pc:sldMkLst>
          <pc:docMk/>
          <pc:sldMk cId="4238749605" sldId="423"/>
        </pc:sldMkLst>
        <pc:picChg chg="mod">
          <ac:chgData name="Stanley Rodrick" userId="8969fbcc-7c96-46fb-a663-9e2e5920ff04" providerId="ADAL" clId="{D163012E-A21A-4ACC-844B-A057CF2A81B7}" dt="2022-07-17T09:17:50.075" v="5" actId="1076"/>
          <ac:picMkLst>
            <pc:docMk/>
            <pc:sldMk cId="4238749605" sldId="423"/>
            <ac:picMk id="4" creationId="{9F4E1EDD-C835-5C2D-21FD-1CFC73133040}"/>
          </ac:picMkLst>
        </pc:picChg>
      </pc:sldChg>
      <pc:sldChg chg="delSp mod">
        <pc:chgData name="Stanley Rodrick" userId="8969fbcc-7c96-46fb-a663-9e2e5920ff04" providerId="ADAL" clId="{D163012E-A21A-4ACC-844B-A057CF2A81B7}" dt="2022-07-17T09:18:06.692" v="7" actId="478"/>
        <pc:sldMkLst>
          <pc:docMk/>
          <pc:sldMk cId="3127504798" sldId="424"/>
        </pc:sldMkLst>
        <pc:picChg chg="del">
          <ac:chgData name="Stanley Rodrick" userId="8969fbcc-7c96-46fb-a663-9e2e5920ff04" providerId="ADAL" clId="{D163012E-A21A-4ACC-844B-A057CF2A81B7}" dt="2022-07-17T09:18:06.692" v="7" actId="478"/>
          <ac:picMkLst>
            <pc:docMk/>
            <pc:sldMk cId="3127504798" sldId="424"/>
            <ac:picMk id="8" creationId="{FD3F6FAB-652C-E3BD-F060-138BC57B8479}"/>
          </ac:picMkLst>
        </pc:picChg>
      </pc:sldChg>
      <pc:sldChg chg="addSp delSp modSp add mod">
        <pc:chgData name="Stanley Rodrick" userId="8969fbcc-7c96-46fb-a663-9e2e5920ff04" providerId="ADAL" clId="{D163012E-A21A-4ACC-844B-A057CF2A81B7}" dt="2022-07-17T07:27:52.646" v="4" actId="1076"/>
        <pc:sldMkLst>
          <pc:docMk/>
          <pc:sldMk cId="3756431345" sldId="434"/>
        </pc:sldMkLst>
        <pc:spChg chg="add mod">
          <ac:chgData name="Stanley Rodrick" userId="8969fbcc-7c96-46fb-a663-9e2e5920ff04" providerId="ADAL" clId="{D163012E-A21A-4ACC-844B-A057CF2A81B7}" dt="2022-07-17T07:27:52.646" v="4" actId="1076"/>
          <ac:spMkLst>
            <pc:docMk/>
            <pc:sldMk cId="3756431345" sldId="434"/>
            <ac:spMk id="8" creationId="{81B6238C-E5AA-0747-66B8-BE7BF461F97F}"/>
          </ac:spMkLst>
        </pc:spChg>
        <pc:spChg chg="del">
          <ac:chgData name="Stanley Rodrick" userId="8969fbcc-7c96-46fb-a663-9e2e5920ff04" providerId="ADAL" clId="{D163012E-A21A-4ACC-844B-A057CF2A81B7}" dt="2022-07-17T07:27:46.619" v="2" actId="478"/>
          <ac:spMkLst>
            <pc:docMk/>
            <pc:sldMk cId="3756431345" sldId="434"/>
            <ac:spMk id="9" creationId="{8E91ACB5-7DB0-2BBB-6255-FA6E9E797AEF}"/>
          </ac:spMkLst>
        </pc:spChg>
      </pc:sldChg>
      <pc:sldChg chg="add">
        <pc:chgData name="Stanley Rodrick" userId="8969fbcc-7c96-46fb-a663-9e2e5920ff04" providerId="ADAL" clId="{D163012E-A21A-4ACC-844B-A057CF2A81B7}" dt="2022-07-17T09:17:55.069" v="6" actId="2890"/>
        <pc:sldMkLst>
          <pc:docMk/>
          <pc:sldMk cId="192874576" sldId="435"/>
        </pc:sldMkLst>
      </pc:sldChg>
      <pc:sldChg chg="del">
        <pc:chgData name="Stanley Rodrick" userId="8969fbcc-7c96-46fb-a663-9e2e5920ff04" providerId="ADAL" clId="{D163012E-A21A-4ACC-844B-A057CF2A81B7}" dt="2022-07-16T17:51:02.673" v="0" actId="47"/>
        <pc:sldMkLst>
          <pc:docMk/>
          <pc:sldMk cId="3425562548" sldId="436"/>
        </pc:sldMkLst>
      </pc:sldChg>
    </pc:docChg>
  </pc:docChgLst>
  <pc:docChgLst>
    <pc:chgData name="Stanley Rodrick" userId="8969fbcc-7c96-46fb-a663-9e2e5920ff04" providerId="ADAL" clId="{2B680F1D-B1FE-407D-A03F-91D5F40A928A}"/>
    <pc:docChg chg="custSel delSld modSld">
      <pc:chgData name="Stanley Rodrick" userId="8969fbcc-7c96-46fb-a663-9e2e5920ff04" providerId="ADAL" clId="{2B680F1D-B1FE-407D-A03F-91D5F40A928A}" dt="2022-07-11T15:24:40.152" v="5" actId="732"/>
      <pc:docMkLst>
        <pc:docMk/>
      </pc:docMkLst>
      <pc:sldChg chg="del">
        <pc:chgData name="Stanley Rodrick" userId="8969fbcc-7c96-46fb-a663-9e2e5920ff04" providerId="ADAL" clId="{2B680F1D-B1FE-407D-A03F-91D5F40A928A}" dt="2022-07-11T15:14:09.783" v="0" actId="47"/>
        <pc:sldMkLst>
          <pc:docMk/>
          <pc:sldMk cId="888472100" sldId="431"/>
        </pc:sldMkLst>
      </pc:sldChg>
      <pc:sldChg chg="del">
        <pc:chgData name="Stanley Rodrick" userId="8969fbcc-7c96-46fb-a663-9e2e5920ff04" providerId="ADAL" clId="{2B680F1D-B1FE-407D-A03F-91D5F40A928A}" dt="2022-07-11T15:14:11.376" v="1" actId="47"/>
        <pc:sldMkLst>
          <pc:docMk/>
          <pc:sldMk cId="4259683646" sldId="432"/>
        </pc:sldMkLst>
      </pc:sldChg>
      <pc:sldChg chg="modSp mod">
        <pc:chgData name="Stanley Rodrick" userId="8969fbcc-7c96-46fb-a663-9e2e5920ff04" providerId="ADAL" clId="{2B680F1D-B1FE-407D-A03F-91D5F40A928A}" dt="2022-07-11T15:24:40.152" v="5" actId="732"/>
        <pc:sldMkLst>
          <pc:docMk/>
          <pc:sldMk cId="3386569570" sldId="433"/>
        </pc:sldMkLst>
        <pc:picChg chg="mod modCrop">
          <ac:chgData name="Stanley Rodrick" userId="8969fbcc-7c96-46fb-a663-9e2e5920ff04" providerId="ADAL" clId="{2B680F1D-B1FE-407D-A03F-91D5F40A928A}" dt="2022-07-11T15:24:40.152" v="5" actId="732"/>
          <ac:picMkLst>
            <pc:docMk/>
            <pc:sldMk cId="3386569570" sldId="433"/>
            <ac:picMk id="10" creationId="{B35C7A5A-09EE-3B2D-75F1-F36A3C43B4A2}"/>
          </ac:picMkLst>
        </pc:picChg>
      </pc:sldChg>
      <pc:sldChg chg="del">
        <pc:chgData name="Stanley Rodrick" userId="8969fbcc-7c96-46fb-a663-9e2e5920ff04" providerId="ADAL" clId="{2B680F1D-B1FE-407D-A03F-91D5F40A928A}" dt="2022-07-11T15:14:15.376" v="2" actId="47"/>
        <pc:sldMkLst>
          <pc:docMk/>
          <pc:sldMk cId="2975648833" sldId="434"/>
        </pc:sldMkLst>
      </pc:sldChg>
      <pc:sldChg chg="del">
        <pc:chgData name="Stanley Rodrick" userId="8969fbcc-7c96-46fb-a663-9e2e5920ff04" providerId="ADAL" clId="{2B680F1D-B1FE-407D-A03F-91D5F40A928A}" dt="2022-07-11T15:14:16.376" v="3" actId="47"/>
        <pc:sldMkLst>
          <pc:docMk/>
          <pc:sldMk cId="3794194270" sldId="435"/>
        </pc:sldMkLst>
      </pc:sldChg>
      <pc:sldChg chg="delSp mod">
        <pc:chgData name="Stanley Rodrick" userId="8969fbcc-7c96-46fb-a663-9e2e5920ff04" providerId="ADAL" clId="{2B680F1D-B1FE-407D-A03F-91D5F40A928A}" dt="2022-07-11T15:24:22.548" v="4" actId="478"/>
        <pc:sldMkLst>
          <pc:docMk/>
          <pc:sldMk cId="3425562548" sldId="436"/>
        </pc:sldMkLst>
        <pc:picChg chg="del">
          <ac:chgData name="Stanley Rodrick" userId="8969fbcc-7c96-46fb-a663-9e2e5920ff04" providerId="ADAL" clId="{2B680F1D-B1FE-407D-A03F-91D5F40A928A}" dt="2022-07-11T15:24:22.548" v="4" actId="478"/>
          <ac:picMkLst>
            <pc:docMk/>
            <pc:sldMk cId="3425562548" sldId="436"/>
            <ac:picMk id="3" creationId="{9683F071-CAF3-3246-A8F7-D9F20C5641B2}"/>
          </ac:picMkLst>
        </pc:picChg>
      </pc:sldChg>
    </pc:docChg>
  </pc:docChgLst>
  <pc:docChgLst>
    <pc:chgData name="Stanley Rodrick" userId="8969fbcc-7c96-46fb-a663-9e2e5920ff04" providerId="ADAL" clId="{50EE1576-1656-D141-9FC7-9D16CE83D1B2}"/>
    <pc:docChg chg="undo custSel addSld delSld modSld sldOrd">
      <pc:chgData name="Stanley Rodrick" userId="8969fbcc-7c96-46fb-a663-9e2e5920ff04" providerId="ADAL" clId="{50EE1576-1656-D141-9FC7-9D16CE83D1B2}" dt="2022-07-04T18:38:25.578" v="1875" actId="767"/>
      <pc:docMkLst>
        <pc:docMk/>
      </pc:docMkLst>
      <pc:sldChg chg="modSp mod">
        <pc:chgData name="Stanley Rodrick" userId="8969fbcc-7c96-46fb-a663-9e2e5920ff04" providerId="ADAL" clId="{50EE1576-1656-D141-9FC7-9D16CE83D1B2}" dt="2022-07-02T14:47:48.144" v="100" actId="404"/>
        <pc:sldMkLst>
          <pc:docMk/>
          <pc:sldMk cId="0" sldId="256"/>
        </pc:sldMkLst>
        <pc:spChg chg="mod">
          <ac:chgData name="Stanley Rodrick" userId="8969fbcc-7c96-46fb-a663-9e2e5920ff04" providerId="ADAL" clId="{50EE1576-1656-D141-9FC7-9D16CE83D1B2}" dt="2022-07-02T14:47:48.144" v="100" actId="404"/>
          <ac:spMkLst>
            <pc:docMk/>
            <pc:sldMk cId="0" sldId="256"/>
            <ac:spMk id="199" creationId="{00000000-0000-0000-0000-000000000000}"/>
          </ac:spMkLst>
        </pc:spChg>
      </pc:sldChg>
      <pc:sldChg chg="del">
        <pc:chgData name="Stanley Rodrick" userId="8969fbcc-7c96-46fb-a663-9e2e5920ff04" providerId="ADAL" clId="{50EE1576-1656-D141-9FC7-9D16CE83D1B2}" dt="2022-07-02T15:08:08.576" v="344" actId="2696"/>
        <pc:sldMkLst>
          <pc:docMk/>
          <pc:sldMk cId="0" sldId="258"/>
        </pc:sldMkLst>
      </pc:sldChg>
      <pc:sldChg chg="modSp mod">
        <pc:chgData name="Stanley Rodrick" userId="8969fbcc-7c96-46fb-a663-9e2e5920ff04" providerId="ADAL" clId="{50EE1576-1656-D141-9FC7-9D16CE83D1B2}" dt="2022-07-02T15:03:52.198" v="225" actId="20577"/>
        <pc:sldMkLst>
          <pc:docMk/>
          <pc:sldMk cId="0" sldId="259"/>
        </pc:sldMkLst>
        <pc:spChg chg="mod">
          <ac:chgData name="Stanley Rodrick" userId="8969fbcc-7c96-46fb-a663-9e2e5920ff04" providerId="ADAL" clId="{50EE1576-1656-D141-9FC7-9D16CE83D1B2}" dt="2022-07-02T15:03:52.198" v="225" actId="20577"/>
          <ac:spMkLst>
            <pc:docMk/>
            <pc:sldMk cId="0" sldId="259"/>
            <ac:spMk id="221" creationId="{00000000-0000-0000-0000-000000000000}"/>
          </ac:spMkLst>
        </pc:spChg>
      </pc:sldChg>
      <pc:sldChg chg="del">
        <pc:chgData name="Stanley Rodrick" userId="8969fbcc-7c96-46fb-a663-9e2e5920ff04" providerId="ADAL" clId="{50EE1576-1656-D141-9FC7-9D16CE83D1B2}" dt="2022-07-02T15:08:08.576" v="344" actId="2696"/>
        <pc:sldMkLst>
          <pc:docMk/>
          <pc:sldMk cId="0" sldId="260"/>
        </pc:sldMkLst>
      </pc:sldChg>
      <pc:sldChg chg="modSp mod">
        <pc:chgData name="Stanley Rodrick" userId="8969fbcc-7c96-46fb-a663-9e2e5920ff04" providerId="ADAL" clId="{50EE1576-1656-D141-9FC7-9D16CE83D1B2}" dt="2022-07-02T14:55:30.449" v="141" actId="14100"/>
        <pc:sldMkLst>
          <pc:docMk/>
          <pc:sldMk cId="1810906063" sldId="295"/>
        </pc:sldMkLst>
        <pc:spChg chg="mod">
          <ac:chgData name="Stanley Rodrick" userId="8969fbcc-7c96-46fb-a663-9e2e5920ff04" providerId="ADAL" clId="{50EE1576-1656-D141-9FC7-9D16CE83D1B2}" dt="2022-07-02T14:54:21.975" v="122" actId="14100"/>
          <ac:spMkLst>
            <pc:docMk/>
            <pc:sldMk cId="1810906063" sldId="295"/>
            <ac:spMk id="2" creationId="{30C5B4EB-48B2-3E45-A58F-300E9A03105A}"/>
          </ac:spMkLst>
        </pc:spChg>
        <pc:spChg chg="mod">
          <ac:chgData name="Stanley Rodrick" userId="8969fbcc-7c96-46fb-a663-9e2e5920ff04" providerId="ADAL" clId="{50EE1576-1656-D141-9FC7-9D16CE83D1B2}" dt="2022-07-02T14:55:30.449" v="141" actId="14100"/>
          <ac:spMkLst>
            <pc:docMk/>
            <pc:sldMk cId="1810906063" sldId="295"/>
            <ac:spMk id="3" creationId="{5A6FFAA3-9A70-4946-92BA-C59BD6C6CCE5}"/>
          </ac:spMkLst>
        </pc:spChg>
      </pc:sldChg>
      <pc:sldChg chg="del">
        <pc:chgData name="Stanley Rodrick" userId="8969fbcc-7c96-46fb-a663-9e2e5920ff04" providerId="ADAL" clId="{50EE1576-1656-D141-9FC7-9D16CE83D1B2}" dt="2022-07-02T14:55:14.104" v="136" actId="2696"/>
        <pc:sldMkLst>
          <pc:docMk/>
          <pc:sldMk cId="1739310590" sldId="296"/>
        </pc:sldMkLst>
      </pc:sldChg>
      <pc:sldChg chg="addSp delSp modSp mod">
        <pc:chgData name="Stanley Rodrick" userId="8969fbcc-7c96-46fb-a663-9e2e5920ff04" providerId="ADAL" clId="{50EE1576-1656-D141-9FC7-9D16CE83D1B2}" dt="2022-07-02T15:08:46.968" v="352" actId="14100"/>
        <pc:sldMkLst>
          <pc:docMk/>
          <pc:sldMk cId="3120342867" sldId="297"/>
        </pc:sldMkLst>
        <pc:spChg chg="del">
          <ac:chgData name="Stanley Rodrick" userId="8969fbcc-7c96-46fb-a663-9e2e5920ff04" providerId="ADAL" clId="{50EE1576-1656-D141-9FC7-9D16CE83D1B2}" dt="2022-07-02T15:04:40.092" v="226" actId="478"/>
          <ac:spMkLst>
            <pc:docMk/>
            <pc:sldMk cId="3120342867" sldId="297"/>
            <ac:spMk id="2" creationId="{30C5B4EB-48B2-3E45-A58F-300E9A03105A}"/>
          </ac:spMkLst>
        </pc:spChg>
        <pc:spChg chg="add del mod">
          <ac:chgData name="Stanley Rodrick" userId="8969fbcc-7c96-46fb-a663-9e2e5920ff04" providerId="ADAL" clId="{50EE1576-1656-D141-9FC7-9D16CE83D1B2}" dt="2022-07-02T15:04:41.719" v="227" actId="478"/>
          <ac:spMkLst>
            <pc:docMk/>
            <pc:sldMk cId="3120342867" sldId="297"/>
            <ac:spMk id="4" creationId="{29D3E7DC-42EE-C888-5759-20865AB49149}"/>
          </ac:spMkLst>
        </pc:spChg>
        <pc:spChg chg="add mod">
          <ac:chgData name="Stanley Rodrick" userId="8969fbcc-7c96-46fb-a663-9e2e5920ff04" providerId="ADAL" clId="{50EE1576-1656-D141-9FC7-9D16CE83D1B2}" dt="2022-07-02T15:06:22.593" v="322" actId="20577"/>
          <ac:spMkLst>
            <pc:docMk/>
            <pc:sldMk cId="3120342867" sldId="297"/>
            <ac:spMk id="7" creationId="{F93B1389-1F02-355B-B0DC-FFF91BB1A28A}"/>
          </ac:spMkLst>
        </pc:spChg>
        <pc:spChg chg="mod">
          <ac:chgData name="Stanley Rodrick" userId="8969fbcc-7c96-46fb-a663-9e2e5920ff04" providerId="ADAL" clId="{50EE1576-1656-D141-9FC7-9D16CE83D1B2}" dt="2022-07-02T15:08:46.968" v="352" actId="14100"/>
          <ac:spMkLst>
            <pc:docMk/>
            <pc:sldMk cId="3120342867" sldId="297"/>
            <ac:spMk id="9" creationId="{E6093465-1D83-BE44-8934-D67820CAB994}"/>
          </ac:spMkLst>
        </pc:spChg>
      </pc:sldChg>
      <pc:sldChg chg="del">
        <pc:chgData name="Stanley Rodrick" userId="8969fbcc-7c96-46fb-a663-9e2e5920ff04" providerId="ADAL" clId="{50EE1576-1656-D141-9FC7-9D16CE83D1B2}" dt="2022-07-02T15:07:50.573" v="340" actId="2696"/>
        <pc:sldMkLst>
          <pc:docMk/>
          <pc:sldMk cId="124685189" sldId="299"/>
        </pc:sldMkLst>
      </pc:sldChg>
      <pc:sldChg chg="del">
        <pc:chgData name="Stanley Rodrick" userId="8969fbcc-7c96-46fb-a663-9e2e5920ff04" providerId="ADAL" clId="{50EE1576-1656-D141-9FC7-9D16CE83D1B2}" dt="2022-07-02T15:07:52.465" v="341" actId="2696"/>
        <pc:sldMkLst>
          <pc:docMk/>
          <pc:sldMk cId="335144235" sldId="300"/>
        </pc:sldMkLst>
      </pc:sldChg>
      <pc:sldChg chg="del">
        <pc:chgData name="Stanley Rodrick" userId="8969fbcc-7c96-46fb-a663-9e2e5920ff04" providerId="ADAL" clId="{50EE1576-1656-D141-9FC7-9D16CE83D1B2}" dt="2022-07-02T15:07:53.937" v="342" actId="2696"/>
        <pc:sldMkLst>
          <pc:docMk/>
          <pc:sldMk cId="3927209581" sldId="301"/>
        </pc:sldMkLst>
      </pc:sldChg>
      <pc:sldChg chg="del">
        <pc:chgData name="Stanley Rodrick" userId="8969fbcc-7c96-46fb-a663-9e2e5920ff04" providerId="ADAL" clId="{50EE1576-1656-D141-9FC7-9D16CE83D1B2}" dt="2022-07-02T15:07:55.373" v="343" actId="2696"/>
        <pc:sldMkLst>
          <pc:docMk/>
          <pc:sldMk cId="1963918039" sldId="302"/>
        </pc:sldMkLst>
      </pc:sldChg>
      <pc:sldChg chg="del">
        <pc:chgData name="Stanley Rodrick" userId="8969fbcc-7c96-46fb-a663-9e2e5920ff04" providerId="ADAL" clId="{50EE1576-1656-D141-9FC7-9D16CE83D1B2}" dt="2022-07-02T15:08:08.576" v="344" actId="2696"/>
        <pc:sldMkLst>
          <pc:docMk/>
          <pc:sldMk cId="3788115333" sldId="303"/>
        </pc:sldMkLst>
      </pc:sldChg>
      <pc:sldChg chg="del">
        <pc:chgData name="Stanley Rodrick" userId="8969fbcc-7c96-46fb-a663-9e2e5920ff04" providerId="ADAL" clId="{50EE1576-1656-D141-9FC7-9D16CE83D1B2}" dt="2022-07-02T15:08:08.576" v="344" actId="2696"/>
        <pc:sldMkLst>
          <pc:docMk/>
          <pc:sldMk cId="3391962174" sldId="304"/>
        </pc:sldMkLst>
      </pc:sldChg>
      <pc:sldChg chg="del">
        <pc:chgData name="Stanley Rodrick" userId="8969fbcc-7c96-46fb-a663-9e2e5920ff04" providerId="ADAL" clId="{50EE1576-1656-D141-9FC7-9D16CE83D1B2}" dt="2022-07-02T15:08:08.576" v="344" actId="2696"/>
        <pc:sldMkLst>
          <pc:docMk/>
          <pc:sldMk cId="1857642153" sldId="305"/>
        </pc:sldMkLst>
      </pc:sldChg>
      <pc:sldChg chg="del">
        <pc:chgData name="Stanley Rodrick" userId="8969fbcc-7c96-46fb-a663-9e2e5920ff04" providerId="ADAL" clId="{50EE1576-1656-D141-9FC7-9D16CE83D1B2}" dt="2022-07-02T15:08:08.576" v="344" actId="2696"/>
        <pc:sldMkLst>
          <pc:docMk/>
          <pc:sldMk cId="453538309" sldId="306"/>
        </pc:sldMkLst>
      </pc:sldChg>
      <pc:sldChg chg="del">
        <pc:chgData name="Stanley Rodrick" userId="8969fbcc-7c96-46fb-a663-9e2e5920ff04" providerId="ADAL" clId="{50EE1576-1656-D141-9FC7-9D16CE83D1B2}" dt="2022-07-02T15:08:08.576" v="344" actId="2696"/>
        <pc:sldMkLst>
          <pc:docMk/>
          <pc:sldMk cId="741155302" sldId="307"/>
        </pc:sldMkLst>
      </pc:sldChg>
      <pc:sldChg chg="del">
        <pc:chgData name="Stanley Rodrick" userId="8969fbcc-7c96-46fb-a663-9e2e5920ff04" providerId="ADAL" clId="{50EE1576-1656-D141-9FC7-9D16CE83D1B2}" dt="2022-07-02T15:08:08.576" v="344" actId="2696"/>
        <pc:sldMkLst>
          <pc:docMk/>
          <pc:sldMk cId="2585980559" sldId="308"/>
        </pc:sldMkLst>
      </pc:sldChg>
      <pc:sldChg chg="del">
        <pc:chgData name="Stanley Rodrick" userId="8969fbcc-7c96-46fb-a663-9e2e5920ff04" providerId="ADAL" clId="{50EE1576-1656-D141-9FC7-9D16CE83D1B2}" dt="2022-07-02T15:08:08.576" v="344" actId="2696"/>
        <pc:sldMkLst>
          <pc:docMk/>
          <pc:sldMk cId="668873099" sldId="309"/>
        </pc:sldMkLst>
      </pc:sldChg>
      <pc:sldChg chg="del">
        <pc:chgData name="Stanley Rodrick" userId="8969fbcc-7c96-46fb-a663-9e2e5920ff04" providerId="ADAL" clId="{50EE1576-1656-D141-9FC7-9D16CE83D1B2}" dt="2022-07-02T15:08:08.576" v="344" actId="2696"/>
        <pc:sldMkLst>
          <pc:docMk/>
          <pc:sldMk cId="2818567553" sldId="310"/>
        </pc:sldMkLst>
      </pc:sldChg>
      <pc:sldChg chg="del">
        <pc:chgData name="Stanley Rodrick" userId="8969fbcc-7c96-46fb-a663-9e2e5920ff04" providerId="ADAL" clId="{50EE1576-1656-D141-9FC7-9D16CE83D1B2}" dt="2022-07-02T15:08:08.576" v="344" actId="2696"/>
        <pc:sldMkLst>
          <pc:docMk/>
          <pc:sldMk cId="3914405024" sldId="311"/>
        </pc:sldMkLst>
      </pc:sldChg>
      <pc:sldChg chg="del">
        <pc:chgData name="Stanley Rodrick" userId="8969fbcc-7c96-46fb-a663-9e2e5920ff04" providerId="ADAL" clId="{50EE1576-1656-D141-9FC7-9D16CE83D1B2}" dt="2022-07-02T15:08:08.576" v="344" actId="2696"/>
        <pc:sldMkLst>
          <pc:docMk/>
          <pc:sldMk cId="1420989761" sldId="312"/>
        </pc:sldMkLst>
      </pc:sldChg>
      <pc:sldChg chg="del">
        <pc:chgData name="Stanley Rodrick" userId="8969fbcc-7c96-46fb-a663-9e2e5920ff04" providerId="ADAL" clId="{50EE1576-1656-D141-9FC7-9D16CE83D1B2}" dt="2022-07-02T15:08:08.576" v="344" actId="2696"/>
        <pc:sldMkLst>
          <pc:docMk/>
          <pc:sldMk cId="3324799722" sldId="313"/>
        </pc:sldMkLst>
      </pc:sldChg>
      <pc:sldChg chg="del">
        <pc:chgData name="Stanley Rodrick" userId="8969fbcc-7c96-46fb-a663-9e2e5920ff04" providerId="ADAL" clId="{50EE1576-1656-D141-9FC7-9D16CE83D1B2}" dt="2022-07-02T15:08:08.576" v="344" actId="2696"/>
        <pc:sldMkLst>
          <pc:docMk/>
          <pc:sldMk cId="1253029755" sldId="314"/>
        </pc:sldMkLst>
      </pc:sldChg>
      <pc:sldChg chg="del">
        <pc:chgData name="Stanley Rodrick" userId="8969fbcc-7c96-46fb-a663-9e2e5920ff04" providerId="ADAL" clId="{50EE1576-1656-D141-9FC7-9D16CE83D1B2}" dt="2022-07-02T15:08:08.576" v="344" actId="2696"/>
        <pc:sldMkLst>
          <pc:docMk/>
          <pc:sldMk cId="3263039973" sldId="315"/>
        </pc:sldMkLst>
      </pc:sldChg>
      <pc:sldChg chg="del">
        <pc:chgData name="Stanley Rodrick" userId="8969fbcc-7c96-46fb-a663-9e2e5920ff04" providerId="ADAL" clId="{50EE1576-1656-D141-9FC7-9D16CE83D1B2}" dt="2022-07-02T15:08:08.576" v="344" actId="2696"/>
        <pc:sldMkLst>
          <pc:docMk/>
          <pc:sldMk cId="1647951413" sldId="316"/>
        </pc:sldMkLst>
      </pc:sldChg>
      <pc:sldChg chg="del">
        <pc:chgData name="Stanley Rodrick" userId="8969fbcc-7c96-46fb-a663-9e2e5920ff04" providerId="ADAL" clId="{50EE1576-1656-D141-9FC7-9D16CE83D1B2}" dt="2022-07-02T15:08:08.576" v="344" actId="2696"/>
        <pc:sldMkLst>
          <pc:docMk/>
          <pc:sldMk cId="1549986860" sldId="317"/>
        </pc:sldMkLst>
      </pc:sldChg>
      <pc:sldChg chg="del">
        <pc:chgData name="Stanley Rodrick" userId="8969fbcc-7c96-46fb-a663-9e2e5920ff04" providerId="ADAL" clId="{50EE1576-1656-D141-9FC7-9D16CE83D1B2}" dt="2022-07-02T15:08:08.576" v="344" actId="2696"/>
        <pc:sldMkLst>
          <pc:docMk/>
          <pc:sldMk cId="1157471310" sldId="318"/>
        </pc:sldMkLst>
      </pc:sldChg>
      <pc:sldChg chg="del">
        <pc:chgData name="Stanley Rodrick" userId="8969fbcc-7c96-46fb-a663-9e2e5920ff04" providerId="ADAL" clId="{50EE1576-1656-D141-9FC7-9D16CE83D1B2}" dt="2022-07-02T15:08:08.576" v="344" actId="2696"/>
        <pc:sldMkLst>
          <pc:docMk/>
          <pc:sldMk cId="3136756562" sldId="319"/>
        </pc:sldMkLst>
      </pc:sldChg>
      <pc:sldChg chg="del">
        <pc:chgData name="Stanley Rodrick" userId="8969fbcc-7c96-46fb-a663-9e2e5920ff04" providerId="ADAL" clId="{50EE1576-1656-D141-9FC7-9D16CE83D1B2}" dt="2022-07-02T15:08:08.576" v="344" actId="2696"/>
        <pc:sldMkLst>
          <pc:docMk/>
          <pc:sldMk cId="2681039461" sldId="320"/>
        </pc:sldMkLst>
      </pc:sldChg>
      <pc:sldChg chg="del">
        <pc:chgData name="Stanley Rodrick" userId="8969fbcc-7c96-46fb-a663-9e2e5920ff04" providerId="ADAL" clId="{50EE1576-1656-D141-9FC7-9D16CE83D1B2}" dt="2022-07-02T15:08:08.576" v="344" actId="2696"/>
        <pc:sldMkLst>
          <pc:docMk/>
          <pc:sldMk cId="3361791180" sldId="321"/>
        </pc:sldMkLst>
      </pc:sldChg>
      <pc:sldChg chg="del">
        <pc:chgData name="Stanley Rodrick" userId="8969fbcc-7c96-46fb-a663-9e2e5920ff04" providerId="ADAL" clId="{50EE1576-1656-D141-9FC7-9D16CE83D1B2}" dt="2022-07-02T15:08:08.576" v="344" actId="2696"/>
        <pc:sldMkLst>
          <pc:docMk/>
          <pc:sldMk cId="3112770103" sldId="322"/>
        </pc:sldMkLst>
      </pc:sldChg>
      <pc:sldChg chg="del">
        <pc:chgData name="Stanley Rodrick" userId="8969fbcc-7c96-46fb-a663-9e2e5920ff04" providerId="ADAL" clId="{50EE1576-1656-D141-9FC7-9D16CE83D1B2}" dt="2022-07-02T15:08:08.576" v="344" actId="2696"/>
        <pc:sldMkLst>
          <pc:docMk/>
          <pc:sldMk cId="758852341" sldId="323"/>
        </pc:sldMkLst>
      </pc:sldChg>
      <pc:sldChg chg="del">
        <pc:chgData name="Stanley Rodrick" userId="8969fbcc-7c96-46fb-a663-9e2e5920ff04" providerId="ADAL" clId="{50EE1576-1656-D141-9FC7-9D16CE83D1B2}" dt="2022-07-02T15:08:08.576" v="344" actId="2696"/>
        <pc:sldMkLst>
          <pc:docMk/>
          <pc:sldMk cId="3179381720" sldId="324"/>
        </pc:sldMkLst>
      </pc:sldChg>
      <pc:sldChg chg="del">
        <pc:chgData name="Stanley Rodrick" userId="8969fbcc-7c96-46fb-a663-9e2e5920ff04" providerId="ADAL" clId="{50EE1576-1656-D141-9FC7-9D16CE83D1B2}" dt="2022-07-02T15:08:08.576" v="344" actId="2696"/>
        <pc:sldMkLst>
          <pc:docMk/>
          <pc:sldMk cId="724524580" sldId="325"/>
        </pc:sldMkLst>
      </pc:sldChg>
      <pc:sldChg chg="del">
        <pc:chgData name="Stanley Rodrick" userId="8969fbcc-7c96-46fb-a663-9e2e5920ff04" providerId="ADAL" clId="{50EE1576-1656-D141-9FC7-9D16CE83D1B2}" dt="2022-07-02T15:08:08.576" v="344" actId="2696"/>
        <pc:sldMkLst>
          <pc:docMk/>
          <pc:sldMk cId="2434807479" sldId="326"/>
        </pc:sldMkLst>
      </pc:sldChg>
      <pc:sldChg chg="del">
        <pc:chgData name="Stanley Rodrick" userId="8969fbcc-7c96-46fb-a663-9e2e5920ff04" providerId="ADAL" clId="{50EE1576-1656-D141-9FC7-9D16CE83D1B2}" dt="2022-07-02T15:08:08.576" v="344" actId="2696"/>
        <pc:sldMkLst>
          <pc:docMk/>
          <pc:sldMk cId="2616395738" sldId="327"/>
        </pc:sldMkLst>
      </pc:sldChg>
      <pc:sldChg chg="del">
        <pc:chgData name="Stanley Rodrick" userId="8969fbcc-7c96-46fb-a663-9e2e5920ff04" providerId="ADAL" clId="{50EE1576-1656-D141-9FC7-9D16CE83D1B2}" dt="2022-07-02T15:08:08.576" v="344" actId="2696"/>
        <pc:sldMkLst>
          <pc:docMk/>
          <pc:sldMk cId="3562990453" sldId="329"/>
        </pc:sldMkLst>
      </pc:sldChg>
      <pc:sldChg chg="del">
        <pc:chgData name="Stanley Rodrick" userId="8969fbcc-7c96-46fb-a663-9e2e5920ff04" providerId="ADAL" clId="{50EE1576-1656-D141-9FC7-9D16CE83D1B2}" dt="2022-07-02T15:08:08.576" v="344" actId="2696"/>
        <pc:sldMkLst>
          <pc:docMk/>
          <pc:sldMk cId="2209053685" sldId="330"/>
        </pc:sldMkLst>
      </pc:sldChg>
      <pc:sldChg chg="del">
        <pc:chgData name="Stanley Rodrick" userId="8969fbcc-7c96-46fb-a663-9e2e5920ff04" providerId="ADAL" clId="{50EE1576-1656-D141-9FC7-9D16CE83D1B2}" dt="2022-07-02T15:08:08.576" v="344" actId="2696"/>
        <pc:sldMkLst>
          <pc:docMk/>
          <pc:sldMk cId="1346265754" sldId="331"/>
        </pc:sldMkLst>
      </pc:sldChg>
      <pc:sldChg chg="del">
        <pc:chgData name="Stanley Rodrick" userId="8969fbcc-7c96-46fb-a663-9e2e5920ff04" providerId="ADAL" clId="{50EE1576-1656-D141-9FC7-9D16CE83D1B2}" dt="2022-07-02T15:08:08.576" v="344" actId="2696"/>
        <pc:sldMkLst>
          <pc:docMk/>
          <pc:sldMk cId="219047730" sldId="332"/>
        </pc:sldMkLst>
      </pc:sldChg>
      <pc:sldChg chg="del">
        <pc:chgData name="Stanley Rodrick" userId="8969fbcc-7c96-46fb-a663-9e2e5920ff04" providerId="ADAL" clId="{50EE1576-1656-D141-9FC7-9D16CE83D1B2}" dt="2022-07-02T15:08:08.576" v="344" actId="2696"/>
        <pc:sldMkLst>
          <pc:docMk/>
          <pc:sldMk cId="669898352" sldId="333"/>
        </pc:sldMkLst>
      </pc:sldChg>
      <pc:sldChg chg="del">
        <pc:chgData name="Stanley Rodrick" userId="8969fbcc-7c96-46fb-a663-9e2e5920ff04" providerId="ADAL" clId="{50EE1576-1656-D141-9FC7-9D16CE83D1B2}" dt="2022-07-02T15:08:08.576" v="344" actId="2696"/>
        <pc:sldMkLst>
          <pc:docMk/>
          <pc:sldMk cId="3099646591" sldId="334"/>
        </pc:sldMkLst>
      </pc:sldChg>
      <pc:sldChg chg="del">
        <pc:chgData name="Stanley Rodrick" userId="8969fbcc-7c96-46fb-a663-9e2e5920ff04" providerId="ADAL" clId="{50EE1576-1656-D141-9FC7-9D16CE83D1B2}" dt="2022-07-02T15:08:08.576" v="344" actId="2696"/>
        <pc:sldMkLst>
          <pc:docMk/>
          <pc:sldMk cId="746784171" sldId="335"/>
        </pc:sldMkLst>
      </pc:sldChg>
      <pc:sldChg chg="del">
        <pc:chgData name="Stanley Rodrick" userId="8969fbcc-7c96-46fb-a663-9e2e5920ff04" providerId="ADAL" clId="{50EE1576-1656-D141-9FC7-9D16CE83D1B2}" dt="2022-07-02T15:08:08.576" v="344" actId="2696"/>
        <pc:sldMkLst>
          <pc:docMk/>
          <pc:sldMk cId="1000344031" sldId="336"/>
        </pc:sldMkLst>
      </pc:sldChg>
      <pc:sldChg chg="del">
        <pc:chgData name="Stanley Rodrick" userId="8969fbcc-7c96-46fb-a663-9e2e5920ff04" providerId="ADAL" clId="{50EE1576-1656-D141-9FC7-9D16CE83D1B2}" dt="2022-07-02T15:08:08.576" v="344" actId="2696"/>
        <pc:sldMkLst>
          <pc:docMk/>
          <pc:sldMk cId="1718456486" sldId="337"/>
        </pc:sldMkLst>
      </pc:sldChg>
      <pc:sldChg chg="del">
        <pc:chgData name="Stanley Rodrick" userId="8969fbcc-7c96-46fb-a663-9e2e5920ff04" providerId="ADAL" clId="{50EE1576-1656-D141-9FC7-9D16CE83D1B2}" dt="2022-07-02T15:08:08.576" v="344" actId="2696"/>
        <pc:sldMkLst>
          <pc:docMk/>
          <pc:sldMk cId="245903413" sldId="338"/>
        </pc:sldMkLst>
      </pc:sldChg>
      <pc:sldChg chg="del">
        <pc:chgData name="Stanley Rodrick" userId="8969fbcc-7c96-46fb-a663-9e2e5920ff04" providerId="ADAL" clId="{50EE1576-1656-D141-9FC7-9D16CE83D1B2}" dt="2022-07-02T15:08:08.576" v="344" actId="2696"/>
        <pc:sldMkLst>
          <pc:docMk/>
          <pc:sldMk cId="2647859671" sldId="339"/>
        </pc:sldMkLst>
      </pc:sldChg>
      <pc:sldChg chg="del">
        <pc:chgData name="Stanley Rodrick" userId="8969fbcc-7c96-46fb-a663-9e2e5920ff04" providerId="ADAL" clId="{50EE1576-1656-D141-9FC7-9D16CE83D1B2}" dt="2022-07-02T15:08:08.576" v="344" actId="2696"/>
        <pc:sldMkLst>
          <pc:docMk/>
          <pc:sldMk cId="2589467097" sldId="340"/>
        </pc:sldMkLst>
      </pc:sldChg>
      <pc:sldChg chg="del">
        <pc:chgData name="Stanley Rodrick" userId="8969fbcc-7c96-46fb-a663-9e2e5920ff04" providerId="ADAL" clId="{50EE1576-1656-D141-9FC7-9D16CE83D1B2}" dt="2022-07-02T15:08:08.576" v="344" actId="2696"/>
        <pc:sldMkLst>
          <pc:docMk/>
          <pc:sldMk cId="3065877352" sldId="341"/>
        </pc:sldMkLst>
      </pc:sldChg>
      <pc:sldChg chg="del">
        <pc:chgData name="Stanley Rodrick" userId="8969fbcc-7c96-46fb-a663-9e2e5920ff04" providerId="ADAL" clId="{50EE1576-1656-D141-9FC7-9D16CE83D1B2}" dt="2022-07-02T15:08:08.576" v="344" actId="2696"/>
        <pc:sldMkLst>
          <pc:docMk/>
          <pc:sldMk cId="3167062991" sldId="342"/>
        </pc:sldMkLst>
      </pc:sldChg>
      <pc:sldChg chg="del">
        <pc:chgData name="Stanley Rodrick" userId="8969fbcc-7c96-46fb-a663-9e2e5920ff04" providerId="ADAL" clId="{50EE1576-1656-D141-9FC7-9D16CE83D1B2}" dt="2022-07-02T15:08:08.576" v="344" actId="2696"/>
        <pc:sldMkLst>
          <pc:docMk/>
          <pc:sldMk cId="625715074" sldId="343"/>
        </pc:sldMkLst>
      </pc:sldChg>
      <pc:sldChg chg="del">
        <pc:chgData name="Stanley Rodrick" userId="8969fbcc-7c96-46fb-a663-9e2e5920ff04" providerId="ADAL" clId="{50EE1576-1656-D141-9FC7-9D16CE83D1B2}" dt="2022-07-02T15:08:08.576" v="344" actId="2696"/>
        <pc:sldMkLst>
          <pc:docMk/>
          <pc:sldMk cId="2958447909" sldId="344"/>
        </pc:sldMkLst>
      </pc:sldChg>
      <pc:sldChg chg="del">
        <pc:chgData name="Stanley Rodrick" userId="8969fbcc-7c96-46fb-a663-9e2e5920ff04" providerId="ADAL" clId="{50EE1576-1656-D141-9FC7-9D16CE83D1B2}" dt="2022-07-02T15:08:08.576" v="344" actId="2696"/>
        <pc:sldMkLst>
          <pc:docMk/>
          <pc:sldMk cId="4078424605" sldId="345"/>
        </pc:sldMkLst>
      </pc:sldChg>
      <pc:sldChg chg="del">
        <pc:chgData name="Stanley Rodrick" userId="8969fbcc-7c96-46fb-a663-9e2e5920ff04" providerId="ADAL" clId="{50EE1576-1656-D141-9FC7-9D16CE83D1B2}" dt="2022-07-02T15:08:08.576" v="344" actId="2696"/>
        <pc:sldMkLst>
          <pc:docMk/>
          <pc:sldMk cId="2388506655" sldId="346"/>
        </pc:sldMkLst>
      </pc:sldChg>
      <pc:sldChg chg="del">
        <pc:chgData name="Stanley Rodrick" userId="8969fbcc-7c96-46fb-a663-9e2e5920ff04" providerId="ADAL" clId="{50EE1576-1656-D141-9FC7-9D16CE83D1B2}" dt="2022-07-02T15:08:08.576" v="344" actId="2696"/>
        <pc:sldMkLst>
          <pc:docMk/>
          <pc:sldMk cId="3289944124" sldId="347"/>
        </pc:sldMkLst>
      </pc:sldChg>
      <pc:sldChg chg="del">
        <pc:chgData name="Stanley Rodrick" userId="8969fbcc-7c96-46fb-a663-9e2e5920ff04" providerId="ADAL" clId="{50EE1576-1656-D141-9FC7-9D16CE83D1B2}" dt="2022-07-02T15:08:08.576" v="344" actId="2696"/>
        <pc:sldMkLst>
          <pc:docMk/>
          <pc:sldMk cId="2257369790" sldId="348"/>
        </pc:sldMkLst>
      </pc:sldChg>
      <pc:sldChg chg="del">
        <pc:chgData name="Stanley Rodrick" userId="8969fbcc-7c96-46fb-a663-9e2e5920ff04" providerId="ADAL" clId="{50EE1576-1656-D141-9FC7-9D16CE83D1B2}" dt="2022-07-02T15:08:08.576" v="344" actId="2696"/>
        <pc:sldMkLst>
          <pc:docMk/>
          <pc:sldMk cId="1285951612" sldId="349"/>
        </pc:sldMkLst>
      </pc:sldChg>
      <pc:sldChg chg="del">
        <pc:chgData name="Stanley Rodrick" userId="8969fbcc-7c96-46fb-a663-9e2e5920ff04" providerId="ADAL" clId="{50EE1576-1656-D141-9FC7-9D16CE83D1B2}" dt="2022-07-02T15:08:08.576" v="344" actId="2696"/>
        <pc:sldMkLst>
          <pc:docMk/>
          <pc:sldMk cId="1343042944" sldId="350"/>
        </pc:sldMkLst>
      </pc:sldChg>
      <pc:sldChg chg="del">
        <pc:chgData name="Stanley Rodrick" userId="8969fbcc-7c96-46fb-a663-9e2e5920ff04" providerId="ADAL" clId="{50EE1576-1656-D141-9FC7-9D16CE83D1B2}" dt="2022-07-02T15:08:08.576" v="344" actId="2696"/>
        <pc:sldMkLst>
          <pc:docMk/>
          <pc:sldMk cId="908692182" sldId="351"/>
        </pc:sldMkLst>
      </pc:sldChg>
      <pc:sldChg chg="del">
        <pc:chgData name="Stanley Rodrick" userId="8969fbcc-7c96-46fb-a663-9e2e5920ff04" providerId="ADAL" clId="{50EE1576-1656-D141-9FC7-9D16CE83D1B2}" dt="2022-07-02T15:08:08.576" v="344" actId="2696"/>
        <pc:sldMkLst>
          <pc:docMk/>
          <pc:sldMk cId="3141918215" sldId="352"/>
        </pc:sldMkLst>
      </pc:sldChg>
      <pc:sldChg chg="del">
        <pc:chgData name="Stanley Rodrick" userId="8969fbcc-7c96-46fb-a663-9e2e5920ff04" providerId="ADAL" clId="{50EE1576-1656-D141-9FC7-9D16CE83D1B2}" dt="2022-07-02T15:08:08.576" v="344" actId="2696"/>
        <pc:sldMkLst>
          <pc:docMk/>
          <pc:sldMk cId="2694425684" sldId="353"/>
        </pc:sldMkLst>
      </pc:sldChg>
      <pc:sldChg chg="del">
        <pc:chgData name="Stanley Rodrick" userId="8969fbcc-7c96-46fb-a663-9e2e5920ff04" providerId="ADAL" clId="{50EE1576-1656-D141-9FC7-9D16CE83D1B2}" dt="2022-07-02T15:08:08.576" v="344" actId="2696"/>
        <pc:sldMkLst>
          <pc:docMk/>
          <pc:sldMk cId="3512797187" sldId="354"/>
        </pc:sldMkLst>
      </pc:sldChg>
      <pc:sldChg chg="del">
        <pc:chgData name="Stanley Rodrick" userId="8969fbcc-7c96-46fb-a663-9e2e5920ff04" providerId="ADAL" clId="{50EE1576-1656-D141-9FC7-9D16CE83D1B2}" dt="2022-07-02T15:08:08.576" v="344" actId="2696"/>
        <pc:sldMkLst>
          <pc:docMk/>
          <pc:sldMk cId="386520267" sldId="355"/>
        </pc:sldMkLst>
      </pc:sldChg>
      <pc:sldChg chg="del">
        <pc:chgData name="Stanley Rodrick" userId="8969fbcc-7c96-46fb-a663-9e2e5920ff04" providerId="ADAL" clId="{50EE1576-1656-D141-9FC7-9D16CE83D1B2}" dt="2022-07-02T15:08:08.576" v="344" actId="2696"/>
        <pc:sldMkLst>
          <pc:docMk/>
          <pc:sldMk cId="3613283974" sldId="356"/>
        </pc:sldMkLst>
      </pc:sldChg>
      <pc:sldChg chg="del">
        <pc:chgData name="Stanley Rodrick" userId="8969fbcc-7c96-46fb-a663-9e2e5920ff04" providerId="ADAL" clId="{50EE1576-1656-D141-9FC7-9D16CE83D1B2}" dt="2022-07-02T15:08:08.576" v="344" actId="2696"/>
        <pc:sldMkLst>
          <pc:docMk/>
          <pc:sldMk cId="1114602778" sldId="357"/>
        </pc:sldMkLst>
      </pc:sldChg>
      <pc:sldChg chg="del">
        <pc:chgData name="Stanley Rodrick" userId="8969fbcc-7c96-46fb-a663-9e2e5920ff04" providerId="ADAL" clId="{50EE1576-1656-D141-9FC7-9D16CE83D1B2}" dt="2022-07-02T15:08:08.576" v="344" actId="2696"/>
        <pc:sldMkLst>
          <pc:docMk/>
          <pc:sldMk cId="2253452900" sldId="358"/>
        </pc:sldMkLst>
      </pc:sldChg>
      <pc:sldChg chg="del">
        <pc:chgData name="Stanley Rodrick" userId="8969fbcc-7c96-46fb-a663-9e2e5920ff04" providerId="ADAL" clId="{50EE1576-1656-D141-9FC7-9D16CE83D1B2}" dt="2022-07-02T15:08:08.576" v="344" actId="2696"/>
        <pc:sldMkLst>
          <pc:docMk/>
          <pc:sldMk cId="170919214" sldId="359"/>
        </pc:sldMkLst>
      </pc:sldChg>
      <pc:sldChg chg="del">
        <pc:chgData name="Stanley Rodrick" userId="8969fbcc-7c96-46fb-a663-9e2e5920ff04" providerId="ADAL" clId="{50EE1576-1656-D141-9FC7-9D16CE83D1B2}" dt="2022-07-02T15:08:08.576" v="344" actId="2696"/>
        <pc:sldMkLst>
          <pc:docMk/>
          <pc:sldMk cId="2434017927" sldId="360"/>
        </pc:sldMkLst>
      </pc:sldChg>
      <pc:sldChg chg="del">
        <pc:chgData name="Stanley Rodrick" userId="8969fbcc-7c96-46fb-a663-9e2e5920ff04" providerId="ADAL" clId="{50EE1576-1656-D141-9FC7-9D16CE83D1B2}" dt="2022-07-02T15:08:08.576" v="344" actId="2696"/>
        <pc:sldMkLst>
          <pc:docMk/>
          <pc:sldMk cId="552290143" sldId="361"/>
        </pc:sldMkLst>
      </pc:sldChg>
      <pc:sldChg chg="del">
        <pc:chgData name="Stanley Rodrick" userId="8969fbcc-7c96-46fb-a663-9e2e5920ff04" providerId="ADAL" clId="{50EE1576-1656-D141-9FC7-9D16CE83D1B2}" dt="2022-07-02T15:08:08.576" v="344" actId="2696"/>
        <pc:sldMkLst>
          <pc:docMk/>
          <pc:sldMk cId="1841016012" sldId="363"/>
        </pc:sldMkLst>
      </pc:sldChg>
      <pc:sldChg chg="del">
        <pc:chgData name="Stanley Rodrick" userId="8969fbcc-7c96-46fb-a663-9e2e5920ff04" providerId="ADAL" clId="{50EE1576-1656-D141-9FC7-9D16CE83D1B2}" dt="2022-07-02T15:08:08.576" v="344" actId="2696"/>
        <pc:sldMkLst>
          <pc:docMk/>
          <pc:sldMk cId="1338111891" sldId="364"/>
        </pc:sldMkLst>
      </pc:sldChg>
      <pc:sldChg chg="del">
        <pc:chgData name="Stanley Rodrick" userId="8969fbcc-7c96-46fb-a663-9e2e5920ff04" providerId="ADAL" clId="{50EE1576-1656-D141-9FC7-9D16CE83D1B2}" dt="2022-07-02T15:08:08.576" v="344" actId="2696"/>
        <pc:sldMkLst>
          <pc:docMk/>
          <pc:sldMk cId="2640094858" sldId="365"/>
        </pc:sldMkLst>
      </pc:sldChg>
      <pc:sldChg chg="del">
        <pc:chgData name="Stanley Rodrick" userId="8969fbcc-7c96-46fb-a663-9e2e5920ff04" providerId="ADAL" clId="{50EE1576-1656-D141-9FC7-9D16CE83D1B2}" dt="2022-07-02T15:08:08.576" v="344" actId="2696"/>
        <pc:sldMkLst>
          <pc:docMk/>
          <pc:sldMk cId="3995456350" sldId="366"/>
        </pc:sldMkLst>
      </pc:sldChg>
      <pc:sldChg chg="del">
        <pc:chgData name="Stanley Rodrick" userId="8969fbcc-7c96-46fb-a663-9e2e5920ff04" providerId="ADAL" clId="{50EE1576-1656-D141-9FC7-9D16CE83D1B2}" dt="2022-07-02T15:08:08.576" v="344" actId="2696"/>
        <pc:sldMkLst>
          <pc:docMk/>
          <pc:sldMk cId="1515381904" sldId="367"/>
        </pc:sldMkLst>
      </pc:sldChg>
      <pc:sldChg chg="del">
        <pc:chgData name="Stanley Rodrick" userId="8969fbcc-7c96-46fb-a663-9e2e5920ff04" providerId="ADAL" clId="{50EE1576-1656-D141-9FC7-9D16CE83D1B2}" dt="2022-07-02T15:08:08.576" v="344" actId="2696"/>
        <pc:sldMkLst>
          <pc:docMk/>
          <pc:sldMk cId="1577656038" sldId="368"/>
        </pc:sldMkLst>
      </pc:sldChg>
      <pc:sldChg chg="del">
        <pc:chgData name="Stanley Rodrick" userId="8969fbcc-7c96-46fb-a663-9e2e5920ff04" providerId="ADAL" clId="{50EE1576-1656-D141-9FC7-9D16CE83D1B2}" dt="2022-07-02T15:08:08.576" v="344" actId="2696"/>
        <pc:sldMkLst>
          <pc:docMk/>
          <pc:sldMk cId="3391866984" sldId="369"/>
        </pc:sldMkLst>
      </pc:sldChg>
      <pc:sldChg chg="del">
        <pc:chgData name="Stanley Rodrick" userId="8969fbcc-7c96-46fb-a663-9e2e5920ff04" providerId="ADAL" clId="{50EE1576-1656-D141-9FC7-9D16CE83D1B2}" dt="2022-07-02T15:08:08.576" v="344" actId="2696"/>
        <pc:sldMkLst>
          <pc:docMk/>
          <pc:sldMk cId="1971917533" sldId="370"/>
        </pc:sldMkLst>
      </pc:sldChg>
      <pc:sldChg chg="del">
        <pc:chgData name="Stanley Rodrick" userId="8969fbcc-7c96-46fb-a663-9e2e5920ff04" providerId="ADAL" clId="{50EE1576-1656-D141-9FC7-9D16CE83D1B2}" dt="2022-07-02T15:08:08.576" v="344" actId="2696"/>
        <pc:sldMkLst>
          <pc:docMk/>
          <pc:sldMk cId="189678383" sldId="371"/>
        </pc:sldMkLst>
      </pc:sldChg>
      <pc:sldChg chg="del">
        <pc:chgData name="Stanley Rodrick" userId="8969fbcc-7c96-46fb-a663-9e2e5920ff04" providerId="ADAL" clId="{50EE1576-1656-D141-9FC7-9D16CE83D1B2}" dt="2022-07-02T15:08:08.576" v="344" actId="2696"/>
        <pc:sldMkLst>
          <pc:docMk/>
          <pc:sldMk cId="3959085621" sldId="372"/>
        </pc:sldMkLst>
      </pc:sldChg>
      <pc:sldChg chg="del">
        <pc:chgData name="Stanley Rodrick" userId="8969fbcc-7c96-46fb-a663-9e2e5920ff04" providerId="ADAL" clId="{50EE1576-1656-D141-9FC7-9D16CE83D1B2}" dt="2022-07-02T15:08:08.576" v="344" actId="2696"/>
        <pc:sldMkLst>
          <pc:docMk/>
          <pc:sldMk cId="974899862" sldId="373"/>
        </pc:sldMkLst>
      </pc:sldChg>
      <pc:sldChg chg="del">
        <pc:chgData name="Stanley Rodrick" userId="8969fbcc-7c96-46fb-a663-9e2e5920ff04" providerId="ADAL" clId="{50EE1576-1656-D141-9FC7-9D16CE83D1B2}" dt="2022-07-02T15:08:08.576" v="344" actId="2696"/>
        <pc:sldMkLst>
          <pc:docMk/>
          <pc:sldMk cId="111218806" sldId="374"/>
        </pc:sldMkLst>
      </pc:sldChg>
      <pc:sldChg chg="del">
        <pc:chgData name="Stanley Rodrick" userId="8969fbcc-7c96-46fb-a663-9e2e5920ff04" providerId="ADAL" clId="{50EE1576-1656-D141-9FC7-9D16CE83D1B2}" dt="2022-07-02T15:08:08.576" v="344" actId="2696"/>
        <pc:sldMkLst>
          <pc:docMk/>
          <pc:sldMk cId="1548125718" sldId="375"/>
        </pc:sldMkLst>
      </pc:sldChg>
      <pc:sldChg chg="del">
        <pc:chgData name="Stanley Rodrick" userId="8969fbcc-7c96-46fb-a663-9e2e5920ff04" providerId="ADAL" clId="{50EE1576-1656-D141-9FC7-9D16CE83D1B2}" dt="2022-07-02T15:08:08.576" v="344" actId="2696"/>
        <pc:sldMkLst>
          <pc:docMk/>
          <pc:sldMk cId="498875473" sldId="376"/>
        </pc:sldMkLst>
      </pc:sldChg>
      <pc:sldChg chg="del">
        <pc:chgData name="Stanley Rodrick" userId="8969fbcc-7c96-46fb-a663-9e2e5920ff04" providerId="ADAL" clId="{50EE1576-1656-D141-9FC7-9D16CE83D1B2}" dt="2022-07-02T15:08:08.576" v="344" actId="2696"/>
        <pc:sldMkLst>
          <pc:docMk/>
          <pc:sldMk cId="728345461" sldId="377"/>
        </pc:sldMkLst>
      </pc:sldChg>
      <pc:sldChg chg="del">
        <pc:chgData name="Stanley Rodrick" userId="8969fbcc-7c96-46fb-a663-9e2e5920ff04" providerId="ADAL" clId="{50EE1576-1656-D141-9FC7-9D16CE83D1B2}" dt="2022-07-02T15:08:08.576" v="344" actId="2696"/>
        <pc:sldMkLst>
          <pc:docMk/>
          <pc:sldMk cId="912228286" sldId="378"/>
        </pc:sldMkLst>
      </pc:sldChg>
      <pc:sldChg chg="del">
        <pc:chgData name="Stanley Rodrick" userId="8969fbcc-7c96-46fb-a663-9e2e5920ff04" providerId="ADAL" clId="{50EE1576-1656-D141-9FC7-9D16CE83D1B2}" dt="2022-07-02T15:08:08.576" v="344" actId="2696"/>
        <pc:sldMkLst>
          <pc:docMk/>
          <pc:sldMk cId="1542323701" sldId="379"/>
        </pc:sldMkLst>
      </pc:sldChg>
      <pc:sldChg chg="del">
        <pc:chgData name="Stanley Rodrick" userId="8969fbcc-7c96-46fb-a663-9e2e5920ff04" providerId="ADAL" clId="{50EE1576-1656-D141-9FC7-9D16CE83D1B2}" dt="2022-07-02T15:08:08.576" v="344" actId="2696"/>
        <pc:sldMkLst>
          <pc:docMk/>
          <pc:sldMk cId="3488957875" sldId="380"/>
        </pc:sldMkLst>
      </pc:sldChg>
      <pc:sldChg chg="del">
        <pc:chgData name="Stanley Rodrick" userId="8969fbcc-7c96-46fb-a663-9e2e5920ff04" providerId="ADAL" clId="{50EE1576-1656-D141-9FC7-9D16CE83D1B2}" dt="2022-07-02T15:08:08.576" v="344" actId="2696"/>
        <pc:sldMkLst>
          <pc:docMk/>
          <pc:sldMk cId="1930444895" sldId="381"/>
        </pc:sldMkLst>
      </pc:sldChg>
      <pc:sldChg chg="del">
        <pc:chgData name="Stanley Rodrick" userId="8969fbcc-7c96-46fb-a663-9e2e5920ff04" providerId="ADAL" clId="{50EE1576-1656-D141-9FC7-9D16CE83D1B2}" dt="2022-07-02T15:08:08.576" v="344" actId="2696"/>
        <pc:sldMkLst>
          <pc:docMk/>
          <pc:sldMk cId="2104519456" sldId="382"/>
        </pc:sldMkLst>
      </pc:sldChg>
      <pc:sldChg chg="del">
        <pc:chgData name="Stanley Rodrick" userId="8969fbcc-7c96-46fb-a663-9e2e5920ff04" providerId="ADAL" clId="{50EE1576-1656-D141-9FC7-9D16CE83D1B2}" dt="2022-07-02T15:08:08.576" v="344" actId="2696"/>
        <pc:sldMkLst>
          <pc:docMk/>
          <pc:sldMk cId="2418152205" sldId="383"/>
        </pc:sldMkLst>
      </pc:sldChg>
      <pc:sldChg chg="modSp add mod">
        <pc:chgData name="Stanley Rodrick" userId="8969fbcc-7c96-46fb-a663-9e2e5920ff04" providerId="ADAL" clId="{50EE1576-1656-D141-9FC7-9D16CE83D1B2}" dt="2022-07-02T14:56:37.076" v="155" actId="255"/>
        <pc:sldMkLst>
          <pc:docMk/>
          <pc:sldMk cId="2805986525" sldId="384"/>
        </pc:sldMkLst>
        <pc:spChg chg="mod">
          <ac:chgData name="Stanley Rodrick" userId="8969fbcc-7c96-46fb-a663-9e2e5920ff04" providerId="ADAL" clId="{50EE1576-1656-D141-9FC7-9D16CE83D1B2}" dt="2022-07-02T14:56:37.076" v="155" actId="255"/>
          <ac:spMkLst>
            <pc:docMk/>
            <pc:sldMk cId="2805986525" sldId="384"/>
            <ac:spMk id="3" creationId="{5A6FFAA3-9A70-4946-92BA-C59BD6C6CCE5}"/>
          </ac:spMkLst>
        </pc:spChg>
      </pc:sldChg>
      <pc:sldChg chg="modSp add mod">
        <pc:chgData name="Stanley Rodrick" userId="8969fbcc-7c96-46fb-a663-9e2e5920ff04" providerId="ADAL" clId="{50EE1576-1656-D141-9FC7-9D16CE83D1B2}" dt="2022-07-02T14:57:48.439" v="185" actId="20577"/>
        <pc:sldMkLst>
          <pc:docMk/>
          <pc:sldMk cId="3861415309" sldId="385"/>
        </pc:sldMkLst>
        <pc:spChg chg="mod">
          <ac:chgData name="Stanley Rodrick" userId="8969fbcc-7c96-46fb-a663-9e2e5920ff04" providerId="ADAL" clId="{50EE1576-1656-D141-9FC7-9D16CE83D1B2}" dt="2022-07-02T14:57:31.189" v="179" actId="20577"/>
          <ac:spMkLst>
            <pc:docMk/>
            <pc:sldMk cId="3861415309" sldId="385"/>
            <ac:spMk id="2" creationId="{30C5B4EB-48B2-3E45-A58F-300E9A03105A}"/>
          </ac:spMkLst>
        </pc:spChg>
        <pc:spChg chg="mod">
          <ac:chgData name="Stanley Rodrick" userId="8969fbcc-7c96-46fb-a663-9e2e5920ff04" providerId="ADAL" clId="{50EE1576-1656-D141-9FC7-9D16CE83D1B2}" dt="2022-07-02T14:57:48.439" v="185" actId="20577"/>
          <ac:spMkLst>
            <pc:docMk/>
            <pc:sldMk cId="3861415309" sldId="385"/>
            <ac:spMk id="3" creationId="{5A6FFAA3-9A70-4946-92BA-C59BD6C6CCE5}"/>
          </ac:spMkLst>
        </pc:spChg>
      </pc:sldChg>
      <pc:sldChg chg="modSp add mod">
        <pc:chgData name="Stanley Rodrick" userId="8969fbcc-7c96-46fb-a663-9e2e5920ff04" providerId="ADAL" clId="{50EE1576-1656-D141-9FC7-9D16CE83D1B2}" dt="2022-07-02T15:01:08.916" v="198" actId="20577"/>
        <pc:sldMkLst>
          <pc:docMk/>
          <pc:sldMk cId="1423708714" sldId="386"/>
        </pc:sldMkLst>
        <pc:spChg chg="mod">
          <ac:chgData name="Stanley Rodrick" userId="8969fbcc-7c96-46fb-a663-9e2e5920ff04" providerId="ADAL" clId="{50EE1576-1656-D141-9FC7-9D16CE83D1B2}" dt="2022-07-02T15:01:08.916" v="198" actId="20577"/>
          <ac:spMkLst>
            <pc:docMk/>
            <pc:sldMk cId="1423708714" sldId="386"/>
            <ac:spMk id="3" creationId="{5A6FFAA3-9A70-4946-92BA-C59BD6C6CCE5}"/>
          </ac:spMkLst>
        </pc:spChg>
      </pc:sldChg>
      <pc:sldChg chg="modSp add mod">
        <pc:chgData name="Stanley Rodrick" userId="8969fbcc-7c96-46fb-a663-9e2e5920ff04" providerId="ADAL" clId="{50EE1576-1656-D141-9FC7-9D16CE83D1B2}" dt="2022-07-02T15:01:46.637" v="207" actId="20577"/>
        <pc:sldMkLst>
          <pc:docMk/>
          <pc:sldMk cId="52249797" sldId="387"/>
        </pc:sldMkLst>
        <pc:spChg chg="mod">
          <ac:chgData name="Stanley Rodrick" userId="8969fbcc-7c96-46fb-a663-9e2e5920ff04" providerId="ADAL" clId="{50EE1576-1656-D141-9FC7-9D16CE83D1B2}" dt="2022-07-02T15:01:46.637" v="207" actId="20577"/>
          <ac:spMkLst>
            <pc:docMk/>
            <pc:sldMk cId="52249797" sldId="387"/>
            <ac:spMk id="3" creationId="{5A6FFAA3-9A70-4946-92BA-C59BD6C6CCE5}"/>
          </ac:spMkLst>
        </pc:spChg>
      </pc:sldChg>
      <pc:sldChg chg="modSp add mod">
        <pc:chgData name="Stanley Rodrick" userId="8969fbcc-7c96-46fb-a663-9e2e5920ff04" providerId="ADAL" clId="{50EE1576-1656-D141-9FC7-9D16CE83D1B2}" dt="2022-07-02T15:02:46.121" v="217"/>
        <pc:sldMkLst>
          <pc:docMk/>
          <pc:sldMk cId="1113397371" sldId="388"/>
        </pc:sldMkLst>
        <pc:spChg chg="mod">
          <ac:chgData name="Stanley Rodrick" userId="8969fbcc-7c96-46fb-a663-9e2e5920ff04" providerId="ADAL" clId="{50EE1576-1656-D141-9FC7-9D16CE83D1B2}" dt="2022-07-02T15:02:46.121" v="217"/>
          <ac:spMkLst>
            <pc:docMk/>
            <pc:sldMk cId="1113397371" sldId="388"/>
            <ac:spMk id="3" creationId="{5A6FFAA3-9A70-4946-92BA-C59BD6C6CCE5}"/>
          </ac:spMkLst>
        </pc:spChg>
      </pc:sldChg>
      <pc:sldChg chg="modSp add mod">
        <pc:chgData name="Stanley Rodrick" userId="8969fbcc-7c96-46fb-a663-9e2e5920ff04" providerId="ADAL" clId="{50EE1576-1656-D141-9FC7-9D16CE83D1B2}" dt="2022-07-02T15:03:15.816" v="222" actId="20577"/>
        <pc:sldMkLst>
          <pc:docMk/>
          <pc:sldMk cId="257567952" sldId="389"/>
        </pc:sldMkLst>
        <pc:spChg chg="mod">
          <ac:chgData name="Stanley Rodrick" userId="8969fbcc-7c96-46fb-a663-9e2e5920ff04" providerId="ADAL" clId="{50EE1576-1656-D141-9FC7-9D16CE83D1B2}" dt="2022-07-02T15:03:15.816" v="222" actId="20577"/>
          <ac:spMkLst>
            <pc:docMk/>
            <pc:sldMk cId="257567952" sldId="389"/>
            <ac:spMk id="3" creationId="{5A6FFAA3-9A70-4946-92BA-C59BD6C6CCE5}"/>
          </ac:spMkLst>
        </pc:spChg>
      </pc:sldChg>
      <pc:sldChg chg="modSp add mod">
        <pc:chgData name="Stanley Rodrick" userId="8969fbcc-7c96-46fb-a663-9e2e5920ff04" providerId="ADAL" clId="{50EE1576-1656-D141-9FC7-9D16CE83D1B2}" dt="2022-07-02T15:09:27.598" v="359" actId="207"/>
        <pc:sldMkLst>
          <pc:docMk/>
          <pc:sldMk cId="2765993870" sldId="390"/>
        </pc:sldMkLst>
        <pc:spChg chg="mod">
          <ac:chgData name="Stanley Rodrick" userId="8969fbcc-7c96-46fb-a663-9e2e5920ff04" providerId="ADAL" clId="{50EE1576-1656-D141-9FC7-9D16CE83D1B2}" dt="2022-07-02T15:09:27.598" v="359" actId="207"/>
          <ac:spMkLst>
            <pc:docMk/>
            <pc:sldMk cId="2765993870" sldId="390"/>
            <ac:spMk id="9" creationId="{E6093465-1D83-BE44-8934-D67820CAB994}"/>
          </ac:spMkLst>
        </pc:spChg>
      </pc:sldChg>
      <pc:sldChg chg="modSp add mod">
        <pc:chgData name="Stanley Rodrick" userId="8969fbcc-7c96-46fb-a663-9e2e5920ff04" providerId="ADAL" clId="{50EE1576-1656-D141-9FC7-9D16CE83D1B2}" dt="2022-07-02T15:10:47.756" v="377" actId="207"/>
        <pc:sldMkLst>
          <pc:docMk/>
          <pc:sldMk cId="228797942" sldId="391"/>
        </pc:sldMkLst>
        <pc:spChg chg="mod">
          <ac:chgData name="Stanley Rodrick" userId="8969fbcc-7c96-46fb-a663-9e2e5920ff04" providerId="ADAL" clId="{50EE1576-1656-D141-9FC7-9D16CE83D1B2}" dt="2022-07-02T15:10:47.756" v="377" actId="207"/>
          <ac:spMkLst>
            <pc:docMk/>
            <pc:sldMk cId="228797942" sldId="391"/>
            <ac:spMk id="9" creationId="{E6093465-1D83-BE44-8934-D67820CAB994}"/>
          </ac:spMkLst>
        </pc:spChg>
      </pc:sldChg>
      <pc:sldChg chg="addSp delSp modSp add mod">
        <pc:chgData name="Stanley Rodrick" userId="8969fbcc-7c96-46fb-a663-9e2e5920ff04" providerId="ADAL" clId="{50EE1576-1656-D141-9FC7-9D16CE83D1B2}" dt="2022-07-02T15:20:36.370" v="566" actId="1076"/>
        <pc:sldMkLst>
          <pc:docMk/>
          <pc:sldMk cId="2432286587" sldId="392"/>
        </pc:sldMkLst>
        <pc:spChg chg="add del mod">
          <ac:chgData name="Stanley Rodrick" userId="8969fbcc-7c96-46fb-a663-9e2e5920ff04" providerId="ADAL" clId="{50EE1576-1656-D141-9FC7-9D16CE83D1B2}" dt="2022-07-02T15:16:28.117" v="539" actId="478"/>
          <ac:spMkLst>
            <pc:docMk/>
            <pc:sldMk cId="2432286587" sldId="392"/>
            <ac:spMk id="3" creationId="{66341A0B-962D-066C-6CA8-4216470E0127}"/>
          </ac:spMkLst>
        </pc:spChg>
        <pc:spChg chg="del">
          <ac:chgData name="Stanley Rodrick" userId="8969fbcc-7c96-46fb-a663-9e2e5920ff04" providerId="ADAL" clId="{50EE1576-1656-D141-9FC7-9D16CE83D1B2}" dt="2022-07-02T15:16:26.681" v="538" actId="478"/>
          <ac:spMkLst>
            <pc:docMk/>
            <pc:sldMk cId="2432286587" sldId="392"/>
            <ac:spMk id="7" creationId="{F93B1389-1F02-355B-B0DC-FFF91BB1A28A}"/>
          </ac:spMkLst>
        </pc:spChg>
        <pc:spChg chg="add mod">
          <ac:chgData name="Stanley Rodrick" userId="8969fbcc-7c96-46fb-a663-9e2e5920ff04" providerId="ADAL" clId="{50EE1576-1656-D141-9FC7-9D16CE83D1B2}" dt="2022-07-02T15:16:28.598" v="540"/>
          <ac:spMkLst>
            <pc:docMk/>
            <pc:sldMk cId="2432286587" sldId="392"/>
            <ac:spMk id="8" creationId="{574EB601-D9D8-D4F3-52DF-AD279599E399}"/>
          </ac:spMkLst>
        </pc:spChg>
        <pc:spChg chg="mod">
          <ac:chgData name="Stanley Rodrick" userId="8969fbcc-7c96-46fb-a663-9e2e5920ff04" providerId="ADAL" clId="{50EE1576-1656-D141-9FC7-9D16CE83D1B2}" dt="2022-07-02T15:16:30.533" v="541" actId="20577"/>
          <ac:spMkLst>
            <pc:docMk/>
            <pc:sldMk cId="2432286587" sldId="392"/>
            <ac:spMk id="9" creationId="{E6093465-1D83-BE44-8934-D67820CAB994}"/>
          </ac:spMkLst>
        </pc:spChg>
        <pc:graphicFrameChg chg="add mod">
          <ac:chgData name="Stanley Rodrick" userId="8969fbcc-7c96-46fb-a663-9e2e5920ff04" providerId="ADAL" clId="{50EE1576-1656-D141-9FC7-9D16CE83D1B2}" dt="2022-07-02T15:20:36.370" v="566" actId="1076"/>
          <ac:graphicFrameMkLst>
            <pc:docMk/>
            <pc:sldMk cId="2432286587" sldId="392"/>
            <ac:graphicFrameMk id="10" creationId="{2C7B80E4-C399-64EF-35FE-FDEEEDCD61EA}"/>
          </ac:graphicFrameMkLst>
        </pc:graphicFrameChg>
        <pc:picChg chg="add mod">
          <ac:chgData name="Stanley Rodrick" userId="8969fbcc-7c96-46fb-a663-9e2e5920ff04" providerId="ADAL" clId="{50EE1576-1656-D141-9FC7-9D16CE83D1B2}" dt="2022-07-02T15:17:27.427" v="548" actId="1076"/>
          <ac:picMkLst>
            <pc:docMk/>
            <pc:sldMk cId="2432286587" sldId="392"/>
            <ac:picMk id="6" creationId="{EDB53B7B-9975-EC6D-0D52-72EEC19C72CC}"/>
          </ac:picMkLst>
        </pc:picChg>
      </pc:sldChg>
      <pc:sldChg chg="modSp add mod ord">
        <pc:chgData name="Stanley Rodrick" userId="8969fbcc-7c96-46fb-a663-9e2e5920ff04" providerId="ADAL" clId="{50EE1576-1656-D141-9FC7-9D16CE83D1B2}" dt="2022-07-02T15:15:33.097" v="525" actId="20578"/>
        <pc:sldMkLst>
          <pc:docMk/>
          <pc:sldMk cId="2039176555" sldId="393"/>
        </pc:sldMkLst>
        <pc:spChg chg="mod">
          <ac:chgData name="Stanley Rodrick" userId="8969fbcc-7c96-46fb-a663-9e2e5920ff04" providerId="ADAL" clId="{50EE1576-1656-D141-9FC7-9D16CE83D1B2}" dt="2022-07-02T15:15:30.711" v="524" actId="20577"/>
          <ac:spMkLst>
            <pc:docMk/>
            <pc:sldMk cId="2039176555" sldId="393"/>
            <ac:spMk id="7" creationId="{F93B1389-1F02-355B-B0DC-FFF91BB1A28A}"/>
          </ac:spMkLst>
        </pc:spChg>
      </pc:sldChg>
      <pc:sldChg chg="delSp modSp add mod">
        <pc:chgData name="Stanley Rodrick" userId="8969fbcc-7c96-46fb-a663-9e2e5920ff04" providerId="ADAL" clId="{50EE1576-1656-D141-9FC7-9D16CE83D1B2}" dt="2022-07-02T15:20:13.393" v="563" actId="20577"/>
        <pc:sldMkLst>
          <pc:docMk/>
          <pc:sldMk cId="4262888960" sldId="394"/>
        </pc:sldMkLst>
        <pc:spChg chg="mod">
          <ac:chgData name="Stanley Rodrick" userId="8969fbcc-7c96-46fb-a663-9e2e5920ff04" providerId="ADAL" clId="{50EE1576-1656-D141-9FC7-9D16CE83D1B2}" dt="2022-07-02T15:20:13.393" v="563" actId="20577"/>
          <ac:spMkLst>
            <pc:docMk/>
            <pc:sldMk cId="4262888960" sldId="394"/>
            <ac:spMk id="9" creationId="{E6093465-1D83-BE44-8934-D67820CAB994}"/>
          </ac:spMkLst>
        </pc:spChg>
        <pc:picChg chg="del">
          <ac:chgData name="Stanley Rodrick" userId="8969fbcc-7c96-46fb-a663-9e2e5920ff04" providerId="ADAL" clId="{50EE1576-1656-D141-9FC7-9D16CE83D1B2}" dt="2022-07-02T15:19:17.479" v="550" actId="478"/>
          <ac:picMkLst>
            <pc:docMk/>
            <pc:sldMk cId="4262888960" sldId="394"/>
            <ac:picMk id="6" creationId="{EDB53B7B-9975-EC6D-0D52-72EEC19C72CC}"/>
          </ac:picMkLst>
        </pc:picChg>
      </pc:sldChg>
      <pc:sldChg chg="modSp add mod ord">
        <pc:chgData name="Stanley Rodrick" userId="8969fbcc-7c96-46fb-a663-9e2e5920ff04" providerId="ADAL" clId="{50EE1576-1656-D141-9FC7-9D16CE83D1B2}" dt="2022-07-02T15:32:54.440" v="610" actId="20578"/>
        <pc:sldMkLst>
          <pc:docMk/>
          <pc:sldMk cId="3422216354" sldId="395"/>
        </pc:sldMkLst>
        <pc:spChg chg="mod">
          <ac:chgData name="Stanley Rodrick" userId="8969fbcc-7c96-46fb-a663-9e2e5920ff04" providerId="ADAL" clId="{50EE1576-1656-D141-9FC7-9D16CE83D1B2}" dt="2022-07-02T15:32:44.245" v="607" actId="20577"/>
          <ac:spMkLst>
            <pc:docMk/>
            <pc:sldMk cId="3422216354" sldId="395"/>
            <ac:spMk id="221" creationId="{00000000-0000-0000-0000-000000000000}"/>
          </ac:spMkLst>
        </pc:spChg>
      </pc:sldChg>
      <pc:sldChg chg="modSp add mod">
        <pc:chgData name="Stanley Rodrick" userId="8969fbcc-7c96-46fb-a663-9e2e5920ff04" providerId="ADAL" clId="{50EE1576-1656-D141-9FC7-9D16CE83D1B2}" dt="2022-07-02T15:35:26.133" v="625" actId="20577"/>
        <pc:sldMkLst>
          <pc:docMk/>
          <pc:sldMk cId="1201905835" sldId="396"/>
        </pc:sldMkLst>
        <pc:spChg chg="mod">
          <ac:chgData name="Stanley Rodrick" userId="8969fbcc-7c96-46fb-a663-9e2e5920ff04" providerId="ADAL" clId="{50EE1576-1656-D141-9FC7-9D16CE83D1B2}" dt="2022-07-02T15:34:33.774" v="620"/>
          <ac:spMkLst>
            <pc:docMk/>
            <pc:sldMk cId="1201905835" sldId="396"/>
            <ac:spMk id="8" creationId="{574EB601-D9D8-D4F3-52DF-AD279599E399}"/>
          </ac:spMkLst>
        </pc:spChg>
        <pc:spChg chg="mod">
          <ac:chgData name="Stanley Rodrick" userId="8969fbcc-7c96-46fb-a663-9e2e5920ff04" providerId="ADAL" clId="{50EE1576-1656-D141-9FC7-9D16CE83D1B2}" dt="2022-07-02T15:35:26.133" v="625" actId="20577"/>
          <ac:spMkLst>
            <pc:docMk/>
            <pc:sldMk cId="1201905835" sldId="396"/>
            <ac:spMk id="9" creationId="{E6093465-1D83-BE44-8934-D67820CAB994}"/>
          </ac:spMkLst>
        </pc:spChg>
      </pc:sldChg>
      <pc:sldChg chg="modSp add mod">
        <pc:chgData name="Stanley Rodrick" userId="8969fbcc-7c96-46fb-a663-9e2e5920ff04" providerId="ADAL" clId="{50EE1576-1656-D141-9FC7-9D16CE83D1B2}" dt="2022-07-02T15:36:44.331" v="651" actId="20577"/>
        <pc:sldMkLst>
          <pc:docMk/>
          <pc:sldMk cId="3637725474" sldId="397"/>
        </pc:sldMkLst>
        <pc:spChg chg="mod">
          <ac:chgData name="Stanley Rodrick" userId="8969fbcc-7c96-46fb-a663-9e2e5920ff04" providerId="ADAL" clId="{50EE1576-1656-D141-9FC7-9D16CE83D1B2}" dt="2022-07-02T15:36:44.331" v="651" actId="20577"/>
          <ac:spMkLst>
            <pc:docMk/>
            <pc:sldMk cId="3637725474" sldId="397"/>
            <ac:spMk id="9" creationId="{E6093465-1D83-BE44-8934-D67820CAB994}"/>
          </ac:spMkLst>
        </pc:spChg>
      </pc:sldChg>
      <pc:sldChg chg="modSp add mod">
        <pc:chgData name="Stanley Rodrick" userId="8969fbcc-7c96-46fb-a663-9e2e5920ff04" providerId="ADAL" clId="{50EE1576-1656-D141-9FC7-9D16CE83D1B2}" dt="2022-07-02T15:37:20.251" v="687" actId="20577"/>
        <pc:sldMkLst>
          <pc:docMk/>
          <pc:sldMk cId="2668925192" sldId="398"/>
        </pc:sldMkLst>
        <pc:spChg chg="mod">
          <ac:chgData name="Stanley Rodrick" userId="8969fbcc-7c96-46fb-a663-9e2e5920ff04" providerId="ADAL" clId="{50EE1576-1656-D141-9FC7-9D16CE83D1B2}" dt="2022-07-02T15:37:20.251" v="687" actId="20577"/>
          <ac:spMkLst>
            <pc:docMk/>
            <pc:sldMk cId="2668925192" sldId="398"/>
            <ac:spMk id="9" creationId="{E6093465-1D83-BE44-8934-D67820CAB994}"/>
          </ac:spMkLst>
        </pc:spChg>
      </pc:sldChg>
      <pc:sldChg chg="modSp add mod">
        <pc:chgData name="Stanley Rodrick" userId="8969fbcc-7c96-46fb-a663-9e2e5920ff04" providerId="ADAL" clId="{50EE1576-1656-D141-9FC7-9D16CE83D1B2}" dt="2022-07-02T15:38:25.695" v="705" actId="20577"/>
        <pc:sldMkLst>
          <pc:docMk/>
          <pc:sldMk cId="3992667470" sldId="399"/>
        </pc:sldMkLst>
        <pc:spChg chg="mod">
          <ac:chgData name="Stanley Rodrick" userId="8969fbcc-7c96-46fb-a663-9e2e5920ff04" providerId="ADAL" clId="{50EE1576-1656-D141-9FC7-9D16CE83D1B2}" dt="2022-07-02T15:38:25.695" v="705" actId="20577"/>
          <ac:spMkLst>
            <pc:docMk/>
            <pc:sldMk cId="3992667470" sldId="399"/>
            <ac:spMk id="9" creationId="{E6093465-1D83-BE44-8934-D67820CAB994}"/>
          </ac:spMkLst>
        </pc:spChg>
      </pc:sldChg>
      <pc:sldChg chg="modSp add mod">
        <pc:chgData name="Stanley Rodrick" userId="8969fbcc-7c96-46fb-a663-9e2e5920ff04" providerId="ADAL" clId="{50EE1576-1656-D141-9FC7-9D16CE83D1B2}" dt="2022-07-02T15:40:18.683" v="750" actId="20577"/>
        <pc:sldMkLst>
          <pc:docMk/>
          <pc:sldMk cId="2264473134" sldId="400"/>
        </pc:sldMkLst>
        <pc:spChg chg="mod">
          <ac:chgData name="Stanley Rodrick" userId="8969fbcc-7c96-46fb-a663-9e2e5920ff04" providerId="ADAL" clId="{50EE1576-1656-D141-9FC7-9D16CE83D1B2}" dt="2022-07-02T15:40:18.683" v="750" actId="20577"/>
          <ac:spMkLst>
            <pc:docMk/>
            <pc:sldMk cId="2264473134" sldId="400"/>
            <ac:spMk id="9" creationId="{E6093465-1D83-BE44-8934-D67820CAB994}"/>
          </ac:spMkLst>
        </pc:spChg>
      </pc:sldChg>
      <pc:sldChg chg="modSp add mod">
        <pc:chgData name="Stanley Rodrick" userId="8969fbcc-7c96-46fb-a663-9e2e5920ff04" providerId="ADAL" clId="{50EE1576-1656-D141-9FC7-9D16CE83D1B2}" dt="2022-07-02T15:41:03.385" v="774" actId="20577"/>
        <pc:sldMkLst>
          <pc:docMk/>
          <pc:sldMk cId="1299812962" sldId="401"/>
        </pc:sldMkLst>
        <pc:spChg chg="mod">
          <ac:chgData name="Stanley Rodrick" userId="8969fbcc-7c96-46fb-a663-9e2e5920ff04" providerId="ADAL" clId="{50EE1576-1656-D141-9FC7-9D16CE83D1B2}" dt="2022-07-02T15:41:03.385" v="774" actId="20577"/>
          <ac:spMkLst>
            <pc:docMk/>
            <pc:sldMk cId="1299812962" sldId="401"/>
            <ac:spMk id="9" creationId="{E6093465-1D83-BE44-8934-D67820CAB994}"/>
          </ac:spMkLst>
        </pc:spChg>
      </pc:sldChg>
      <pc:sldChg chg="modSp add mod">
        <pc:chgData name="Stanley Rodrick" userId="8969fbcc-7c96-46fb-a663-9e2e5920ff04" providerId="ADAL" clId="{50EE1576-1656-D141-9FC7-9D16CE83D1B2}" dt="2022-07-02T15:41:43.009" v="793" actId="20577"/>
        <pc:sldMkLst>
          <pc:docMk/>
          <pc:sldMk cId="3390817374" sldId="402"/>
        </pc:sldMkLst>
        <pc:spChg chg="mod">
          <ac:chgData name="Stanley Rodrick" userId="8969fbcc-7c96-46fb-a663-9e2e5920ff04" providerId="ADAL" clId="{50EE1576-1656-D141-9FC7-9D16CE83D1B2}" dt="2022-07-02T15:41:43.009" v="793" actId="20577"/>
          <ac:spMkLst>
            <pc:docMk/>
            <pc:sldMk cId="3390817374" sldId="402"/>
            <ac:spMk id="9" creationId="{E6093465-1D83-BE44-8934-D67820CAB994}"/>
          </ac:spMkLst>
        </pc:spChg>
      </pc:sldChg>
      <pc:sldChg chg="modSp add ord">
        <pc:chgData name="Stanley Rodrick" userId="8969fbcc-7c96-46fb-a663-9e2e5920ff04" providerId="ADAL" clId="{50EE1576-1656-D141-9FC7-9D16CE83D1B2}" dt="2022-07-03T17:26:43.673" v="800"/>
        <pc:sldMkLst>
          <pc:docMk/>
          <pc:sldMk cId="2366329390" sldId="403"/>
        </pc:sldMkLst>
        <pc:spChg chg="mod">
          <ac:chgData name="Stanley Rodrick" userId="8969fbcc-7c96-46fb-a663-9e2e5920ff04" providerId="ADAL" clId="{50EE1576-1656-D141-9FC7-9D16CE83D1B2}" dt="2022-07-03T17:26:43.673" v="800"/>
          <ac:spMkLst>
            <pc:docMk/>
            <pc:sldMk cId="2366329390" sldId="403"/>
            <ac:spMk id="221" creationId="{00000000-0000-0000-0000-000000000000}"/>
          </ac:spMkLst>
        </pc:spChg>
      </pc:sldChg>
      <pc:sldChg chg="modSp add mod">
        <pc:chgData name="Stanley Rodrick" userId="8969fbcc-7c96-46fb-a663-9e2e5920ff04" providerId="ADAL" clId="{50EE1576-1656-D141-9FC7-9D16CE83D1B2}" dt="2022-07-03T17:27:50.895" v="817"/>
        <pc:sldMkLst>
          <pc:docMk/>
          <pc:sldMk cId="397950661" sldId="404"/>
        </pc:sldMkLst>
        <pc:spChg chg="mod">
          <ac:chgData name="Stanley Rodrick" userId="8969fbcc-7c96-46fb-a663-9e2e5920ff04" providerId="ADAL" clId="{50EE1576-1656-D141-9FC7-9D16CE83D1B2}" dt="2022-07-03T17:27:50.895" v="817"/>
          <ac:spMkLst>
            <pc:docMk/>
            <pc:sldMk cId="397950661" sldId="404"/>
            <ac:spMk id="8" creationId="{574EB601-D9D8-D4F3-52DF-AD279599E399}"/>
          </ac:spMkLst>
        </pc:spChg>
        <pc:spChg chg="mod">
          <ac:chgData name="Stanley Rodrick" userId="8969fbcc-7c96-46fb-a663-9e2e5920ff04" providerId="ADAL" clId="{50EE1576-1656-D141-9FC7-9D16CE83D1B2}" dt="2022-07-03T17:27:40.495" v="816" actId="14100"/>
          <ac:spMkLst>
            <pc:docMk/>
            <pc:sldMk cId="397950661" sldId="404"/>
            <ac:spMk id="9" creationId="{E6093465-1D83-BE44-8934-D67820CAB994}"/>
          </ac:spMkLst>
        </pc:spChg>
      </pc:sldChg>
      <pc:sldChg chg="addSp delSp modSp add mod">
        <pc:chgData name="Stanley Rodrick" userId="8969fbcc-7c96-46fb-a663-9e2e5920ff04" providerId="ADAL" clId="{50EE1576-1656-D141-9FC7-9D16CE83D1B2}" dt="2022-07-03T17:30:49.713" v="872" actId="962"/>
        <pc:sldMkLst>
          <pc:docMk/>
          <pc:sldMk cId="489703569" sldId="405"/>
        </pc:sldMkLst>
        <pc:spChg chg="add del mod">
          <ac:chgData name="Stanley Rodrick" userId="8969fbcc-7c96-46fb-a663-9e2e5920ff04" providerId="ADAL" clId="{50EE1576-1656-D141-9FC7-9D16CE83D1B2}" dt="2022-07-03T17:28:24.968" v="820" actId="478"/>
          <ac:spMkLst>
            <pc:docMk/>
            <pc:sldMk cId="489703569" sldId="405"/>
            <ac:spMk id="2" creationId="{20AB0916-9F11-321A-76A4-372B1FA4D5AF}"/>
          </ac:spMkLst>
        </pc:spChg>
        <pc:spChg chg="add del mod">
          <ac:chgData name="Stanley Rodrick" userId="8969fbcc-7c96-46fb-a663-9e2e5920ff04" providerId="ADAL" clId="{50EE1576-1656-D141-9FC7-9D16CE83D1B2}" dt="2022-07-03T17:28:28.627" v="822" actId="478"/>
          <ac:spMkLst>
            <pc:docMk/>
            <pc:sldMk cId="489703569" sldId="405"/>
            <ac:spMk id="4" creationId="{789C5218-D531-E910-571B-1C31663E916F}"/>
          </ac:spMkLst>
        </pc:spChg>
        <pc:spChg chg="add del mod">
          <ac:chgData name="Stanley Rodrick" userId="8969fbcc-7c96-46fb-a663-9e2e5920ff04" providerId="ADAL" clId="{50EE1576-1656-D141-9FC7-9D16CE83D1B2}" dt="2022-07-03T17:30:28.637" v="863" actId="478"/>
          <ac:spMkLst>
            <pc:docMk/>
            <pc:sldMk cId="489703569" sldId="405"/>
            <ac:spMk id="6" creationId="{2F9C6E70-C454-BDFD-DD8D-9C80F11BD90C}"/>
          </ac:spMkLst>
        </pc:spChg>
        <pc:spChg chg="mod">
          <ac:chgData name="Stanley Rodrick" userId="8969fbcc-7c96-46fb-a663-9e2e5920ff04" providerId="ADAL" clId="{50EE1576-1656-D141-9FC7-9D16CE83D1B2}" dt="2022-07-03T17:28:50.561" v="853" actId="20577"/>
          <ac:spMkLst>
            <pc:docMk/>
            <pc:sldMk cId="489703569" sldId="405"/>
            <ac:spMk id="8" creationId="{574EB601-D9D8-D4F3-52DF-AD279599E399}"/>
          </ac:spMkLst>
        </pc:spChg>
        <pc:spChg chg="del">
          <ac:chgData name="Stanley Rodrick" userId="8969fbcc-7c96-46fb-a663-9e2e5920ff04" providerId="ADAL" clId="{50EE1576-1656-D141-9FC7-9D16CE83D1B2}" dt="2022-07-03T17:28:27.299" v="821" actId="478"/>
          <ac:spMkLst>
            <pc:docMk/>
            <pc:sldMk cId="489703569" sldId="405"/>
            <ac:spMk id="9" creationId="{E6093465-1D83-BE44-8934-D67820CAB994}"/>
          </ac:spMkLst>
        </pc:spChg>
        <pc:picChg chg="add mod">
          <ac:chgData name="Stanley Rodrick" userId="8969fbcc-7c96-46fb-a663-9e2e5920ff04" providerId="ADAL" clId="{50EE1576-1656-D141-9FC7-9D16CE83D1B2}" dt="2022-07-03T17:30:49.713" v="872" actId="962"/>
          <ac:picMkLst>
            <pc:docMk/>
            <pc:sldMk cId="489703569" sldId="405"/>
            <ac:picMk id="10" creationId="{E2F884CC-47DC-3F03-1797-460DA0B25B21}"/>
          </ac:picMkLst>
        </pc:picChg>
      </pc:sldChg>
      <pc:sldChg chg="addSp delSp modSp add mod ord">
        <pc:chgData name="Stanley Rodrick" userId="8969fbcc-7c96-46fb-a663-9e2e5920ff04" providerId="ADAL" clId="{50EE1576-1656-D141-9FC7-9D16CE83D1B2}" dt="2022-07-03T17:36:00.444" v="906" actId="20578"/>
        <pc:sldMkLst>
          <pc:docMk/>
          <pc:sldMk cId="1299051321" sldId="406"/>
        </pc:sldMkLst>
        <pc:spChg chg="add del mod">
          <ac:chgData name="Stanley Rodrick" userId="8969fbcc-7c96-46fb-a663-9e2e5920ff04" providerId="ADAL" clId="{50EE1576-1656-D141-9FC7-9D16CE83D1B2}" dt="2022-07-03T17:35:08.663" v="903"/>
          <ac:spMkLst>
            <pc:docMk/>
            <pc:sldMk cId="1299051321" sldId="406"/>
            <ac:spMk id="2" creationId="{80B4ED74-645F-D21B-9A6D-77C938F0B65B}"/>
          </ac:spMkLst>
        </pc:spChg>
        <pc:spChg chg="mod">
          <ac:chgData name="Stanley Rodrick" userId="8969fbcc-7c96-46fb-a663-9e2e5920ff04" providerId="ADAL" clId="{50EE1576-1656-D141-9FC7-9D16CE83D1B2}" dt="2022-07-03T17:35:08.297" v="901" actId="1076"/>
          <ac:spMkLst>
            <pc:docMk/>
            <pc:sldMk cId="1299051321" sldId="406"/>
            <ac:spMk id="221" creationId="{00000000-0000-0000-0000-000000000000}"/>
          </ac:spMkLst>
        </pc:spChg>
      </pc:sldChg>
      <pc:sldChg chg="addSp delSp modSp add mod ord">
        <pc:chgData name="Stanley Rodrick" userId="8969fbcc-7c96-46fb-a663-9e2e5920ff04" providerId="ADAL" clId="{50EE1576-1656-D141-9FC7-9D16CE83D1B2}" dt="2022-07-03T17:36:49.273" v="936"/>
        <pc:sldMkLst>
          <pc:docMk/>
          <pc:sldMk cId="455454383" sldId="407"/>
        </pc:sldMkLst>
        <pc:spChg chg="add del mod">
          <ac:chgData name="Stanley Rodrick" userId="8969fbcc-7c96-46fb-a663-9e2e5920ff04" providerId="ADAL" clId="{50EE1576-1656-D141-9FC7-9D16CE83D1B2}" dt="2022-07-03T17:36:49.273" v="936"/>
          <ac:spMkLst>
            <pc:docMk/>
            <pc:sldMk cId="455454383" sldId="407"/>
            <ac:spMk id="2" creationId="{C62FF381-B8C0-7928-A4A4-35104067CC0E}"/>
          </ac:spMkLst>
        </pc:spChg>
        <pc:spChg chg="mod">
          <ac:chgData name="Stanley Rodrick" userId="8969fbcc-7c96-46fb-a663-9e2e5920ff04" providerId="ADAL" clId="{50EE1576-1656-D141-9FC7-9D16CE83D1B2}" dt="2022-07-03T17:36:45.247" v="934" actId="20577"/>
          <ac:spMkLst>
            <pc:docMk/>
            <pc:sldMk cId="455454383" sldId="407"/>
            <ac:spMk id="8" creationId="{574EB601-D9D8-D4F3-52DF-AD279599E399}"/>
          </ac:spMkLst>
        </pc:spChg>
        <pc:spChg chg="mod">
          <ac:chgData name="Stanley Rodrick" userId="8969fbcc-7c96-46fb-a663-9e2e5920ff04" providerId="ADAL" clId="{50EE1576-1656-D141-9FC7-9D16CE83D1B2}" dt="2022-07-03T17:36:17.087" v="910" actId="403"/>
          <ac:spMkLst>
            <pc:docMk/>
            <pc:sldMk cId="455454383" sldId="407"/>
            <ac:spMk id="9" creationId="{E6093465-1D83-BE44-8934-D67820CAB994}"/>
          </ac:spMkLst>
        </pc:spChg>
      </pc:sldChg>
      <pc:sldChg chg="modSp add mod">
        <pc:chgData name="Stanley Rodrick" userId="8969fbcc-7c96-46fb-a663-9e2e5920ff04" providerId="ADAL" clId="{50EE1576-1656-D141-9FC7-9D16CE83D1B2}" dt="2022-07-03T17:37:30.697" v="974" actId="20577"/>
        <pc:sldMkLst>
          <pc:docMk/>
          <pc:sldMk cId="1467213534" sldId="408"/>
        </pc:sldMkLst>
        <pc:spChg chg="mod">
          <ac:chgData name="Stanley Rodrick" userId="8969fbcc-7c96-46fb-a663-9e2e5920ff04" providerId="ADAL" clId="{50EE1576-1656-D141-9FC7-9D16CE83D1B2}" dt="2022-07-03T17:37:06.221" v="967" actId="20577"/>
          <ac:spMkLst>
            <pc:docMk/>
            <pc:sldMk cId="1467213534" sldId="408"/>
            <ac:spMk id="8" creationId="{574EB601-D9D8-D4F3-52DF-AD279599E399}"/>
          </ac:spMkLst>
        </pc:spChg>
        <pc:spChg chg="mod">
          <ac:chgData name="Stanley Rodrick" userId="8969fbcc-7c96-46fb-a663-9e2e5920ff04" providerId="ADAL" clId="{50EE1576-1656-D141-9FC7-9D16CE83D1B2}" dt="2022-07-03T17:37:30.697" v="974" actId="20577"/>
          <ac:spMkLst>
            <pc:docMk/>
            <pc:sldMk cId="1467213534" sldId="408"/>
            <ac:spMk id="9" creationId="{E6093465-1D83-BE44-8934-D67820CAB994}"/>
          </ac:spMkLst>
        </pc:spChg>
      </pc:sldChg>
      <pc:sldChg chg="addSp delSp modSp add mod">
        <pc:chgData name="Stanley Rodrick" userId="8969fbcc-7c96-46fb-a663-9e2e5920ff04" providerId="ADAL" clId="{50EE1576-1656-D141-9FC7-9D16CE83D1B2}" dt="2022-07-03T17:38:55.919" v="995" actId="478"/>
        <pc:sldMkLst>
          <pc:docMk/>
          <pc:sldMk cId="43428027" sldId="409"/>
        </pc:sldMkLst>
        <pc:spChg chg="add del mod">
          <ac:chgData name="Stanley Rodrick" userId="8969fbcc-7c96-46fb-a663-9e2e5920ff04" providerId="ADAL" clId="{50EE1576-1656-D141-9FC7-9D16CE83D1B2}" dt="2022-07-03T17:38:55.919" v="995" actId="478"/>
          <ac:spMkLst>
            <pc:docMk/>
            <pc:sldMk cId="43428027" sldId="409"/>
            <ac:spMk id="2" creationId="{F2456ECA-B810-BC99-57DA-4E3FFC9D320E}"/>
          </ac:spMkLst>
        </pc:spChg>
        <pc:spChg chg="mod">
          <ac:chgData name="Stanley Rodrick" userId="8969fbcc-7c96-46fb-a663-9e2e5920ff04" providerId="ADAL" clId="{50EE1576-1656-D141-9FC7-9D16CE83D1B2}" dt="2022-07-03T17:38:52.437" v="994" actId="20577"/>
          <ac:spMkLst>
            <pc:docMk/>
            <pc:sldMk cId="43428027" sldId="409"/>
            <ac:spMk id="9" creationId="{E6093465-1D83-BE44-8934-D67820CAB994}"/>
          </ac:spMkLst>
        </pc:spChg>
      </pc:sldChg>
      <pc:sldChg chg="modSp add mod">
        <pc:chgData name="Stanley Rodrick" userId="8969fbcc-7c96-46fb-a663-9e2e5920ff04" providerId="ADAL" clId="{50EE1576-1656-D141-9FC7-9D16CE83D1B2}" dt="2022-07-03T17:39:02.818" v="999" actId="20577"/>
        <pc:sldMkLst>
          <pc:docMk/>
          <pc:sldMk cId="2820163660" sldId="410"/>
        </pc:sldMkLst>
        <pc:spChg chg="mod">
          <ac:chgData name="Stanley Rodrick" userId="8969fbcc-7c96-46fb-a663-9e2e5920ff04" providerId="ADAL" clId="{50EE1576-1656-D141-9FC7-9D16CE83D1B2}" dt="2022-07-03T17:39:02.818" v="999" actId="20577"/>
          <ac:spMkLst>
            <pc:docMk/>
            <pc:sldMk cId="2820163660" sldId="410"/>
            <ac:spMk id="9" creationId="{E6093465-1D83-BE44-8934-D67820CAB994}"/>
          </ac:spMkLst>
        </pc:spChg>
      </pc:sldChg>
      <pc:sldChg chg="modSp add mod">
        <pc:chgData name="Stanley Rodrick" userId="8969fbcc-7c96-46fb-a663-9e2e5920ff04" providerId="ADAL" clId="{50EE1576-1656-D141-9FC7-9D16CE83D1B2}" dt="2022-07-03T17:40:30.924" v="1026" actId="20577"/>
        <pc:sldMkLst>
          <pc:docMk/>
          <pc:sldMk cId="2430129703" sldId="411"/>
        </pc:sldMkLst>
        <pc:spChg chg="mod">
          <ac:chgData name="Stanley Rodrick" userId="8969fbcc-7c96-46fb-a663-9e2e5920ff04" providerId="ADAL" clId="{50EE1576-1656-D141-9FC7-9D16CE83D1B2}" dt="2022-07-03T17:40:30.924" v="1026" actId="20577"/>
          <ac:spMkLst>
            <pc:docMk/>
            <pc:sldMk cId="2430129703" sldId="411"/>
            <ac:spMk id="9" creationId="{E6093465-1D83-BE44-8934-D67820CAB994}"/>
          </ac:spMkLst>
        </pc:spChg>
      </pc:sldChg>
      <pc:sldChg chg="addSp delSp modSp add mod">
        <pc:chgData name="Stanley Rodrick" userId="8969fbcc-7c96-46fb-a663-9e2e5920ff04" providerId="ADAL" clId="{50EE1576-1656-D141-9FC7-9D16CE83D1B2}" dt="2022-07-03T17:42:50.592" v="1045" actId="1076"/>
        <pc:sldMkLst>
          <pc:docMk/>
          <pc:sldMk cId="2104566959" sldId="412"/>
        </pc:sldMkLst>
        <pc:spChg chg="mod">
          <ac:chgData name="Stanley Rodrick" userId="8969fbcc-7c96-46fb-a663-9e2e5920ff04" providerId="ADAL" clId="{50EE1576-1656-D141-9FC7-9D16CE83D1B2}" dt="2022-07-03T17:41:16.952" v="1030" actId="20577"/>
          <ac:spMkLst>
            <pc:docMk/>
            <pc:sldMk cId="2104566959" sldId="412"/>
            <ac:spMk id="9" creationId="{E6093465-1D83-BE44-8934-D67820CAB994}"/>
          </ac:spMkLst>
        </pc:spChg>
        <pc:picChg chg="add del mod">
          <ac:chgData name="Stanley Rodrick" userId="8969fbcc-7c96-46fb-a663-9e2e5920ff04" providerId="ADAL" clId="{50EE1576-1656-D141-9FC7-9D16CE83D1B2}" dt="2022-07-03T17:42:38.425" v="1037" actId="478"/>
          <ac:picMkLst>
            <pc:docMk/>
            <pc:sldMk cId="2104566959" sldId="412"/>
            <ac:picMk id="3" creationId="{D77EDDA6-CAAE-B577-B76B-5414AEF419FE}"/>
          </ac:picMkLst>
        </pc:picChg>
        <pc:picChg chg="add mod">
          <ac:chgData name="Stanley Rodrick" userId="8969fbcc-7c96-46fb-a663-9e2e5920ff04" providerId="ADAL" clId="{50EE1576-1656-D141-9FC7-9D16CE83D1B2}" dt="2022-07-03T17:42:50.592" v="1045" actId="1076"/>
          <ac:picMkLst>
            <pc:docMk/>
            <pc:sldMk cId="2104566959" sldId="412"/>
            <ac:picMk id="6" creationId="{3DE12FA3-8DF9-4F4D-1FC7-B8439E47ECCD}"/>
          </ac:picMkLst>
        </pc:picChg>
      </pc:sldChg>
      <pc:sldChg chg="addSp delSp modSp add mod">
        <pc:chgData name="Stanley Rodrick" userId="8969fbcc-7c96-46fb-a663-9e2e5920ff04" providerId="ADAL" clId="{50EE1576-1656-D141-9FC7-9D16CE83D1B2}" dt="2022-07-03T17:45:19.306" v="1071" actId="1076"/>
        <pc:sldMkLst>
          <pc:docMk/>
          <pc:sldMk cId="3160326643" sldId="413"/>
        </pc:sldMkLst>
        <pc:spChg chg="mod">
          <ac:chgData name="Stanley Rodrick" userId="8969fbcc-7c96-46fb-a663-9e2e5920ff04" providerId="ADAL" clId="{50EE1576-1656-D141-9FC7-9D16CE83D1B2}" dt="2022-07-03T17:44:47.006" v="1066" actId="20577"/>
          <ac:spMkLst>
            <pc:docMk/>
            <pc:sldMk cId="3160326643" sldId="413"/>
            <ac:spMk id="9" creationId="{E6093465-1D83-BE44-8934-D67820CAB994}"/>
          </ac:spMkLst>
        </pc:spChg>
        <pc:spChg chg="add mod">
          <ac:chgData name="Stanley Rodrick" userId="8969fbcc-7c96-46fb-a663-9e2e5920ff04" providerId="ADAL" clId="{50EE1576-1656-D141-9FC7-9D16CE83D1B2}" dt="2022-07-03T17:45:13.342" v="1070" actId="14100"/>
          <ac:spMkLst>
            <pc:docMk/>
            <pc:sldMk cId="3160326643" sldId="413"/>
            <ac:spMk id="10" creationId="{EAFD7259-8FF0-901D-A0F8-4A9252599882}"/>
          </ac:spMkLst>
        </pc:spChg>
        <pc:picChg chg="add mod">
          <ac:chgData name="Stanley Rodrick" userId="8969fbcc-7c96-46fb-a663-9e2e5920ff04" providerId="ADAL" clId="{50EE1576-1656-D141-9FC7-9D16CE83D1B2}" dt="2022-07-03T17:45:19.306" v="1071" actId="1076"/>
          <ac:picMkLst>
            <pc:docMk/>
            <pc:sldMk cId="3160326643" sldId="413"/>
            <ac:picMk id="3" creationId="{B13057D4-668D-9BE7-283B-4E39E7CBE785}"/>
          </ac:picMkLst>
        </pc:picChg>
        <pc:picChg chg="del">
          <ac:chgData name="Stanley Rodrick" userId="8969fbcc-7c96-46fb-a663-9e2e5920ff04" providerId="ADAL" clId="{50EE1576-1656-D141-9FC7-9D16CE83D1B2}" dt="2022-07-03T17:43:22.022" v="1047" actId="478"/>
          <ac:picMkLst>
            <pc:docMk/>
            <pc:sldMk cId="3160326643" sldId="413"/>
            <ac:picMk id="6" creationId="{3DE12FA3-8DF9-4F4D-1FC7-B8439E47ECCD}"/>
          </ac:picMkLst>
        </pc:picChg>
      </pc:sldChg>
      <pc:sldChg chg="addSp delSp modSp add mod">
        <pc:chgData name="Stanley Rodrick" userId="8969fbcc-7c96-46fb-a663-9e2e5920ff04" providerId="ADAL" clId="{50EE1576-1656-D141-9FC7-9D16CE83D1B2}" dt="2022-07-03T17:57:47.422" v="1121" actId="1076"/>
        <pc:sldMkLst>
          <pc:docMk/>
          <pc:sldMk cId="2614035540" sldId="414"/>
        </pc:sldMkLst>
        <pc:spChg chg="add mod">
          <ac:chgData name="Stanley Rodrick" userId="8969fbcc-7c96-46fb-a663-9e2e5920ff04" providerId="ADAL" clId="{50EE1576-1656-D141-9FC7-9D16CE83D1B2}" dt="2022-07-03T17:57:47.422" v="1121" actId="1076"/>
          <ac:spMkLst>
            <pc:docMk/>
            <pc:sldMk cId="2614035540" sldId="414"/>
            <ac:spMk id="6" creationId="{1F33972D-300D-0EE8-548D-5496AA062108}"/>
          </ac:spMkLst>
        </pc:spChg>
        <pc:spChg chg="add del mod">
          <ac:chgData name="Stanley Rodrick" userId="8969fbcc-7c96-46fb-a663-9e2e5920ff04" providerId="ADAL" clId="{50EE1576-1656-D141-9FC7-9D16CE83D1B2}" dt="2022-07-03T17:57:03.660" v="1115"/>
          <ac:spMkLst>
            <pc:docMk/>
            <pc:sldMk cId="2614035540" sldId="414"/>
            <ac:spMk id="7" creationId="{2198DDA6-9F40-7171-187B-493F0EA59F6A}"/>
          </ac:spMkLst>
        </pc:spChg>
        <pc:spChg chg="mod">
          <ac:chgData name="Stanley Rodrick" userId="8969fbcc-7c96-46fb-a663-9e2e5920ff04" providerId="ADAL" clId="{50EE1576-1656-D141-9FC7-9D16CE83D1B2}" dt="2022-07-03T17:57:42.141" v="1120" actId="403"/>
          <ac:spMkLst>
            <pc:docMk/>
            <pc:sldMk cId="2614035540" sldId="414"/>
            <ac:spMk id="9" creationId="{E6093465-1D83-BE44-8934-D67820CAB994}"/>
          </ac:spMkLst>
        </pc:spChg>
        <pc:spChg chg="del">
          <ac:chgData name="Stanley Rodrick" userId="8969fbcc-7c96-46fb-a663-9e2e5920ff04" providerId="ADAL" clId="{50EE1576-1656-D141-9FC7-9D16CE83D1B2}" dt="2022-07-03T17:45:52.608" v="1075" actId="478"/>
          <ac:spMkLst>
            <pc:docMk/>
            <pc:sldMk cId="2614035540" sldId="414"/>
            <ac:spMk id="10" creationId="{EAFD7259-8FF0-901D-A0F8-4A9252599882}"/>
          </ac:spMkLst>
        </pc:spChg>
        <pc:picChg chg="del">
          <ac:chgData name="Stanley Rodrick" userId="8969fbcc-7c96-46fb-a663-9e2e5920ff04" providerId="ADAL" clId="{50EE1576-1656-D141-9FC7-9D16CE83D1B2}" dt="2022-07-03T17:45:43.727" v="1073" actId="478"/>
          <ac:picMkLst>
            <pc:docMk/>
            <pc:sldMk cId="2614035540" sldId="414"/>
            <ac:picMk id="3" creationId="{B13057D4-668D-9BE7-283B-4E39E7CBE785}"/>
          </ac:picMkLst>
        </pc:picChg>
        <pc:picChg chg="add mod">
          <ac:chgData name="Stanley Rodrick" userId="8969fbcc-7c96-46fb-a663-9e2e5920ff04" providerId="ADAL" clId="{50EE1576-1656-D141-9FC7-9D16CE83D1B2}" dt="2022-07-03T17:46:38.559" v="1082" actId="1076"/>
          <ac:picMkLst>
            <pc:docMk/>
            <pc:sldMk cId="2614035540" sldId="414"/>
            <ac:picMk id="4" creationId="{75FB4007-A9BF-8E6A-37D4-F0DE77306F58}"/>
          </ac:picMkLst>
        </pc:picChg>
      </pc:sldChg>
      <pc:sldChg chg="delSp modSp add mod">
        <pc:chgData name="Stanley Rodrick" userId="8969fbcc-7c96-46fb-a663-9e2e5920ff04" providerId="ADAL" clId="{50EE1576-1656-D141-9FC7-9D16CE83D1B2}" dt="2022-07-03T18:00:19.942" v="1139" actId="207"/>
        <pc:sldMkLst>
          <pc:docMk/>
          <pc:sldMk cId="456157145" sldId="415"/>
        </pc:sldMkLst>
        <pc:spChg chg="del">
          <ac:chgData name="Stanley Rodrick" userId="8969fbcc-7c96-46fb-a663-9e2e5920ff04" providerId="ADAL" clId="{50EE1576-1656-D141-9FC7-9D16CE83D1B2}" dt="2022-07-03T17:57:31.214" v="1118" actId="478"/>
          <ac:spMkLst>
            <pc:docMk/>
            <pc:sldMk cId="456157145" sldId="415"/>
            <ac:spMk id="6" creationId="{1F33972D-300D-0EE8-548D-5496AA062108}"/>
          </ac:spMkLst>
        </pc:spChg>
        <pc:spChg chg="mod">
          <ac:chgData name="Stanley Rodrick" userId="8969fbcc-7c96-46fb-a663-9e2e5920ff04" providerId="ADAL" clId="{50EE1576-1656-D141-9FC7-9D16CE83D1B2}" dt="2022-07-03T18:00:19.942" v="1139" actId="207"/>
          <ac:spMkLst>
            <pc:docMk/>
            <pc:sldMk cId="456157145" sldId="415"/>
            <ac:spMk id="9" creationId="{E6093465-1D83-BE44-8934-D67820CAB994}"/>
          </ac:spMkLst>
        </pc:spChg>
        <pc:picChg chg="del">
          <ac:chgData name="Stanley Rodrick" userId="8969fbcc-7c96-46fb-a663-9e2e5920ff04" providerId="ADAL" clId="{50EE1576-1656-D141-9FC7-9D16CE83D1B2}" dt="2022-07-03T17:57:14.712" v="1117" actId="478"/>
          <ac:picMkLst>
            <pc:docMk/>
            <pc:sldMk cId="456157145" sldId="415"/>
            <ac:picMk id="4" creationId="{75FB4007-A9BF-8E6A-37D4-F0DE77306F58}"/>
          </ac:picMkLst>
        </pc:picChg>
      </pc:sldChg>
      <pc:sldChg chg="addSp delSp modSp add mod">
        <pc:chgData name="Stanley Rodrick" userId="8969fbcc-7c96-46fb-a663-9e2e5920ff04" providerId="ADAL" clId="{50EE1576-1656-D141-9FC7-9D16CE83D1B2}" dt="2022-07-03T18:05:12.698" v="1220"/>
        <pc:sldMkLst>
          <pc:docMk/>
          <pc:sldMk cId="294580947" sldId="416"/>
        </pc:sldMkLst>
        <pc:spChg chg="add del mod">
          <ac:chgData name="Stanley Rodrick" userId="8969fbcc-7c96-46fb-a663-9e2e5920ff04" providerId="ADAL" clId="{50EE1576-1656-D141-9FC7-9D16CE83D1B2}" dt="2022-07-03T18:05:12.698" v="1220"/>
          <ac:spMkLst>
            <pc:docMk/>
            <pc:sldMk cId="294580947" sldId="416"/>
            <ac:spMk id="4" creationId="{2266C3A7-5A77-56A1-DEDE-BA15C2527284}"/>
          </ac:spMkLst>
        </pc:spChg>
        <pc:spChg chg="mod">
          <ac:chgData name="Stanley Rodrick" userId="8969fbcc-7c96-46fb-a663-9e2e5920ff04" providerId="ADAL" clId="{50EE1576-1656-D141-9FC7-9D16CE83D1B2}" dt="2022-07-03T18:04:46.660" v="1212" actId="14100"/>
          <ac:spMkLst>
            <pc:docMk/>
            <pc:sldMk cId="294580947" sldId="416"/>
            <ac:spMk id="9" creationId="{E6093465-1D83-BE44-8934-D67820CAB994}"/>
          </ac:spMkLst>
        </pc:spChg>
        <pc:picChg chg="add mod">
          <ac:chgData name="Stanley Rodrick" userId="8969fbcc-7c96-46fb-a663-9e2e5920ff04" providerId="ADAL" clId="{50EE1576-1656-D141-9FC7-9D16CE83D1B2}" dt="2022-07-03T18:05:06.965" v="1217" actId="1076"/>
          <ac:picMkLst>
            <pc:docMk/>
            <pc:sldMk cId="294580947" sldId="416"/>
            <ac:picMk id="3" creationId="{3C4290FC-5A0D-1469-28F9-DCC017860B6A}"/>
          </ac:picMkLst>
        </pc:picChg>
      </pc:sldChg>
      <pc:sldChg chg="addSp delSp modSp add mod">
        <pc:chgData name="Stanley Rodrick" userId="8969fbcc-7c96-46fb-a663-9e2e5920ff04" providerId="ADAL" clId="{50EE1576-1656-D141-9FC7-9D16CE83D1B2}" dt="2022-07-03T18:07:35.855" v="1260"/>
        <pc:sldMkLst>
          <pc:docMk/>
          <pc:sldMk cId="1884674656" sldId="417"/>
        </pc:sldMkLst>
        <pc:spChg chg="add del mod">
          <ac:chgData name="Stanley Rodrick" userId="8969fbcc-7c96-46fb-a663-9e2e5920ff04" providerId="ADAL" clId="{50EE1576-1656-D141-9FC7-9D16CE83D1B2}" dt="2022-07-03T18:06:19.769" v="1235" actId="21"/>
          <ac:spMkLst>
            <pc:docMk/>
            <pc:sldMk cId="1884674656" sldId="417"/>
            <ac:spMk id="4" creationId="{F3E733AD-9F24-6658-414E-6F0EEAD4017E}"/>
          </ac:spMkLst>
        </pc:spChg>
        <pc:spChg chg="add del mod">
          <ac:chgData name="Stanley Rodrick" userId="8969fbcc-7c96-46fb-a663-9e2e5920ff04" providerId="ADAL" clId="{50EE1576-1656-D141-9FC7-9D16CE83D1B2}" dt="2022-07-03T18:06:31.561" v="1240" actId="14100"/>
          <ac:spMkLst>
            <pc:docMk/>
            <pc:sldMk cId="1884674656" sldId="417"/>
            <ac:spMk id="9" creationId="{E6093465-1D83-BE44-8934-D67820CAB994}"/>
          </ac:spMkLst>
        </pc:spChg>
        <pc:spChg chg="add mod">
          <ac:chgData name="Stanley Rodrick" userId="8969fbcc-7c96-46fb-a663-9e2e5920ff04" providerId="ADAL" clId="{50EE1576-1656-D141-9FC7-9D16CE83D1B2}" dt="2022-07-03T18:07:26.215" v="1257" actId="403"/>
          <ac:spMkLst>
            <pc:docMk/>
            <pc:sldMk cId="1884674656" sldId="417"/>
            <ac:spMk id="10" creationId="{3E894403-4C3D-7217-EC3C-B33088AD505E}"/>
          </ac:spMkLst>
        </pc:spChg>
        <pc:spChg chg="add del mod">
          <ac:chgData name="Stanley Rodrick" userId="8969fbcc-7c96-46fb-a663-9e2e5920ff04" providerId="ADAL" clId="{50EE1576-1656-D141-9FC7-9D16CE83D1B2}" dt="2022-07-03T18:07:35.855" v="1260"/>
          <ac:spMkLst>
            <pc:docMk/>
            <pc:sldMk cId="1884674656" sldId="417"/>
            <ac:spMk id="11" creationId="{73BE865B-34E4-8B10-4648-1AE27E431EB3}"/>
          </ac:spMkLst>
        </pc:spChg>
        <pc:picChg chg="del">
          <ac:chgData name="Stanley Rodrick" userId="8969fbcc-7c96-46fb-a663-9e2e5920ff04" providerId="ADAL" clId="{50EE1576-1656-D141-9FC7-9D16CE83D1B2}" dt="2022-07-03T18:05:40.298" v="1222" actId="478"/>
          <ac:picMkLst>
            <pc:docMk/>
            <pc:sldMk cId="1884674656" sldId="417"/>
            <ac:picMk id="3" creationId="{3C4290FC-5A0D-1469-28F9-DCC017860B6A}"/>
          </ac:picMkLst>
        </pc:picChg>
        <pc:picChg chg="add mod">
          <ac:chgData name="Stanley Rodrick" userId="8969fbcc-7c96-46fb-a663-9e2e5920ff04" providerId="ADAL" clId="{50EE1576-1656-D141-9FC7-9D16CE83D1B2}" dt="2022-07-03T18:07:09.968" v="1253" actId="1076"/>
          <ac:picMkLst>
            <pc:docMk/>
            <pc:sldMk cId="1884674656" sldId="417"/>
            <ac:picMk id="7" creationId="{8EFB313B-3C9A-3779-67AF-D5F619F0B7D0}"/>
          </ac:picMkLst>
        </pc:picChg>
      </pc:sldChg>
      <pc:sldChg chg="addSp delSp modSp add mod">
        <pc:chgData name="Stanley Rodrick" userId="8969fbcc-7c96-46fb-a663-9e2e5920ff04" providerId="ADAL" clId="{50EE1576-1656-D141-9FC7-9D16CE83D1B2}" dt="2022-07-03T18:08:34.406" v="1268" actId="1076"/>
        <pc:sldMkLst>
          <pc:docMk/>
          <pc:sldMk cId="2133950645" sldId="418"/>
        </pc:sldMkLst>
        <pc:spChg chg="add del mod">
          <ac:chgData name="Stanley Rodrick" userId="8969fbcc-7c96-46fb-a663-9e2e5920ff04" providerId="ADAL" clId="{50EE1576-1656-D141-9FC7-9D16CE83D1B2}" dt="2022-07-03T18:08:03.575" v="1265" actId="478"/>
          <ac:spMkLst>
            <pc:docMk/>
            <pc:sldMk cId="2133950645" sldId="418"/>
            <ac:spMk id="3" creationId="{0A23D72C-C397-1376-778C-7EA987904881}"/>
          </ac:spMkLst>
        </pc:spChg>
        <pc:spChg chg="del">
          <ac:chgData name="Stanley Rodrick" userId="8969fbcc-7c96-46fb-a663-9e2e5920ff04" providerId="ADAL" clId="{50EE1576-1656-D141-9FC7-9D16CE83D1B2}" dt="2022-07-03T18:08:02.340" v="1264" actId="478"/>
          <ac:spMkLst>
            <pc:docMk/>
            <pc:sldMk cId="2133950645" sldId="418"/>
            <ac:spMk id="9" creationId="{E6093465-1D83-BE44-8934-D67820CAB994}"/>
          </ac:spMkLst>
        </pc:spChg>
        <pc:spChg chg="del">
          <ac:chgData name="Stanley Rodrick" userId="8969fbcc-7c96-46fb-a663-9e2e5920ff04" providerId="ADAL" clId="{50EE1576-1656-D141-9FC7-9D16CE83D1B2}" dt="2022-07-03T18:08:00.905" v="1263" actId="478"/>
          <ac:spMkLst>
            <pc:docMk/>
            <pc:sldMk cId="2133950645" sldId="418"/>
            <ac:spMk id="10" creationId="{3E894403-4C3D-7217-EC3C-B33088AD505E}"/>
          </ac:spMkLst>
        </pc:spChg>
        <pc:picChg chg="add mod">
          <ac:chgData name="Stanley Rodrick" userId="8969fbcc-7c96-46fb-a663-9e2e5920ff04" providerId="ADAL" clId="{50EE1576-1656-D141-9FC7-9D16CE83D1B2}" dt="2022-07-03T18:08:34.406" v="1268" actId="1076"/>
          <ac:picMkLst>
            <pc:docMk/>
            <pc:sldMk cId="2133950645" sldId="418"/>
            <ac:picMk id="6" creationId="{5E850910-7A63-15A6-4909-58A513DEA57B}"/>
          </ac:picMkLst>
        </pc:picChg>
        <pc:picChg chg="del">
          <ac:chgData name="Stanley Rodrick" userId="8969fbcc-7c96-46fb-a663-9e2e5920ff04" providerId="ADAL" clId="{50EE1576-1656-D141-9FC7-9D16CE83D1B2}" dt="2022-07-03T18:07:58.768" v="1262" actId="478"/>
          <ac:picMkLst>
            <pc:docMk/>
            <pc:sldMk cId="2133950645" sldId="418"/>
            <ac:picMk id="7" creationId="{8EFB313B-3C9A-3779-67AF-D5F619F0B7D0}"/>
          </ac:picMkLst>
        </pc:picChg>
      </pc:sldChg>
      <pc:sldChg chg="addSp delSp modSp add mod">
        <pc:chgData name="Stanley Rodrick" userId="8969fbcc-7c96-46fb-a663-9e2e5920ff04" providerId="ADAL" clId="{50EE1576-1656-D141-9FC7-9D16CE83D1B2}" dt="2022-07-03T18:10:12.289" v="1285" actId="1076"/>
        <pc:sldMkLst>
          <pc:docMk/>
          <pc:sldMk cId="2113351605" sldId="419"/>
        </pc:sldMkLst>
        <pc:spChg chg="mod">
          <ac:chgData name="Stanley Rodrick" userId="8969fbcc-7c96-46fb-a663-9e2e5920ff04" providerId="ADAL" clId="{50EE1576-1656-D141-9FC7-9D16CE83D1B2}" dt="2022-07-03T18:10:07.263" v="1284" actId="404"/>
          <ac:spMkLst>
            <pc:docMk/>
            <pc:sldMk cId="2113351605" sldId="419"/>
            <ac:spMk id="8" creationId="{574EB601-D9D8-D4F3-52DF-AD279599E399}"/>
          </ac:spMkLst>
        </pc:spChg>
        <pc:picChg chg="add mod">
          <ac:chgData name="Stanley Rodrick" userId="8969fbcc-7c96-46fb-a663-9e2e5920ff04" providerId="ADAL" clId="{50EE1576-1656-D141-9FC7-9D16CE83D1B2}" dt="2022-07-03T18:09:54.213" v="1279" actId="1076"/>
          <ac:picMkLst>
            <pc:docMk/>
            <pc:sldMk cId="2113351605" sldId="419"/>
            <ac:picMk id="3" creationId="{7C420E1E-30F7-81FB-D40D-BDF96DC07236}"/>
          </ac:picMkLst>
        </pc:picChg>
        <pc:picChg chg="del">
          <ac:chgData name="Stanley Rodrick" userId="8969fbcc-7c96-46fb-a663-9e2e5920ff04" providerId="ADAL" clId="{50EE1576-1656-D141-9FC7-9D16CE83D1B2}" dt="2022-07-03T18:09:42.098" v="1270" actId="478"/>
          <ac:picMkLst>
            <pc:docMk/>
            <pc:sldMk cId="2113351605" sldId="419"/>
            <ac:picMk id="6" creationId="{5E850910-7A63-15A6-4909-58A513DEA57B}"/>
          </ac:picMkLst>
        </pc:picChg>
        <pc:picChg chg="add mod">
          <ac:chgData name="Stanley Rodrick" userId="8969fbcc-7c96-46fb-a663-9e2e5920ff04" providerId="ADAL" clId="{50EE1576-1656-D141-9FC7-9D16CE83D1B2}" dt="2022-07-03T18:10:12.289" v="1285" actId="1076"/>
          <ac:picMkLst>
            <pc:docMk/>
            <pc:sldMk cId="2113351605" sldId="419"/>
            <ac:picMk id="7" creationId="{F1815FF2-09A2-DB97-4D13-B295D0FA1DB0}"/>
          </ac:picMkLst>
        </pc:picChg>
      </pc:sldChg>
      <pc:sldChg chg="addSp delSp modSp add mod ord">
        <pc:chgData name="Stanley Rodrick" userId="8969fbcc-7c96-46fb-a663-9e2e5920ff04" providerId="ADAL" clId="{50EE1576-1656-D141-9FC7-9D16CE83D1B2}" dt="2022-07-04T17:54:56.328" v="1316"/>
        <pc:sldMkLst>
          <pc:docMk/>
          <pc:sldMk cId="675054684" sldId="420"/>
        </pc:sldMkLst>
        <pc:spChg chg="add del mod">
          <ac:chgData name="Stanley Rodrick" userId="8969fbcc-7c96-46fb-a663-9e2e5920ff04" providerId="ADAL" clId="{50EE1576-1656-D141-9FC7-9D16CE83D1B2}" dt="2022-07-04T17:48:55.406" v="1301" actId="478"/>
          <ac:spMkLst>
            <pc:docMk/>
            <pc:sldMk cId="675054684" sldId="420"/>
            <ac:spMk id="3" creationId="{CE6AA2C5-8668-DCB8-553F-957A80D9A472}"/>
          </ac:spMkLst>
        </pc:spChg>
        <pc:spChg chg="add del mod">
          <ac:chgData name="Stanley Rodrick" userId="8969fbcc-7c96-46fb-a663-9e2e5920ff04" providerId="ADAL" clId="{50EE1576-1656-D141-9FC7-9D16CE83D1B2}" dt="2022-07-04T17:49:20.710" v="1305"/>
          <ac:spMkLst>
            <pc:docMk/>
            <pc:sldMk cId="675054684" sldId="420"/>
            <ac:spMk id="7" creationId="{7F9B15BC-3E96-C3F6-8E58-1B4CB3C2CF24}"/>
          </ac:spMkLst>
        </pc:spChg>
        <pc:spChg chg="del">
          <ac:chgData name="Stanley Rodrick" userId="8969fbcc-7c96-46fb-a663-9e2e5920ff04" providerId="ADAL" clId="{50EE1576-1656-D141-9FC7-9D16CE83D1B2}" dt="2022-07-04T17:49:39.402" v="1308" actId="478"/>
          <ac:spMkLst>
            <pc:docMk/>
            <pc:sldMk cId="675054684" sldId="420"/>
            <ac:spMk id="8" creationId="{574EB601-D9D8-D4F3-52DF-AD279599E399}"/>
          </ac:spMkLst>
        </pc:spChg>
        <pc:spChg chg="del">
          <ac:chgData name="Stanley Rodrick" userId="8969fbcc-7c96-46fb-a663-9e2e5920ff04" providerId="ADAL" clId="{50EE1576-1656-D141-9FC7-9D16CE83D1B2}" dt="2022-07-04T17:48:49.760" v="1300" actId="478"/>
          <ac:spMkLst>
            <pc:docMk/>
            <pc:sldMk cId="675054684" sldId="420"/>
            <ac:spMk id="9" creationId="{E6093465-1D83-BE44-8934-D67820CAB994}"/>
          </ac:spMkLst>
        </pc:spChg>
        <pc:spChg chg="del">
          <ac:chgData name="Stanley Rodrick" userId="8969fbcc-7c96-46fb-a663-9e2e5920ff04" providerId="ADAL" clId="{50EE1576-1656-D141-9FC7-9D16CE83D1B2}" dt="2022-07-03T18:11:41.007" v="1289" actId="478"/>
          <ac:spMkLst>
            <pc:docMk/>
            <pc:sldMk cId="675054684" sldId="420"/>
            <ac:spMk id="10" creationId="{3E894403-4C3D-7217-EC3C-B33088AD505E}"/>
          </ac:spMkLst>
        </pc:spChg>
        <pc:spChg chg="add del mod">
          <ac:chgData name="Stanley Rodrick" userId="8969fbcc-7c96-46fb-a663-9e2e5920ff04" providerId="ADAL" clId="{50EE1576-1656-D141-9FC7-9D16CE83D1B2}" dt="2022-07-04T17:49:44.713" v="1310" actId="478"/>
          <ac:spMkLst>
            <pc:docMk/>
            <pc:sldMk cId="675054684" sldId="420"/>
            <ac:spMk id="11" creationId="{A3187C60-078C-7CC0-EB83-3A66C4940C7F}"/>
          </ac:spMkLst>
        </pc:spChg>
        <pc:spChg chg="add del mod">
          <ac:chgData name="Stanley Rodrick" userId="8969fbcc-7c96-46fb-a663-9e2e5920ff04" providerId="ADAL" clId="{50EE1576-1656-D141-9FC7-9D16CE83D1B2}" dt="2022-07-04T17:54:56.328" v="1316"/>
          <ac:spMkLst>
            <pc:docMk/>
            <pc:sldMk cId="675054684" sldId="420"/>
            <ac:spMk id="13" creationId="{AB4D466B-23E0-FAD0-6394-0740E2BF5871}"/>
          </ac:spMkLst>
        </pc:spChg>
        <pc:picChg chg="add del mod">
          <ac:chgData name="Stanley Rodrick" userId="8969fbcc-7c96-46fb-a663-9e2e5920ff04" providerId="ADAL" clId="{50EE1576-1656-D141-9FC7-9D16CE83D1B2}" dt="2022-07-04T17:49:49.079" v="1312" actId="21"/>
          <ac:picMkLst>
            <pc:docMk/>
            <pc:sldMk cId="675054684" sldId="420"/>
            <ac:picMk id="6" creationId="{0EB7791C-23ED-05FE-8AC7-5EB5D44CB7B9}"/>
          </ac:picMkLst>
        </pc:picChg>
        <pc:picChg chg="del">
          <ac:chgData name="Stanley Rodrick" userId="8969fbcc-7c96-46fb-a663-9e2e5920ff04" providerId="ADAL" clId="{50EE1576-1656-D141-9FC7-9D16CE83D1B2}" dt="2022-07-03T18:11:35.057" v="1288" actId="478"/>
          <ac:picMkLst>
            <pc:docMk/>
            <pc:sldMk cId="675054684" sldId="420"/>
            <ac:picMk id="7" creationId="{8EFB313B-3C9A-3779-67AF-D5F619F0B7D0}"/>
          </ac:picMkLst>
        </pc:picChg>
        <pc:picChg chg="add mod">
          <ac:chgData name="Stanley Rodrick" userId="8969fbcc-7c96-46fb-a663-9e2e5920ff04" providerId="ADAL" clId="{50EE1576-1656-D141-9FC7-9D16CE83D1B2}" dt="2022-07-04T17:49:50.125" v="1313"/>
          <ac:picMkLst>
            <pc:docMk/>
            <pc:sldMk cId="675054684" sldId="420"/>
            <ac:picMk id="12" creationId="{F0AF3AFA-9B90-0C6E-1A95-CA2664C75751}"/>
          </ac:picMkLst>
        </pc:picChg>
      </pc:sldChg>
      <pc:sldChg chg="modSp add mod ord">
        <pc:chgData name="Stanley Rodrick" userId="8969fbcc-7c96-46fb-a663-9e2e5920ff04" providerId="ADAL" clId="{50EE1576-1656-D141-9FC7-9D16CE83D1B2}" dt="2022-07-04T17:47:03.945" v="1299" actId="20577"/>
        <pc:sldMkLst>
          <pc:docMk/>
          <pc:sldMk cId="1745387703" sldId="421"/>
        </pc:sldMkLst>
        <pc:spChg chg="mod">
          <ac:chgData name="Stanley Rodrick" userId="8969fbcc-7c96-46fb-a663-9e2e5920ff04" providerId="ADAL" clId="{50EE1576-1656-D141-9FC7-9D16CE83D1B2}" dt="2022-07-04T17:47:03.945" v="1299" actId="20577"/>
          <ac:spMkLst>
            <pc:docMk/>
            <pc:sldMk cId="1745387703" sldId="421"/>
            <ac:spMk id="221" creationId="{00000000-0000-0000-0000-000000000000}"/>
          </ac:spMkLst>
        </pc:spChg>
      </pc:sldChg>
      <pc:sldChg chg="addSp delSp modSp add mod">
        <pc:chgData name="Stanley Rodrick" userId="8969fbcc-7c96-46fb-a663-9e2e5920ff04" providerId="ADAL" clId="{50EE1576-1656-D141-9FC7-9D16CE83D1B2}" dt="2022-07-04T17:57:44.021" v="1325"/>
        <pc:sldMkLst>
          <pc:docMk/>
          <pc:sldMk cId="674752077" sldId="422"/>
        </pc:sldMkLst>
        <pc:spChg chg="add del mod">
          <ac:chgData name="Stanley Rodrick" userId="8969fbcc-7c96-46fb-a663-9e2e5920ff04" providerId="ADAL" clId="{50EE1576-1656-D141-9FC7-9D16CE83D1B2}" dt="2022-07-04T17:57:44.021" v="1325"/>
          <ac:spMkLst>
            <pc:docMk/>
            <pc:sldMk cId="674752077" sldId="422"/>
            <ac:spMk id="4" creationId="{125E69E3-8EFC-4A59-1B77-E9BCA1076C6A}"/>
          </ac:spMkLst>
        </pc:spChg>
        <pc:picChg chg="add mod">
          <ac:chgData name="Stanley Rodrick" userId="8969fbcc-7c96-46fb-a663-9e2e5920ff04" providerId="ADAL" clId="{50EE1576-1656-D141-9FC7-9D16CE83D1B2}" dt="2022-07-04T17:57:41.159" v="1323" actId="27614"/>
          <ac:picMkLst>
            <pc:docMk/>
            <pc:sldMk cId="674752077" sldId="422"/>
            <ac:picMk id="3" creationId="{F719D184-AC3C-DE47-F0F9-A96242AACFF4}"/>
          </ac:picMkLst>
        </pc:picChg>
        <pc:picChg chg="del mod">
          <ac:chgData name="Stanley Rodrick" userId="8969fbcc-7c96-46fb-a663-9e2e5920ff04" providerId="ADAL" clId="{50EE1576-1656-D141-9FC7-9D16CE83D1B2}" dt="2022-07-04T17:57:21.607" v="1319" actId="478"/>
          <ac:picMkLst>
            <pc:docMk/>
            <pc:sldMk cId="674752077" sldId="422"/>
            <ac:picMk id="12" creationId="{F0AF3AFA-9B90-0C6E-1A95-CA2664C75751}"/>
          </ac:picMkLst>
        </pc:picChg>
      </pc:sldChg>
      <pc:sldChg chg="addSp delSp modSp add mod">
        <pc:chgData name="Stanley Rodrick" userId="8969fbcc-7c96-46fb-a663-9e2e5920ff04" providerId="ADAL" clId="{50EE1576-1656-D141-9FC7-9D16CE83D1B2}" dt="2022-07-04T18:05:18.937" v="1335"/>
        <pc:sldMkLst>
          <pc:docMk/>
          <pc:sldMk cId="4238749605" sldId="423"/>
        </pc:sldMkLst>
        <pc:spChg chg="add del mod">
          <ac:chgData name="Stanley Rodrick" userId="8969fbcc-7c96-46fb-a663-9e2e5920ff04" providerId="ADAL" clId="{50EE1576-1656-D141-9FC7-9D16CE83D1B2}" dt="2022-07-04T18:05:18.937" v="1335"/>
          <ac:spMkLst>
            <pc:docMk/>
            <pc:sldMk cId="4238749605" sldId="423"/>
            <ac:spMk id="6" creationId="{2E1EE2AB-0832-DFED-6434-568ADB7DA17C}"/>
          </ac:spMkLst>
        </pc:spChg>
        <pc:picChg chg="del mod">
          <ac:chgData name="Stanley Rodrick" userId="8969fbcc-7c96-46fb-a663-9e2e5920ff04" providerId="ADAL" clId="{50EE1576-1656-D141-9FC7-9D16CE83D1B2}" dt="2022-07-04T17:59:00.869" v="1328" actId="478"/>
          <ac:picMkLst>
            <pc:docMk/>
            <pc:sldMk cId="4238749605" sldId="423"/>
            <ac:picMk id="3" creationId="{F719D184-AC3C-DE47-F0F9-A96242AACFF4}"/>
          </ac:picMkLst>
        </pc:picChg>
        <pc:picChg chg="add mod">
          <ac:chgData name="Stanley Rodrick" userId="8969fbcc-7c96-46fb-a663-9e2e5920ff04" providerId="ADAL" clId="{50EE1576-1656-D141-9FC7-9D16CE83D1B2}" dt="2022-07-04T17:59:16.182" v="1332" actId="27614"/>
          <ac:picMkLst>
            <pc:docMk/>
            <pc:sldMk cId="4238749605" sldId="423"/>
            <ac:picMk id="4" creationId="{9F4E1EDD-C835-5C2D-21FD-1CFC73133040}"/>
          </ac:picMkLst>
        </pc:picChg>
      </pc:sldChg>
      <pc:sldChg chg="addSp delSp modSp add mod">
        <pc:chgData name="Stanley Rodrick" userId="8969fbcc-7c96-46fb-a663-9e2e5920ff04" providerId="ADAL" clId="{50EE1576-1656-D141-9FC7-9D16CE83D1B2}" dt="2022-07-04T18:10:16.026" v="1476" actId="20577"/>
        <pc:sldMkLst>
          <pc:docMk/>
          <pc:sldMk cId="3127504798" sldId="424"/>
        </pc:sldMkLst>
        <pc:spChg chg="add del mod">
          <ac:chgData name="Stanley Rodrick" userId="8969fbcc-7c96-46fb-a663-9e2e5920ff04" providerId="ADAL" clId="{50EE1576-1656-D141-9FC7-9D16CE83D1B2}" dt="2022-07-04T18:07:02.237" v="1401" actId="478"/>
          <ac:spMkLst>
            <pc:docMk/>
            <pc:sldMk cId="3127504798" sldId="424"/>
            <ac:spMk id="2" creationId="{890DCE65-AC3C-C774-CA09-308CE56A5106}"/>
          </ac:spMkLst>
        </pc:spChg>
        <pc:spChg chg="add mod">
          <ac:chgData name="Stanley Rodrick" userId="8969fbcc-7c96-46fb-a663-9e2e5920ff04" providerId="ADAL" clId="{50EE1576-1656-D141-9FC7-9D16CE83D1B2}" dt="2022-07-04T18:10:16.026" v="1476" actId="20577"/>
          <ac:spMkLst>
            <pc:docMk/>
            <pc:sldMk cId="3127504798" sldId="424"/>
            <ac:spMk id="6" creationId="{864278F7-8B49-813B-C6D6-CFB8CA54F612}"/>
          </ac:spMkLst>
        </pc:spChg>
        <pc:spChg chg="add mod">
          <ac:chgData name="Stanley Rodrick" userId="8969fbcc-7c96-46fb-a663-9e2e5920ff04" providerId="ADAL" clId="{50EE1576-1656-D141-9FC7-9D16CE83D1B2}" dt="2022-07-04T18:05:48.644" v="1354" actId="20577"/>
          <ac:spMkLst>
            <pc:docMk/>
            <pc:sldMk cId="3127504798" sldId="424"/>
            <ac:spMk id="7" creationId="{C6AA6090-E0D6-9807-2CCB-2516E9D720ED}"/>
          </ac:spMkLst>
        </pc:spChg>
        <pc:picChg chg="del">
          <ac:chgData name="Stanley Rodrick" userId="8969fbcc-7c96-46fb-a663-9e2e5920ff04" providerId="ADAL" clId="{50EE1576-1656-D141-9FC7-9D16CE83D1B2}" dt="2022-07-04T18:05:29.119" v="1337" actId="478"/>
          <ac:picMkLst>
            <pc:docMk/>
            <pc:sldMk cId="3127504798" sldId="424"/>
            <ac:picMk id="4" creationId="{9F4E1EDD-C835-5C2D-21FD-1CFC73133040}"/>
          </ac:picMkLst>
        </pc:picChg>
      </pc:sldChg>
      <pc:sldChg chg="addSp delSp modSp add mod">
        <pc:chgData name="Stanley Rodrick" userId="8969fbcc-7c96-46fb-a663-9e2e5920ff04" providerId="ADAL" clId="{50EE1576-1656-D141-9FC7-9D16CE83D1B2}" dt="2022-07-04T18:32:20.389" v="1739" actId="20577"/>
        <pc:sldMkLst>
          <pc:docMk/>
          <pc:sldMk cId="1794814660" sldId="425"/>
        </pc:sldMkLst>
        <pc:spChg chg="add del mod">
          <ac:chgData name="Stanley Rodrick" userId="8969fbcc-7c96-46fb-a663-9e2e5920ff04" providerId="ADAL" clId="{50EE1576-1656-D141-9FC7-9D16CE83D1B2}" dt="2022-07-04T18:10:30.148" v="1479" actId="478"/>
          <ac:spMkLst>
            <pc:docMk/>
            <pc:sldMk cId="1794814660" sldId="425"/>
            <ac:spMk id="3" creationId="{94869AC0-9108-35CF-FB78-9CA7B9BB6C36}"/>
          </ac:spMkLst>
        </pc:spChg>
        <pc:spChg chg="add mod">
          <ac:chgData name="Stanley Rodrick" userId="8969fbcc-7c96-46fb-a663-9e2e5920ff04" providerId="ADAL" clId="{50EE1576-1656-D141-9FC7-9D16CE83D1B2}" dt="2022-07-04T18:17:43.854" v="1636" actId="5793"/>
          <ac:spMkLst>
            <pc:docMk/>
            <pc:sldMk cId="1794814660" sldId="425"/>
            <ac:spMk id="4" creationId="{DE785594-211E-6AAB-EB90-B6057EFF2B4D}"/>
          </ac:spMkLst>
        </pc:spChg>
        <pc:spChg chg="del">
          <ac:chgData name="Stanley Rodrick" userId="8969fbcc-7c96-46fb-a663-9e2e5920ff04" providerId="ADAL" clId="{50EE1576-1656-D141-9FC7-9D16CE83D1B2}" dt="2022-07-04T18:10:28.221" v="1478" actId="478"/>
          <ac:spMkLst>
            <pc:docMk/>
            <pc:sldMk cId="1794814660" sldId="425"/>
            <ac:spMk id="6" creationId="{864278F7-8B49-813B-C6D6-CFB8CA54F612}"/>
          </ac:spMkLst>
        </pc:spChg>
        <pc:spChg chg="mod">
          <ac:chgData name="Stanley Rodrick" userId="8969fbcc-7c96-46fb-a663-9e2e5920ff04" providerId="ADAL" clId="{50EE1576-1656-D141-9FC7-9D16CE83D1B2}" dt="2022-07-04T18:32:20.389" v="1739" actId="20577"/>
          <ac:spMkLst>
            <pc:docMk/>
            <pc:sldMk cId="1794814660" sldId="425"/>
            <ac:spMk id="7" creationId="{C6AA6090-E0D6-9807-2CCB-2516E9D720ED}"/>
          </ac:spMkLst>
        </pc:spChg>
      </pc:sldChg>
      <pc:sldChg chg="modSp add mod ord">
        <pc:chgData name="Stanley Rodrick" userId="8969fbcc-7c96-46fb-a663-9e2e5920ff04" providerId="ADAL" clId="{50EE1576-1656-D141-9FC7-9D16CE83D1B2}" dt="2022-07-04T18:32:16.502" v="1737" actId="20577"/>
        <pc:sldMkLst>
          <pc:docMk/>
          <pc:sldMk cId="2852805700" sldId="426"/>
        </pc:sldMkLst>
        <pc:spChg chg="mod">
          <ac:chgData name="Stanley Rodrick" userId="8969fbcc-7c96-46fb-a663-9e2e5920ff04" providerId="ADAL" clId="{50EE1576-1656-D141-9FC7-9D16CE83D1B2}" dt="2022-07-04T18:14:48.152" v="1565" actId="20577"/>
          <ac:spMkLst>
            <pc:docMk/>
            <pc:sldMk cId="2852805700" sldId="426"/>
            <ac:spMk id="4" creationId="{DE785594-211E-6AAB-EB90-B6057EFF2B4D}"/>
          </ac:spMkLst>
        </pc:spChg>
        <pc:spChg chg="mod">
          <ac:chgData name="Stanley Rodrick" userId="8969fbcc-7c96-46fb-a663-9e2e5920ff04" providerId="ADAL" clId="{50EE1576-1656-D141-9FC7-9D16CE83D1B2}" dt="2022-07-04T18:32:16.502" v="1737" actId="20577"/>
          <ac:spMkLst>
            <pc:docMk/>
            <pc:sldMk cId="2852805700" sldId="426"/>
            <ac:spMk id="7" creationId="{C6AA6090-E0D6-9807-2CCB-2516E9D720ED}"/>
          </ac:spMkLst>
        </pc:spChg>
      </pc:sldChg>
      <pc:sldChg chg="addSp delSp modSp add mod">
        <pc:chgData name="Stanley Rodrick" userId="8969fbcc-7c96-46fb-a663-9e2e5920ff04" providerId="ADAL" clId="{50EE1576-1656-D141-9FC7-9D16CE83D1B2}" dt="2022-07-04T18:32:24.197" v="1741" actId="20577"/>
        <pc:sldMkLst>
          <pc:docMk/>
          <pc:sldMk cId="2211702218" sldId="427"/>
        </pc:sldMkLst>
        <pc:spChg chg="add del mod">
          <ac:chgData name="Stanley Rodrick" userId="8969fbcc-7c96-46fb-a663-9e2e5920ff04" providerId="ADAL" clId="{50EE1576-1656-D141-9FC7-9D16CE83D1B2}" dt="2022-07-04T18:18:50.296" v="1648"/>
          <ac:spMkLst>
            <pc:docMk/>
            <pc:sldMk cId="2211702218" sldId="427"/>
            <ac:spMk id="2" creationId="{A169224C-C5F1-9882-CFE7-39D29037582C}"/>
          </ac:spMkLst>
        </pc:spChg>
        <pc:spChg chg="add del mod">
          <ac:chgData name="Stanley Rodrick" userId="8969fbcc-7c96-46fb-a663-9e2e5920ff04" providerId="ADAL" clId="{50EE1576-1656-D141-9FC7-9D16CE83D1B2}" dt="2022-07-04T18:22:21.073" v="1716"/>
          <ac:spMkLst>
            <pc:docMk/>
            <pc:sldMk cId="2211702218" sldId="427"/>
            <ac:spMk id="3" creationId="{38176B94-19EF-71D7-E29F-C2D657026C95}"/>
          </ac:spMkLst>
        </pc:spChg>
        <pc:spChg chg="mod">
          <ac:chgData name="Stanley Rodrick" userId="8969fbcc-7c96-46fb-a663-9e2e5920ff04" providerId="ADAL" clId="{50EE1576-1656-D141-9FC7-9D16CE83D1B2}" dt="2022-07-04T18:22:17.421" v="1714" actId="207"/>
          <ac:spMkLst>
            <pc:docMk/>
            <pc:sldMk cId="2211702218" sldId="427"/>
            <ac:spMk id="4" creationId="{DE785594-211E-6AAB-EB90-B6057EFF2B4D}"/>
          </ac:spMkLst>
        </pc:spChg>
        <pc:spChg chg="mod">
          <ac:chgData name="Stanley Rodrick" userId="8969fbcc-7c96-46fb-a663-9e2e5920ff04" providerId="ADAL" clId="{50EE1576-1656-D141-9FC7-9D16CE83D1B2}" dt="2022-07-04T18:32:24.197" v="1741" actId="20577"/>
          <ac:spMkLst>
            <pc:docMk/>
            <pc:sldMk cId="2211702218" sldId="427"/>
            <ac:spMk id="7" creationId="{C6AA6090-E0D6-9807-2CCB-2516E9D720ED}"/>
          </ac:spMkLst>
        </pc:spChg>
      </pc:sldChg>
      <pc:sldChg chg="addSp modSp add mod">
        <pc:chgData name="Stanley Rodrick" userId="8969fbcc-7c96-46fb-a663-9e2e5920ff04" providerId="ADAL" clId="{50EE1576-1656-D141-9FC7-9D16CE83D1B2}" dt="2022-07-04T18:36:33.219" v="1801"/>
        <pc:sldMkLst>
          <pc:docMk/>
          <pc:sldMk cId="783404183" sldId="428"/>
        </pc:sldMkLst>
        <pc:spChg chg="mod">
          <ac:chgData name="Stanley Rodrick" userId="8969fbcc-7c96-46fb-a663-9e2e5920ff04" providerId="ADAL" clId="{50EE1576-1656-D141-9FC7-9D16CE83D1B2}" dt="2022-07-04T18:33:16.336" v="1757" actId="404"/>
          <ac:spMkLst>
            <pc:docMk/>
            <pc:sldMk cId="783404183" sldId="428"/>
            <ac:spMk id="4" creationId="{DE785594-211E-6AAB-EB90-B6057EFF2B4D}"/>
          </ac:spMkLst>
        </pc:spChg>
        <pc:spChg chg="add mod">
          <ac:chgData name="Stanley Rodrick" userId="8969fbcc-7c96-46fb-a663-9e2e5920ff04" providerId="ADAL" clId="{50EE1576-1656-D141-9FC7-9D16CE83D1B2}" dt="2022-07-04T18:36:33.219" v="1801"/>
          <ac:spMkLst>
            <pc:docMk/>
            <pc:sldMk cId="783404183" sldId="428"/>
            <ac:spMk id="6" creationId="{3DA4B1F8-53D2-E8BF-165A-F3ABF6FEFA1E}"/>
          </ac:spMkLst>
        </pc:spChg>
        <pc:spChg chg="mod">
          <ac:chgData name="Stanley Rodrick" userId="8969fbcc-7c96-46fb-a663-9e2e5920ff04" providerId="ADAL" clId="{50EE1576-1656-D141-9FC7-9D16CE83D1B2}" dt="2022-07-04T18:32:11.822" v="1735" actId="20577"/>
          <ac:spMkLst>
            <pc:docMk/>
            <pc:sldMk cId="783404183" sldId="428"/>
            <ac:spMk id="7" creationId="{C6AA6090-E0D6-9807-2CCB-2516E9D720ED}"/>
          </ac:spMkLst>
        </pc:spChg>
      </pc:sldChg>
      <pc:sldChg chg="addSp delSp modSp add mod">
        <pc:chgData name="Stanley Rodrick" userId="8969fbcc-7c96-46fb-a663-9e2e5920ff04" providerId="ADAL" clId="{50EE1576-1656-D141-9FC7-9D16CE83D1B2}" dt="2022-07-04T18:34:47.624" v="1786" actId="14100"/>
        <pc:sldMkLst>
          <pc:docMk/>
          <pc:sldMk cId="902549672" sldId="429"/>
        </pc:sldMkLst>
        <pc:spChg chg="add del mod">
          <ac:chgData name="Stanley Rodrick" userId="8969fbcc-7c96-46fb-a663-9e2e5920ff04" providerId="ADAL" clId="{50EE1576-1656-D141-9FC7-9D16CE83D1B2}" dt="2022-07-04T18:33:38.158" v="1760" actId="478"/>
          <ac:spMkLst>
            <pc:docMk/>
            <pc:sldMk cId="902549672" sldId="429"/>
            <ac:spMk id="2" creationId="{AFFF7EA4-F8B0-D80B-3144-633F15B4B1D3}"/>
          </ac:spMkLst>
        </pc:spChg>
        <pc:spChg chg="add mod">
          <ac:chgData name="Stanley Rodrick" userId="8969fbcc-7c96-46fb-a663-9e2e5920ff04" providerId="ADAL" clId="{50EE1576-1656-D141-9FC7-9D16CE83D1B2}" dt="2022-07-04T18:34:47.624" v="1786" actId="14100"/>
          <ac:spMkLst>
            <pc:docMk/>
            <pc:sldMk cId="902549672" sldId="429"/>
            <ac:spMk id="3" creationId="{0FBCADE7-B9E9-56DC-ADF8-0FD6D002B88C}"/>
          </ac:spMkLst>
        </pc:spChg>
        <pc:spChg chg="del">
          <ac:chgData name="Stanley Rodrick" userId="8969fbcc-7c96-46fb-a663-9e2e5920ff04" providerId="ADAL" clId="{50EE1576-1656-D141-9FC7-9D16CE83D1B2}" dt="2022-07-04T18:32:42.031" v="1743" actId="478"/>
          <ac:spMkLst>
            <pc:docMk/>
            <pc:sldMk cId="902549672" sldId="429"/>
            <ac:spMk id="4" creationId="{DE785594-211E-6AAB-EB90-B6057EFF2B4D}"/>
          </ac:spMkLst>
        </pc:spChg>
        <pc:spChg chg="mod">
          <ac:chgData name="Stanley Rodrick" userId="8969fbcc-7c96-46fb-a663-9e2e5920ff04" providerId="ADAL" clId="{50EE1576-1656-D141-9FC7-9D16CE83D1B2}" dt="2022-07-04T18:33:35.082" v="1759" actId="20577"/>
          <ac:spMkLst>
            <pc:docMk/>
            <pc:sldMk cId="902549672" sldId="429"/>
            <ac:spMk id="7" creationId="{C6AA6090-E0D6-9807-2CCB-2516E9D720ED}"/>
          </ac:spMkLst>
        </pc:spChg>
      </pc:sldChg>
      <pc:sldChg chg="addSp delSp modSp add mod">
        <pc:chgData name="Stanley Rodrick" userId="8969fbcc-7c96-46fb-a663-9e2e5920ff04" providerId="ADAL" clId="{50EE1576-1656-D141-9FC7-9D16CE83D1B2}" dt="2022-07-04T18:38:25.578" v="1875" actId="767"/>
        <pc:sldMkLst>
          <pc:docMk/>
          <pc:sldMk cId="3109603430" sldId="430"/>
        </pc:sldMkLst>
        <pc:spChg chg="add mod">
          <ac:chgData name="Stanley Rodrick" userId="8969fbcc-7c96-46fb-a663-9e2e5920ff04" providerId="ADAL" clId="{50EE1576-1656-D141-9FC7-9D16CE83D1B2}" dt="2022-07-04T18:37:01.217" v="1818" actId="20577"/>
          <ac:spMkLst>
            <pc:docMk/>
            <pc:sldMk cId="3109603430" sldId="430"/>
            <ac:spMk id="2" creationId="{766BB305-0A19-0398-FBA7-35A7EE3DA494}"/>
          </ac:spMkLst>
        </pc:spChg>
        <pc:spChg chg="del mod">
          <ac:chgData name="Stanley Rodrick" userId="8969fbcc-7c96-46fb-a663-9e2e5920ff04" providerId="ADAL" clId="{50EE1576-1656-D141-9FC7-9D16CE83D1B2}" dt="2022-07-04T18:35:25.216" v="1791" actId="478"/>
          <ac:spMkLst>
            <pc:docMk/>
            <pc:sldMk cId="3109603430" sldId="430"/>
            <ac:spMk id="3" creationId="{0FBCADE7-B9E9-56DC-ADF8-0FD6D002B88C}"/>
          </ac:spMkLst>
        </pc:spChg>
        <pc:spChg chg="add mod">
          <ac:chgData name="Stanley Rodrick" userId="8969fbcc-7c96-46fb-a663-9e2e5920ff04" providerId="ADAL" clId="{50EE1576-1656-D141-9FC7-9D16CE83D1B2}" dt="2022-07-04T18:38:21.982" v="1874" actId="403"/>
          <ac:spMkLst>
            <pc:docMk/>
            <pc:sldMk cId="3109603430" sldId="430"/>
            <ac:spMk id="4" creationId="{B09FDCBF-89CC-0297-A5CE-4307EA7EF581}"/>
          </ac:spMkLst>
        </pc:spChg>
        <pc:spChg chg="add mod">
          <ac:chgData name="Stanley Rodrick" userId="8969fbcc-7c96-46fb-a663-9e2e5920ff04" providerId="ADAL" clId="{50EE1576-1656-D141-9FC7-9D16CE83D1B2}" dt="2022-07-04T18:38:25.578" v="1875" actId="767"/>
          <ac:spMkLst>
            <pc:docMk/>
            <pc:sldMk cId="3109603430" sldId="430"/>
            <ac:spMk id="6" creationId="{F20C6D37-7490-E12F-C935-368214C8A83D}"/>
          </ac:spMkLst>
        </pc:spChg>
      </pc:sldChg>
      <pc:sldMasterChg chg="delSldLayout">
        <pc:chgData name="Stanley Rodrick" userId="8969fbcc-7c96-46fb-a663-9e2e5920ff04" providerId="ADAL" clId="{50EE1576-1656-D141-9FC7-9D16CE83D1B2}" dt="2022-07-02T15:08:08.576" v="344" actId="2696"/>
        <pc:sldMasterMkLst>
          <pc:docMk/>
          <pc:sldMasterMk cId="0" sldId="2147483663"/>
        </pc:sldMasterMkLst>
        <pc:sldLayoutChg chg="del">
          <pc:chgData name="Stanley Rodrick" userId="8969fbcc-7c96-46fb-a663-9e2e5920ff04" providerId="ADAL" clId="{50EE1576-1656-D141-9FC7-9D16CE83D1B2}" dt="2022-07-02T15:08:08.576" v="344" actId="2696"/>
          <pc:sldLayoutMkLst>
            <pc:docMk/>
            <pc:sldMasterMk cId="0" sldId="2147483663"/>
            <pc:sldLayoutMk cId="0" sldId="2147483650"/>
          </pc:sldLayoutMkLst>
        </pc:sldLayoutChg>
        <pc:sldLayoutChg chg="del">
          <pc:chgData name="Stanley Rodrick" userId="8969fbcc-7c96-46fb-a663-9e2e5920ff04" providerId="ADAL" clId="{50EE1576-1656-D141-9FC7-9D16CE83D1B2}" dt="2022-07-02T15:08:08.576" v="344" actId="2696"/>
          <pc:sldLayoutMkLst>
            <pc:docMk/>
            <pc:sldMasterMk cId="0" sldId="2147483663"/>
            <pc:sldLayoutMk cId="0" sldId="2147483660"/>
          </pc:sldLayoutMkLst>
        </pc:sldLayoutChg>
      </pc:sldMaster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3T04:27:50.608"/>
    </inkml:context>
    <inkml:brush xml:id="br0">
      <inkml:brushProperty name="width" value="0.05" units="cm"/>
      <inkml:brushProperty name="height" value="0.05" units="cm"/>
      <inkml:brushProperty name="color" value="#E71224"/>
    </inkml:brush>
  </inkml:definitions>
  <inkml:trace contextRef="#ctx0" brushRef="#br0">1 0 24575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1483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BD" dirty="0"/>
          </a:p>
        </p:txBody>
      </p:sp>
    </p:spTree>
    <p:extLst>
      <p:ext uri="{BB962C8B-B14F-4D97-AF65-F5344CB8AC3E}">
        <p14:creationId xmlns:p14="http://schemas.microsoft.com/office/powerpoint/2010/main" val="1837055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918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598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615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3"/>
        <p:cNvGrpSpPr/>
        <p:nvPr/>
      </p:nvGrpSpPr>
      <p:grpSpPr>
        <a:xfrm>
          <a:off x="0" y="0"/>
          <a:ext cx="0" cy="0"/>
          <a:chOff x="0" y="0"/>
          <a:chExt cx="0" cy="0"/>
        </a:xfrm>
      </p:grpSpPr>
      <p:sp>
        <p:nvSpPr>
          <p:cNvPr id="1664" name="Google Shape;1664;g61859e5e3d_14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5" name="Google Shape;1665;g61859e5e3d_14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B1DDFF"/>
            </a:gs>
            <a:gs pos="100000">
              <a:srgbClr val="B1DDFF">
                <a:lumMod val="64000"/>
                <a:lumOff val="36000"/>
              </a:srgb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3" name="Rectangle 22"/>
          <p:cNvSpPr/>
          <p:nvPr/>
        </p:nvSpPr>
        <p:spPr>
          <a:xfrm>
            <a:off x="0" y="0"/>
            <a:ext cx="9144000" cy="5143500"/>
          </a:xfrm>
          <a:prstGeom prst="rect">
            <a:avLst/>
          </a:prstGeom>
          <a:blipFill dpi="0" rotWithShape="1">
            <a:blip r:embed="rId2">
              <a:alphaModFix amt="12000"/>
              <a:duotone>
                <a:schemeClr val="accent1">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prstClr val="white"/>
                </a:solidFill>
              </a:rPr>
              <a:t>C</a:t>
            </a:r>
          </a:p>
        </p:txBody>
      </p:sp>
      <p:sp>
        <p:nvSpPr>
          <p:cNvPr id="10" name="Rectangle 9"/>
          <p:cNvSpPr/>
          <p:nvPr/>
        </p:nvSpPr>
        <p:spPr>
          <a:xfrm>
            <a:off x="980902" y="950797"/>
            <a:ext cx="7182197" cy="3230963"/>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085851" y="1058711"/>
            <a:ext cx="6972300" cy="3026078"/>
          </a:xfrm>
          <a:prstGeom prst="rect">
            <a:avLst/>
          </a:prstGeom>
          <a:noFill/>
          <a:ln w="6350" cap="sq" cmpd="sng" algn="ctr">
            <a:solidFill>
              <a:schemeClr val="bg2"/>
            </a:solidFill>
            <a:prstDash val="solid"/>
            <a:miter lim="800000"/>
          </a:ln>
          <a:effectLst/>
        </p:spPr>
      </p:sp>
      <p:sp>
        <p:nvSpPr>
          <p:cNvPr id="15" name="Rectangle 14"/>
          <p:cNvSpPr/>
          <p:nvPr/>
        </p:nvSpPr>
        <p:spPr>
          <a:xfrm>
            <a:off x="3851910" y="950798"/>
            <a:ext cx="1440180"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937635" y="950798"/>
            <a:ext cx="1268730" cy="483971"/>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1568447"/>
            <a:ext cx="6801440" cy="1943100"/>
          </a:xfrm>
        </p:spPr>
        <p:txBody>
          <a:bodyPr tIns="45720" bIns="45720" anchor="ctr">
            <a:noAutofit/>
          </a:bodyPr>
          <a:lstStyle>
            <a:lvl1pPr algn="ctr">
              <a:lnSpc>
                <a:spcPct val="83000"/>
              </a:lnSpc>
              <a:defRPr lang="en-US" sz="5400" b="0" kern="1200" cap="all" spc="-75" baseline="0" dirty="0">
                <a:solidFill>
                  <a:schemeClr val="bg1"/>
                </a:solidFill>
                <a:effectLst/>
                <a:latin typeface="+mj-lt"/>
                <a:ea typeface="+mn-ea"/>
                <a:cs typeface="+mn-cs"/>
              </a:defRPr>
            </a:lvl1pPr>
          </a:lstStyle>
          <a:p>
            <a:r>
              <a:rPr lang="en-GB"/>
              <a:t>Click to edit Master title style</a:t>
            </a:r>
            <a:endParaRPr lang="en-US" dirty="0"/>
          </a:p>
        </p:txBody>
      </p:sp>
      <p:sp>
        <p:nvSpPr>
          <p:cNvPr id="3" name="Subtitle 2"/>
          <p:cNvSpPr>
            <a:spLocks noGrp="1"/>
          </p:cNvSpPr>
          <p:nvPr>
            <p:ph type="subTitle" idx="1"/>
          </p:nvPr>
        </p:nvSpPr>
        <p:spPr>
          <a:xfrm>
            <a:off x="1171575" y="3511547"/>
            <a:ext cx="6803136" cy="342901"/>
          </a:xfrm>
        </p:spPr>
        <p:txBody>
          <a:bodyPr>
            <a:normAutofit/>
          </a:bodyPr>
          <a:lstStyle>
            <a:lvl1pPr marL="0" indent="0" algn="ctr">
              <a:spcBef>
                <a:spcPts val="0"/>
              </a:spcBef>
              <a:buNone/>
              <a:defRPr sz="1200" spc="60" baseline="0">
                <a:solidFill>
                  <a:schemeClr val="bg2"/>
                </a:solidFill>
              </a:defRPr>
            </a:lvl1pPr>
            <a:lvl2pPr marL="342900" indent="0" algn="ctr">
              <a:buNone/>
              <a:defRPr sz="1200"/>
            </a:lvl2pPr>
            <a:lvl3pPr marL="685800" indent="0" algn="ctr">
              <a:buNone/>
              <a:defRPr sz="12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20" name="Date Placeholder 19"/>
          <p:cNvSpPr>
            <a:spLocks noGrp="1"/>
          </p:cNvSpPr>
          <p:nvPr>
            <p:ph type="dt" sz="half" idx="10"/>
          </p:nvPr>
        </p:nvSpPr>
        <p:spPr>
          <a:xfrm>
            <a:off x="3989070" y="1005942"/>
            <a:ext cx="1165860" cy="395410"/>
          </a:xfrm>
        </p:spPr>
        <p:txBody>
          <a:bodyPr/>
          <a:lstStyle>
            <a:lvl1pPr algn="ctr">
              <a:defRPr sz="975" spc="0" baseline="0">
                <a:solidFill>
                  <a:srgbClr val="FFFFFF"/>
                </a:solidFill>
                <a:latin typeface="+mn-lt"/>
              </a:defRPr>
            </a:lvl1pPr>
          </a:lstStyle>
          <a:p>
            <a:endParaRPr lang="en-US" dirty="0"/>
          </a:p>
        </p:txBody>
      </p:sp>
      <p:sp>
        <p:nvSpPr>
          <p:cNvPr id="21" name="Footer Placeholder 20"/>
          <p:cNvSpPr>
            <a:spLocks noGrp="1"/>
          </p:cNvSpPr>
          <p:nvPr>
            <p:ph type="ftr" sz="quarter" idx="11"/>
          </p:nvPr>
        </p:nvSpPr>
        <p:spPr>
          <a:xfrm>
            <a:off x="1090422" y="3909060"/>
            <a:ext cx="4429125" cy="171450"/>
          </a:xfrm>
        </p:spPr>
        <p:txBody>
          <a:bodyPr/>
          <a:lstStyle>
            <a:lvl1pPr algn="l">
              <a:defRPr>
                <a:solidFill>
                  <a:schemeClr val="bg2"/>
                </a:solidFill>
              </a:defRPr>
            </a:lvl1pPr>
          </a:lstStyle>
          <a:p>
            <a:endParaRPr lang="en-US" dirty="0"/>
          </a:p>
        </p:txBody>
      </p:sp>
      <p:sp>
        <p:nvSpPr>
          <p:cNvPr id="22" name="Slide Number Placeholder 21"/>
          <p:cNvSpPr>
            <a:spLocks noGrp="1"/>
          </p:cNvSpPr>
          <p:nvPr>
            <p:ph type="sldNum" sz="quarter" idx="12"/>
          </p:nvPr>
        </p:nvSpPr>
        <p:spPr>
          <a:xfrm>
            <a:off x="6455190" y="3909060"/>
            <a:ext cx="1583911" cy="171450"/>
          </a:xfrm>
        </p:spPr>
        <p:txBody>
          <a:bodyPr/>
          <a:lstStyle>
            <a:lvl1pPr>
              <a:defRPr>
                <a:solidFill>
                  <a:schemeClr val="bg2"/>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5293143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254743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bg2">
                <a:tint val="80000"/>
                <a:shade val="100000"/>
                <a:satMod val="300000"/>
              </a:schemeClr>
            </a:gs>
            <a:gs pos="100000">
              <a:srgbClr val="B1DDFF">
                <a:lumMod val="64000"/>
                <a:lumOff val="36000"/>
              </a:srgb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5" name="Rectangle 14"/>
          <p:cNvSpPr/>
          <p:nvPr/>
        </p:nvSpPr>
        <p:spPr>
          <a:xfrm>
            <a:off x="0" y="0"/>
            <a:ext cx="9144000" cy="5143500"/>
          </a:xfrm>
          <a:prstGeom prst="rect">
            <a:avLst/>
          </a:prstGeom>
          <a:blipFill dpi="0" rotWithShape="1">
            <a:blip r:embed="rId2">
              <a:alphaModFix amt="12000"/>
              <a:duotone>
                <a:schemeClr val="accent2">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prstClr val="white"/>
                </a:solidFill>
              </a:rPr>
              <a:t>C</a:t>
            </a:r>
          </a:p>
        </p:txBody>
      </p:sp>
      <p:sp>
        <p:nvSpPr>
          <p:cNvPr id="23" name="Rectangle 22"/>
          <p:cNvSpPr/>
          <p:nvPr/>
        </p:nvSpPr>
        <p:spPr>
          <a:xfrm>
            <a:off x="980902" y="950797"/>
            <a:ext cx="7182197" cy="3230963"/>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085851" y="1058711"/>
            <a:ext cx="6972300" cy="3026078"/>
          </a:xfrm>
          <a:prstGeom prst="rect">
            <a:avLst/>
          </a:prstGeom>
          <a:noFill/>
          <a:ln w="6350" cap="sq" cmpd="sng" algn="ctr">
            <a:solidFill>
              <a:schemeClr val="bg2"/>
            </a:solidFill>
            <a:prstDash val="solid"/>
            <a:miter lim="800000"/>
          </a:ln>
          <a:effectLst/>
        </p:spPr>
      </p:sp>
      <p:sp>
        <p:nvSpPr>
          <p:cNvPr id="30" name="Rectangle 29"/>
          <p:cNvSpPr/>
          <p:nvPr/>
        </p:nvSpPr>
        <p:spPr>
          <a:xfrm>
            <a:off x="3851910" y="950798"/>
            <a:ext cx="1440180"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937635" y="950798"/>
            <a:ext cx="1268730" cy="483971"/>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1570732"/>
            <a:ext cx="6803136" cy="1940814"/>
          </a:xfrm>
        </p:spPr>
        <p:txBody>
          <a:bodyPr anchor="ctr">
            <a:noAutofit/>
          </a:bodyPr>
          <a:lstStyle>
            <a:lvl1pPr algn="ctr">
              <a:lnSpc>
                <a:spcPct val="83000"/>
              </a:lnSpc>
              <a:defRPr lang="en-US" sz="5400" kern="1200" cap="all" spc="-75" baseline="0" dirty="0">
                <a:solidFill>
                  <a:schemeClr val="bg1"/>
                </a:solidFill>
                <a:effectLst/>
                <a:latin typeface="+mj-lt"/>
                <a:ea typeface="+mn-ea"/>
                <a:cs typeface="+mn-cs"/>
              </a:defRPr>
            </a:lvl1pPr>
          </a:lstStyle>
          <a:p>
            <a:r>
              <a:rPr lang="en-GB"/>
              <a:t>Click to edit Master title style</a:t>
            </a:r>
            <a:endParaRPr lang="en-US" dirty="0"/>
          </a:p>
        </p:txBody>
      </p:sp>
      <p:sp>
        <p:nvSpPr>
          <p:cNvPr id="3" name="Text Placeholder 2"/>
          <p:cNvSpPr>
            <a:spLocks noGrp="1"/>
          </p:cNvSpPr>
          <p:nvPr>
            <p:ph type="body" idx="1"/>
          </p:nvPr>
        </p:nvSpPr>
        <p:spPr>
          <a:xfrm>
            <a:off x="1172718" y="3511547"/>
            <a:ext cx="6803136" cy="342900"/>
          </a:xfrm>
        </p:spPr>
        <p:txBody>
          <a:bodyPr anchor="t">
            <a:normAutofit/>
          </a:bodyPr>
          <a:lstStyle>
            <a:lvl1pPr marL="0" indent="0" algn="ctr">
              <a:buNone/>
              <a:tabLst>
                <a:tab pos="1975247" algn="l"/>
              </a:tabLst>
              <a:defRPr sz="1200">
                <a:solidFill>
                  <a:schemeClr val="bg2"/>
                </a:solidFill>
                <a:effectLst/>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991356" y="1008377"/>
            <a:ext cx="1165860" cy="397764"/>
          </a:xfrm>
        </p:spPr>
        <p:txBody>
          <a:bodyPr/>
          <a:lstStyle>
            <a:lvl1pPr algn="ctr">
              <a:defRPr lang="en-US" sz="975" kern="1200" spc="0" baseline="0">
                <a:solidFill>
                  <a:srgbClr val="FFFFFF"/>
                </a:solidFill>
                <a:latin typeface="+mn-lt"/>
                <a:ea typeface="+mn-ea"/>
                <a:cs typeface="+mn-cs"/>
              </a:defRPr>
            </a:lvl1pPr>
          </a:lstStyle>
          <a:p>
            <a:endParaRPr lang="en-US" dirty="0"/>
          </a:p>
        </p:txBody>
      </p:sp>
      <p:sp>
        <p:nvSpPr>
          <p:cNvPr id="5" name="Footer Placeholder 4"/>
          <p:cNvSpPr>
            <a:spLocks noGrp="1"/>
          </p:cNvSpPr>
          <p:nvPr>
            <p:ph type="ftr" sz="quarter" idx="11"/>
          </p:nvPr>
        </p:nvSpPr>
        <p:spPr>
          <a:xfrm>
            <a:off x="1090422" y="3909060"/>
            <a:ext cx="4430268" cy="171450"/>
          </a:xfrm>
        </p:spPr>
        <p:txBody>
          <a:bodyPr/>
          <a:lstStyle>
            <a:lvl1pPr algn="l">
              <a:defRPr>
                <a:solidFill>
                  <a:schemeClr val="bg2"/>
                </a:solidFill>
              </a:defRPr>
            </a:lvl1pPr>
          </a:lstStyle>
          <a:p>
            <a:endParaRPr lang="en-US" dirty="0"/>
          </a:p>
        </p:txBody>
      </p:sp>
      <p:sp>
        <p:nvSpPr>
          <p:cNvPr id="6" name="Slide Number Placeholder 5"/>
          <p:cNvSpPr>
            <a:spLocks noGrp="1"/>
          </p:cNvSpPr>
          <p:nvPr>
            <p:ph type="sldNum" sz="quarter" idx="12"/>
          </p:nvPr>
        </p:nvSpPr>
        <p:spPr>
          <a:xfrm>
            <a:off x="6453378" y="3909060"/>
            <a:ext cx="1584198" cy="171450"/>
          </a:xfrm>
        </p:spPr>
        <p:txBody>
          <a:bodyPr/>
          <a:lstStyle>
            <a:lvl1pPr>
              <a:defRPr>
                <a:solidFill>
                  <a:schemeClr val="bg2"/>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2314183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0010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77774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64178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802386" y="1555751"/>
            <a:ext cx="3566160" cy="480060"/>
          </a:xfrm>
        </p:spPr>
        <p:txBody>
          <a:bodyPr anchor="ctr">
            <a:normAutofit/>
          </a:bodyPr>
          <a:lstStyle>
            <a:lvl1pPr marL="0" indent="0" algn="ctr">
              <a:spcBef>
                <a:spcPts val="0"/>
              </a:spcBef>
              <a:buNone/>
              <a:defRPr sz="1350" b="0">
                <a:solidFill>
                  <a:schemeClr val="tx2"/>
                </a:solidFill>
                <a:latin typeface="+mn-lt"/>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802386" y="2066924"/>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780026" y="1555751"/>
            <a:ext cx="3566160" cy="480060"/>
          </a:xfrm>
        </p:spPr>
        <p:txBody>
          <a:bodyPr anchor="ctr">
            <a:normAutofit/>
          </a:bodyPr>
          <a:lstStyle>
            <a:lvl1pPr marL="0" indent="0" algn="ctr">
              <a:spcBef>
                <a:spcPts val="0"/>
              </a:spcBef>
              <a:buNone/>
              <a:defRPr sz="1350" b="0">
                <a:solidFill>
                  <a:schemeClr val="tx2"/>
                </a:solidFill>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780026" y="2067436"/>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93572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41363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932539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6765290" y="178308"/>
            <a:ext cx="2194560" cy="478688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5544"/>
            <a:ext cx="1823085" cy="1234440"/>
          </a:xfrm>
        </p:spPr>
        <p:txBody>
          <a:bodyPr anchor="b">
            <a:normAutofit/>
          </a:bodyPr>
          <a:lstStyle>
            <a:lvl1pPr algn="l" defTabSz="685800" rtl="0" eaLnBrk="1" latinLnBrk="0" hangingPunct="1">
              <a:lnSpc>
                <a:spcPct val="90000"/>
              </a:lnSpc>
              <a:spcBef>
                <a:spcPct val="0"/>
              </a:spcBef>
              <a:buNone/>
              <a:defRPr lang="en-US" sz="2100" b="0" kern="1200" cap="none" spc="0" baseline="0" dirty="0">
                <a:solidFill>
                  <a:srgbClr val="FFFFFF"/>
                </a:solidFill>
                <a:effectLst/>
                <a:latin typeface="+mj-lt"/>
                <a:ea typeface="+mn-ea"/>
                <a:cs typeface="+mn-cs"/>
              </a:defRPr>
            </a:lvl1pPr>
          </a:lstStyle>
          <a:p>
            <a:r>
              <a:rPr lang="en-GB"/>
              <a:t>Click to edit Master title style</a:t>
            </a:r>
            <a:endParaRPr lang="en-US" dirty="0"/>
          </a:p>
        </p:txBody>
      </p:sp>
      <p:sp>
        <p:nvSpPr>
          <p:cNvPr id="3" name="Content Placeholder 2"/>
          <p:cNvSpPr>
            <a:spLocks noGrp="1"/>
          </p:cNvSpPr>
          <p:nvPr>
            <p:ph idx="1"/>
          </p:nvPr>
        </p:nvSpPr>
        <p:spPr>
          <a:xfrm>
            <a:off x="514350" y="457200"/>
            <a:ext cx="5829300" cy="4000500"/>
          </a:xfrm>
        </p:spPr>
        <p:txBody>
          <a:bodyPr/>
          <a:lstStyle>
            <a:lvl1pPr>
              <a:defRPr sz="1425"/>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972300" y="1714500"/>
            <a:ext cx="1823085" cy="2628900"/>
          </a:xfrm>
        </p:spPr>
        <p:txBody>
          <a:bodyPr>
            <a:normAutofit/>
          </a:bodyPr>
          <a:lstStyle>
            <a:lvl1pPr marL="0" indent="0">
              <a:lnSpc>
                <a:spcPct val="110000"/>
              </a:lnSpc>
              <a:spcBef>
                <a:spcPts val="600"/>
              </a:spcBef>
              <a:buNone/>
              <a:defRPr sz="1050">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10" name="Rectangle 9"/>
          <p:cNvSpPr/>
          <p:nvPr/>
        </p:nvSpPr>
        <p:spPr>
          <a:xfrm>
            <a:off x="6868160" y="281178"/>
            <a:ext cx="1988820" cy="4581144"/>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46160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Rectangle 9"/>
          <p:cNvSpPr/>
          <p:nvPr/>
        </p:nvSpPr>
        <p:spPr>
          <a:xfrm>
            <a:off x="6765290" y="178308"/>
            <a:ext cx="2194560" cy="478688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6868160" y="281178"/>
            <a:ext cx="1988820" cy="4581144"/>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2628"/>
            <a:ext cx="1824228" cy="1234440"/>
          </a:xfrm>
        </p:spPr>
        <p:txBody>
          <a:bodyPr anchor="b">
            <a:noAutofit/>
          </a:bodyPr>
          <a:lstStyle>
            <a:lvl1pPr algn="l">
              <a:defRPr sz="2100" b="0">
                <a:solidFill>
                  <a:srgbClr val="FFFFFF"/>
                </a:solidFill>
                <a:latin typeface="+mj-lt"/>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171449" y="178308"/>
            <a:ext cx="6398514" cy="4786884"/>
          </a:xfrm>
          <a:solidFill>
            <a:srgbClr val="969696"/>
          </a:solidFill>
          <a:ln>
            <a:noFill/>
          </a:ln>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6972300" y="1714500"/>
            <a:ext cx="1824228" cy="2626614"/>
          </a:xfrm>
        </p:spPr>
        <p:txBody>
          <a:bodyPr>
            <a:normAutofit/>
          </a:bodyPr>
          <a:lstStyle>
            <a:lvl1pPr marL="0" indent="0" algn="l">
              <a:lnSpc>
                <a:spcPct val="110000"/>
              </a:lnSpc>
              <a:spcBef>
                <a:spcPts val="600"/>
              </a:spcBef>
              <a:buNone/>
              <a:defRPr sz="1050">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8" name="Date Placeholder 7"/>
          <p:cNvSpPr>
            <a:spLocks noGrp="1"/>
          </p:cNvSpPr>
          <p:nvPr>
            <p:ph type="dt" sz="half" idx="10"/>
          </p:nvPr>
        </p:nvSpPr>
        <p:spPr/>
        <p:txBody>
          <a:bodyPr/>
          <a:lstStyle>
            <a:lvl1pPr>
              <a:defRPr>
                <a:effectLst>
                  <a:outerShdw blurRad="12700" dist="3810" dir="2700000" algn="tl" rotWithShape="0">
                    <a:prstClr val="black">
                      <a:alpha val="40000"/>
                    </a:prstClr>
                  </a:outerShdw>
                </a:effectLst>
              </a:defRPr>
            </a:lvl1pPr>
          </a:lstStyle>
          <a:p>
            <a:endParaRPr lang="en-US" dirty="0"/>
          </a:p>
        </p:txBody>
      </p:sp>
      <p:sp>
        <p:nvSpPr>
          <p:cNvPr id="12" name="Footer Placeholder 11"/>
          <p:cNvSpPr>
            <a:spLocks noGrp="1"/>
          </p:cNvSpPr>
          <p:nvPr>
            <p:ph type="ftr" sz="quarter" idx="11"/>
          </p:nvPr>
        </p:nvSpPr>
        <p:spPr/>
        <p:txBody>
          <a:bodyPr/>
          <a:lstStyle>
            <a:lvl1pPr algn="r">
              <a:defRPr lang="en-US" sz="750" kern="1200" dirty="0">
                <a:solidFill>
                  <a:schemeClr val="tx1">
                    <a:lumMod val="75000"/>
                    <a:lumOff val="25000"/>
                  </a:schemeClr>
                </a:solidFill>
                <a:effectLst>
                  <a:outerShdw blurRad="12700" dist="3810" dir="2700000" algn="tl" rotWithShape="0">
                    <a:prstClr val="black">
                      <a:alpha val="40000"/>
                    </a:prstClr>
                  </a:outerShdw>
                </a:effectLst>
                <a:latin typeface="+mn-lt"/>
                <a:ea typeface="+mn-ea"/>
                <a:cs typeface="+mn-cs"/>
              </a:defRPr>
            </a:lvl1pPr>
          </a:lstStyle>
          <a:p>
            <a:endParaRPr lang="en-US" dirty="0"/>
          </a:p>
        </p:txBody>
      </p:sp>
      <p:sp>
        <p:nvSpPr>
          <p:cNvPr id="13" name="Slide Number Placeholder 12"/>
          <p:cNvSpPr>
            <a:spLocks noGrp="1"/>
          </p:cNvSpPr>
          <p:nvPr>
            <p:ph type="sldNum" sz="quarter" idx="12"/>
          </p:nvPr>
        </p:nvSpPr>
        <p:spPr/>
        <p:txBody>
          <a:bodyPr/>
          <a:lstStyle>
            <a:lvl1pPr>
              <a:defRPr>
                <a:solidFill>
                  <a:srgbClr val="FFFFFF"/>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278591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397061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571500"/>
            <a:ext cx="1771650" cy="394335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571500"/>
            <a:ext cx="6057900" cy="39433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537702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gradFill>
          <a:gsLst>
            <a:gs pos="0">
              <a:schemeClr val="accent6"/>
            </a:gs>
            <a:gs pos="58000">
              <a:schemeClr val="accent5"/>
            </a:gs>
            <a:gs pos="82000">
              <a:schemeClr val="accent3"/>
            </a:gs>
            <a:gs pos="100000">
              <a:schemeClr val="accent1"/>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52" name="Google Shape;52;p2"/>
          <p:cNvSpPr txBox="1">
            <a:spLocks noGrp="1"/>
          </p:cNvSpPr>
          <p:nvPr>
            <p:ph type="ctrTitle"/>
          </p:nvPr>
        </p:nvSpPr>
        <p:spPr>
          <a:xfrm>
            <a:off x="1896175" y="1991825"/>
            <a:ext cx="5351700" cy="1159800"/>
          </a:xfrm>
          <a:prstGeom prst="rect">
            <a:avLst/>
          </a:prstGeom>
        </p:spPr>
        <p:txBody>
          <a:bodyPr spcFirstLastPara="1" wrap="square" lIns="0" tIns="0" rIns="0" bIns="0" anchor="ctr" anchorCtr="0">
            <a:noAutofit/>
          </a:bodyPr>
          <a:lstStyle>
            <a:lvl1pPr lvl="0" algn="ctr">
              <a:spcBef>
                <a:spcPts val="0"/>
              </a:spcBef>
              <a:spcAft>
                <a:spcPts val="0"/>
              </a:spcAft>
              <a:buSzPts val="5000"/>
              <a:buNone/>
              <a:defRPr sz="5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extLst>
      <p:ext uri="{BB962C8B-B14F-4D97-AF65-F5344CB8AC3E}">
        <p14:creationId xmlns:p14="http://schemas.microsoft.com/office/powerpoint/2010/main" val="2463912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120"/>
        <p:cNvGrpSpPr/>
        <p:nvPr/>
      </p:nvGrpSpPr>
      <p:grpSpPr>
        <a:xfrm>
          <a:off x="0" y="0"/>
          <a:ext cx="0" cy="0"/>
          <a:chOff x="0" y="0"/>
          <a:chExt cx="0" cy="0"/>
        </a:xfrm>
      </p:grpSpPr>
      <p:sp>
        <p:nvSpPr>
          <p:cNvPr id="126" name="Google Shape;126;p7"/>
          <p:cNvSpPr txBox="1">
            <a:spLocks noGrp="1"/>
          </p:cNvSpPr>
          <p:nvPr>
            <p:ph type="title"/>
          </p:nvPr>
        </p:nvSpPr>
        <p:spPr>
          <a:xfrm>
            <a:off x="762000" y="358375"/>
            <a:ext cx="6255000" cy="857400"/>
          </a:xfrm>
          <a:prstGeom prst="rect">
            <a:avLst/>
          </a:prstGeom>
        </p:spPr>
        <p:txBody>
          <a:bodyPr spcFirstLastPara="1" wrap="square" lIns="0" tIns="0" rIns="0" bIns="0"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27" name="Google Shape;127;p7"/>
          <p:cNvSpPr txBox="1">
            <a:spLocks noGrp="1"/>
          </p:cNvSpPr>
          <p:nvPr>
            <p:ph type="body" idx="1"/>
          </p:nvPr>
        </p:nvSpPr>
        <p:spPr>
          <a:xfrm>
            <a:off x="762000" y="1504950"/>
            <a:ext cx="3036000" cy="3420900"/>
          </a:xfrm>
          <a:prstGeom prst="rect">
            <a:avLst/>
          </a:prstGeom>
        </p:spPr>
        <p:txBody>
          <a:bodyPr spcFirstLastPara="1" wrap="square" lIns="0" tIns="0" rIns="0" bIns="0"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sp>
        <p:nvSpPr>
          <p:cNvPr id="128" name="Google Shape;128;p7"/>
          <p:cNvSpPr txBox="1">
            <a:spLocks noGrp="1"/>
          </p:cNvSpPr>
          <p:nvPr>
            <p:ph type="body" idx="2"/>
          </p:nvPr>
        </p:nvSpPr>
        <p:spPr>
          <a:xfrm>
            <a:off x="3980946" y="1504950"/>
            <a:ext cx="3036000" cy="3420900"/>
          </a:xfrm>
          <a:prstGeom prst="rect">
            <a:avLst/>
          </a:prstGeom>
        </p:spPr>
        <p:txBody>
          <a:bodyPr spcFirstLastPara="1" wrap="square" lIns="0" tIns="0" rIns="0" bIns="0"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sp>
        <p:nvSpPr>
          <p:cNvPr id="129" name="Google Shape;129;p7"/>
          <p:cNvSpPr txBox="1">
            <a:spLocks noGrp="1"/>
          </p:cNvSpPr>
          <p:nvPr>
            <p:ph type="sldNum" idx="12"/>
          </p:nvPr>
        </p:nvSpPr>
        <p:spPr>
          <a:xfrm>
            <a:off x="8445384" y="34064"/>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0466801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ubtitle">
  <p:cSld name="Subtitle">
    <p:bg>
      <p:bgPr>
        <a:gradFill>
          <a:gsLst>
            <a:gs pos="0">
              <a:srgbClr val="0F0027"/>
            </a:gs>
            <a:gs pos="52999">
              <a:srgbClr val="0F0027"/>
            </a:gs>
            <a:gs pos="71000">
              <a:srgbClr val="550062"/>
            </a:gs>
            <a:gs pos="92000">
              <a:srgbClr val="EF007E"/>
            </a:gs>
            <a:gs pos="100000">
              <a:srgbClr val="FF8700"/>
            </a:gs>
          </a:gsLst>
          <a:path path="circle">
            <a:fillToRect l="50000" t="50000" r="50000" b="50000"/>
          </a:path>
          <a:tileRect/>
        </a:gradFill>
        <a:effectLst/>
      </p:bgPr>
    </p:bg>
    <p:spTree>
      <p:nvGrpSpPr>
        <p:cNvPr id="1" name="Shape 53"/>
        <p:cNvGrpSpPr/>
        <p:nvPr/>
      </p:nvGrpSpPr>
      <p:grpSpPr>
        <a:xfrm>
          <a:off x="0" y="0"/>
          <a:ext cx="0" cy="0"/>
          <a:chOff x="0" y="0"/>
          <a:chExt cx="0" cy="0"/>
        </a:xfrm>
      </p:grpSpPr>
      <p:sp>
        <p:nvSpPr>
          <p:cNvPr id="96" name="Google Shape;96;p3"/>
          <p:cNvSpPr txBox="1">
            <a:spLocks noGrp="1"/>
          </p:cNvSpPr>
          <p:nvPr>
            <p:ph type="ctrTitle"/>
          </p:nvPr>
        </p:nvSpPr>
        <p:spPr>
          <a:xfrm>
            <a:off x="1752075" y="1735750"/>
            <a:ext cx="5640000" cy="1159800"/>
          </a:xfrm>
          <a:prstGeom prst="rect">
            <a:avLst/>
          </a:prstGeom>
        </p:spPr>
        <p:txBody>
          <a:bodyPr spcFirstLastPara="1" wrap="square" lIns="0" tIns="0" rIns="0" bIns="0" anchor="b"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97" name="Google Shape;97;p3"/>
          <p:cNvSpPr txBox="1">
            <a:spLocks noGrp="1"/>
          </p:cNvSpPr>
          <p:nvPr>
            <p:ph type="subTitle" idx="1"/>
          </p:nvPr>
        </p:nvSpPr>
        <p:spPr>
          <a:xfrm>
            <a:off x="1752075" y="2992451"/>
            <a:ext cx="5640000" cy="784800"/>
          </a:xfrm>
          <a:prstGeom prst="rect">
            <a:avLst/>
          </a:prstGeom>
        </p:spPr>
        <p:txBody>
          <a:bodyPr spcFirstLastPara="1" wrap="square" lIns="0" tIns="0" rIns="0" bIns="0" anchor="t" anchorCtr="0">
            <a:noAutofit/>
          </a:bodyPr>
          <a:lstStyle>
            <a:lvl1pPr lvl="0" algn="ctr" rtl="0">
              <a:spcBef>
                <a:spcPts val="0"/>
              </a:spcBef>
              <a:spcAft>
                <a:spcPts val="0"/>
              </a:spcAft>
              <a:buSzPts val="2400"/>
              <a:buNone/>
              <a:defRPr>
                <a:solidFill>
                  <a:schemeClr val="accent1"/>
                </a:solidFill>
              </a:defRPr>
            </a:lvl1pPr>
            <a:lvl2pPr lvl="1" algn="ctr" rtl="0">
              <a:spcBef>
                <a:spcPts val="0"/>
              </a:spcBef>
              <a:spcAft>
                <a:spcPts val="0"/>
              </a:spcAft>
              <a:buClr>
                <a:schemeClr val="accent1"/>
              </a:buClr>
              <a:buSzPts val="3000"/>
              <a:buNone/>
              <a:defRPr sz="3000">
                <a:solidFill>
                  <a:schemeClr val="accent1"/>
                </a:solidFill>
              </a:defRPr>
            </a:lvl2pPr>
            <a:lvl3pPr lvl="2" algn="ctr" rtl="0">
              <a:spcBef>
                <a:spcPts val="0"/>
              </a:spcBef>
              <a:spcAft>
                <a:spcPts val="0"/>
              </a:spcAft>
              <a:buClr>
                <a:schemeClr val="accent1"/>
              </a:buClr>
              <a:buSzPts val="3000"/>
              <a:buNone/>
              <a:defRPr sz="3000">
                <a:solidFill>
                  <a:schemeClr val="accent1"/>
                </a:solidFill>
              </a:defRPr>
            </a:lvl3pPr>
            <a:lvl4pPr lvl="3" algn="ctr" rtl="0">
              <a:spcBef>
                <a:spcPts val="0"/>
              </a:spcBef>
              <a:spcAft>
                <a:spcPts val="0"/>
              </a:spcAft>
              <a:buClr>
                <a:schemeClr val="accent1"/>
              </a:buClr>
              <a:buSzPts val="3000"/>
              <a:buNone/>
              <a:defRPr sz="3000">
                <a:solidFill>
                  <a:schemeClr val="accent1"/>
                </a:solidFill>
              </a:defRPr>
            </a:lvl4pPr>
            <a:lvl5pPr lvl="4" algn="ctr" rtl="0">
              <a:spcBef>
                <a:spcPts val="0"/>
              </a:spcBef>
              <a:spcAft>
                <a:spcPts val="0"/>
              </a:spcAft>
              <a:buClr>
                <a:schemeClr val="accent1"/>
              </a:buClr>
              <a:buSzPts val="3000"/>
              <a:buNone/>
              <a:defRPr sz="3000">
                <a:solidFill>
                  <a:schemeClr val="accent1"/>
                </a:solidFill>
              </a:defRPr>
            </a:lvl5pPr>
            <a:lvl6pPr lvl="5" algn="ctr" rtl="0">
              <a:spcBef>
                <a:spcPts val="0"/>
              </a:spcBef>
              <a:spcAft>
                <a:spcPts val="0"/>
              </a:spcAft>
              <a:buClr>
                <a:schemeClr val="accent1"/>
              </a:buClr>
              <a:buSzPts val="3000"/>
              <a:buNone/>
              <a:defRPr sz="3000">
                <a:solidFill>
                  <a:schemeClr val="accent1"/>
                </a:solidFill>
              </a:defRPr>
            </a:lvl6pPr>
            <a:lvl7pPr lvl="6" algn="ctr" rtl="0">
              <a:spcBef>
                <a:spcPts val="0"/>
              </a:spcBef>
              <a:spcAft>
                <a:spcPts val="0"/>
              </a:spcAft>
              <a:buClr>
                <a:schemeClr val="accent1"/>
              </a:buClr>
              <a:buSzPts val="3000"/>
              <a:buNone/>
              <a:defRPr sz="3000">
                <a:solidFill>
                  <a:schemeClr val="accent1"/>
                </a:solidFill>
              </a:defRPr>
            </a:lvl7pPr>
            <a:lvl8pPr lvl="7" algn="ctr" rtl="0">
              <a:spcBef>
                <a:spcPts val="0"/>
              </a:spcBef>
              <a:spcAft>
                <a:spcPts val="0"/>
              </a:spcAft>
              <a:buClr>
                <a:schemeClr val="accent1"/>
              </a:buClr>
              <a:buSzPts val="3000"/>
              <a:buNone/>
              <a:defRPr sz="3000">
                <a:solidFill>
                  <a:schemeClr val="accent1"/>
                </a:solidFill>
              </a:defRPr>
            </a:lvl8pPr>
            <a:lvl9pPr lvl="8" algn="ctr" rtl="0">
              <a:spcBef>
                <a:spcPts val="0"/>
              </a:spcBef>
              <a:spcAft>
                <a:spcPts val="0"/>
              </a:spcAft>
              <a:buClr>
                <a:schemeClr val="accent1"/>
              </a:buClr>
              <a:buSzPts val="3000"/>
              <a:buNone/>
              <a:defRPr sz="3000">
                <a:solidFill>
                  <a:schemeClr val="accent1"/>
                </a:solidFill>
              </a:defRPr>
            </a:lvl9pPr>
          </a:lstStyle>
          <a:p>
            <a:endParaRPr/>
          </a:p>
        </p:txBody>
      </p:sp>
    </p:spTree>
    <p:extLst>
      <p:ext uri="{BB962C8B-B14F-4D97-AF65-F5344CB8AC3E}">
        <p14:creationId xmlns:p14="http://schemas.microsoft.com/office/powerpoint/2010/main" val="633768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mage background">
  <p:cSld name="Image background">
    <p:bg>
      <p:bgPr>
        <a:solidFill>
          <a:schemeClr val="lt2"/>
        </a:solidFill>
        <a:effectLst/>
      </p:bgPr>
    </p:bg>
    <p:spTree>
      <p:nvGrpSpPr>
        <p:cNvPr id="1" name="Shape 157"/>
        <p:cNvGrpSpPr/>
        <p:nvPr/>
      </p:nvGrpSpPr>
      <p:grpSpPr>
        <a:xfrm>
          <a:off x="0" y="0"/>
          <a:ext cx="0" cy="0"/>
          <a:chOff x="0" y="0"/>
          <a:chExt cx="0" cy="0"/>
        </a:xfrm>
      </p:grpSpPr>
      <p:sp>
        <p:nvSpPr>
          <p:cNvPr id="158" name="Google Shape;158;p11"/>
          <p:cNvSpPr txBox="1">
            <a:spLocks noGrp="1"/>
          </p:cNvSpPr>
          <p:nvPr>
            <p:ph type="sldNum" idx="12"/>
          </p:nvPr>
        </p:nvSpPr>
        <p:spPr>
          <a:xfrm>
            <a:off x="8445384" y="34064"/>
            <a:ext cx="548700" cy="393600"/>
          </a:xfrm>
          <a:prstGeom prst="rect">
            <a:avLst/>
          </a:prstGeom>
        </p:spPr>
        <p:txBody>
          <a:bodyPr spcFirstLastPara="1" wrap="square" lIns="0" tIns="0" rIns="0" bIns="0" anchor="ctr" anchorCtr="0">
            <a:noAutofit/>
          </a:bodyPr>
          <a:lstStyle>
            <a:lvl1pPr lvl="0" rtl="0">
              <a:buNone/>
              <a:defRPr>
                <a:solidFill>
                  <a:srgbClr val="FFF7ED"/>
                </a:solidFill>
              </a:defRPr>
            </a:lvl1pPr>
            <a:lvl2pPr lvl="1" rtl="0">
              <a:buNone/>
              <a:defRPr>
                <a:solidFill>
                  <a:srgbClr val="FFF7ED"/>
                </a:solidFill>
              </a:defRPr>
            </a:lvl2pPr>
            <a:lvl3pPr lvl="2" rtl="0">
              <a:buNone/>
              <a:defRPr>
                <a:solidFill>
                  <a:srgbClr val="FFF7ED"/>
                </a:solidFill>
              </a:defRPr>
            </a:lvl3pPr>
            <a:lvl4pPr lvl="3" rtl="0">
              <a:buNone/>
              <a:defRPr>
                <a:solidFill>
                  <a:srgbClr val="FFF7ED"/>
                </a:solidFill>
              </a:defRPr>
            </a:lvl4pPr>
            <a:lvl5pPr lvl="4" rtl="0">
              <a:buNone/>
              <a:defRPr>
                <a:solidFill>
                  <a:srgbClr val="FFF7ED"/>
                </a:solidFill>
              </a:defRPr>
            </a:lvl5pPr>
            <a:lvl6pPr lvl="5" rtl="0">
              <a:buNone/>
              <a:defRPr>
                <a:solidFill>
                  <a:srgbClr val="FFF7ED"/>
                </a:solidFill>
              </a:defRPr>
            </a:lvl6pPr>
            <a:lvl7pPr lvl="6" rtl="0">
              <a:buNone/>
              <a:defRPr>
                <a:solidFill>
                  <a:srgbClr val="FFF7ED"/>
                </a:solidFill>
              </a:defRPr>
            </a:lvl7pPr>
            <a:lvl8pPr lvl="7" rtl="0">
              <a:buNone/>
              <a:defRPr>
                <a:solidFill>
                  <a:srgbClr val="FFF7ED"/>
                </a:solidFill>
              </a:defRPr>
            </a:lvl8pPr>
            <a:lvl9pPr lvl="8" rtl="0">
              <a:buNone/>
              <a:defRPr>
                <a:solidFill>
                  <a:srgbClr val="FFF7ED"/>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865547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76022" y="178308"/>
            <a:ext cx="8791956" cy="4786884"/>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800100" y="481946"/>
            <a:ext cx="7543800" cy="1028700"/>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00100" y="1577340"/>
            <a:ext cx="7543800" cy="294894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292098" y="4660901"/>
            <a:ext cx="2057400" cy="192024"/>
          </a:xfrm>
          <a:prstGeom prst="rect">
            <a:avLst/>
          </a:prstGeom>
        </p:spPr>
        <p:txBody>
          <a:bodyPr vert="horz" lIns="91440" tIns="45720" rIns="91440" bIns="45720" rtlCol="0" anchor="b"/>
          <a:lstStyle>
            <a:lvl1pPr algn="l">
              <a:defRPr sz="750">
                <a:solidFill>
                  <a:schemeClr val="tx1">
                    <a:lumMod val="75000"/>
                    <a:lumOff val="25000"/>
                  </a:schemeClr>
                </a:solidFill>
              </a:defRPr>
            </a:lvl1pPr>
          </a:lstStyle>
          <a:p>
            <a:endParaRPr lang="en-US" dirty="0"/>
          </a:p>
        </p:txBody>
      </p:sp>
      <p:sp>
        <p:nvSpPr>
          <p:cNvPr id="5" name="Footer Placeholder 4"/>
          <p:cNvSpPr>
            <a:spLocks noGrp="1"/>
          </p:cNvSpPr>
          <p:nvPr>
            <p:ph type="ftr" sz="quarter" idx="3"/>
          </p:nvPr>
        </p:nvSpPr>
        <p:spPr>
          <a:xfrm>
            <a:off x="2617470" y="4660901"/>
            <a:ext cx="3909060" cy="192024"/>
          </a:xfrm>
          <a:prstGeom prst="rect">
            <a:avLst/>
          </a:prstGeom>
        </p:spPr>
        <p:txBody>
          <a:bodyPr vert="horz" lIns="91440" tIns="45720" rIns="91440" bIns="45720" rtlCol="0" anchor="b"/>
          <a:lstStyle>
            <a:lvl1pPr algn="ctr">
              <a:defRPr sz="75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736000" y="4660901"/>
            <a:ext cx="1097280" cy="192024"/>
          </a:xfrm>
          <a:prstGeom prst="rect">
            <a:avLst/>
          </a:prstGeom>
        </p:spPr>
        <p:txBody>
          <a:bodyPr vert="horz" lIns="91440" tIns="45720" rIns="91440" bIns="45720" rtlCol="0" anchor="b"/>
          <a:lstStyle>
            <a:lvl1pPr algn="r">
              <a:defRPr sz="750">
                <a:solidFill>
                  <a:schemeClr val="tx1">
                    <a:lumMod val="75000"/>
                    <a:lumOff val="2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Rectangle 7"/>
          <p:cNvSpPr/>
          <p:nvPr/>
        </p:nvSpPr>
        <p:spPr>
          <a:xfrm>
            <a:off x="278892" y="281178"/>
            <a:ext cx="8586216" cy="4581144"/>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226873926"/>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Lst>
  <p:transition>
    <p:fade thruBlk="1"/>
  </p:transition>
  <p:hf hdr="0" ftr="0" dt="0"/>
  <p:txStyles>
    <p:titleStyle>
      <a:lvl1pPr algn="l" defTabSz="685800" rtl="0" eaLnBrk="1" latinLnBrk="0" hangingPunct="1">
        <a:lnSpc>
          <a:spcPct val="90000"/>
        </a:lnSpc>
        <a:spcBef>
          <a:spcPct val="0"/>
        </a:spcBef>
        <a:buNone/>
        <a:defRPr lang="en-US" sz="3600" kern="1200" cap="none" spc="0" baseline="0" dirty="0">
          <a:solidFill>
            <a:schemeClr val="tx1">
              <a:lumMod val="85000"/>
              <a:lumOff val="15000"/>
            </a:schemeClr>
          </a:solidFill>
          <a:effectLst/>
          <a:latin typeface="+mj-lt"/>
          <a:ea typeface="+mn-ea"/>
          <a:cs typeface="+mn-cs"/>
        </a:defRPr>
      </a:lvl1pPr>
    </p:titleStyle>
    <p:bodyStyle>
      <a:lvl1pPr marL="137160" indent="-137160" algn="l" defTabSz="685800" rtl="0" eaLnBrk="1" latinLnBrk="0" hangingPunct="1">
        <a:lnSpc>
          <a:spcPct val="100000"/>
        </a:lnSpc>
        <a:spcBef>
          <a:spcPts val="675"/>
        </a:spcBef>
        <a:spcAft>
          <a:spcPts val="0"/>
        </a:spcAft>
        <a:buClr>
          <a:schemeClr val="tx2"/>
        </a:buClr>
        <a:buFont typeface="Arial" pitchFamily="34" charset="0"/>
        <a:buChar char="•"/>
        <a:defRPr sz="1350" kern="1200">
          <a:solidFill>
            <a:schemeClr val="tx1"/>
          </a:solidFill>
          <a:latin typeface="+mn-lt"/>
          <a:ea typeface="+mn-ea"/>
          <a:cs typeface="+mn-cs"/>
        </a:defRPr>
      </a:lvl1pPr>
      <a:lvl2pPr marL="342900" indent="-137160" algn="l" defTabSz="685800" rtl="0" eaLnBrk="1" latinLnBrk="0" hangingPunct="1">
        <a:lnSpc>
          <a:spcPct val="100000"/>
        </a:lnSpc>
        <a:spcBef>
          <a:spcPts val="375"/>
        </a:spcBef>
        <a:buClr>
          <a:schemeClr val="tx2"/>
        </a:buClr>
        <a:buFont typeface="Arial" pitchFamily="34" charset="0"/>
        <a:buChar char="•"/>
        <a:defRPr sz="1200" kern="1200">
          <a:solidFill>
            <a:schemeClr val="tx1"/>
          </a:solidFill>
          <a:latin typeface="+mn-lt"/>
          <a:ea typeface="+mn-ea"/>
          <a:cs typeface="+mn-cs"/>
        </a:defRPr>
      </a:lvl2pPr>
      <a:lvl3pPr marL="548640" indent="-137160" algn="l" defTabSz="685800" rtl="0" eaLnBrk="1" latinLnBrk="0" hangingPunct="1">
        <a:lnSpc>
          <a:spcPct val="100000"/>
        </a:lnSpc>
        <a:spcBef>
          <a:spcPts val="375"/>
        </a:spcBef>
        <a:buClr>
          <a:schemeClr val="tx2"/>
        </a:buClr>
        <a:buFont typeface="Arial" pitchFamily="34" charset="0"/>
        <a:buChar char="•"/>
        <a:defRPr sz="1050" kern="1200">
          <a:solidFill>
            <a:schemeClr val="tx1"/>
          </a:solidFill>
          <a:latin typeface="+mn-lt"/>
          <a:ea typeface="+mn-ea"/>
          <a:cs typeface="+mn-cs"/>
        </a:defRPr>
      </a:lvl3pPr>
      <a:lvl4pPr marL="754380" indent="-137160" algn="l" defTabSz="685800" rtl="0" eaLnBrk="1" latinLnBrk="0" hangingPunct="1">
        <a:lnSpc>
          <a:spcPct val="100000"/>
        </a:lnSpc>
        <a:spcBef>
          <a:spcPts val="375"/>
        </a:spcBef>
        <a:buClr>
          <a:schemeClr val="tx2"/>
        </a:buClr>
        <a:buFont typeface="Arial" pitchFamily="34" charset="0"/>
        <a:buChar char="•"/>
        <a:defRPr sz="1050" kern="1200">
          <a:solidFill>
            <a:schemeClr val="tx1"/>
          </a:solidFill>
          <a:latin typeface="+mn-lt"/>
          <a:ea typeface="+mn-ea"/>
          <a:cs typeface="+mn-cs"/>
        </a:defRPr>
      </a:lvl4pPr>
      <a:lvl5pPr marL="960120" indent="-137160" algn="l" defTabSz="685800" rtl="0" eaLnBrk="1" latinLnBrk="0" hangingPunct="1">
        <a:lnSpc>
          <a:spcPct val="100000"/>
        </a:lnSpc>
        <a:spcBef>
          <a:spcPts val="375"/>
        </a:spcBef>
        <a:buClr>
          <a:schemeClr val="tx2"/>
        </a:buClr>
        <a:buFont typeface="Arial" pitchFamily="34" charset="0"/>
        <a:buChar char="•"/>
        <a:defRPr sz="1050" kern="1200">
          <a:solidFill>
            <a:schemeClr val="tx1"/>
          </a:solidFill>
          <a:latin typeface="+mn-lt"/>
          <a:ea typeface="+mn-ea"/>
          <a:cs typeface="+mn-cs"/>
        </a:defRPr>
      </a:lvl5pPr>
      <a:lvl6pPr marL="1200000" indent="-171450" algn="l" defTabSz="685800" rtl="0" eaLnBrk="1" latinLnBrk="0" hangingPunct="1">
        <a:lnSpc>
          <a:spcPct val="100000"/>
        </a:lnSpc>
        <a:spcBef>
          <a:spcPts val="375"/>
        </a:spcBef>
        <a:buClr>
          <a:schemeClr val="tx2"/>
        </a:buClr>
        <a:buFont typeface="Arial" pitchFamily="34" charset="0"/>
        <a:buChar char="•"/>
        <a:defRPr sz="1050" kern="1200">
          <a:solidFill>
            <a:schemeClr val="tx1"/>
          </a:solidFill>
          <a:latin typeface="+mn-lt"/>
          <a:ea typeface="+mn-ea"/>
          <a:cs typeface="+mn-cs"/>
        </a:defRPr>
      </a:lvl6pPr>
      <a:lvl7pPr marL="1425000" indent="-171450" algn="l" defTabSz="685800" rtl="0" eaLnBrk="1" latinLnBrk="0" hangingPunct="1">
        <a:lnSpc>
          <a:spcPct val="100000"/>
        </a:lnSpc>
        <a:spcBef>
          <a:spcPts val="375"/>
        </a:spcBef>
        <a:buClr>
          <a:schemeClr val="tx2"/>
        </a:buClr>
        <a:buFont typeface="Arial" pitchFamily="34" charset="0"/>
        <a:buChar char="•"/>
        <a:defRPr sz="1050" kern="1200">
          <a:solidFill>
            <a:schemeClr val="tx1"/>
          </a:solidFill>
          <a:latin typeface="+mn-lt"/>
          <a:ea typeface="+mn-ea"/>
          <a:cs typeface="+mn-cs"/>
        </a:defRPr>
      </a:lvl7pPr>
      <a:lvl8pPr marL="1650000" indent="-171450" algn="l" defTabSz="685800" rtl="0" eaLnBrk="1" latinLnBrk="0" hangingPunct="1">
        <a:lnSpc>
          <a:spcPct val="100000"/>
        </a:lnSpc>
        <a:spcBef>
          <a:spcPts val="375"/>
        </a:spcBef>
        <a:buClr>
          <a:schemeClr val="tx2"/>
        </a:buClr>
        <a:buFont typeface="Arial" pitchFamily="34" charset="0"/>
        <a:buChar char="•"/>
        <a:defRPr sz="1050" kern="1200">
          <a:solidFill>
            <a:schemeClr val="tx1"/>
          </a:solidFill>
          <a:latin typeface="+mn-lt"/>
          <a:ea typeface="+mn-ea"/>
          <a:cs typeface="+mn-cs"/>
        </a:defRPr>
      </a:lvl8pPr>
      <a:lvl9pPr marL="1875000" indent="-171450" algn="l" defTabSz="685800" rtl="0" eaLnBrk="1" latinLnBrk="0" hangingPunct="1">
        <a:lnSpc>
          <a:spcPct val="100000"/>
        </a:lnSpc>
        <a:spcBef>
          <a:spcPts val="375"/>
        </a:spcBef>
        <a:buClr>
          <a:schemeClr val="tx2"/>
        </a:buClr>
        <a:buFont typeface="Arial"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7"/>
          <p:cNvSpPr txBox="1">
            <a:spLocks noGrp="1"/>
          </p:cNvSpPr>
          <p:nvPr>
            <p:ph type="ctrTitle"/>
          </p:nvPr>
        </p:nvSpPr>
        <p:spPr>
          <a:xfrm>
            <a:off x="1546860" y="2223361"/>
            <a:ext cx="6532880" cy="1332640"/>
          </a:xfrm>
          <a:prstGeom prst="rect">
            <a:avLst/>
          </a:prstGeom>
        </p:spPr>
        <p:txBody>
          <a:bodyPr spcFirstLastPara="1" wrap="square" lIns="0" tIns="0" rIns="0" bIns="0" anchor="ctr" anchorCtr="0">
            <a:noAutofit/>
          </a:bodyPr>
          <a:lstStyle/>
          <a:p>
            <a:pPr lvl="0">
              <a:lnSpc>
                <a:spcPct val="100000"/>
              </a:lnSpc>
            </a:pPr>
            <a:r>
              <a:rPr lang="en" sz="3200" b="1" dirty="0">
                <a:solidFill>
                  <a:srgbClr val="88FFF0"/>
                </a:solidFill>
              </a:rPr>
              <a:t>Strategic Capacity Planning for Products and Services</a:t>
            </a:r>
            <a:br>
              <a:rPr lang="en" sz="3600" dirty="0">
                <a:solidFill>
                  <a:schemeClr val="tx1"/>
                </a:solidFill>
              </a:rPr>
            </a:br>
            <a:r>
              <a:rPr lang="en-GB" sz="2800" b="1" dirty="0">
                <a:solidFill>
                  <a:srgbClr val="FFFF00"/>
                </a:solidFill>
              </a:rPr>
              <a:t>Chapter # 4</a:t>
            </a:r>
            <a:endParaRPr sz="4800" b="1" dirty="0">
              <a:solidFill>
                <a:srgbClr val="FF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0DC49FE-5FF0-FF7B-2396-C5E12A6C203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pic>
        <p:nvPicPr>
          <p:cNvPr id="7" name="Picture 6">
            <a:extLst>
              <a:ext uri="{FF2B5EF4-FFF2-40B4-BE49-F238E27FC236}">
                <a16:creationId xmlns:a16="http://schemas.microsoft.com/office/drawing/2014/main" id="{7C9383CB-8125-0602-058F-453949BC34A9}"/>
              </a:ext>
            </a:extLst>
          </p:cNvPr>
          <p:cNvPicPr>
            <a:picLocks noChangeAspect="1"/>
          </p:cNvPicPr>
          <p:nvPr/>
        </p:nvPicPr>
        <p:blipFill>
          <a:blip r:embed="rId2"/>
          <a:stretch>
            <a:fillRect/>
          </a:stretch>
        </p:blipFill>
        <p:spPr>
          <a:xfrm>
            <a:off x="2536698" y="358376"/>
            <a:ext cx="3193542" cy="2871504"/>
          </a:xfrm>
          <a:prstGeom prst="rect">
            <a:avLst/>
          </a:prstGeom>
        </p:spPr>
      </p:pic>
      <p:sp>
        <p:nvSpPr>
          <p:cNvPr id="8" name="TextBox 7">
            <a:extLst>
              <a:ext uri="{FF2B5EF4-FFF2-40B4-BE49-F238E27FC236}">
                <a16:creationId xmlns:a16="http://schemas.microsoft.com/office/drawing/2014/main" id="{844C475F-CA43-D795-5409-C842D99F19F0}"/>
              </a:ext>
            </a:extLst>
          </p:cNvPr>
          <p:cNvSpPr txBox="1"/>
          <p:nvPr/>
        </p:nvSpPr>
        <p:spPr>
          <a:xfrm>
            <a:off x="548640" y="3401568"/>
            <a:ext cx="6230112" cy="1477328"/>
          </a:xfrm>
          <a:prstGeom prst="rect">
            <a:avLst/>
          </a:prstGeom>
          <a:noFill/>
        </p:spPr>
        <p:txBody>
          <a:bodyPr wrap="square" rtlCol="0">
            <a:spAutoFit/>
          </a:bodyPr>
          <a:lstStyle/>
          <a:p>
            <a:pPr algn="l">
              <a:buFont typeface="Arial" panose="020B0604020202020204" pitchFamily="34" charset="0"/>
              <a:buChar char="•"/>
            </a:pPr>
            <a:r>
              <a:rPr lang="en-US" b="0" i="0" dirty="0">
                <a:effectLst/>
                <a:latin typeface="Open Sans" panose="020B0604020202020204" pitchFamily="34" charset="0"/>
              </a:rPr>
              <a:t>High strategic value; high cost — </a:t>
            </a:r>
            <a:r>
              <a:rPr lang="en-US" b="0" i="1" dirty="0">
                <a:effectLst/>
                <a:latin typeface="Open Sans" panose="020B0604020202020204" pitchFamily="34" charset="0"/>
              </a:rPr>
              <a:t>Make</a:t>
            </a:r>
            <a:endParaRPr lang="en-US" b="0" i="0" dirty="0">
              <a:effectLst/>
              <a:latin typeface="Open Sans" panose="020B0604020202020204" pitchFamily="34" charset="0"/>
            </a:endParaRPr>
          </a:p>
          <a:p>
            <a:pPr algn="l">
              <a:buFont typeface="Arial" panose="020B0604020202020204" pitchFamily="34" charset="0"/>
              <a:buChar char="•"/>
            </a:pPr>
            <a:r>
              <a:rPr lang="en-US" b="0" i="0" dirty="0">
                <a:effectLst/>
                <a:latin typeface="Open Sans" panose="020B0604020202020204" pitchFamily="34" charset="0"/>
              </a:rPr>
              <a:t>High strategic value; low cost — </a:t>
            </a:r>
            <a:r>
              <a:rPr lang="en-US" b="0" i="1" dirty="0">
                <a:effectLst/>
                <a:latin typeface="Open Sans" panose="020B0604020202020204" pitchFamily="34" charset="0"/>
              </a:rPr>
              <a:t>Weigh Cost/Benefit</a:t>
            </a:r>
            <a:endParaRPr lang="en-US" b="0" i="0" dirty="0">
              <a:effectLst/>
              <a:latin typeface="Open Sans" panose="020B0604020202020204" pitchFamily="34" charset="0"/>
            </a:endParaRPr>
          </a:p>
          <a:p>
            <a:pPr algn="l">
              <a:buFont typeface="Arial" panose="020B0604020202020204" pitchFamily="34" charset="0"/>
              <a:buChar char="•"/>
            </a:pPr>
            <a:r>
              <a:rPr lang="en-US" b="0" i="0" dirty="0">
                <a:effectLst/>
                <a:latin typeface="Open Sans" panose="020B0604020202020204" pitchFamily="34" charset="0"/>
              </a:rPr>
              <a:t>Low strategic value, high cost — </a:t>
            </a:r>
            <a:r>
              <a:rPr lang="en-US" b="0" i="1" dirty="0">
                <a:effectLst/>
                <a:latin typeface="Open Sans" panose="020B0604020202020204" pitchFamily="34" charset="0"/>
              </a:rPr>
              <a:t>Defer or Judgment Call</a:t>
            </a:r>
            <a:endParaRPr lang="en-US" b="0" i="0" dirty="0">
              <a:effectLst/>
              <a:latin typeface="Open Sans" panose="020B0604020202020204" pitchFamily="34" charset="0"/>
            </a:endParaRPr>
          </a:p>
          <a:p>
            <a:pPr algn="l">
              <a:buFont typeface="Arial" panose="020B0604020202020204" pitchFamily="34" charset="0"/>
              <a:buChar char="•"/>
            </a:pPr>
            <a:r>
              <a:rPr lang="en-US" b="0" i="0" dirty="0">
                <a:effectLst/>
                <a:latin typeface="Open Sans" panose="020B0604020202020204" pitchFamily="34" charset="0"/>
              </a:rPr>
              <a:t>Low strategic value, low cost — </a:t>
            </a:r>
            <a:r>
              <a:rPr lang="en-US" b="0" i="1" dirty="0">
                <a:effectLst/>
                <a:latin typeface="Open Sans" panose="020B0604020202020204" pitchFamily="34" charset="0"/>
              </a:rPr>
              <a:t>Buy</a:t>
            </a:r>
            <a:endParaRPr lang="en-US" b="0" i="0" dirty="0">
              <a:effectLst/>
              <a:latin typeface="Open Sans" panose="020B0604020202020204" pitchFamily="34" charset="0"/>
            </a:endParaRPr>
          </a:p>
          <a:p>
            <a:endParaRPr lang="en-US" dirty="0"/>
          </a:p>
        </p:txBody>
      </p:sp>
    </p:spTree>
    <p:extLst>
      <p:ext uri="{BB962C8B-B14F-4D97-AF65-F5344CB8AC3E}">
        <p14:creationId xmlns:p14="http://schemas.microsoft.com/office/powerpoint/2010/main" val="33256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5B4EB-48B2-3E45-A58F-300E9A03105A}"/>
              </a:ext>
            </a:extLst>
          </p:cNvPr>
          <p:cNvSpPr>
            <a:spLocks noGrp="1"/>
          </p:cNvSpPr>
          <p:nvPr>
            <p:ph type="title"/>
          </p:nvPr>
        </p:nvSpPr>
        <p:spPr>
          <a:xfrm>
            <a:off x="410431" y="230865"/>
            <a:ext cx="7141029" cy="714016"/>
          </a:xfrm>
        </p:spPr>
        <p:txBody>
          <a:bodyPr/>
          <a:lstStyle/>
          <a:p>
            <a:r>
              <a:rPr lang="en-GB" b="1" dirty="0">
                <a:solidFill>
                  <a:srgbClr val="E5EF22"/>
                </a:solidFill>
              </a:rPr>
              <a:t>Capacity Planning</a:t>
            </a:r>
            <a:endParaRPr lang="en-BD" b="1" dirty="0">
              <a:solidFill>
                <a:srgbClr val="E5EF22"/>
              </a:solidFill>
            </a:endParaRPr>
          </a:p>
        </p:txBody>
      </p:sp>
      <p:sp>
        <p:nvSpPr>
          <p:cNvPr id="3" name="Text Placeholder 2">
            <a:extLst>
              <a:ext uri="{FF2B5EF4-FFF2-40B4-BE49-F238E27FC236}">
                <a16:creationId xmlns:a16="http://schemas.microsoft.com/office/drawing/2014/main" id="{5A6FFAA3-9A70-4946-92BA-C59BD6C6CCE5}"/>
              </a:ext>
            </a:extLst>
          </p:cNvPr>
          <p:cNvSpPr>
            <a:spLocks noGrp="1"/>
          </p:cNvSpPr>
          <p:nvPr>
            <p:ph type="body" idx="1"/>
          </p:nvPr>
        </p:nvSpPr>
        <p:spPr>
          <a:xfrm>
            <a:off x="410431" y="1106532"/>
            <a:ext cx="8136669" cy="3420900"/>
          </a:xfrm>
        </p:spPr>
        <p:txBody>
          <a:bodyPr/>
          <a:lstStyle/>
          <a:p>
            <a:pPr marL="76200" indent="0" algn="just">
              <a:buNone/>
            </a:pPr>
            <a:r>
              <a:rPr lang="en-GB" sz="1800" dirty="0">
                <a:solidFill>
                  <a:srgbClr val="00B0F0"/>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r>
              <a:rPr lang="en-GB" sz="18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t>
            </a:r>
            <a:r>
              <a:rPr lang="en-GB" sz="2000" b="1" dirty="0">
                <a:solidFill>
                  <a:srgbClr val="92D05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Capacity</a:t>
            </a:r>
            <a:r>
              <a:rPr lang="en-GB" sz="1800" dirty="0">
                <a:latin typeface="Tahoma" panose="020B0604030504040204" pitchFamily="34" charset="0"/>
                <a:ea typeface="Tahoma" panose="020B0604030504040204" pitchFamily="34" charset="0"/>
                <a:cs typeface="Tahoma" panose="020B0604030504040204" pitchFamily="34" charset="0"/>
              </a:rPr>
              <a:t> refers to an upper limit or ceiling on the load that an operating unit can handle. </a:t>
            </a:r>
          </a:p>
          <a:p>
            <a:pPr marL="76200" indent="0" algn="just">
              <a:buNone/>
            </a:pPr>
            <a:endParaRPr lang="en-GB" sz="800" dirty="0">
              <a:latin typeface="Tahoma" panose="020B0604030504040204" pitchFamily="34" charset="0"/>
              <a:ea typeface="Tahoma" panose="020B0604030504040204" pitchFamily="34" charset="0"/>
              <a:cs typeface="Tahoma" panose="020B0604030504040204" pitchFamily="34" charset="0"/>
            </a:endParaRPr>
          </a:p>
          <a:p>
            <a:pPr marL="76200" indent="0" algn="just">
              <a:buNone/>
            </a:pPr>
            <a:r>
              <a:rPr lang="en-GB" sz="1800" dirty="0">
                <a:solidFill>
                  <a:schemeClr val="accent3">
                    <a:lumMod val="40000"/>
                    <a:lumOff val="60000"/>
                  </a:schemeClr>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a:t>
            </a:r>
            <a:r>
              <a:rPr lang="en-GB" sz="1800" dirty="0">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1800" dirty="0">
                <a:latin typeface="Tahoma" panose="020B0604030504040204" pitchFamily="34" charset="0"/>
                <a:ea typeface="Tahoma" panose="020B0604030504040204" pitchFamily="34" charset="0"/>
                <a:cs typeface="Tahoma" panose="020B0604030504040204" pitchFamily="34" charset="0"/>
              </a:rPr>
              <a:t>The load might be in terms of the number of </a:t>
            </a:r>
            <a:r>
              <a:rPr lang="en-GB" sz="1800" b="1" dirty="0">
                <a:solidFill>
                  <a:srgbClr val="66FFFF"/>
                </a:solidFill>
                <a:latin typeface="Tahoma" panose="020B0604030504040204" pitchFamily="34" charset="0"/>
                <a:ea typeface="Tahoma" panose="020B0604030504040204" pitchFamily="34" charset="0"/>
                <a:cs typeface="Tahoma" panose="020B0604030504040204" pitchFamily="34" charset="0"/>
              </a:rPr>
              <a:t>physical units produced </a:t>
            </a:r>
            <a:r>
              <a:rPr lang="en-GB" sz="1800" dirty="0">
                <a:latin typeface="Tahoma" panose="020B0604030504040204" pitchFamily="34" charset="0"/>
                <a:ea typeface="Tahoma" panose="020B0604030504040204" pitchFamily="34" charset="0"/>
                <a:cs typeface="Tahoma" panose="020B0604030504040204" pitchFamily="34" charset="0"/>
              </a:rPr>
              <a:t>(e.g., bicycles assembled per hour) or the number of </a:t>
            </a:r>
            <a:r>
              <a:rPr lang="en-GB" sz="1800" b="1" dirty="0">
                <a:solidFill>
                  <a:schemeClr val="accent6">
                    <a:lumMod val="25000"/>
                    <a:lumOff val="75000"/>
                  </a:schemeClr>
                </a:solidFill>
                <a:latin typeface="Tahoma" panose="020B0604030504040204" pitchFamily="34" charset="0"/>
                <a:ea typeface="Tahoma" panose="020B0604030504040204" pitchFamily="34" charset="0"/>
                <a:cs typeface="Tahoma" panose="020B0604030504040204" pitchFamily="34" charset="0"/>
              </a:rPr>
              <a:t>services performed </a:t>
            </a:r>
            <a:r>
              <a:rPr lang="en-GB" sz="1800" dirty="0">
                <a:latin typeface="Tahoma" panose="020B0604030504040204" pitchFamily="34" charset="0"/>
                <a:ea typeface="Tahoma" panose="020B0604030504040204" pitchFamily="34" charset="0"/>
                <a:cs typeface="Tahoma" panose="020B0604030504040204" pitchFamily="34" charset="0"/>
              </a:rPr>
              <a:t>(e.g., computers upgraded per hour).</a:t>
            </a:r>
          </a:p>
          <a:p>
            <a:pPr marL="76200" indent="0" algn="just">
              <a:buNone/>
            </a:pPr>
            <a:endParaRPr lang="en-GB" sz="800" dirty="0">
              <a:latin typeface="Tahoma" panose="020B0604030504040204" pitchFamily="34" charset="0"/>
              <a:ea typeface="Tahoma" panose="020B0604030504040204" pitchFamily="34" charset="0"/>
              <a:cs typeface="Tahoma" panose="020B0604030504040204" pitchFamily="34" charset="0"/>
            </a:endParaRPr>
          </a:p>
          <a:p>
            <a:pPr marL="76200" indent="0" algn="just">
              <a:buNone/>
            </a:pPr>
            <a:r>
              <a:rPr lang="en-GB" sz="1800" dirty="0">
                <a:solidFill>
                  <a:schemeClr val="accent3">
                    <a:lumMod val="40000"/>
                    <a:lumOff val="60000"/>
                  </a:schemeClr>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a:t>
            </a:r>
            <a:r>
              <a:rPr lang="en-GB" sz="1800" dirty="0">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1800" dirty="0">
                <a:latin typeface="Tahoma" panose="020B0604030504040204" pitchFamily="34" charset="0"/>
                <a:ea typeface="Tahoma" panose="020B0604030504040204" pitchFamily="34" charset="0"/>
                <a:cs typeface="Tahoma" panose="020B0604030504040204" pitchFamily="34" charset="0"/>
              </a:rPr>
              <a:t>The operating unit might be a </a:t>
            </a:r>
            <a:r>
              <a:rPr lang="en-GB" sz="1800" b="1" dirty="0">
                <a:solidFill>
                  <a:srgbClr val="FFCC66"/>
                </a:solidFill>
                <a:latin typeface="Tahoma" panose="020B0604030504040204" pitchFamily="34" charset="0"/>
                <a:ea typeface="Tahoma" panose="020B0604030504040204" pitchFamily="34" charset="0"/>
                <a:cs typeface="Tahoma" panose="020B0604030504040204" pitchFamily="34" charset="0"/>
              </a:rPr>
              <a:t>plant</a:t>
            </a:r>
            <a:r>
              <a:rPr lang="en-GB" sz="1800" dirty="0">
                <a:latin typeface="Tahoma" panose="020B0604030504040204" pitchFamily="34" charset="0"/>
                <a:ea typeface="Tahoma" panose="020B0604030504040204" pitchFamily="34" charset="0"/>
                <a:cs typeface="Tahoma" panose="020B0604030504040204" pitchFamily="34" charset="0"/>
              </a:rPr>
              <a:t>, </a:t>
            </a:r>
            <a:r>
              <a:rPr lang="en-GB" sz="1800" b="1" dirty="0">
                <a:solidFill>
                  <a:srgbClr val="7CF07C"/>
                </a:solidFill>
                <a:latin typeface="Tahoma" panose="020B0604030504040204" pitchFamily="34" charset="0"/>
                <a:ea typeface="Tahoma" panose="020B0604030504040204" pitchFamily="34" charset="0"/>
                <a:cs typeface="Tahoma" panose="020B0604030504040204" pitchFamily="34" charset="0"/>
              </a:rPr>
              <a:t>department</a:t>
            </a:r>
            <a:r>
              <a:rPr lang="en-GB" sz="1800" dirty="0">
                <a:latin typeface="Tahoma" panose="020B0604030504040204" pitchFamily="34" charset="0"/>
                <a:ea typeface="Tahoma" panose="020B0604030504040204" pitchFamily="34" charset="0"/>
                <a:cs typeface="Tahoma" panose="020B0604030504040204" pitchFamily="34" charset="0"/>
              </a:rPr>
              <a:t>, </a:t>
            </a:r>
            <a:r>
              <a:rPr lang="en-GB" sz="1800" b="1" dirty="0">
                <a:solidFill>
                  <a:schemeClr val="accent5">
                    <a:lumMod val="25000"/>
                    <a:lumOff val="75000"/>
                  </a:schemeClr>
                </a:solidFill>
                <a:latin typeface="Tahoma" panose="020B0604030504040204" pitchFamily="34" charset="0"/>
                <a:ea typeface="Tahoma" panose="020B0604030504040204" pitchFamily="34" charset="0"/>
                <a:cs typeface="Tahoma" panose="020B0604030504040204" pitchFamily="34" charset="0"/>
              </a:rPr>
              <a:t>machine</a:t>
            </a:r>
            <a:r>
              <a:rPr lang="en-GB" sz="1800" dirty="0">
                <a:latin typeface="Tahoma" panose="020B0604030504040204" pitchFamily="34" charset="0"/>
                <a:ea typeface="Tahoma" panose="020B0604030504040204" pitchFamily="34" charset="0"/>
                <a:cs typeface="Tahoma" panose="020B0604030504040204" pitchFamily="34" charset="0"/>
              </a:rPr>
              <a:t>, </a:t>
            </a:r>
            <a:r>
              <a:rPr lang="en-GB" sz="1800" b="1" dirty="0">
                <a:solidFill>
                  <a:schemeClr val="accent1">
                    <a:lumMod val="40000"/>
                    <a:lumOff val="60000"/>
                  </a:schemeClr>
                </a:solidFill>
                <a:latin typeface="Tahoma" panose="020B0604030504040204" pitchFamily="34" charset="0"/>
                <a:ea typeface="Tahoma" panose="020B0604030504040204" pitchFamily="34" charset="0"/>
                <a:cs typeface="Tahoma" panose="020B0604030504040204" pitchFamily="34" charset="0"/>
              </a:rPr>
              <a:t>store</a:t>
            </a:r>
            <a:r>
              <a:rPr lang="en-GB" sz="1800" dirty="0">
                <a:latin typeface="Tahoma" panose="020B0604030504040204" pitchFamily="34" charset="0"/>
                <a:ea typeface="Tahoma" panose="020B0604030504040204" pitchFamily="34" charset="0"/>
                <a:cs typeface="Tahoma" panose="020B0604030504040204" pitchFamily="34" charset="0"/>
              </a:rPr>
              <a:t>, or </a:t>
            </a:r>
            <a:r>
              <a:rPr lang="en-GB" sz="1800" b="1" dirty="0">
                <a:solidFill>
                  <a:srgbClr val="99FFCC"/>
                </a:solidFill>
                <a:latin typeface="Tahoma" panose="020B0604030504040204" pitchFamily="34" charset="0"/>
                <a:ea typeface="Tahoma" panose="020B0604030504040204" pitchFamily="34" charset="0"/>
                <a:cs typeface="Tahoma" panose="020B0604030504040204" pitchFamily="34" charset="0"/>
              </a:rPr>
              <a:t>worker</a:t>
            </a:r>
            <a:r>
              <a:rPr lang="en-GB" sz="1800" dirty="0">
                <a:latin typeface="Tahoma" panose="020B0604030504040204" pitchFamily="34" charset="0"/>
                <a:ea typeface="Tahoma" panose="020B0604030504040204" pitchFamily="34" charset="0"/>
                <a:cs typeface="Tahoma" panose="020B0604030504040204" pitchFamily="34" charset="0"/>
              </a:rPr>
              <a:t>.</a:t>
            </a:r>
          </a:p>
          <a:p>
            <a:pPr marL="76200" indent="0" algn="just">
              <a:buNone/>
            </a:pPr>
            <a:endParaRPr lang="en-GB" sz="800" dirty="0">
              <a:latin typeface="Tahoma" panose="020B0604030504040204" pitchFamily="34" charset="0"/>
              <a:ea typeface="Tahoma" panose="020B0604030504040204" pitchFamily="34" charset="0"/>
              <a:cs typeface="Tahoma" panose="020B0604030504040204" pitchFamily="34" charset="0"/>
            </a:endParaRPr>
          </a:p>
          <a:p>
            <a:pPr marL="76200" indent="0" algn="just">
              <a:buNone/>
            </a:pPr>
            <a:r>
              <a:rPr lang="en-GB" sz="1800" dirty="0">
                <a:solidFill>
                  <a:schemeClr val="accent3">
                    <a:lumMod val="40000"/>
                    <a:lumOff val="60000"/>
                  </a:schemeClr>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1800" dirty="0">
                <a:latin typeface="Tahoma" panose="020B0604030504040204" pitchFamily="34" charset="0"/>
                <a:ea typeface="Tahoma" panose="020B0604030504040204" pitchFamily="34" charset="0"/>
                <a:cs typeface="Tahoma" panose="020B0604030504040204" pitchFamily="34" charset="0"/>
              </a:rPr>
              <a:t>Capacity needs include </a:t>
            </a:r>
            <a:r>
              <a:rPr lang="en-GB" sz="1800" b="1" dirty="0">
                <a:solidFill>
                  <a:schemeClr val="accent6">
                    <a:lumMod val="10000"/>
                    <a:lumOff val="90000"/>
                  </a:schemeClr>
                </a:solidFill>
                <a:latin typeface="Tahoma" panose="020B0604030504040204" pitchFamily="34" charset="0"/>
                <a:ea typeface="Tahoma" panose="020B0604030504040204" pitchFamily="34" charset="0"/>
                <a:cs typeface="Tahoma" panose="020B0604030504040204" pitchFamily="34" charset="0"/>
              </a:rPr>
              <a:t>equipment</a:t>
            </a:r>
            <a:r>
              <a:rPr lang="en-GB" sz="1800" dirty="0">
                <a:latin typeface="Tahoma" panose="020B0604030504040204" pitchFamily="34" charset="0"/>
                <a:ea typeface="Tahoma" panose="020B0604030504040204" pitchFamily="34" charset="0"/>
                <a:cs typeface="Tahoma" panose="020B0604030504040204" pitchFamily="34" charset="0"/>
              </a:rPr>
              <a:t>, </a:t>
            </a:r>
            <a:r>
              <a:rPr lang="en-GB" sz="1800" b="1" dirty="0">
                <a:solidFill>
                  <a:srgbClr val="FFFF00"/>
                </a:solidFill>
                <a:latin typeface="Tahoma" panose="020B0604030504040204" pitchFamily="34" charset="0"/>
                <a:ea typeface="Tahoma" panose="020B0604030504040204" pitchFamily="34" charset="0"/>
                <a:cs typeface="Tahoma" panose="020B0604030504040204" pitchFamily="34" charset="0"/>
              </a:rPr>
              <a:t>space</a:t>
            </a:r>
            <a:r>
              <a:rPr lang="en-GB" sz="1800" dirty="0">
                <a:latin typeface="Tahoma" panose="020B0604030504040204" pitchFamily="34" charset="0"/>
                <a:ea typeface="Tahoma" panose="020B0604030504040204" pitchFamily="34" charset="0"/>
                <a:cs typeface="Tahoma" panose="020B0604030504040204" pitchFamily="34" charset="0"/>
              </a:rPr>
              <a:t>, and </a:t>
            </a:r>
            <a:r>
              <a:rPr lang="en-GB" sz="1800" b="1" dirty="0">
                <a:solidFill>
                  <a:srgbClr val="CCFF66"/>
                </a:solidFill>
                <a:latin typeface="Tahoma" panose="020B0604030504040204" pitchFamily="34" charset="0"/>
                <a:ea typeface="Tahoma" panose="020B0604030504040204" pitchFamily="34" charset="0"/>
                <a:cs typeface="Tahoma" panose="020B0604030504040204" pitchFamily="34" charset="0"/>
              </a:rPr>
              <a:t>employee skills</a:t>
            </a:r>
            <a:r>
              <a:rPr lang="en-GB" sz="1800" dirty="0">
                <a:latin typeface="Tahoma" panose="020B0604030504040204" pitchFamily="34" charset="0"/>
                <a:ea typeface="Tahoma" panose="020B0604030504040204" pitchFamily="34" charset="0"/>
                <a:cs typeface="Tahoma" panose="020B0604030504040204" pitchFamily="34" charset="0"/>
              </a:rPr>
              <a:t>.</a:t>
            </a:r>
            <a:endParaRPr lang="en-BD" dirty="0"/>
          </a:p>
        </p:txBody>
      </p:sp>
      <p:sp>
        <p:nvSpPr>
          <p:cNvPr id="4" name="Slide Number Placeholder 3">
            <a:extLst>
              <a:ext uri="{FF2B5EF4-FFF2-40B4-BE49-F238E27FC236}">
                <a16:creationId xmlns:a16="http://schemas.microsoft.com/office/drawing/2014/main" id="{84116D43-8A4D-81AC-39C2-1A6423E9B60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extLst>
      <p:ext uri="{BB962C8B-B14F-4D97-AF65-F5344CB8AC3E}">
        <p14:creationId xmlns:p14="http://schemas.microsoft.com/office/powerpoint/2010/main" val="1810906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5B4EB-48B2-3E45-A58F-300E9A03105A}"/>
              </a:ext>
            </a:extLst>
          </p:cNvPr>
          <p:cNvSpPr>
            <a:spLocks noGrp="1"/>
          </p:cNvSpPr>
          <p:nvPr>
            <p:ph type="title"/>
          </p:nvPr>
        </p:nvSpPr>
        <p:spPr>
          <a:xfrm>
            <a:off x="410431" y="230865"/>
            <a:ext cx="7141029" cy="714016"/>
          </a:xfrm>
        </p:spPr>
        <p:txBody>
          <a:bodyPr/>
          <a:lstStyle/>
          <a:p>
            <a:r>
              <a:rPr lang="en-GB" b="1" dirty="0">
                <a:solidFill>
                  <a:srgbClr val="E5EF22"/>
                </a:solidFill>
              </a:rPr>
              <a:t>Capacity Planning</a:t>
            </a:r>
            <a:endParaRPr lang="en-BD" b="1" dirty="0">
              <a:solidFill>
                <a:srgbClr val="E5EF22"/>
              </a:solidFill>
            </a:endParaRPr>
          </a:p>
        </p:txBody>
      </p:sp>
      <p:sp>
        <p:nvSpPr>
          <p:cNvPr id="3" name="Text Placeholder 2">
            <a:extLst>
              <a:ext uri="{FF2B5EF4-FFF2-40B4-BE49-F238E27FC236}">
                <a16:creationId xmlns:a16="http://schemas.microsoft.com/office/drawing/2014/main" id="{5A6FFAA3-9A70-4946-92BA-C59BD6C6CCE5}"/>
              </a:ext>
            </a:extLst>
          </p:cNvPr>
          <p:cNvSpPr>
            <a:spLocks noGrp="1"/>
          </p:cNvSpPr>
          <p:nvPr>
            <p:ph type="body" idx="1"/>
          </p:nvPr>
        </p:nvSpPr>
        <p:spPr>
          <a:xfrm>
            <a:off x="625080" y="1119232"/>
            <a:ext cx="7972820" cy="3420900"/>
          </a:xfrm>
        </p:spPr>
        <p:txBody>
          <a:bodyPr/>
          <a:lstStyle/>
          <a:p>
            <a:pPr marL="76200" indent="0" algn="just">
              <a:buNone/>
            </a:pPr>
            <a:r>
              <a:rPr lang="en-GB" sz="2000" dirty="0">
                <a:solidFill>
                  <a:srgbClr val="00B0F0"/>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r>
              <a:rPr lang="en-GB" sz="20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t>
            </a:r>
            <a:r>
              <a:rPr lang="en-GB" sz="2000" dirty="0">
                <a:latin typeface="Tahoma" panose="020B0604030504040204" pitchFamily="34" charset="0"/>
                <a:ea typeface="Tahoma" panose="020B0604030504040204" pitchFamily="34" charset="0"/>
                <a:cs typeface="Tahoma" panose="020B0604030504040204" pitchFamily="34" charset="0"/>
              </a:rPr>
              <a:t>The key questions in capacity planning are the following:</a:t>
            </a:r>
          </a:p>
          <a:p>
            <a:pPr marL="76200" indent="0" algn="just">
              <a:buNone/>
            </a:pPr>
            <a:endParaRPr lang="en-GB" sz="900" dirty="0">
              <a:latin typeface="Tahoma" panose="020B0604030504040204" pitchFamily="34" charset="0"/>
              <a:ea typeface="Tahoma" panose="020B0604030504040204" pitchFamily="34" charset="0"/>
              <a:cs typeface="Tahoma" panose="020B0604030504040204" pitchFamily="34" charset="0"/>
            </a:endParaRPr>
          </a:p>
          <a:p>
            <a:pPr algn="just"/>
            <a:r>
              <a:rPr lang="en-GB" sz="2000" dirty="0">
                <a:latin typeface="Tahoma" panose="020B0604030504040204" pitchFamily="34" charset="0"/>
                <a:ea typeface="Tahoma" panose="020B0604030504040204" pitchFamily="34" charset="0"/>
                <a:cs typeface="Tahoma" panose="020B0604030504040204" pitchFamily="34" charset="0"/>
              </a:rPr>
              <a:t>What kind of capacity is needed?</a:t>
            </a:r>
          </a:p>
          <a:p>
            <a:pPr marL="76200" indent="0" algn="just">
              <a:buNone/>
            </a:pPr>
            <a:endParaRPr lang="en-GB" sz="900" dirty="0">
              <a:latin typeface="Tahoma" panose="020B0604030504040204" pitchFamily="34" charset="0"/>
              <a:ea typeface="Tahoma" panose="020B0604030504040204" pitchFamily="34" charset="0"/>
              <a:cs typeface="Tahoma" panose="020B0604030504040204" pitchFamily="34" charset="0"/>
            </a:endParaRPr>
          </a:p>
          <a:p>
            <a:pPr algn="just"/>
            <a:r>
              <a:rPr lang="en-GB" sz="2000" dirty="0">
                <a:latin typeface="Tahoma" panose="020B0604030504040204" pitchFamily="34" charset="0"/>
                <a:ea typeface="Tahoma" panose="020B0604030504040204" pitchFamily="34" charset="0"/>
                <a:cs typeface="Tahoma" panose="020B0604030504040204" pitchFamily="34" charset="0"/>
              </a:rPr>
              <a:t>How much is needed to match demand? </a:t>
            </a:r>
          </a:p>
          <a:p>
            <a:pPr marL="76200" indent="0" algn="just">
              <a:buNone/>
            </a:pPr>
            <a:endParaRPr lang="en-GB" sz="900" dirty="0">
              <a:latin typeface="Tahoma" panose="020B0604030504040204" pitchFamily="34" charset="0"/>
              <a:ea typeface="Tahoma" panose="020B0604030504040204" pitchFamily="34" charset="0"/>
              <a:cs typeface="Tahoma" panose="020B0604030504040204" pitchFamily="34" charset="0"/>
            </a:endParaRPr>
          </a:p>
          <a:p>
            <a:pPr algn="just"/>
            <a:r>
              <a:rPr lang="en-GB" sz="2000" dirty="0">
                <a:latin typeface="Tahoma" panose="020B0604030504040204" pitchFamily="34" charset="0"/>
                <a:ea typeface="Tahoma" panose="020B0604030504040204" pitchFamily="34" charset="0"/>
                <a:cs typeface="Tahoma" panose="020B0604030504040204" pitchFamily="34" charset="0"/>
              </a:rPr>
              <a:t>When is it needed?</a:t>
            </a:r>
            <a:endParaRPr lang="en-BD" sz="1400" dirty="0"/>
          </a:p>
        </p:txBody>
      </p:sp>
      <p:sp>
        <p:nvSpPr>
          <p:cNvPr id="4" name="Slide Number Placeholder 3">
            <a:extLst>
              <a:ext uri="{FF2B5EF4-FFF2-40B4-BE49-F238E27FC236}">
                <a16:creationId xmlns:a16="http://schemas.microsoft.com/office/drawing/2014/main" id="{6DDC7F95-BBCD-0AAD-E285-AB9308FB0C3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extLst>
      <p:ext uri="{BB962C8B-B14F-4D97-AF65-F5344CB8AC3E}">
        <p14:creationId xmlns:p14="http://schemas.microsoft.com/office/powerpoint/2010/main" val="2805986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5B4EB-48B2-3E45-A58F-300E9A03105A}"/>
              </a:ext>
            </a:extLst>
          </p:cNvPr>
          <p:cNvSpPr>
            <a:spLocks noGrp="1"/>
          </p:cNvSpPr>
          <p:nvPr>
            <p:ph type="title"/>
          </p:nvPr>
        </p:nvSpPr>
        <p:spPr>
          <a:xfrm>
            <a:off x="410430" y="427664"/>
            <a:ext cx="8187469" cy="714016"/>
          </a:xfrm>
        </p:spPr>
        <p:txBody>
          <a:bodyPr/>
          <a:lstStyle/>
          <a:p>
            <a:r>
              <a:rPr lang="en-GB" b="1" dirty="0">
                <a:solidFill>
                  <a:srgbClr val="CCFF66"/>
                </a:solidFill>
              </a:rPr>
              <a:t>Capacity Decisions are Strategic</a:t>
            </a:r>
            <a:endParaRPr lang="en-BD" b="1" dirty="0">
              <a:solidFill>
                <a:srgbClr val="CCFF66"/>
              </a:solidFill>
            </a:endParaRPr>
          </a:p>
        </p:txBody>
      </p:sp>
      <p:sp>
        <p:nvSpPr>
          <p:cNvPr id="3" name="Text Placeholder 2">
            <a:extLst>
              <a:ext uri="{FF2B5EF4-FFF2-40B4-BE49-F238E27FC236}">
                <a16:creationId xmlns:a16="http://schemas.microsoft.com/office/drawing/2014/main" id="{5A6FFAA3-9A70-4946-92BA-C59BD6C6CCE5}"/>
              </a:ext>
            </a:extLst>
          </p:cNvPr>
          <p:cNvSpPr>
            <a:spLocks noGrp="1"/>
          </p:cNvSpPr>
          <p:nvPr>
            <p:ph type="body" idx="1"/>
          </p:nvPr>
        </p:nvSpPr>
        <p:spPr>
          <a:xfrm>
            <a:off x="410429" y="1235346"/>
            <a:ext cx="8187469" cy="2186185"/>
          </a:xfrm>
        </p:spPr>
        <p:txBody>
          <a:bodyPr/>
          <a:lstStyle/>
          <a:p>
            <a:pPr algn="just">
              <a:buFont typeface="Wingdings" pitchFamily="2" charset="2"/>
              <a:buChar char="£"/>
            </a:pPr>
            <a:r>
              <a:rPr lang="en-GB" sz="2200" dirty="0">
                <a:latin typeface="Tahoma" panose="020B0604030504040204" pitchFamily="34" charset="0"/>
                <a:ea typeface="Tahoma" panose="020B0604030504040204" pitchFamily="34" charset="0"/>
                <a:cs typeface="Tahoma" panose="020B0604030504040204" pitchFamily="34" charset="0"/>
              </a:rPr>
              <a:t>For several reasons, capacity decisions are among the most fundamental of all the design decisions that managers must make.</a:t>
            </a:r>
          </a:p>
          <a:p>
            <a:pPr algn="just">
              <a:buFont typeface="Wingdings" pitchFamily="2" charset="2"/>
              <a:buChar char="£"/>
            </a:pPr>
            <a:r>
              <a:rPr lang="en-GB" sz="2200" dirty="0">
                <a:latin typeface="Tahoma" panose="020B0604030504040204" pitchFamily="34" charset="0"/>
                <a:ea typeface="Tahoma" panose="020B0604030504040204" pitchFamily="34" charset="0"/>
                <a:cs typeface="Tahoma" panose="020B0604030504040204" pitchFamily="34" charset="0"/>
              </a:rPr>
              <a:t>In fact, capacity decisions can be critical for an organization.</a:t>
            </a:r>
            <a:endParaRPr lang="en-BD" sz="2200" dirty="0"/>
          </a:p>
        </p:txBody>
      </p:sp>
      <p:sp>
        <p:nvSpPr>
          <p:cNvPr id="4" name="Slide Number Placeholder 3">
            <a:extLst>
              <a:ext uri="{FF2B5EF4-FFF2-40B4-BE49-F238E27FC236}">
                <a16:creationId xmlns:a16="http://schemas.microsoft.com/office/drawing/2014/main" id="{5C6E44FE-EB64-9A55-0749-A7FD557E07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extLst>
      <p:ext uri="{BB962C8B-B14F-4D97-AF65-F5344CB8AC3E}">
        <p14:creationId xmlns:p14="http://schemas.microsoft.com/office/powerpoint/2010/main" val="3861415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A6FFAA3-9A70-4946-92BA-C59BD6C6CCE5}"/>
              </a:ext>
            </a:extLst>
          </p:cNvPr>
          <p:cNvSpPr>
            <a:spLocks noGrp="1"/>
          </p:cNvSpPr>
          <p:nvPr>
            <p:ph type="body" idx="1"/>
          </p:nvPr>
        </p:nvSpPr>
        <p:spPr>
          <a:xfrm>
            <a:off x="410431" y="1106532"/>
            <a:ext cx="8403369" cy="3528968"/>
          </a:xfrm>
        </p:spPr>
        <p:txBody>
          <a:bodyPr/>
          <a:lstStyle/>
          <a:p>
            <a:pPr algn="just">
              <a:buFont typeface="Wingdings" pitchFamily="2" charset="2"/>
              <a:buChar char="£"/>
            </a:pPr>
            <a:r>
              <a:rPr lang="en-GB" sz="2000" dirty="0">
                <a:latin typeface="Tahoma" panose="020B0604030504040204" pitchFamily="34" charset="0"/>
                <a:ea typeface="Tahoma" panose="020B0604030504040204" pitchFamily="34" charset="0"/>
                <a:cs typeface="Tahoma" panose="020B0604030504040204" pitchFamily="34" charset="0"/>
              </a:rPr>
              <a:t>Capacity decisions have a real impact on the ability of the </a:t>
            </a:r>
            <a:r>
              <a:rPr lang="en-GB" sz="2000" b="1" dirty="0">
                <a:solidFill>
                  <a:srgbClr val="FFCC00"/>
                </a:solidFill>
                <a:latin typeface="Tahoma" panose="020B0604030504040204" pitchFamily="34" charset="0"/>
                <a:ea typeface="Tahoma" panose="020B0604030504040204" pitchFamily="34" charset="0"/>
                <a:cs typeface="Tahoma" panose="020B0604030504040204" pitchFamily="34" charset="0"/>
              </a:rPr>
              <a:t>organization to meet future demands for products and services</a:t>
            </a:r>
            <a:r>
              <a:rPr lang="en-GB" sz="2000" dirty="0">
                <a:latin typeface="Tahoma" panose="020B0604030504040204" pitchFamily="34" charset="0"/>
                <a:ea typeface="Tahoma" panose="020B0604030504040204" pitchFamily="34" charset="0"/>
                <a:cs typeface="Tahoma" panose="020B0604030504040204" pitchFamily="34" charset="0"/>
              </a:rPr>
              <a:t>; capacity essentially limits the rate of output possible.</a:t>
            </a:r>
          </a:p>
          <a:p>
            <a:pPr algn="just">
              <a:buFont typeface="Wingdings" pitchFamily="2" charset="2"/>
              <a:buChar char="£"/>
            </a:pPr>
            <a:r>
              <a:rPr lang="en-GB" sz="2000" dirty="0">
                <a:latin typeface="Tahoma" panose="020B0604030504040204" pitchFamily="34" charset="0"/>
                <a:ea typeface="Tahoma" panose="020B0604030504040204" pitchFamily="34" charset="0"/>
                <a:cs typeface="Tahoma" panose="020B0604030504040204" pitchFamily="34" charset="0"/>
              </a:rPr>
              <a:t>Capacity decisions affect </a:t>
            </a:r>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rPr>
              <a:t>operating costs</a:t>
            </a:r>
            <a:r>
              <a:rPr lang="en-GB" sz="2000" dirty="0">
                <a:latin typeface="Tahoma" panose="020B0604030504040204" pitchFamily="34" charset="0"/>
                <a:ea typeface="Tahoma" panose="020B0604030504040204" pitchFamily="34" charset="0"/>
                <a:cs typeface="Tahoma" panose="020B0604030504040204" pitchFamily="34" charset="0"/>
              </a:rPr>
              <a:t>. Ideally, capacity and demand requirements will be matched, which will tend to minimize operating costs.</a:t>
            </a:r>
          </a:p>
          <a:p>
            <a:pPr algn="just">
              <a:buFont typeface="Wingdings" pitchFamily="2" charset="2"/>
              <a:buChar char="£"/>
            </a:pPr>
            <a:r>
              <a:rPr lang="en-GB" sz="2000" dirty="0">
                <a:latin typeface="Tahoma" panose="020B0604030504040204" pitchFamily="34" charset="0"/>
                <a:ea typeface="Tahoma" panose="020B0604030504040204" pitchFamily="34" charset="0"/>
                <a:cs typeface="Tahoma" panose="020B0604030504040204" pitchFamily="34" charset="0"/>
              </a:rPr>
              <a:t>Capacity is usually a major determinant of the </a:t>
            </a:r>
            <a:r>
              <a:rPr lang="en-GB" sz="2000" b="1" dirty="0">
                <a:solidFill>
                  <a:srgbClr val="FF99FF"/>
                </a:solidFill>
                <a:latin typeface="Tahoma" panose="020B0604030504040204" pitchFamily="34" charset="0"/>
                <a:ea typeface="Tahoma" panose="020B0604030504040204" pitchFamily="34" charset="0"/>
                <a:cs typeface="Tahoma" panose="020B0604030504040204" pitchFamily="34" charset="0"/>
              </a:rPr>
              <a:t>initial cost</a:t>
            </a:r>
            <a:r>
              <a:rPr lang="en-GB" sz="2000" dirty="0">
                <a:latin typeface="Tahoma" panose="020B0604030504040204" pitchFamily="34" charset="0"/>
                <a:ea typeface="Tahoma" panose="020B0604030504040204" pitchFamily="34" charset="0"/>
                <a:cs typeface="Tahoma" panose="020B0604030504040204" pitchFamily="34" charset="0"/>
              </a:rPr>
              <a:t>.</a:t>
            </a:r>
          </a:p>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	Typically, the greater the capacity of a productive unit, the greater 	its cost</a:t>
            </a:r>
            <a:r>
              <a:rPr lang="en-GB" sz="1800" dirty="0">
                <a:latin typeface="Tahoma" panose="020B0604030504040204" pitchFamily="34" charset="0"/>
                <a:ea typeface="Tahoma" panose="020B0604030504040204" pitchFamily="34" charset="0"/>
                <a:cs typeface="Tahoma" panose="020B0604030504040204" pitchFamily="34" charset="0"/>
              </a:rPr>
              <a:t>. </a:t>
            </a:r>
          </a:p>
          <a:p>
            <a:pPr algn="just">
              <a:buFont typeface="Wingdings" pitchFamily="2" charset="2"/>
              <a:buChar char="£"/>
            </a:pPr>
            <a:endParaRPr lang="en-BD" dirty="0"/>
          </a:p>
        </p:txBody>
      </p:sp>
      <p:sp>
        <p:nvSpPr>
          <p:cNvPr id="7" name="Title 1">
            <a:extLst>
              <a:ext uri="{FF2B5EF4-FFF2-40B4-BE49-F238E27FC236}">
                <a16:creationId xmlns:a16="http://schemas.microsoft.com/office/drawing/2014/main" id="{691A29B2-A1C3-8083-4FDF-8189BE67277C}"/>
              </a:ext>
            </a:extLst>
          </p:cNvPr>
          <p:cNvSpPr>
            <a:spLocks noGrp="1"/>
          </p:cNvSpPr>
          <p:nvPr>
            <p:ph type="title"/>
          </p:nvPr>
        </p:nvSpPr>
        <p:spPr>
          <a:xfrm>
            <a:off x="410431" y="392516"/>
            <a:ext cx="8187469" cy="714016"/>
          </a:xfrm>
        </p:spPr>
        <p:txBody>
          <a:bodyPr/>
          <a:lstStyle/>
          <a:p>
            <a:r>
              <a:rPr lang="en-GB" b="1" dirty="0">
                <a:solidFill>
                  <a:srgbClr val="CCFF66"/>
                </a:solidFill>
              </a:rPr>
              <a:t>Capacity Decisions are Strategic</a:t>
            </a:r>
            <a:endParaRPr lang="en-BD" b="1" dirty="0">
              <a:solidFill>
                <a:srgbClr val="CCFF66"/>
              </a:solidFill>
            </a:endParaRPr>
          </a:p>
        </p:txBody>
      </p:sp>
      <p:sp>
        <p:nvSpPr>
          <p:cNvPr id="8" name="Slide Number Placeholder 7">
            <a:extLst>
              <a:ext uri="{FF2B5EF4-FFF2-40B4-BE49-F238E27FC236}">
                <a16:creationId xmlns:a16="http://schemas.microsoft.com/office/drawing/2014/main" id="{549011F9-F0BC-B986-EA66-E807B9438A1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extLst>
      <p:ext uri="{BB962C8B-B14F-4D97-AF65-F5344CB8AC3E}">
        <p14:creationId xmlns:p14="http://schemas.microsoft.com/office/powerpoint/2010/main" val="1423708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5B4EB-48B2-3E45-A58F-300E9A03105A}"/>
              </a:ext>
            </a:extLst>
          </p:cNvPr>
          <p:cNvSpPr>
            <a:spLocks noGrp="1"/>
          </p:cNvSpPr>
          <p:nvPr>
            <p:ph type="title"/>
          </p:nvPr>
        </p:nvSpPr>
        <p:spPr>
          <a:xfrm>
            <a:off x="410431" y="427664"/>
            <a:ext cx="8034953" cy="714016"/>
          </a:xfrm>
        </p:spPr>
        <p:txBody>
          <a:bodyPr/>
          <a:lstStyle/>
          <a:p>
            <a:r>
              <a:rPr lang="en-GB" b="1" dirty="0">
                <a:solidFill>
                  <a:srgbClr val="CCFF66"/>
                </a:solidFill>
              </a:rPr>
              <a:t>Capacity Decisions are Strategic</a:t>
            </a:r>
            <a:endParaRPr lang="en-BD" b="1" dirty="0">
              <a:solidFill>
                <a:srgbClr val="CCFF66"/>
              </a:solidFill>
            </a:endParaRPr>
          </a:p>
        </p:txBody>
      </p:sp>
      <p:sp>
        <p:nvSpPr>
          <p:cNvPr id="3" name="Text Placeholder 2">
            <a:extLst>
              <a:ext uri="{FF2B5EF4-FFF2-40B4-BE49-F238E27FC236}">
                <a16:creationId xmlns:a16="http://schemas.microsoft.com/office/drawing/2014/main" id="{5A6FFAA3-9A70-4946-92BA-C59BD6C6CCE5}"/>
              </a:ext>
            </a:extLst>
          </p:cNvPr>
          <p:cNvSpPr>
            <a:spLocks noGrp="1"/>
          </p:cNvSpPr>
          <p:nvPr>
            <p:ph type="body" idx="1"/>
          </p:nvPr>
        </p:nvSpPr>
        <p:spPr>
          <a:xfrm>
            <a:off x="410431" y="1330084"/>
            <a:ext cx="8187469" cy="3420900"/>
          </a:xfrm>
        </p:spPr>
        <p:txBody>
          <a:bodyPr/>
          <a:lstStyle/>
          <a:p>
            <a:pPr algn="just">
              <a:buFont typeface="Wingdings" pitchFamily="2" charset="2"/>
              <a:buChar char="£"/>
            </a:pPr>
            <a:r>
              <a:rPr lang="en-GB" sz="2000" dirty="0">
                <a:latin typeface="Tahoma" panose="020B0604030504040204" pitchFamily="34" charset="0"/>
                <a:ea typeface="Tahoma" panose="020B0604030504040204" pitchFamily="34" charset="0"/>
                <a:cs typeface="Tahoma" panose="020B0604030504040204" pitchFamily="34" charset="0"/>
              </a:rPr>
              <a:t>Capacity decisions often involve a </a:t>
            </a:r>
            <a:r>
              <a:rPr lang="en-GB" sz="2000" b="1" dirty="0">
                <a:solidFill>
                  <a:srgbClr val="99FFCC"/>
                </a:solidFill>
                <a:latin typeface="Tahoma" panose="020B0604030504040204" pitchFamily="34" charset="0"/>
                <a:ea typeface="Tahoma" panose="020B0604030504040204" pitchFamily="34" charset="0"/>
                <a:cs typeface="Tahoma" panose="020B0604030504040204" pitchFamily="34" charset="0"/>
              </a:rPr>
              <a:t>long-term commitment of resources</a:t>
            </a:r>
            <a:r>
              <a:rPr lang="en-GB" sz="2000" dirty="0">
                <a:latin typeface="Tahoma" panose="020B0604030504040204" pitchFamily="34" charset="0"/>
                <a:ea typeface="Tahoma" panose="020B0604030504040204" pitchFamily="34" charset="0"/>
                <a:cs typeface="Tahoma" panose="020B0604030504040204" pitchFamily="34" charset="0"/>
              </a:rPr>
              <a:t>, and once they are implemented, those decisions may be difficult or impossible to modify without incurring major costs.</a:t>
            </a:r>
          </a:p>
          <a:p>
            <a:pPr algn="just">
              <a:buFont typeface="Wingdings" pitchFamily="2" charset="2"/>
              <a:buChar char="£"/>
            </a:pPr>
            <a:r>
              <a:rPr lang="en-GB" sz="2000" dirty="0">
                <a:latin typeface="Tahoma" panose="020B0604030504040204" pitchFamily="34" charset="0"/>
                <a:ea typeface="Tahoma" panose="020B0604030504040204" pitchFamily="34" charset="0"/>
                <a:cs typeface="Tahoma" panose="020B0604030504040204" pitchFamily="34" charset="0"/>
              </a:rPr>
              <a:t>Capacity decisions can affect </a:t>
            </a:r>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rPr>
              <a:t>competitiveness</a:t>
            </a:r>
            <a:r>
              <a:rPr lang="en-GB" sz="2000" dirty="0">
                <a:latin typeface="Tahoma" panose="020B0604030504040204" pitchFamily="34" charset="0"/>
                <a:ea typeface="Tahoma" panose="020B0604030504040204" pitchFamily="34" charset="0"/>
                <a:cs typeface="Tahoma" panose="020B0604030504040204" pitchFamily="34" charset="0"/>
              </a:rPr>
              <a:t>. If a firm has excess capacity, or can quickly add capacity, that fact may serve as a barrier to entry by other firms. Then, too, capacity can affect delivery speed, which can be a competitive advantage.</a:t>
            </a:r>
          </a:p>
        </p:txBody>
      </p:sp>
      <p:sp>
        <p:nvSpPr>
          <p:cNvPr id="4" name="Slide Number Placeholder 3">
            <a:extLst>
              <a:ext uri="{FF2B5EF4-FFF2-40B4-BE49-F238E27FC236}">
                <a16:creationId xmlns:a16="http://schemas.microsoft.com/office/drawing/2014/main" id="{22109B38-C2E1-C819-39E0-71F0BE29A4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extLst>
      <p:ext uri="{BB962C8B-B14F-4D97-AF65-F5344CB8AC3E}">
        <p14:creationId xmlns:p14="http://schemas.microsoft.com/office/powerpoint/2010/main" val="52249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5B4EB-48B2-3E45-A58F-300E9A03105A}"/>
              </a:ext>
            </a:extLst>
          </p:cNvPr>
          <p:cNvSpPr>
            <a:spLocks noGrp="1"/>
          </p:cNvSpPr>
          <p:nvPr>
            <p:ph type="title"/>
          </p:nvPr>
        </p:nvSpPr>
        <p:spPr>
          <a:xfrm>
            <a:off x="410431" y="427664"/>
            <a:ext cx="7730269" cy="714016"/>
          </a:xfrm>
        </p:spPr>
        <p:txBody>
          <a:bodyPr/>
          <a:lstStyle/>
          <a:p>
            <a:r>
              <a:rPr lang="en-GB" b="1" dirty="0">
                <a:solidFill>
                  <a:srgbClr val="CCFF66"/>
                </a:solidFill>
              </a:rPr>
              <a:t>Capacity Decisions are Strategic</a:t>
            </a:r>
            <a:endParaRPr lang="en-BD" b="1" dirty="0">
              <a:solidFill>
                <a:srgbClr val="CCFF66"/>
              </a:solidFill>
            </a:endParaRPr>
          </a:p>
        </p:txBody>
      </p:sp>
      <p:sp>
        <p:nvSpPr>
          <p:cNvPr id="3" name="Text Placeholder 2">
            <a:extLst>
              <a:ext uri="{FF2B5EF4-FFF2-40B4-BE49-F238E27FC236}">
                <a16:creationId xmlns:a16="http://schemas.microsoft.com/office/drawing/2014/main" id="{5A6FFAA3-9A70-4946-92BA-C59BD6C6CCE5}"/>
              </a:ext>
            </a:extLst>
          </p:cNvPr>
          <p:cNvSpPr>
            <a:spLocks noGrp="1"/>
          </p:cNvSpPr>
          <p:nvPr>
            <p:ph type="body" idx="1"/>
          </p:nvPr>
        </p:nvSpPr>
        <p:spPr>
          <a:xfrm>
            <a:off x="410431" y="1294936"/>
            <a:ext cx="8200169" cy="3420900"/>
          </a:xfrm>
        </p:spPr>
        <p:txBody>
          <a:bodyPr/>
          <a:lstStyle/>
          <a:p>
            <a:pPr algn="just">
              <a:buFont typeface="Wingdings" pitchFamily="2" charset="2"/>
              <a:buChar char="£"/>
            </a:pPr>
            <a:r>
              <a:rPr lang="en-GB" sz="2200" dirty="0">
                <a:latin typeface="Tahoma" panose="020B0604030504040204" pitchFamily="34" charset="0"/>
                <a:ea typeface="Tahoma" panose="020B0604030504040204" pitchFamily="34" charset="0"/>
                <a:cs typeface="Tahoma" panose="020B0604030504040204" pitchFamily="34" charset="0"/>
              </a:rPr>
              <a:t>Capacity affects the </a:t>
            </a:r>
            <a:r>
              <a:rPr lang="en-GB" sz="2200" b="1" dirty="0">
                <a:solidFill>
                  <a:srgbClr val="FF6699"/>
                </a:solidFill>
                <a:latin typeface="Tahoma" panose="020B0604030504040204" pitchFamily="34" charset="0"/>
                <a:ea typeface="Tahoma" panose="020B0604030504040204" pitchFamily="34" charset="0"/>
                <a:cs typeface="Tahoma" panose="020B0604030504040204" pitchFamily="34" charset="0"/>
              </a:rPr>
              <a:t>ease of management</a:t>
            </a:r>
            <a:r>
              <a:rPr lang="en-GB" sz="2200" dirty="0">
                <a:latin typeface="Tahoma" panose="020B0604030504040204" pitchFamily="34" charset="0"/>
                <a:ea typeface="Tahoma" panose="020B0604030504040204" pitchFamily="34" charset="0"/>
                <a:cs typeface="Tahoma" panose="020B0604030504040204" pitchFamily="34" charset="0"/>
              </a:rPr>
              <a:t>; having appropriate capacity makes management easier than when capacity is mismatched.</a:t>
            </a:r>
          </a:p>
          <a:p>
            <a:pPr algn="just">
              <a:buFont typeface="Wingdings" pitchFamily="2" charset="2"/>
              <a:buChar char="£"/>
            </a:pPr>
            <a:r>
              <a:rPr lang="en-GB" sz="2200" b="1" dirty="0">
                <a:solidFill>
                  <a:srgbClr val="7CF07C"/>
                </a:solidFill>
                <a:latin typeface="Tahoma" panose="020B0604030504040204" pitchFamily="34" charset="0"/>
                <a:ea typeface="Tahoma" panose="020B0604030504040204" pitchFamily="34" charset="0"/>
                <a:cs typeface="Tahoma" panose="020B0604030504040204" pitchFamily="34" charset="0"/>
              </a:rPr>
              <a:t>Globalization has increased the importance and the complexity of capacity decisions</a:t>
            </a:r>
            <a:r>
              <a:rPr lang="en-GB" sz="2200" dirty="0">
                <a:latin typeface="Tahoma" panose="020B0604030504040204" pitchFamily="34" charset="0"/>
                <a:ea typeface="Tahoma" panose="020B0604030504040204" pitchFamily="34" charset="0"/>
                <a:cs typeface="Tahoma" panose="020B0604030504040204" pitchFamily="34" charset="0"/>
              </a:rPr>
              <a:t>. Far-flung supply chains and distant markets add to the uncertainty about capacity needs.</a:t>
            </a:r>
            <a:endParaRPr lang="en-BD" sz="2200" dirty="0"/>
          </a:p>
        </p:txBody>
      </p:sp>
      <p:sp>
        <p:nvSpPr>
          <p:cNvPr id="4" name="Slide Number Placeholder 3">
            <a:extLst>
              <a:ext uri="{FF2B5EF4-FFF2-40B4-BE49-F238E27FC236}">
                <a16:creationId xmlns:a16="http://schemas.microsoft.com/office/drawing/2014/main" id="{4724ED73-0C51-744C-EE44-374DB6B3B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extLst>
      <p:ext uri="{BB962C8B-B14F-4D97-AF65-F5344CB8AC3E}">
        <p14:creationId xmlns:p14="http://schemas.microsoft.com/office/powerpoint/2010/main" val="1113397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5B4EB-48B2-3E45-A58F-300E9A03105A}"/>
              </a:ext>
            </a:extLst>
          </p:cNvPr>
          <p:cNvSpPr>
            <a:spLocks noGrp="1"/>
          </p:cNvSpPr>
          <p:nvPr>
            <p:ph type="title"/>
          </p:nvPr>
        </p:nvSpPr>
        <p:spPr>
          <a:xfrm>
            <a:off x="410431" y="230865"/>
            <a:ext cx="8238269" cy="714016"/>
          </a:xfrm>
        </p:spPr>
        <p:txBody>
          <a:bodyPr/>
          <a:lstStyle/>
          <a:p>
            <a:r>
              <a:rPr lang="en-GB" b="1" dirty="0">
                <a:solidFill>
                  <a:srgbClr val="CCFF66"/>
                </a:solidFill>
              </a:rPr>
              <a:t>Capacity Decisions are Strategic</a:t>
            </a:r>
            <a:endParaRPr lang="en-BD" b="1" dirty="0">
              <a:solidFill>
                <a:srgbClr val="CCFF66"/>
              </a:solidFill>
            </a:endParaRPr>
          </a:p>
        </p:txBody>
      </p:sp>
      <p:sp>
        <p:nvSpPr>
          <p:cNvPr id="3" name="Text Placeholder 2">
            <a:extLst>
              <a:ext uri="{FF2B5EF4-FFF2-40B4-BE49-F238E27FC236}">
                <a16:creationId xmlns:a16="http://schemas.microsoft.com/office/drawing/2014/main" id="{5A6FFAA3-9A70-4946-92BA-C59BD6C6CCE5}"/>
              </a:ext>
            </a:extLst>
          </p:cNvPr>
          <p:cNvSpPr>
            <a:spLocks noGrp="1"/>
          </p:cNvSpPr>
          <p:nvPr>
            <p:ph type="body" idx="1"/>
          </p:nvPr>
        </p:nvSpPr>
        <p:spPr>
          <a:xfrm>
            <a:off x="410431" y="1106532"/>
            <a:ext cx="8238269" cy="3420900"/>
          </a:xfrm>
        </p:spPr>
        <p:txBody>
          <a:bodyPr/>
          <a:lstStyle/>
          <a:p>
            <a:pPr algn="just">
              <a:buFont typeface="Wingdings" pitchFamily="2" charset="2"/>
              <a:buChar char="£"/>
            </a:pPr>
            <a:r>
              <a:rPr lang="en-GB" sz="2200" dirty="0">
                <a:latin typeface="Tahoma" panose="020B0604030504040204" pitchFamily="34" charset="0"/>
                <a:ea typeface="Tahoma" panose="020B0604030504040204" pitchFamily="34" charset="0"/>
                <a:cs typeface="Tahoma" panose="020B0604030504040204" pitchFamily="34" charset="0"/>
              </a:rPr>
              <a:t>Because capacity decisions often involve </a:t>
            </a:r>
            <a:r>
              <a:rPr lang="en-GB" sz="2200" b="1" dirty="0">
                <a:solidFill>
                  <a:srgbClr val="FF99FF"/>
                </a:solidFill>
                <a:latin typeface="Tahoma" panose="020B0604030504040204" pitchFamily="34" charset="0"/>
                <a:ea typeface="Tahoma" panose="020B0604030504040204" pitchFamily="34" charset="0"/>
                <a:cs typeface="Tahoma" panose="020B0604030504040204" pitchFamily="34" charset="0"/>
              </a:rPr>
              <a:t>substantial financial and other resources</a:t>
            </a:r>
            <a:r>
              <a:rPr lang="en-GB" sz="2200" dirty="0">
                <a:latin typeface="Tahoma" panose="020B0604030504040204" pitchFamily="34" charset="0"/>
                <a:ea typeface="Tahoma" panose="020B0604030504040204" pitchFamily="34" charset="0"/>
                <a:cs typeface="Tahoma" panose="020B0604030504040204" pitchFamily="34" charset="0"/>
              </a:rPr>
              <a:t>, it is necessary to plan for them far in advance.</a:t>
            </a:r>
          </a:p>
          <a:p>
            <a:pPr marL="76200" indent="0" algn="just">
              <a:buNone/>
            </a:pPr>
            <a:r>
              <a:rPr lang="en-GB" sz="2200" dirty="0">
                <a:latin typeface="Tahoma" panose="020B0604030504040204" pitchFamily="34" charset="0"/>
                <a:ea typeface="Tahoma" panose="020B0604030504040204" pitchFamily="34" charset="0"/>
                <a:cs typeface="Tahoma" panose="020B0604030504040204" pitchFamily="34" charset="0"/>
              </a:rPr>
              <a:t>	For example, it may take years for a new power-generating 	plant to be constructed and become operational.</a:t>
            </a:r>
          </a:p>
          <a:p>
            <a:pPr marL="76200" indent="0" algn="just">
              <a:buNone/>
            </a:pPr>
            <a:r>
              <a:rPr lang="en-GB" sz="2200" dirty="0">
                <a:latin typeface="Tahoma" panose="020B0604030504040204" pitchFamily="34" charset="0"/>
                <a:ea typeface="Tahoma" panose="020B0604030504040204" pitchFamily="34" charset="0"/>
                <a:cs typeface="Tahoma" panose="020B0604030504040204" pitchFamily="34" charset="0"/>
              </a:rPr>
              <a:t>	However, 	this increases the risk that the designated amount of 	capacity will not match actual demand or reserve 	requirements when the capacity becomes available.</a:t>
            </a:r>
            <a:endParaRPr lang="en-BD" sz="2200" dirty="0"/>
          </a:p>
        </p:txBody>
      </p:sp>
      <p:sp>
        <p:nvSpPr>
          <p:cNvPr id="4" name="Slide Number Placeholder 3">
            <a:extLst>
              <a:ext uri="{FF2B5EF4-FFF2-40B4-BE49-F238E27FC236}">
                <a16:creationId xmlns:a16="http://schemas.microsoft.com/office/drawing/2014/main" id="{64C2E018-1369-E606-167F-3453B548E2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257567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0"/>
          <p:cNvSpPr txBox="1">
            <a:spLocks noGrp="1"/>
          </p:cNvSpPr>
          <p:nvPr>
            <p:ph type="ctrTitle"/>
          </p:nvPr>
        </p:nvSpPr>
        <p:spPr>
          <a:xfrm>
            <a:off x="1752000" y="1290320"/>
            <a:ext cx="5640000" cy="2100580"/>
          </a:xfrm>
          <a:prstGeom prst="rect">
            <a:avLst/>
          </a:prstGeom>
        </p:spPr>
        <p:txBody>
          <a:bodyPr spcFirstLastPara="1" wrap="square" lIns="0" tIns="0" rIns="0" bIns="0" anchor="b" anchorCtr="0">
            <a:noAutofit/>
          </a:bodyPr>
          <a:lstStyle/>
          <a:p>
            <a:pPr lvl="0"/>
            <a:r>
              <a:rPr lang="en-GB" b="1" dirty="0">
                <a:solidFill>
                  <a:srgbClr val="88FFF0"/>
                </a:solidFill>
              </a:rPr>
              <a:t>DEFINING AND MEASURING CAPACITY</a:t>
            </a:r>
            <a:endParaRPr b="1" dirty="0">
              <a:solidFill>
                <a:srgbClr val="88FFF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93B1389-1F02-355B-B0DC-FFF91BB1A28A}"/>
              </a:ext>
            </a:extLst>
          </p:cNvPr>
          <p:cNvSpPr>
            <a:spLocks noGrp="1"/>
          </p:cNvSpPr>
          <p:nvPr>
            <p:ph type="title"/>
          </p:nvPr>
        </p:nvSpPr>
        <p:spPr>
          <a:xfrm>
            <a:off x="410431" y="320671"/>
            <a:ext cx="7141029" cy="563793"/>
          </a:xfrm>
        </p:spPr>
        <p:txBody>
          <a:bodyPr/>
          <a:lstStyle/>
          <a:p>
            <a:r>
              <a:rPr lang="en-GB" dirty="0">
                <a:solidFill>
                  <a:srgbClr val="7CF07C"/>
                </a:solidFill>
              </a:rPr>
              <a:t>Useful Definitions of Capacity</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1" y="918028"/>
            <a:ext cx="8323138" cy="3755572"/>
          </a:xfrm>
          <a:prstGeom prst="rect">
            <a:avLst/>
          </a:prstGeom>
        </p:spPr>
        <p:txBody>
          <a:bodyPr spcFirstLastPara="1" wrap="square" lIns="0" tIns="0" rIns="0" bIns="0" anchor="t" anchorCtr="0">
            <a:noAutofit/>
          </a:bodyPr>
          <a:lstStyle/>
          <a:p>
            <a:pPr marL="76200" indent="0" algn="just">
              <a:buNone/>
            </a:pPr>
            <a:r>
              <a:rPr lang="en-GB" sz="2000" b="1" dirty="0">
                <a:solidFill>
                  <a:srgbClr val="FFCC66"/>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a:t>
            </a:r>
            <a:r>
              <a:rPr lang="en-GB" sz="2000" b="1" dirty="0">
                <a:solidFill>
                  <a:srgbClr val="88FFF0"/>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b="1" dirty="0">
                <a:solidFill>
                  <a:srgbClr val="88FFF0"/>
                </a:solidFill>
                <a:latin typeface="Tahoma" panose="020B0604030504040204" pitchFamily="34" charset="0"/>
                <a:ea typeface="Tahoma" panose="020B0604030504040204" pitchFamily="34" charset="0"/>
                <a:cs typeface="Tahoma" panose="020B0604030504040204" pitchFamily="34" charset="0"/>
              </a:rPr>
              <a:t>Design capacity: </a:t>
            </a:r>
            <a:r>
              <a:rPr lang="en-GB" sz="2000" dirty="0">
                <a:latin typeface="Tahoma" panose="020B0604030504040204" pitchFamily="34" charset="0"/>
                <a:ea typeface="Tahoma" panose="020B0604030504040204" pitchFamily="34" charset="0"/>
                <a:cs typeface="Tahoma" panose="020B0604030504040204" pitchFamily="34" charset="0"/>
              </a:rPr>
              <a:t>The maximum output rate or service capacity an operation, process, or facility is designed for.</a:t>
            </a:r>
          </a:p>
          <a:p>
            <a:pPr marL="76200" indent="0" algn="just">
              <a:buNone/>
            </a:pPr>
            <a:r>
              <a:rPr lang="en-GB" sz="2000" b="1" dirty="0">
                <a:solidFill>
                  <a:srgbClr val="FFCC66"/>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b="1" dirty="0">
                <a:solidFill>
                  <a:srgbClr val="CCFF66"/>
                </a:solidFill>
                <a:latin typeface="Tahoma" panose="020B0604030504040204" pitchFamily="34" charset="0"/>
                <a:ea typeface="Tahoma" panose="020B0604030504040204" pitchFamily="34" charset="0"/>
                <a:cs typeface="Tahoma" panose="020B0604030504040204" pitchFamily="34" charset="0"/>
              </a:rPr>
              <a:t>Effective capacity: </a:t>
            </a:r>
            <a:r>
              <a:rPr lang="en-GB" sz="2000" dirty="0">
                <a:latin typeface="Tahoma" panose="020B0604030504040204" pitchFamily="34" charset="0"/>
                <a:ea typeface="Tahoma" panose="020B0604030504040204" pitchFamily="34" charset="0"/>
                <a:cs typeface="Tahoma" panose="020B0604030504040204" pitchFamily="34" charset="0"/>
              </a:rPr>
              <a:t>Design capacity minus allowances such as personal time, preventive maintenance, and scrap.</a:t>
            </a:r>
          </a:p>
          <a:p>
            <a:pPr marL="76200" indent="0" algn="just">
              <a:buNone/>
            </a:pPr>
            <a:endParaRPr lang="en-GB" sz="800" dirty="0">
              <a:latin typeface="Tahoma" panose="020B0604030504040204" pitchFamily="34" charset="0"/>
              <a:ea typeface="Tahoma" panose="020B0604030504040204" pitchFamily="34" charset="0"/>
              <a:cs typeface="Tahoma" panose="020B0604030504040204" pitchFamily="34" charset="0"/>
            </a:endParaRPr>
          </a:p>
          <a:p>
            <a:pPr marL="76200" indent="0" algn="just">
              <a:buNone/>
            </a:pPr>
            <a:r>
              <a:rPr lang="en-GB" sz="2000" b="1" dirty="0">
                <a:solidFill>
                  <a:schemeClr val="accent3">
                    <a:lumMod val="40000"/>
                    <a:lumOff val="60000"/>
                  </a:schemeClr>
                </a:solidFill>
                <a:latin typeface="Tahoma" panose="020B0604030504040204" pitchFamily="34" charset="0"/>
                <a:ea typeface="Tahoma" panose="020B0604030504040204" pitchFamily="34" charset="0"/>
                <a:cs typeface="Tahoma" panose="020B0604030504040204" pitchFamily="34" charset="0"/>
              </a:rPr>
              <a:t>The design capacity </a:t>
            </a:r>
            <a:r>
              <a:rPr lang="en-GB" sz="2000" dirty="0">
                <a:latin typeface="Tahoma" panose="020B0604030504040204" pitchFamily="34" charset="0"/>
                <a:ea typeface="Tahoma" panose="020B0604030504040204" pitchFamily="34" charset="0"/>
                <a:cs typeface="Tahoma" panose="020B0604030504040204" pitchFamily="34" charset="0"/>
              </a:rPr>
              <a:t>is the maximum rate of output achieved under ideal conditions. </a:t>
            </a:r>
          </a:p>
          <a:p>
            <a:pPr marL="76200" indent="0" algn="just">
              <a:buNone/>
            </a:pPr>
            <a:r>
              <a:rPr lang="en-GB" sz="2000" b="1" dirty="0">
                <a:solidFill>
                  <a:srgbClr val="FFCC66"/>
                </a:solidFill>
                <a:latin typeface="Tahoma" panose="020B0604030504040204" pitchFamily="34" charset="0"/>
                <a:ea typeface="Tahoma" panose="020B0604030504040204" pitchFamily="34" charset="0"/>
                <a:cs typeface="Tahoma" panose="020B0604030504040204" pitchFamily="34" charset="0"/>
              </a:rPr>
              <a:t>Effective capacity </a:t>
            </a:r>
            <a:r>
              <a:rPr lang="en-GB" sz="2000" dirty="0">
                <a:latin typeface="Tahoma" panose="020B0604030504040204" pitchFamily="34" charset="0"/>
                <a:ea typeface="Tahoma" panose="020B0604030504040204" pitchFamily="34" charset="0"/>
                <a:cs typeface="Tahoma" panose="020B0604030504040204" pitchFamily="34" charset="0"/>
              </a:rPr>
              <a:t>is always less than design capacity, owing to the realities of changing product mix, the need for periodic maintenance of equipment, lunch breaks, coffee breaks, problems in scheduling and balancing operations, and similar circumstances. </a:t>
            </a:r>
            <a:endParaRPr sz="20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0BF21187-A56E-CD63-3B14-0DEB4338403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extLst>
      <p:ext uri="{BB962C8B-B14F-4D97-AF65-F5344CB8AC3E}">
        <p14:creationId xmlns:p14="http://schemas.microsoft.com/office/powerpoint/2010/main" val="3120342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93B1389-1F02-355B-B0DC-FFF91BB1A28A}"/>
              </a:ext>
            </a:extLst>
          </p:cNvPr>
          <p:cNvSpPr>
            <a:spLocks noGrp="1"/>
          </p:cNvSpPr>
          <p:nvPr>
            <p:ph type="title"/>
          </p:nvPr>
        </p:nvSpPr>
        <p:spPr>
          <a:xfrm>
            <a:off x="410430" y="427664"/>
            <a:ext cx="7141029" cy="563793"/>
          </a:xfrm>
        </p:spPr>
        <p:txBody>
          <a:bodyPr/>
          <a:lstStyle/>
          <a:p>
            <a:r>
              <a:rPr lang="en-GB" dirty="0">
                <a:solidFill>
                  <a:srgbClr val="7CF07C"/>
                </a:solidFill>
              </a:rPr>
              <a:t>Useful Definitions of Capacity</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0" y="1115328"/>
            <a:ext cx="8276370" cy="2250172"/>
          </a:xfrm>
          <a:prstGeom prst="rect">
            <a:avLst/>
          </a:prstGeom>
        </p:spPr>
        <p:txBody>
          <a:bodyPr spcFirstLastPara="1" wrap="square" lIns="0" tIns="0" rIns="0" bIns="0" anchor="t" anchorCtr="0">
            <a:noAutofit/>
          </a:bodyPr>
          <a:lstStyle/>
          <a:p>
            <a:pPr marL="76200" indent="0" algn="just">
              <a:buNone/>
            </a:pPr>
            <a:r>
              <a:rPr lang="en-GB" sz="2200" b="1" dirty="0">
                <a:solidFill>
                  <a:srgbClr val="FFCC66"/>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200" b="1" dirty="0">
                <a:solidFill>
                  <a:srgbClr val="66FFFF"/>
                </a:solidFill>
                <a:latin typeface="Tahoma" panose="020B0604030504040204" pitchFamily="34" charset="0"/>
                <a:ea typeface="Tahoma" panose="020B0604030504040204" pitchFamily="34" charset="0"/>
                <a:cs typeface="Tahoma" panose="020B0604030504040204" pitchFamily="34" charset="0"/>
              </a:rPr>
              <a:t>Actual output </a:t>
            </a:r>
            <a:r>
              <a:rPr lang="en-GB" sz="2200" dirty="0">
                <a:latin typeface="Tahoma" panose="020B0604030504040204" pitchFamily="34" charset="0"/>
                <a:ea typeface="Tahoma" panose="020B0604030504040204" pitchFamily="34" charset="0"/>
                <a:cs typeface="Tahoma" panose="020B0604030504040204" pitchFamily="34" charset="0"/>
              </a:rPr>
              <a:t>cannot exceed effective capacity and is often less because of machine breakdowns, absenteeism, shortages of materials, and quality problems, as well as factors that are outside the control of the operations managers.</a:t>
            </a:r>
            <a:endParaRPr sz="22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FAF26D28-CF7C-0DDF-ABB1-38224D7AD2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2765993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93B1389-1F02-355B-B0DC-FFF91BB1A28A}"/>
              </a:ext>
            </a:extLst>
          </p:cNvPr>
          <p:cNvSpPr>
            <a:spLocks noGrp="1"/>
          </p:cNvSpPr>
          <p:nvPr>
            <p:ph type="title"/>
          </p:nvPr>
        </p:nvSpPr>
        <p:spPr>
          <a:xfrm>
            <a:off x="410430" y="458532"/>
            <a:ext cx="7141029" cy="563793"/>
          </a:xfrm>
        </p:spPr>
        <p:txBody>
          <a:bodyPr/>
          <a:lstStyle/>
          <a:p>
            <a:r>
              <a:rPr lang="en-GB" dirty="0">
                <a:solidFill>
                  <a:srgbClr val="7CF07C"/>
                </a:solidFill>
              </a:rPr>
              <a:t>Useful Definitions of Capacity</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0" y="1102632"/>
            <a:ext cx="8289069" cy="2938236"/>
          </a:xfrm>
          <a:prstGeom prst="rect">
            <a:avLst/>
          </a:prstGeom>
        </p:spPr>
        <p:txBody>
          <a:bodyPr spcFirstLastPara="1" wrap="square" lIns="0" tIns="0" rIns="0" bIns="0" anchor="t" anchorCtr="0">
            <a:noAutofit/>
          </a:bodyPr>
          <a:lstStyle/>
          <a:p>
            <a:pPr marL="76200" indent="0" algn="just">
              <a:buNone/>
            </a:pPr>
            <a:r>
              <a:rPr lang="en-GB" sz="2200" dirty="0">
                <a:latin typeface="Tahoma" panose="020B0604030504040204" pitchFamily="34" charset="0"/>
                <a:ea typeface="Tahoma" panose="020B0604030504040204" pitchFamily="34" charset="0"/>
                <a:cs typeface="Tahoma" panose="020B0604030504040204" pitchFamily="34" charset="0"/>
              </a:rPr>
              <a:t>These different measures of capacity are useful in defining two measures of system effectiveness: </a:t>
            </a:r>
            <a:r>
              <a:rPr lang="en-GB" sz="2200" b="1" dirty="0">
                <a:solidFill>
                  <a:srgbClr val="FFFF00"/>
                </a:solidFill>
                <a:latin typeface="Tahoma" panose="020B0604030504040204" pitchFamily="34" charset="0"/>
                <a:ea typeface="Tahoma" panose="020B0604030504040204" pitchFamily="34" charset="0"/>
                <a:cs typeface="Tahoma" panose="020B0604030504040204" pitchFamily="34" charset="0"/>
              </a:rPr>
              <a:t>efficiency</a:t>
            </a:r>
            <a:r>
              <a:rPr lang="en-GB" sz="2200" b="1" dirty="0">
                <a:latin typeface="Tahoma" panose="020B0604030504040204" pitchFamily="34" charset="0"/>
                <a:ea typeface="Tahoma" panose="020B0604030504040204" pitchFamily="34" charset="0"/>
                <a:cs typeface="Tahoma" panose="020B0604030504040204" pitchFamily="34" charset="0"/>
              </a:rPr>
              <a:t> </a:t>
            </a:r>
            <a:r>
              <a:rPr lang="en-GB" sz="2200" dirty="0">
                <a:latin typeface="Tahoma" panose="020B0604030504040204" pitchFamily="34" charset="0"/>
                <a:ea typeface="Tahoma" panose="020B0604030504040204" pitchFamily="34" charset="0"/>
                <a:cs typeface="Tahoma" panose="020B0604030504040204" pitchFamily="34" charset="0"/>
              </a:rPr>
              <a:t>and </a:t>
            </a:r>
            <a:r>
              <a:rPr lang="en-GB" sz="2200" b="1" dirty="0">
                <a:solidFill>
                  <a:srgbClr val="7CF07C"/>
                </a:solidFill>
                <a:latin typeface="Tahoma" panose="020B0604030504040204" pitchFamily="34" charset="0"/>
                <a:ea typeface="Tahoma" panose="020B0604030504040204" pitchFamily="34" charset="0"/>
                <a:cs typeface="Tahoma" panose="020B0604030504040204" pitchFamily="34" charset="0"/>
              </a:rPr>
              <a:t>utilization</a:t>
            </a:r>
            <a:r>
              <a:rPr lang="en-GB" sz="2200" dirty="0">
                <a:latin typeface="Tahoma" panose="020B0604030504040204" pitchFamily="34" charset="0"/>
                <a:ea typeface="Tahoma" panose="020B0604030504040204" pitchFamily="34" charset="0"/>
                <a:cs typeface="Tahoma" panose="020B0604030504040204" pitchFamily="34" charset="0"/>
              </a:rPr>
              <a:t>. </a:t>
            </a:r>
          </a:p>
          <a:p>
            <a:pPr marL="76200" indent="0" algn="just">
              <a:buNone/>
            </a:pPr>
            <a:r>
              <a:rPr lang="en-GB" sz="2200" b="1" dirty="0">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200" b="1" dirty="0">
                <a:solidFill>
                  <a:srgbClr val="FFFF00"/>
                </a:solidFill>
                <a:latin typeface="Tahoma" panose="020B0604030504040204" pitchFamily="34" charset="0"/>
                <a:ea typeface="Tahoma" panose="020B0604030504040204" pitchFamily="34" charset="0"/>
                <a:cs typeface="Tahoma" panose="020B0604030504040204" pitchFamily="34" charset="0"/>
              </a:rPr>
              <a:t>Efficiency</a:t>
            </a:r>
            <a:r>
              <a:rPr lang="en-GB" sz="2200" b="1" dirty="0">
                <a:latin typeface="Tahoma" panose="020B0604030504040204" pitchFamily="34" charset="0"/>
                <a:ea typeface="Tahoma" panose="020B0604030504040204" pitchFamily="34" charset="0"/>
                <a:cs typeface="Tahoma" panose="020B0604030504040204" pitchFamily="34" charset="0"/>
              </a:rPr>
              <a:t> </a:t>
            </a:r>
            <a:r>
              <a:rPr lang="en-GB" sz="2200" dirty="0">
                <a:latin typeface="Tahoma" panose="020B0604030504040204" pitchFamily="34" charset="0"/>
                <a:ea typeface="Tahoma" panose="020B0604030504040204" pitchFamily="34" charset="0"/>
                <a:cs typeface="Tahoma" panose="020B0604030504040204" pitchFamily="34" charset="0"/>
              </a:rPr>
              <a:t>is the ratio of actual output to effective capacity. </a:t>
            </a:r>
          </a:p>
          <a:p>
            <a:pPr marL="76200" indent="0" algn="just">
              <a:buNone/>
            </a:pPr>
            <a:r>
              <a:rPr lang="en-GB" sz="2200" b="1" dirty="0">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200" b="1" dirty="0">
                <a:solidFill>
                  <a:srgbClr val="7CF07C"/>
                </a:solidFill>
                <a:latin typeface="Tahoma" panose="020B0604030504040204" pitchFamily="34" charset="0"/>
                <a:ea typeface="Tahoma" panose="020B0604030504040204" pitchFamily="34" charset="0"/>
                <a:cs typeface="Tahoma" panose="020B0604030504040204" pitchFamily="34" charset="0"/>
              </a:rPr>
              <a:t>Capacity utilization </a:t>
            </a:r>
            <a:r>
              <a:rPr lang="en-GB" sz="2200" dirty="0">
                <a:latin typeface="Tahoma" panose="020B0604030504040204" pitchFamily="34" charset="0"/>
                <a:ea typeface="Tahoma" panose="020B0604030504040204" pitchFamily="34" charset="0"/>
                <a:cs typeface="Tahoma" panose="020B0604030504040204" pitchFamily="34" charset="0"/>
              </a:rPr>
              <a:t>is the ratio of actual output to design capacity.</a:t>
            </a:r>
            <a:endParaRPr sz="22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7391D41C-8858-024C-BC43-8ED6EB4984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Tree>
    <p:extLst>
      <p:ext uri="{BB962C8B-B14F-4D97-AF65-F5344CB8AC3E}">
        <p14:creationId xmlns:p14="http://schemas.microsoft.com/office/powerpoint/2010/main" val="228797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93B1389-1F02-355B-B0DC-FFF91BB1A28A}"/>
              </a:ext>
            </a:extLst>
          </p:cNvPr>
          <p:cNvSpPr>
            <a:spLocks noGrp="1"/>
          </p:cNvSpPr>
          <p:nvPr>
            <p:ph type="title"/>
          </p:nvPr>
        </p:nvSpPr>
        <p:spPr>
          <a:xfrm>
            <a:off x="397730" y="427664"/>
            <a:ext cx="8149370" cy="563793"/>
          </a:xfrm>
        </p:spPr>
        <p:txBody>
          <a:bodyPr/>
          <a:lstStyle/>
          <a:p>
            <a:r>
              <a:rPr lang="en-GB" dirty="0">
                <a:solidFill>
                  <a:srgbClr val="7CF07C"/>
                </a:solidFill>
              </a:rPr>
              <a:t>Computing Capacity and Utilization</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593874" y="1147078"/>
            <a:ext cx="7953225" cy="3297922"/>
          </a:xfrm>
          <a:prstGeom prst="rect">
            <a:avLst/>
          </a:prstGeom>
        </p:spPr>
        <p:txBody>
          <a:bodyPr spcFirstLastPara="1" wrap="square" lIns="0" tIns="0" rIns="0" bIns="0" anchor="t" anchorCtr="0">
            <a:noAutofit/>
          </a:bodyPr>
          <a:lstStyle/>
          <a:p>
            <a:pPr marL="76200" indent="0" algn="just">
              <a:buNone/>
            </a:pPr>
            <a:r>
              <a:rPr lang="en-GB" sz="2800" dirty="0">
                <a:latin typeface="Tahoma" panose="020B0604030504040204" pitchFamily="34" charset="0"/>
                <a:ea typeface="Tahoma" panose="020B0604030504040204" pitchFamily="34" charset="0"/>
                <a:cs typeface="Tahoma" panose="020B0604030504040204" pitchFamily="34" charset="0"/>
              </a:rPr>
              <a:t>Efficiency = </a:t>
            </a:r>
            <a:r>
              <a:rPr lang="en-GB" sz="2800" u="sng" dirty="0">
                <a:latin typeface="Tahoma" panose="020B0604030504040204" pitchFamily="34" charset="0"/>
                <a:ea typeface="Tahoma" panose="020B0604030504040204" pitchFamily="34" charset="0"/>
                <a:cs typeface="Tahoma" panose="020B0604030504040204" pitchFamily="34" charset="0"/>
              </a:rPr>
              <a:t>Actual Output</a:t>
            </a:r>
            <a:r>
              <a:rPr lang="en-GB" sz="2800" dirty="0">
                <a:latin typeface="Tahoma" panose="020B0604030504040204" pitchFamily="34" charset="0"/>
                <a:ea typeface="Tahoma" panose="020B0604030504040204" pitchFamily="34" charset="0"/>
                <a:cs typeface="Tahoma" panose="020B0604030504040204" pitchFamily="34" charset="0"/>
              </a:rPr>
              <a:t>     × 100%</a:t>
            </a:r>
          </a:p>
          <a:p>
            <a:pPr marL="76200" indent="0" algn="just">
              <a:buNone/>
            </a:pPr>
            <a:r>
              <a:rPr lang="en-GB" sz="2800" dirty="0">
                <a:latin typeface="Tahoma" panose="020B0604030504040204" pitchFamily="34" charset="0"/>
                <a:ea typeface="Tahoma" panose="020B0604030504040204" pitchFamily="34" charset="0"/>
                <a:cs typeface="Tahoma" panose="020B0604030504040204" pitchFamily="34" charset="0"/>
              </a:rPr>
              <a:t>		   Effective Capacity</a:t>
            </a:r>
          </a:p>
          <a:p>
            <a:pPr marL="76200" indent="0" algn="just">
              <a:buNone/>
            </a:pPr>
            <a:endParaRPr lang="en-GB" sz="800" dirty="0">
              <a:latin typeface="Tahoma" panose="020B0604030504040204" pitchFamily="34" charset="0"/>
              <a:ea typeface="Tahoma" panose="020B0604030504040204" pitchFamily="34" charset="0"/>
              <a:cs typeface="Tahoma" panose="020B0604030504040204" pitchFamily="34" charset="0"/>
            </a:endParaRPr>
          </a:p>
          <a:p>
            <a:pPr marL="76200" indent="0" algn="just">
              <a:buNone/>
            </a:pPr>
            <a:r>
              <a:rPr lang="en-GB" sz="2800" dirty="0">
                <a:latin typeface="Tahoma" panose="020B0604030504040204" pitchFamily="34" charset="0"/>
                <a:ea typeface="Tahoma" panose="020B0604030504040204" pitchFamily="34" charset="0"/>
                <a:cs typeface="Tahoma" panose="020B0604030504040204" pitchFamily="34" charset="0"/>
              </a:rPr>
              <a:t>Utilization = </a:t>
            </a:r>
            <a:r>
              <a:rPr lang="en-GB" sz="2800" u="sng" dirty="0">
                <a:latin typeface="Tahoma" panose="020B0604030504040204" pitchFamily="34" charset="0"/>
                <a:ea typeface="Tahoma" panose="020B0604030504040204" pitchFamily="34" charset="0"/>
                <a:cs typeface="Tahoma" panose="020B0604030504040204" pitchFamily="34" charset="0"/>
              </a:rPr>
              <a:t>Actual Output</a:t>
            </a:r>
            <a:r>
              <a:rPr lang="en-GB" sz="2800" dirty="0">
                <a:latin typeface="Tahoma" panose="020B0604030504040204" pitchFamily="34" charset="0"/>
                <a:ea typeface="Tahoma" panose="020B0604030504040204" pitchFamily="34" charset="0"/>
                <a:cs typeface="Tahoma" panose="020B0604030504040204" pitchFamily="34" charset="0"/>
              </a:rPr>
              <a:t>     × 100%</a:t>
            </a:r>
          </a:p>
          <a:p>
            <a:pPr marL="76200" indent="0" algn="just">
              <a:buNone/>
            </a:pPr>
            <a:r>
              <a:rPr lang="en-GB" sz="2800" dirty="0">
                <a:latin typeface="Tahoma" panose="020B0604030504040204" pitchFamily="34" charset="0"/>
                <a:ea typeface="Tahoma" panose="020B0604030504040204" pitchFamily="34" charset="0"/>
                <a:cs typeface="Tahoma" panose="020B0604030504040204" pitchFamily="34" charset="0"/>
              </a:rPr>
              <a:t>		     Design Capacity</a:t>
            </a:r>
          </a:p>
          <a:p>
            <a:pPr marL="76200" indent="0" algn="just">
              <a:buNone/>
            </a:pPr>
            <a:endParaRPr lang="en-GB" sz="800" dirty="0">
              <a:latin typeface="Tahoma" panose="020B0604030504040204" pitchFamily="34" charset="0"/>
              <a:ea typeface="Tahoma" panose="020B0604030504040204" pitchFamily="34" charset="0"/>
              <a:cs typeface="Tahoma" panose="020B0604030504040204" pitchFamily="34" charset="0"/>
            </a:endParaRPr>
          </a:p>
          <a:p>
            <a:pPr marL="76200" indent="0">
              <a:buNone/>
            </a:pPr>
            <a:r>
              <a:rPr lang="en-GB" sz="2400" i="1" dirty="0">
                <a:latin typeface="+mn-lt"/>
              </a:rPr>
              <a:t>Both measures are expressed as percentages.</a:t>
            </a:r>
            <a:br>
              <a:rPr lang="en-GB" dirty="0"/>
            </a:br>
            <a:endParaRPr lang="en-GB" sz="2800" dirty="0"/>
          </a:p>
          <a:p>
            <a:pPr marL="76200" indent="0" algn="just">
              <a:buNone/>
            </a:pPr>
            <a:endParaRPr lang="en-GB" sz="2800" dirty="0">
              <a:latin typeface="Tahoma" panose="020B0604030504040204" pitchFamily="34" charset="0"/>
              <a:ea typeface="Tahoma" panose="020B0604030504040204" pitchFamily="34" charset="0"/>
              <a:cs typeface="Tahoma" panose="020B0604030504040204" pitchFamily="34" charset="0"/>
            </a:endParaRPr>
          </a:p>
          <a:p>
            <a:pPr marL="76200" indent="0" algn="just">
              <a:buNone/>
            </a:pPr>
            <a:endParaRPr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E09CB694-AE33-E6B2-2F8D-C254CFF300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Tree>
    <p:extLst>
      <p:ext uri="{BB962C8B-B14F-4D97-AF65-F5344CB8AC3E}">
        <p14:creationId xmlns:p14="http://schemas.microsoft.com/office/powerpoint/2010/main" val="2039176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0" y="991457"/>
            <a:ext cx="8149370" cy="4028172"/>
          </a:xfrm>
          <a:prstGeom prst="rect">
            <a:avLst/>
          </a:prstGeom>
        </p:spPr>
        <p:txBody>
          <a:bodyPr spcFirstLastPara="1" wrap="square" lIns="0" tIns="0" rIns="0" bIns="0" anchor="t" anchorCtr="0">
            <a:noAutofit/>
          </a:bodyPr>
          <a:lstStyle/>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Given the following information, compute the efficiency and utilization of the vehicle repair department:</a:t>
            </a:r>
          </a:p>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Design capacity = 50 trucks per day </a:t>
            </a:r>
          </a:p>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Effective capacity = 40 trucks per day </a:t>
            </a:r>
          </a:p>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Actual output = 36 trucks per day</a:t>
            </a:r>
            <a:endParaRPr lang="en-GB" sz="1800" i="1" dirty="0">
              <a:latin typeface="+mn-lt"/>
              <a:ea typeface="Tahoma" panose="020B0604030504040204" pitchFamily="34" charset="0"/>
              <a:cs typeface="Tahoma" panose="020B0604030504040204" pitchFamily="34" charset="0"/>
            </a:endParaRPr>
          </a:p>
          <a:p>
            <a:pPr marL="76200" indent="0" algn="just">
              <a:buNone/>
            </a:pPr>
            <a:br>
              <a:rPr lang="en-GB" dirty="0"/>
            </a:br>
            <a:endParaRPr lang="en-GB" sz="2800" dirty="0"/>
          </a:p>
          <a:p>
            <a:pPr marL="76200" indent="0" algn="just">
              <a:buNone/>
            </a:pPr>
            <a:endParaRPr lang="en-GB" sz="2800" dirty="0">
              <a:latin typeface="Tahoma" panose="020B0604030504040204" pitchFamily="34" charset="0"/>
              <a:ea typeface="Tahoma" panose="020B0604030504040204" pitchFamily="34" charset="0"/>
              <a:cs typeface="Tahoma" panose="020B0604030504040204" pitchFamily="34" charset="0"/>
            </a:endParaRPr>
          </a:p>
          <a:p>
            <a:pPr marL="76200" indent="0" algn="just">
              <a:buNone/>
            </a:pPr>
            <a:endParaRPr sz="2800" dirty="0">
              <a:latin typeface="Tahoma" panose="020B0604030504040204" pitchFamily="34" charset="0"/>
              <a:ea typeface="Tahoma" panose="020B0604030504040204" pitchFamily="34" charset="0"/>
              <a:cs typeface="Tahoma" panose="020B0604030504040204" pitchFamily="34" charset="0"/>
            </a:endParaRPr>
          </a:p>
        </p:txBody>
      </p:sp>
      <p:pic>
        <p:nvPicPr>
          <p:cNvPr id="6" name="Picture 5" descr="Diagram&#10;&#10;Description automatically generated with medium confidence">
            <a:extLst>
              <a:ext uri="{FF2B5EF4-FFF2-40B4-BE49-F238E27FC236}">
                <a16:creationId xmlns:a16="http://schemas.microsoft.com/office/drawing/2014/main" id="{EDB53B7B-9975-EC6D-0D52-72EEC19C72CC}"/>
              </a:ext>
            </a:extLst>
          </p:cNvPr>
          <p:cNvPicPr>
            <a:picLocks noChangeAspect="1"/>
          </p:cNvPicPr>
          <p:nvPr/>
        </p:nvPicPr>
        <p:blipFill>
          <a:blip r:embed="rId3"/>
          <a:stretch>
            <a:fillRect/>
          </a:stretch>
        </p:blipFill>
        <p:spPr>
          <a:xfrm>
            <a:off x="410430" y="3146585"/>
            <a:ext cx="7854619" cy="1551530"/>
          </a:xfrm>
          <a:prstGeom prst="rect">
            <a:avLst/>
          </a:prstGeom>
        </p:spPr>
      </p:pic>
      <p:graphicFrame>
        <p:nvGraphicFramePr>
          <p:cNvPr id="10" name="Object 4">
            <a:extLst>
              <a:ext uri="{FF2B5EF4-FFF2-40B4-BE49-F238E27FC236}">
                <a16:creationId xmlns:a16="http://schemas.microsoft.com/office/drawing/2014/main" id="{2C7B80E4-C399-64EF-35FE-FDEEEDCD61EA}"/>
              </a:ext>
            </a:extLst>
          </p:cNvPr>
          <p:cNvGraphicFramePr>
            <a:graphicFrameLocks/>
          </p:cNvGraphicFramePr>
          <p:nvPr>
            <p:extLst>
              <p:ext uri="{D42A27DB-BD31-4B8C-83A1-F6EECF244321}">
                <p14:modId xmlns:p14="http://schemas.microsoft.com/office/powerpoint/2010/main" val="1520679632"/>
              </p:ext>
            </p:extLst>
          </p:nvPr>
        </p:nvGraphicFramePr>
        <p:xfrm>
          <a:off x="5760720" y="1504636"/>
          <a:ext cx="1757680" cy="1551529"/>
        </p:xfrm>
        <a:graphic>
          <a:graphicData uri="http://schemas.openxmlformats.org/presentationml/2006/ole">
            <mc:AlternateContent xmlns:mc="http://schemas.openxmlformats.org/markup-compatibility/2006">
              <mc:Choice xmlns:v="urn:schemas-microsoft-com:vml" Requires="v">
                <p:oleObj spid="_x0000_s1027" name="Clip" r:id="rId4" imgW="1622783" imgH="1847817" progId="MS_ClipArt_Gallery.2">
                  <p:embed/>
                </p:oleObj>
              </mc:Choice>
              <mc:Fallback>
                <p:oleObj name="Clip" r:id="rId4" imgW="1622783" imgH="1847817" progId="MS_ClipArt_Gallery.2">
                  <p:embed/>
                  <p:pic>
                    <p:nvPicPr>
                      <p:cNvPr id="10" name="Object 4">
                        <a:extLst>
                          <a:ext uri="{FF2B5EF4-FFF2-40B4-BE49-F238E27FC236}">
                            <a16:creationId xmlns:a16="http://schemas.microsoft.com/office/drawing/2014/main" id="{2C7B80E4-C399-64EF-35FE-FDEEEDCD61EA}"/>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0720" y="1504636"/>
                        <a:ext cx="1757680" cy="1551529"/>
                      </a:xfrm>
                      <a:prstGeom prst="rect">
                        <a:avLst/>
                      </a:prstGeom>
                      <a:noFill/>
                      <a:ln>
                        <a:noFill/>
                      </a:ln>
                      <a:effectLst/>
                    </p:spPr>
                  </p:pic>
                </p:oleObj>
              </mc:Fallback>
            </mc:AlternateContent>
          </a:graphicData>
        </a:graphic>
      </p:graphicFrame>
      <p:sp>
        <p:nvSpPr>
          <p:cNvPr id="4" name="Title 1">
            <a:extLst>
              <a:ext uri="{FF2B5EF4-FFF2-40B4-BE49-F238E27FC236}">
                <a16:creationId xmlns:a16="http://schemas.microsoft.com/office/drawing/2014/main" id="{545F05DA-BE46-D149-C915-2907C9D5F796}"/>
              </a:ext>
            </a:extLst>
          </p:cNvPr>
          <p:cNvSpPr>
            <a:spLocks noGrp="1"/>
          </p:cNvSpPr>
          <p:nvPr>
            <p:ph type="title"/>
          </p:nvPr>
        </p:nvSpPr>
        <p:spPr>
          <a:xfrm>
            <a:off x="397730" y="427664"/>
            <a:ext cx="8149370" cy="563793"/>
          </a:xfrm>
        </p:spPr>
        <p:txBody>
          <a:bodyPr/>
          <a:lstStyle/>
          <a:p>
            <a:r>
              <a:rPr lang="en-GB" dirty="0">
                <a:solidFill>
                  <a:srgbClr val="7CF07C"/>
                </a:solidFill>
              </a:rPr>
              <a:t>Computing Capacity and Utilization</a:t>
            </a:r>
            <a:endParaRPr lang="en-BD" dirty="0">
              <a:solidFill>
                <a:srgbClr val="7CF07C"/>
              </a:solidFill>
            </a:endParaRPr>
          </a:p>
        </p:txBody>
      </p:sp>
      <p:sp>
        <p:nvSpPr>
          <p:cNvPr id="7" name="Slide Number Placeholder 6">
            <a:extLst>
              <a:ext uri="{FF2B5EF4-FFF2-40B4-BE49-F238E27FC236}">
                <a16:creationId xmlns:a16="http://schemas.microsoft.com/office/drawing/2014/main" id="{E765544C-D24B-2AC9-D56E-492D538FFE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extLst>
      <p:ext uri="{BB962C8B-B14F-4D97-AF65-F5344CB8AC3E}">
        <p14:creationId xmlns:p14="http://schemas.microsoft.com/office/powerpoint/2010/main" val="2432286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1" y="230864"/>
            <a:ext cx="8327169" cy="563793"/>
          </a:xfrm>
        </p:spPr>
        <p:txBody>
          <a:bodyPr/>
          <a:lstStyle/>
          <a:p>
            <a:r>
              <a:rPr lang="en-GB" sz="3200" dirty="0">
                <a:solidFill>
                  <a:srgbClr val="7CF07C"/>
                </a:solidFill>
              </a:rPr>
              <a:t>Computing Capacity and Utilization</a:t>
            </a:r>
            <a:endParaRPr lang="en-BD" sz="3200"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06400" y="794657"/>
            <a:ext cx="8212870" cy="4028172"/>
          </a:xfrm>
          <a:prstGeom prst="rect">
            <a:avLst/>
          </a:prstGeom>
        </p:spPr>
        <p:txBody>
          <a:bodyPr spcFirstLastPara="1" wrap="square" lIns="0" tIns="0" rIns="0" bIns="0" anchor="t" anchorCtr="0">
            <a:noAutofit/>
          </a:bodyPr>
          <a:lstStyle/>
          <a:p>
            <a:pPr marL="76200" indent="0" algn="just">
              <a:buNone/>
            </a:pPr>
            <a:r>
              <a:rPr lang="en-GB" sz="2000" b="1" dirty="0">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Compared to the effective capacity of 40 units per day, 36 units per day looks pretty good.</a:t>
            </a:r>
          </a:p>
          <a:p>
            <a:pPr marL="76200" indent="0" algn="just">
              <a:buNone/>
            </a:pPr>
            <a:r>
              <a:rPr lang="en-GB" sz="2000" b="1" dirty="0">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However, compared to the design capacity of 50 units per day, 36 units per day is much </a:t>
            </a:r>
            <a:r>
              <a:rPr lang="en-GB" sz="2000" b="1" dirty="0">
                <a:solidFill>
                  <a:srgbClr val="FFFF00"/>
                </a:solidFill>
                <a:latin typeface="Tahoma" panose="020B0604030504040204" pitchFamily="34" charset="0"/>
                <a:ea typeface="Tahoma" panose="020B0604030504040204" pitchFamily="34" charset="0"/>
                <a:cs typeface="Tahoma" panose="020B0604030504040204" pitchFamily="34" charset="0"/>
              </a:rPr>
              <a:t>less impressive</a:t>
            </a:r>
            <a:r>
              <a:rPr lang="en-GB" sz="2000" dirty="0">
                <a:latin typeface="Tahoma" panose="020B0604030504040204" pitchFamily="34" charset="0"/>
                <a:ea typeface="Tahoma" panose="020B0604030504040204" pitchFamily="34" charset="0"/>
                <a:cs typeface="Tahoma" panose="020B0604030504040204" pitchFamily="34" charset="0"/>
              </a:rPr>
              <a:t>, although probably more meaningful.</a:t>
            </a:r>
          </a:p>
          <a:p>
            <a:pPr marL="76200" indent="0" algn="just">
              <a:buNone/>
            </a:pPr>
            <a:r>
              <a:rPr lang="en-GB" sz="2000" b="1" dirty="0">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Because effective capacity acts as a lid on actual output, the real key to improving capacity utilization is to increase effective capacity by correcting quality problems, maintaining equipment in good operating condition, fully training employees, and improving bottleneck operations that constrain output. </a:t>
            </a:r>
          </a:p>
          <a:p>
            <a:pPr marL="76200" indent="0" algn="just">
              <a:buNone/>
            </a:pPr>
            <a:r>
              <a:rPr lang="en-GB" sz="2000" b="1" dirty="0">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b="1" dirty="0">
                <a:solidFill>
                  <a:srgbClr val="FF99FF"/>
                </a:solidFill>
                <a:latin typeface="Tahoma" panose="020B0604030504040204" pitchFamily="34" charset="0"/>
                <a:ea typeface="Tahoma" panose="020B0604030504040204" pitchFamily="34" charset="0"/>
                <a:cs typeface="Tahoma" panose="020B0604030504040204" pitchFamily="34" charset="0"/>
              </a:rPr>
              <a:t>Eliminating waste</a:t>
            </a:r>
            <a:r>
              <a:rPr lang="en-GB" sz="2000" dirty="0">
                <a:latin typeface="Tahoma" panose="020B0604030504040204" pitchFamily="34" charset="0"/>
                <a:ea typeface="Tahoma" panose="020B0604030504040204" pitchFamily="34" charset="0"/>
                <a:cs typeface="Tahoma" panose="020B0604030504040204" pitchFamily="34" charset="0"/>
              </a:rPr>
              <a:t>, which is a key aspect of a lean operation, can also help to improve effective capacity</a:t>
            </a:r>
            <a:r>
              <a:rPr lang="en-GB" sz="2400" dirty="0">
                <a:latin typeface="+mn-lt"/>
                <a:ea typeface="Tahoma" panose="020B0604030504040204" pitchFamily="34" charset="0"/>
                <a:cs typeface="Tahoma" panose="020B0604030504040204" pitchFamily="34" charset="0"/>
              </a:rPr>
              <a:t>.</a:t>
            </a:r>
          </a:p>
          <a:p>
            <a:pPr marL="76200" indent="0" algn="just">
              <a:buNone/>
            </a:pPr>
            <a:br>
              <a:rPr lang="en-GB" dirty="0">
                <a:latin typeface="+mn-lt"/>
              </a:rPr>
            </a:br>
            <a:endParaRPr lang="en-GB" sz="2800" dirty="0">
              <a:latin typeface="+mn-lt"/>
            </a:endParaRPr>
          </a:p>
          <a:p>
            <a:pPr marL="76200" indent="0" algn="just">
              <a:buNone/>
            </a:pPr>
            <a:endParaRPr lang="en-GB"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76200" indent="0" algn="just">
              <a:buNone/>
            </a:pPr>
            <a:endParaRPr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4ECF0786-2C4C-94A9-2E19-142C3CD9ED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Tree>
    <p:extLst>
      <p:ext uri="{BB962C8B-B14F-4D97-AF65-F5344CB8AC3E}">
        <p14:creationId xmlns:p14="http://schemas.microsoft.com/office/powerpoint/2010/main" val="4262888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0"/>
          <p:cNvSpPr txBox="1">
            <a:spLocks noGrp="1"/>
          </p:cNvSpPr>
          <p:nvPr>
            <p:ph type="ctrTitle"/>
          </p:nvPr>
        </p:nvSpPr>
        <p:spPr>
          <a:xfrm>
            <a:off x="1752000" y="1290320"/>
            <a:ext cx="5640000" cy="1673830"/>
          </a:xfrm>
          <a:prstGeom prst="rect">
            <a:avLst/>
          </a:prstGeom>
        </p:spPr>
        <p:txBody>
          <a:bodyPr spcFirstLastPara="1" wrap="square" lIns="0" tIns="0" rIns="0" bIns="0" anchor="b" anchorCtr="0">
            <a:noAutofit/>
          </a:bodyPr>
          <a:lstStyle/>
          <a:p>
            <a:pPr lvl="0"/>
            <a:r>
              <a:rPr lang="en-GB" b="1" dirty="0">
                <a:solidFill>
                  <a:srgbClr val="88FFF0"/>
                </a:solidFill>
              </a:rPr>
              <a:t>Determinants of Effective Capacity </a:t>
            </a:r>
            <a:endParaRPr b="1" dirty="0">
              <a:solidFill>
                <a:srgbClr val="88FFF0"/>
              </a:solidFill>
            </a:endParaRPr>
          </a:p>
        </p:txBody>
      </p:sp>
    </p:spTree>
    <p:extLst>
      <p:ext uri="{BB962C8B-B14F-4D97-AF65-F5344CB8AC3E}">
        <p14:creationId xmlns:p14="http://schemas.microsoft.com/office/powerpoint/2010/main" val="3422216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29" y="427664"/>
            <a:ext cx="8225569" cy="563793"/>
          </a:xfrm>
        </p:spPr>
        <p:txBody>
          <a:bodyPr/>
          <a:lstStyle/>
          <a:p>
            <a:r>
              <a:rPr lang="en-GB" dirty="0">
                <a:solidFill>
                  <a:srgbClr val="7CF07C"/>
                </a:solidFill>
              </a:rPr>
              <a:t>Determinants of Effective Capacity </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28" y="1008335"/>
            <a:ext cx="8225569" cy="3707501"/>
          </a:xfrm>
          <a:prstGeom prst="rect">
            <a:avLst/>
          </a:prstGeom>
        </p:spPr>
        <p:txBody>
          <a:bodyPr spcFirstLastPara="1" wrap="square" lIns="0" tIns="0" rIns="0" bIns="0" anchor="t" anchorCtr="0">
            <a:noAutofit/>
          </a:bodyPr>
          <a:lstStyle/>
          <a:p>
            <a:pPr algn="just"/>
            <a:r>
              <a:rPr lang="en-GB" sz="2000" b="1" dirty="0">
                <a:solidFill>
                  <a:srgbClr val="FFFF00"/>
                </a:solidFill>
                <a:latin typeface="Tahoma" panose="020B0604030504040204" pitchFamily="34" charset="0"/>
                <a:ea typeface="Tahoma" panose="020B0604030504040204" pitchFamily="34" charset="0"/>
                <a:cs typeface="Tahoma" panose="020B0604030504040204" pitchFamily="34" charset="0"/>
              </a:rPr>
              <a:t>Facilities</a:t>
            </a:r>
          </a:p>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The </a:t>
            </a:r>
            <a:r>
              <a:rPr lang="en-GB" sz="2000" b="1" dirty="0">
                <a:solidFill>
                  <a:srgbClr val="88FFF0"/>
                </a:solidFill>
                <a:latin typeface="Tahoma" panose="020B0604030504040204" pitchFamily="34" charset="0"/>
                <a:ea typeface="Tahoma" panose="020B0604030504040204" pitchFamily="34" charset="0"/>
                <a:cs typeface="Tahoma" panose="020B0604030504040204" pitchFamily="34" charset="0"/>
              </a:rPr>
              <a:t>design of facilities</a:t>
            </a:r>
            <a:r>
              <a:rPr lang="en-GB" sz="2000" dirty="0">
                <a:latin typeface="Tahoma" panose="020B0604030504040204" pitchFamily="34" charset="0"/>
                <a:ea typeface="Tahoma" panose="020B0604030504040204" pitchFamily="34" charset="0"/>
                <a:cs typeface="Tahoma" panose="020B0604030504040204" pitchFamily="34" charset="0"/>
              </a:rPr>
              <a:t>, including size and provision for expansion, is key. </a:t>
            </a:r>
          </a:p>
          <a:p>
            <a:pPr marL="76200" indent="0" algn="just">
              <a:buNone/>
            </a:pPr>
            <a:r>
              <a:rPr lang="en-GB" sz="2000" b="1" dirty="0">
                <a:solidFill>
                  <a:srgbClr val="E5EF22"/>
                </a:solidFill>
                <a:latin typeface="Tahoma" panose="020B0604030504040204" pitchFamily="34" charset="0"/>
                <a:ea typeface="Tahoma" panose="020B0604030504040204" pitchFamily="34" charset="0"/>
                <a:cs typeface="Tahoma" panose="020B0604030504040204" pitchFamily="34" charset="0"/>
              </a:rPr>
              <a:t>Locational factors</a:t>
            </a:r>
            <a:r>
              <a:rPr lang="en-GB" sz="2000" dirty="0">
                <a:latin typeface="Tahoma" panose="020B0604030504040204" pitchFamily="34" charset="0"/>
                <a:ea typeface="Tahoma" panose="020B0604030504040204" pitchFamily="34" charset="0"/>
                <a:cs typeface="Tahoma" panose="020B0604030504040204" pitchFamily="34" charset="0"/>
              </a:rPr>
              <a:t>, such as transportation costs, distance to market, </a:t>
            </a:r>
            <a:r>
              <a:rPr lang="en-GB" sz="2000" dirty="0" err="1">
                <a:latin typeface="Tahoma" panose="020B0604030504040204" pitchFamily="34" charset="0"/>
                <a:ea typeface="Tahoma" panose="020B0604030504040204" pitchFamily="34" charset="0"/>
                <a:cs typeface="Tahoma" panose="020B0604030504040204" pitchFamily="34" charset="0"/>
              </a:rPr>
              <a:t>labor</a:t>
            </a:r>
            <a:r>
              <a:rPr lang="en-GB" sz="2000" dirty="0">
                <a:latin typeface="Tahoma" panose="020B0604030504040204" pitchFamily="34" charset="0"/>
                <a:ea typeface="Tahoma" panose="020B0604030504040204" pitchFamily="34" charset="0"/>
                <a:cs typeface="Tahoma" panose="020B0604030504040204" pitchFamily="34" charset="0"/>
              </a:rPr>
              <a:t> supply, energy sources, and room for expansion, are also important. </a:t>
            </a:r>
          </a:p>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Likewise, the layout of the work area often determines how smoothly work can be performed, and environmental factors such as heating, lighting, and ventilation also play a significant role in determining whether personnel can perform effectively or whether they must struggle to overcome poor design characteristics.</a:t>
            </a:r>
          </a:p>
          <a:p>
            <a:pPr marL="76200" indent="0" algn="just">
              <a:buNone/>
            </a:pPr>
            <a:br>
              <a:rPr lang="en-GB" dirty="0">
                <a:latin typeface="+mn-lt"/>
              </a:rPr>
            </a:br>
            <a:endParaRPr lang="en-GB" sz="2800" dirty="0">
              <a:latin typeface="+mn-lt"/>
            </a:endParaRPr>
          </a:p>
          <a:p>
            <a:pPr marL="76200" indent="0" algn="just">
              <a:buNone/>
            </a:pPr>
            <a:endParaRPr lang="en-GB"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76200" indent="0" algn="just">
              <a:buNone/>
            </a:pPr>
            <a:endParaRPr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704FE0F8-B1BB-5CE9-2BAC-2569BA9C87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extLst>
      <p:ext uri="{BB962C8B-B14F-4D97-AF65-F5344CB8AC3E}">
        <p14:creationId xmlns:p14="http://schemas.microsoft.com/office/powerpoint/2010/main" val="1201905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0" y="427664"/>
            <a:ext cx="8225569" cy="563793"/>
          </a:xfrm>
        </p:spPr>
        <p:txBody>
          <a:bodyPr/>
          <a:lstStyle/>
          <a:p>
            <a:r>
              <a:rPr lang="en-GB" dirty="0">
                <a:solidFill>
                  <a:srgbClr val="7CF07C"/>
                </a:solidFill>
              </a:rPr>
              <a:t>Determinants of Effective Capacity </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0" y="1115328"/>
            <a:ext cx="8225569" cy="2897872"/>
          </a:xfrm>
          <a:prstGeom prst="rect">
            <a:avLst/>
          </a:prstGeom>
        </p:spPr>
        <p:txBody>
          <a:bodyPr spcFirstLastPara="1" wrap="square" lIns="0" tIns="0" rIns="0" bIns="0" anchor="t" anchorCtr="0">
            <a:noAutofit/>
          </a:bodyPr>
          <a:lstStyle/>
          <a:p>
            <a:pPr algn="just"/>
            <a:r>
              <a:rPr lang="en-GB" sz="1800" b="1" dirty="0">
                <a:solidFill>
                  <a:srgbClr val="66FFFF"/>
                </a:solidFill>
                <a:latin typeface="Tahoma" panose="020B0604030504040204" pitchFamily="34" charset="0"/>
                <a:ea typeface="Tahoma" panose="020B0604030504040204" pitchFamily="34" charset="0"/>
                <a:cs typeface="Tahoma" panose="020B0604030504040204" pitchFamily="34" charset="0"/>
              </a:rPr>
              <a:t>Product and Service Factors </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Product or service design can have a tremendous influence on capacity. </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For example, when items are similar, the ability of the system to produce those items is generally much greater than when successive items differ. </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Thus, a restaurant that offers a limited menu can usually prepare and serve meals at a faster rate than a restaurant with an extensive menu. </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Generally speaking, the more uniform the output, the more opportunities there are for the standardization of methods and materials, which leads to greater capacity. </a:t>
            </a:r>
            <a:endParaRPr lang="en-GB"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D3263757-88BB-1D4F-B95A-51AF14C9F1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extLst>
      <p:ext uri="{BB962C8B-B14F-4D97-AF65-F5344CB8AC3E}">
        <p14:creationId xmlns:p14="http://schemas.microsoft.com/office/powerpoint/2010/main" val="3637725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02065" y="427664"/>
            <a:ext cx="8339869" cy="563793"/>
          </a:xfrm>
        </p:spPr>
        <p:txBody>
          <a:bodyPr/>
          <a:lstStyle/>
          <a:p>
            <a:r>
              <a:rPr lang="en-GB" dirty="0">
                <a:solidFill>
                  <a:srgbClr val="7CF07C"/>
                </a:solidFill>
              </a:rPr>
              <a:t>Determinants of Effective Capacity </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02065" y="991457"/>
            <a:ext cx="8339869" cy="4028172"/>
          </a:xfrm>
          <a:prstGeom prst="rect">
            <a:avLst/>
          </a:prstGeom>
        </p:spPr>
        <p:txBody>
          <a:bodyPr spcFirstLastPara="1" wrap="square" lIns="0" tIns="0" rIns="0" bIns="0" anchor="t" anchorCtr="0">
            <a:noAutofit/>
          </a:bodyPr>
          <a:lstStyle/>
          <a:p>
            <a:pPr algn="just"/>
            <a:r>
              <a:rPr lang="en-GB" sz="1800" b="1" dirty="0">
                <a:solidFill>
                  <a:srgbClr val="FFFF00"/>
                </a:solidFill>
                <a:latin typeface="Tahoma" panose="020B0604030504040204" pitchFamily="34" charset="0"/>
                <a:ea typeface="Tahoma" panose="020B0604030504040204" pitchFamily="34" charset="0"/>
                <a:cs typeface="Tahoma" panose="020B0604030504040204" pitchFamily="34" charset="0"/>
              </a:rPr>
              <a:t>Process</a:t>
            </a:r>
            <a:r>
              <a:rPr lang="en-GB" sz="1800" b="1" dirty="0">
                <a:latin typeface="Tahoma" panose="020B0604030504040204" pitchFamily="34" charset="0"/>
                <a:ea typeface="Tahoma" panose="020B0604030504040204" pitchFamily="34" charset="0"/>
                <a:cs typeface="Tahoma" panose="020B0604030504040204" pitchFamily="34" charset="0"/>
              </a:rPr>
              <a:t> </a:t>
            </a:r>
            <a:r>
              <a:rPr lang="en-GB" sz="1800" b="1" dirty="0">
                <a:solidFill>
                  <a:srgbClr val="FFFF00"/>
                </a:solidFill>
                <a:latin typeface="Tahoma" panose="020B0604030504040204" pitchFamily="34" charset="0"/>
                <a:ea typeface="Tahoma" panose="020B0604030504040204" pitchFamily="34" charset="0"/>
                <a:cs typeface="Tahoma" panose="020B0604030504040204" pitchFamily="34" charset="0"/>
              </a:rPr>
              <a:t>Factors</a:t>
            </a:r>
            <a:r>
              <a:rPr lang="en-GB" sz="1800" b="1" dirty="0">
                <a:latin typeface="Tahoma" panose="020B0604030504040204" pitchFamily="34" charset="0"/>
                <a:ea typeface="Tahoma" panose="020B0604030504040204" pitchFamily="34" charset="0"/>
                <a:cs typeface="Tahoma" panose="020B0604030504040204" pitchFamily="34" charset="0"/>
              </a:rPr>
              <a:t> </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instance, if the quality of output does not meet standards, the rate of output will be slowed by the need for inspection and rework activities. Productivity also affects capacity.</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Process improvements that increase quality and productivity can result in increased capacity.</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Also, if multiple products or multiple services are processed in batches, the time to change equipment settings must be taken into account.</a:t>
            </a:r>
            <a:endParaRPr lang="en-GB" sz="2800" dirty="0">
              <a:latin typeface="Tahoma" panose="020B0604030504040204" pitchFamily="34" charset="0"/>
              <a:ea typeface="Tahoma" panose="020B0604030504040204" pitchFamily="34" charset="0"/>
              <a:cs typeface="Tahoma" panose="020B0604030504040204" pitchFamily="34" charset="0"/>
            </a:endParaRP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The quantity capability of a process is an obvious determinant of capacity.</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A more subtle determinant is the influence of output quality.</a:t>
            </a:r>
          </a:p>
        </p:txBody>
      </p:sp>
      <p:sp>
        <p:nvSpPr>
          <p:cNvPr id="2" name="Slide Number Placeholder 1">
            <a:extLst>
              <a:ext uri="{FF2B5EF4-FFF2-40B4-BE49-F238E27FC236}">
                <a16:creationId xmlns:a16="http://schemas.microsoft.com/office/drawing/2014/main" id="{6F7CD50D-9054-D74E-56E4-48E796F8D6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Tree>
    <p:extLst>
      <p:ext uri="{BB962C8B-B14F-4D97-AF65-F5344CB8AC3E}">
        <p14:creationId xmlns:p14="http://schemas.microsoft.com/office/powerpoint/2010/main" val="2668925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02065" y="427664"/>
            <a:ext cx="8339869" cy="563793"/>
          </a:xfrm>
        </p:spPr>
        <p:txBody>
          <a:bodyPr/>
          <a:lstStyle/>
          <a:p>
            <a:r>
              <a:rPr lang="en-GB" dirty="0">
                <a:solidFill>
                  <a:srgbClr val="7CF07C"/>
                </a:solidFill>
              </a:rPr>
              <a:t>Determinants of Effective Capacity </a:t>
            </a:r>
            <a:endParaRPr lang="en-BD" dirty="0">
              <a:solidFill>
                <a:srgbClr val="7CF07C"/>
              </a:solidFill>
            </a:endParaRPr>
          </a:p>
        </p:txBody>
      </p:sp>
      <p:sp>
        <p:nvSpPr>
          <p:cNvPr id="4" name="Google Shape;234;p22">
            <a:extLst>
              <a:ext uri="{FF2B5EF4-FFF2-40B4-BE49-F238E27FC236}">
                <a16:creationId xmlns:a16="http://schemas.microsoft.com/office/drawing/2014/main" id="{861F8936-C915-3A81-67E1-CC00AAB9F952}"/>
              </a:ext>
            </a:extLst>
          </p:cNvPr>
          <p:cNvSpPr txBox="1">
            <a:spLocks noGrp="1"/>
          </p:cNvSpPr>
          <p:nvPr>
            <p:ph type="body" idx="1"/>
          </p:nvPr>
        </p:nvSpPr>
        <p:spPr>
          <a:xfrm>
            <a:off x="402065" y="1082901"/>
            <a:ext cx="8339869" cy="3347586"/>
          </a:xfrm>
          <a:prstGeom prst="rect">
            <a:avLst/>
          </a:prstGeom>
        </p:spPr>
        <p:txBody>
          <a:bodyPr spcFirstLastPara="1" wrap="square" lIns="0" tIns="0" rIns="0" bIns="0" anchor="t" anchorCtr="0">
            <a:noAutofit/>
          </a:bodyPr>
          <a:lstStyle/>
          <a:p>
            <a:pPr algn="just"/>
            <a:r>
              <a:rPr lang="en-GB" sz="1800" b="1" dirty="0">
                <a:solidFill>
                  <a:srgbClr val="88FFF0"/>
                </a:solidFill>
                <a:latin typeface="Tahoma" panose="020B0604030504040204" pitchFamily="34" charset="0"/>
                <a:ea typeface="Tahoma" panose="020B0604030504040204" pitchFamily="34" charset="0"/>
                <a:cs typeface="Tahoma" panose="020B0604030504040204" pitchFamily="34" charset="0"/>
              </a:rPr>
              <a:t>Human Factors </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The tasks that make up a job, the variety of activities involved, and the training, skill, and experience required to perform a job all have an impact on the potential and actual output.</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In addition, employee motivation has a very basic relationship to capacity, as do absenteeism and </a:t>
            </a:r>
            <a:r>
              <a:rPr lang="en-GB" sz="1800" dirty="0" err="1">
                <a:latin typeface="Tahoma" panose="020B0604030504040204" pitchFamily="34" charset="0"/>
                <a:ea typeface="Tahoma" panose="020B0604030504040204" pitchFamily="34" charset="0"/>
                <a:cs typeface="Tahoma" panose="020B0604030504040204" pitchFamily="34" charset="0"/>
              </a:rPr>
              <a:t>labor</a:t>
            </a:r>
            <a:r>
              <a:rPr lang="en-GB" sz="1800" dirty="0">
                <a:latin typeface="Tahoma" panose="020B0604030504040204" pitchFamily="34" charset="0"/>
                <a:ea typeface="Tahoma" panose="020B0604030504040204" pitchFamily="34" charset="0"/>
                <a:cs typeface="Tahoma" panose="020B0604030504040204" pitchFamily="34" charset="0"/>
              </a:rPr>
              <a:t> turnover.</a:t>
            </a:r>
          </a:p>
          <a:p>
            <a:pPr marL="76200" indent="0" algn="just">
              <a:buNone/>
            </a:pPr>
            <a:endParaRPr lang="en-GB" sz="1800" dirty="0">
              <a:latin typeface="Tahoma" panose="020B0604030504040204" pitchFamily="34" charset="0"/>
              <a:ea typeface="Tahoma" panose="020B0604030504040204" pitchFamily="34" charset="0"/>
              <a:cs typeface="Tahoma" panose="020B0604030504040204" pitchFamily="34" charset="0"/>
            </a:endParaRPr>
          </a:p>
          <a:p>
            <a:pPr algn="just"/>
            <a:r>
              <a:rPr lang="en-GB" sz="1800" b="1" dirty="0">
                <a:solidFill>
                  <a:srgbClr val="FFC000"/>
                </a:solidFill>
                <a:latin typeface="Tahoma" panose="020B0604030504040204" pitchFamily="34" charset="0"/>
                <a:ea typeface="Tahoma" panose="020B0604030504040204" pitchFamily="34" charset="0"/>
                <a:cs typeface="Tahoma" panose="020B0604030504040204" pitchFamily="34" charset="0"/>
              </a:rPr>
              <a:t>Policy Factors</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Management policy can affect capacity by allowing or not allowing capacity options such as overtime or second or third shifts.</a:t>
            </a:r>
            <a:endParaRPr lang="en-GB" sz="2800" dirty="0">
              <a:latin typeface="Tahoma" panose="020B0604030504040204" pitchFamily="34" charset="0"/>
              <a:ea typeface="Tahoma" panose="020B0604030504040204" pitchFamily="34" charset="0"/>
              <a:cs typeface="Tahoma" panose="020B0604030504040204" pitchFamily="34" charset="0"/>
            </a:endParaRPr>
          </a:p>
        </p:txBody>
      </p:sp>
      <p:sp>
        <p:nvSpPr>
          <p:cNvPr id="6" name="Slide Number Placeholder 5">
            <a:extLst>
              <a:ext uri="{FF2B5EF4-FFF2-40B4-BE49-F238E27FC236}">
                <a16:creationId xmlns:a16="http://schemas.microsoft.com/office/drawing/2014/main" id="{C3BF319B-6906-2E1B-B194-6D52A490BC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Tree>
    <p:extLst>
      <p:ext uri="{BB962C8B-B14F-4D97-AF65-F5344CB8AC3E}">
        <p14:creationId xmlns:p14="http://schemas.microsoft.com/office/powerpoint/2010/main" val="3348831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02065" y="427664"/>
            <a:ext cx="8339869" cy="563793"/>
          </a:xfrm>
        </p:spPr>
        <p:txBody>
          <a:bodyPr/>
          <a:lstStyle/>
          <a:p>
            <a:r>
              <a:rPr lang="en-GB" dirty="0">
                <a:solidFill>
                  <a:srgbClr val="7CF07C"/>
                </a:solidFill>
              </a:rPr>
              <a:t>Determinants of Effective Capacity </a:t>
            </a:r>
            <a:endParaRPr lang="en-BD" dirty="0">
              <a:solidFill>
                <a:srgbClr val="7CF07C"/>
              </a:solidFill>
            </a:endParaRPr>
          </a:p>
        </p:txBody>
      </p:sp>
      <p:sp>
        <p:nvSpPr>
          <p:cNvPr id="6" name="Google Shape;234;p22">
            <a:extLst>
              <a:ext uri="{FF2B5EF4-FFF2-40B4-BE49-F238E27FC236}">
                <a16:creationId xmlns:a16="http://schemas.microsoft.com/office/drawing/2014/main" id="{AF505F09-2AD8-2A89-C8FA-DB44F334E104}"/>
              </a:ext>
            </a:extLst>
          </p:cNvPr>
          <p:cNvSpPr txBox="1">
            <a:spLocks noGrp="1"/>
          </p:cNvSpPr>
          <p:nvPr>
            <p:ph type="body" idx="1"/>
          </p:nvPr>
        </p:nvSpPr>
        <p:spPr>
          <a:xfrm>
            <a:off x="402064" y="991457"/>
            <a:ext cx="8339869" cy="4028172"/>
          </a:xfrm>
          <a:prstGeom prst="rect">
            <a:avLst/>
          </a:prstGeom>
        </p:spPr>
        <p:txBody>
          <a:bodyPr spcFirstLastPara="1" wrap="square" lIns="0" tIns="0" rIns="0" bIns="0" anchor="t" anchorCtr="0">
            <a:noAutofit/>
          </a:bodyPr>
          <a:lstStyle/>
          <a:p>
            <a:pPr algn="just"/>
            <a:r>
              <a:rPr lang="en-GB" sz="1800" b="1" dirty="0">
                <a:solidFill>
                  <a:srgbClr val="CCFF66"/>
                </a:solidFill>
                <a:latin typeface="Tahoma" panose="020B0604030504040204" pitchFamily="34" charset="0"/>
                <a:ea typeface="Tahoma" panose="020B0604030504040204" pitchFamily="34" charset="0"/>
                <a:cs typeface="Tahoma" panose="020B0604030504040204" pitchFamily="34" charset="0"/>
              </a:rPr>
              <a:t>Operational Factors </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Scheduling problems may occur when an organization has differences in equipment capabilities among alternative pieces of equipment or differences in job requirements.</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Inventory stocking decisions, late deliveries, purchasing requirements, acceptability of purchased materials and parts, and quality inspection and control procedures also can have an impact on effective capacity.</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Inventory shortages of even one component of an assembled item (e.g., computers, refrigerators, automobiles) can cause a temporary halt to assembly operations until the components become available.</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This can have a major impact on effective capacity.</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Thus, insufficient capacity in one area can affect overall capacity.</a:t>
            </a:r>
          </a:p>
        </p:txBody>
      </p:sp>
      <p:sp>
        <p:nvSpPr>
          <p:cNvPr id="7" name="Slide Number Placeholder 6">
            <a:extLst>
              <a:ext uri="{FF2B5EF4-FFF2-40B4-BE49-F238E27FC236}">
                <a16:creationId xmlns:a16="http://schemas.microsoft.com/office/drawing/2014/main" id="{21EA5EB6-208A-66B7-F981-C4C1B56314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Tree>
    <p:extLst>
      <p:ext uri="{BB962C8B-B14F-4D97-AF65-F5344CB8AC3E}">
        <p14:creationId xmlns:p14="http://schemas.microsoft.com/office/powerpoint/2010/main" val="2260885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02065" y="427664"/>
            <a:ext cx="8339869" cy="563793"/>
          </a:xfrm>
        </p:spPr>
        <p:txBody>
          <a:bodyPr/>
          <a:lstStyle/>
          <a:p>
            <a:r>
              <a:rPr lang="en-GB" dirty="0">
                <a:solidFill>
                  <a:srgbClr val="7CF07C"/>
                </a:solidFill>
              </a:rPr>
              <a:t>Determinants of Effective Capacity </a:t>
            </a:r>
            <a:endParaRPr lang="en-BD" dirty="0">
              <a:solidFill>
                <a:srgbClr val="7CF07C"/>
              </a:solidFill>
            </a:endParaRPr>
          </a:p>
        </p:txBody>
      </p:sp>
      <p:sp>
        <p:nvSpPr>
          <p:cNvPr id="6" name="Google Shape;234;p22">
            <a:extLst>
              <a:ext uri="{FF2B5EF4-FFF2-40B4-BE49-F238E27FC236}">
                <a16:creationId xmlns:a16="http://schemas.microsoft.com/office/drawing/2014/main" id="{AF505F09-2AD8-2A89-C8FA-DB44F334E104}"/>
              </a:ext>
            </a:extLst>
          </p:cNvPr>
          <p:cNvSpPr txBox="1">
            <a:spLocks noGrp="1"/>
          </p:cNvSpPr>
          <p:nvPr>
            <p:ph type="body" idx="1"/>
          </p:nvPr>
        </p:nvSpPr>
        <p:spPr>
          <a:xfrm>
            <a:off x="402065" y="1115328"/>
            <a:ext cx="8339869" cy="3380472"/>
          </a:xfrm>
          <a:prstGeom prst="rect">
            <a:avLst/>
          </a:prstGeom>
        </p:spPr>
        <p:txBody>
          <a:bodyPr spcFirstLastPara="1" wrap="square" lIns="0" tIns="0" rIns="0" bIns="0" anchor="t" anchorCtr="0">
            <a:noAutofit/>
          </a:bodyPr>
          <a:lstStyle/>
          <a:p>
            <a:pPr algn="just"/>
            <a:r>
              <a:rPr lang="en-GB" sz="1800" b="1" dirty="0">
                <a:solidFill>
                  <a:srgbClr val="66FFFF"/>
                </a:solidFill>
                <a:latin typeface="Tahoma" panose="020B0604030504040204" pitchFamily="34" charset="0"/>
                <a:ea typeface="Tahoma" panose="020B0604030504040204" pitchFamily="34" charset="0"/>
                <a:cs typeface="Tahoma" panose="020B0604030504040204" pitchFamily="34" charset="0"/>
              </a:rPr>
              <a:t>Supply Chain Factors </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Supply chain factors must be considered in capacity planning if substantial capacity changes are involved.</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Key questions include:</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What impact will the changes have on suppliers, warehousing, transportation, and distributors?</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If capacity is increased, will these elements of the supply chain be able to handle the increase?</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Conversely, if capacity is to be decreased, what impact will the loss of business have on these elements of the supply chain?</a:t>
            </a:r>
          </a:p>
        </p:txBody>
      </p:sp>
      <p:sp>
        <p:nvSpPr>
          <p:cNvPr id="2" name="Slide Number Placeholder 1">
            <a:extLst>
              <a:ext uri="{FF2B5EF4-FFF2-40B4-BE49-F238E27FC236}">
                <a16:creationId xmlns:a16="http://schemas.microsoft.com/office/drawing/2014/main" id="{95F34F82-744F-D4F6-0A06-E2A5E4D98A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Tree>
    <p:extLst>
      <p:ext uri="{BB962C8B-B14F-4D97-AF65-F5344CB8AC3E}">
        <p14:creationId xmlns:p14="http://schemas.microsoft.com/office/powerpoint/2010/main" val="12723760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0" y="427664"/>
            <a:ext cx="7862713" cy="563793"/>
          </a:xfrm>
        </p:spPr>
        <p:txBody>
          <a:bodyPr/>
          <a:lstStyle/>
          <a:p>
            <a:r>
              <a:rPr lang="en-GB" dirty="0">
                <a:solidFill>
                  <a:srgbClr val="7CF07C"/>
                </a:solidFill>
              </a:rPr>
              <a:t>Determinants of Effective Capacity </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0" y="1115328"/>
            <a:ext cx="8189284" cy="2095958"/>
          </a:xfrm>
          <a:prstGeom prst="rect">
            <a:avLst/>
          </a:prstGeom>
        </p:spPr>
        <p:txBody>
          <a:bodyPr spcFirstLastPara="1" wrap="square" lIns="0" tIns="0" rIns="0" bIns="0" anchor="t" anchorCtr="0">
            <a:noAutofit/>
          </a:bodyPr>
          <a:lstStyle/>
          <a:p>
            <a:pPr algn="just"/>
            <a:r>
              <a:rPr lang="en-GB" sz="1800" b="1" dirty="0">
                <a:solidFill>
                  <a:srgbClr val="FFFF00"/>
                </a:solidFill>
                <a:latin typeface="Tahoma" panose="020B0604030504040204" pitchFamily="34" charset="0"/>
                <a:ea typeface="Tahoma" panose="020B0604030504040204" pitchFamily="34" charset="0"/>
                <a:cs typeface="Tahoma" panose="020B0604030504040204" pitchFamily="34" charset="0"/>
              </a:rPr>
              <a:t>External Factors </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Product standards, especially minimum quality and performance standards, can restrict management’s options for increasing and using capacity.</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Thus, pollution standards on products and equipment often reduce effective capacity, as does paperwork required by government regulatory agencies by engaging employees in non-productive activities. </a:t>
            </a:r>
          </a:p>
        </p:txBody>
      </p:sp>
      <p:sp>
        <p:nvSpPr>
          <p:cNvPr id="2" name="Slide Number Placeholder 1">
            <a:extLst>
              <a:ext uri="{FF2B5EF4-FFF2-40B4-BE49-F238E27FC236}">
                <a16:creationId xmlns:a16="http://schemas.microsoft.com/office/drawing/2014/main" id="{2007FF73-BB99-652C-6C11-ECFEC734AF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Tree>
    <p:extLst>
      <p:ext uri="{BB962C8B-B14F-4D97-AF65-F5344CB8AC3E}">
        <p14:creationId xmlns:p14="http://schemas.microsoft.com/office/powerpoint/2010/main" val="3390817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0"/>
          <p:cNvSpPr txBox="1">
            <a:spLocks noGrp="1"/>
          </p:cNvSpPr>
          <p:nvPr>
            <p:ph type="ctrTitle"/>
          </p:nvPr>
        </p:nvSpPr>
        <p:spPr>
          <a:xfrm>
            <a:off x="1752000" y="1284514"/>
            <a:ext cx="5640000" cy="1930008"/>
          </a:xfrm>
          <a:prstGeom prst="rect">
            <a:avLst/>
          </a:prstGeom>
        </p:spPr>
        <p:txBody>
          <a:bodyPr spcFirstLastPara="1" wrap="square" lIns="0" tIns="0" rIns="0" bIns="0" anchor="b" anchorCtr="0">
            <a:noAutofit/>
          </a:bodyPr>
          <a:lstStyle/>
          <a:p>
            <a:pPr lvl="0"/>
            <a:r>
              <a:rPr lang="en-GB" b="1" dirty="0">
                <a:solidFill>
                  <a:srgbClr val="88FFF0"/>
                </a:solidFill>
              </a:rPr>
              <a:t>Calculating Processing Requirements</a:t>
            </a:r>
          </a:p>
        </p:txBody>
      </p:sp>
    </p:spTree>
    <p:extLst>
      <p:ext uri="{BB962C8B-B14F-4D97-AF65-F5344CB8AC3E}">
        <p14:creationId xmlns:p14="http://schemas.microsoft.com/office/powerpoint/2010/main" val="2366329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0" y="884464"/>
            <a:ext cx="7141029" cy="563793"/>
          </a:xfrm>
        </p:spPr>
        <p:txBody>
          <a:bodyPr/>
          <a:lstStyle/>
          <a:p>
            <a:r>
              <a:rPr lang="en-GB" dirty="0">
                <a:solidFill>
                  <a:srgbClr val="7CF07C"/>
                </a:solidFill>
              </a:rPr>
              <a:t>Calculating Processing Requirements</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0" y="1448257"/>
            <a:ext cx="8221941" cy="2252886"/>
          </a:xfrm>
          <a:prstGeom prst="rect">
            <a:avLst/>
          </a:prstGeom>
        </p:spPr>
        <p:txBody>
          <a:bodyPr spcFirstLastPara="1" wrap="square" lIns="0" tIns="0" rIns="0" bIns="0" anchor="t" anchorCtr="0">
            <a:noAutofit/>
          </a:bodyPr>
          <a:lstStyle/>
          <a:p>
            <a:pPr marL="76200" indent="0" algn="just">
              <a:buNone/>
            </a:pPr>
            <a:r>
              <a:rPr lang="en-GB" sz="2000" b="1" dirty="0">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A necessary piece of information is the capacity requirements of products that will be processed.</a:t>
            </a:r>
          </a:p>
          <a:p>
            <a:pPr marL="76200" indent="0" algn="just">
              <a:buNone/>
            </a:pPr>
            <a:r>
              <a:rPr lang="en-GB" sz="2000" b="1" dirty="0">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To get this information, one must have reasonably accurate demand forecasts for each product and know the standard processing time per unit for each product, the number of work days per year, and the number of shifts that will be used.</a:t>
            </a:r>
          </a:p>
        </p:txBody>
      </p:sp>
      <p:sp>
        <p:nvSpPr>
          <p:cNvPr id="2" name="Slide Number Placeholder 1">
            <a:extLst>
              <a:ext uri="{FF2B5EF4-FFF2-40B4-BE49-F238E27FC236}">
                <a16:creationId xmlns:a16="http://schemas.microsoft.com/office/drawing/2014/main" id="{04F46D45-25CD-385B-4F1B-D0496170C2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Tree>
    <p:extLst>
      <p:ext uri="{BB962C8B-B14F-4D97-AF65-F5344CB8AC3E}">
        <p14:creationId xmlns:p14="http://schemas.microsoft.com/office/powerpoint/2010/main" val="3979506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1" y="230864"/>
            <a:ext cx="7141029" cy="563793"/>
          </a:xfrm>
        </p:spPr>
        <p:txBody>
          <a:bodyPr/>
          <a:lstStyle/>
          <a:p>
            <a:r>
              <a:rPr lang="en-GB" dirty="0">
                <a:solidFill>
                  <a:srgbClr val="7CF07C"/>
                </a:solidFill>
              </a:rPr>
              <a:t>Determining Needed Capacity</a:t>
            </a:r>
            <a:endParaRPr lang="en-BD" dirty="0">
              <a:solidFill>
                <a:srgbClr val="7CF07C"/>
              </a:solidFill>
            </a:endParaRPr>
          </a:p>
        </p:txBody>
      </p:sp>
      <p:pic>
        <p:nvPicPr>
          <p:cNvPr id="10" name="Picture 9" descr="Table&#10;&#10;Description automatically generated">
            <a:extLst>
              <a:ext uri="{FF2B5EF4-FFF2-40B4-BE49-F238E27FC236}">
                <a16:creationId xmlns:a16="http://schemas.microsoft.com/office/drawing/2014/main" id="{E2F884CC-47DC-3F03-1797-460DA0B25B21}"/>
              </a:ext>
            </a:extLst>
          </p:cNvPr>
          <p:cNvPicPr>
            <a:picLocks noChangeAspect="1"/>
          </p:cNvPicPr>
          <p:nvPr/>
        </p:nvPicPr>
        <p:blipFill>
          <a:blip r:embed="rId2"/>
          <a:stretch>
            <a:fillRect/>
          </a:stretch>
        </p:blipFill>
        <p:spPr>
          <a:xfrm>
            <a:off x="1069403" y="960672"/>
            <a:ext cx="6800312" cy="3837238"/>
          </a:xfrm>
          <a:prstGeom prst="rect">
            <a:avLst/>
          </a:prstGeom>
        </p:spPr>
      </p:pic>
      <p:sp>
        <p:nvSpPr>
          <p:cNvPr id="2" name="Slide Number Placeholder 1">
            <a:extLst>
              <a:ext uri="{FF2B5EF4-FFF2-40B4-BE49-F238E27FC236}">
                <a16:creationId xmlns:a16="http://schemas.microsoft.com/office/drawing/2014/main" id="{4C3B5FF3-AF95-8607-6635-1CC2628976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Tree>
    <p:extLst>
      <p:ext uri="{BB962C8B-B14F-4D97-AF65-F5344CB8AC3E}">
        <p14:creationId xmlns:p14="http://schemas.microsoft.com/office/powerpoint/2010/main" val="4897035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0"/>
          <p:cNvSpPr txBox="1">
            <a:spLocks noGrp="1"/>
          </p:cNvSpPr>
          <p:nvPr>
            <p:ph type="ctrTitle"/>
          </p:nvPr>
        </p:nvSpPr>
        <p:spPr>
          <a:xfrm>
            <a:off x="1752000" y="1754841"/>
            <a:ext cx="5640000" cy="1033332"/>
          </a:xfrm>
          <a:prstGeom prst="rect">
            <a:avLst/>
          </a:prstGeom>
        </p:spPr>
        <p:txBody>
          <a:bodyPr spcFirstLastPara="1" wrap="square" lIns="0" tIns="0" rIns="0" bIns="0" anchor="b" anchorCtr="0">
            <a:noAutofit/>
          </a:bodyPr>
          <a:lstStyle/>
          <a:p>
            <a:pPr lvl="0"/>
            <a:r>
              <a:rPr lang="en-GB" dirty="0">
                <a:solidFill>
                  <a:srgbClr val="88FFF0"/>
                </a:solidFill>
              </a:rPr>
              <a:t>Evaluating Alternatives</a:t>
            </a:r>
          </a:p>
        </p:txBody>
      </p:sp>
    </p:spTree>
    <p:extLst>
      <p:ext uri="{BB962C8B-B14F-4D97-AF65-F5344CB8AC3E}">
        <p14:creationId xmlns:p14="http://schemas.microsoft.com/office/powerpoint/2010/main" val="12990513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0" y="427664"/>
            <a:ext cx="7141029" cy="563793"/>
          </a:xfrm>
        </p:spPr>
        <p:txBody>
          <a:bodyPr/>
          <a:lstStyle/>
          <a:p>
            <a:r>
              <a:rPr lang="en-GB" dirty="0">
                <a:solidFill>
                  <a:srgbClr val="7CF07C"/>
                </a:solidFill>
              </a:rPr>
              <a:t>Evaluating Alternatives</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0" y="1115328"/>
            <a:ext cx="8212870" cy="1729472"/>
          </a:xfrm>
          <a:prstGeom prst="rect">
            <a:avLst/>
          </a:prstGeom>
        </p:spPr>
        <p:txBody>
          <a:bodyPr spcFirstLastPara="1" wrap="square" lIns="0" tIns="0" rIns="0" bIns="0" anchor="t" anchorCtr="0">
            <a:noAutofit/>
          </a:bodyPr>
          <a:lstStyle/>
          <a:p>
            <a:pPr marL="76200" indent="0" algn="just">
              <a:buNone/>
            </a:pPr>
            <a:r>
              <a:rPr lang="en-GB" sz="2400" b="1" dirty="0">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400" dirty="0">
                <a:latin typeface="Tahoma" panose="020B0604030504040204" pitchFamily="34" charset="0"/>
                <a:ea typeface="Tahoma" panose="020B0604030504040204" pitchFamily="34" charset="0"/>
                <a:cs typeface="Tahoma" panose="020B0604030504040204" pitchFamily="34" charset="0"/>
              </a:rPr>
              <a:t>A number of techniques are useful for evaluating capacity alternatives from an economic standpoint.</a:t>
            </a:r>
          </a:p>
          <a:p>
            <a:pPr marL="76200" indent="0" algn="just">
              <a:buNone/>
            </a:pPr>
            <a:r>
              <a:rPr lang="en-GB" sz="2400" b="1" dirty="0">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400" dirty="0">
                <a:latin typeface="Tahoma" panose="020B0604030504040204" pitchFamily="34" charset="0"/>
                <a:ea typeface="Tahoma" panose="020B0604030504040204" pitchFamily="34" charset="0"/>
                <a:cs typeface="Tahoma" panose="020B0604030504040204" pitchFamily="34" charset="0"/>
              </a:rPr>
              <a:t>Some of the more common are cost–volume analysis, financial analysis, decision theory, and waiting-line analysis.</a:t>
            </a:r>
          </a:p>
        </p:txBody>
      </p:sp>
      <p:sp>
        <p:nvSpPr>
          <p:cNvPr id="2" name="Slide Number Placeholder 1">
            <a:extLst>
              <a:ext uri="{FF2B5EF4-FFF2-40B4-BE49-F238E27FC236}">
                <a16:creationId xmlns:a16="http://schemas.microsoft.com/office/drawing/2014/main" id="{36045550-3454-76D5-CCAE-36F282930F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Tree>
    <p:extLst>
      <p:ext uri="{BB962C8B-B14F-4D97-AF65-F5344CB8AC3E}">
        <p14:creationId xmlns:p14="http://schemas.microsoft.com/office/powerpoint/2010/main" val="4554543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48531" y="461728"/>
            <a:ext cx="7753991" cy="563793"/>
          </a:xfrm>
        </p:spPr>
        <p:txBody>
          <a:bodyPr/>
          <a:lstStyle/>
          <a:p>
            <a:r>
              <a:rPr lang="en-GB" dirty="0">
                <a:solidFill>
                  <a:srgbClr val="7CF07C"/>
                </a:solidFill>
              </a:rPr>
              <a:t>Cost-Volume Analysis</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48530" y="1115328"/>
            <a:ext cx="8225570" cy="2961372"/>
          </a:xfrm>
          <a:prstGeom prst="rect">
            <a:avLst/>
          </a:prstGeom>
        </p:spPr>
        <p:txBody>
          <a:bodyPr spcFirstLastPara="1" wrap="square" lIns="0" tIns="0" rIns="0" bIns="0" anchor="t" anchorCtr="0">
            <a:noAutofit/>
          </a:bodyPr>
          <a:lstStyle/>
          <a:p>
            <a:pPr marL="76200" indent="0" algn="just">
              <a:buNone/>
            </a:pPr>
            <a:r>
              <a:rPr lang="en-GB" sz="2400" b="1" dirty="0">
                <a:solidFill>
                  <a:srgbClr val="88FFF0"/>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r>
              <a:rPr lang="en-GB" sz="2400" b="1" dirty="0">
                <a:solidFill>
                  <a:srgbClr val="FFCC00"/>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t>
            </a:r>
            <a:r>
              <a:rPr lang="en-GB" sz="2400" b="1" dirty="0">
                <a:solidFill>
                  <a:srgbClr val="FFCC00"/>
                </a:solidFill>
                <a:latin typeface="Tahoma" panose="020B0604030504040204" pitchFamily="34" charset="0"/>
                <a:ea typeface="Tahoma" panose="020B0604030504040204" pitchFamily="34" charset="0"/>
                <a:cs typeface="Tahoma" panose="020B0604030504040204" pitchFamily="34" charset="0"/>
              </a:rPr>
              <a:t>Cost–volume analysis </a:t>
            </a:r>
            <a:r>
              <a:rPr lang="en-GB" sz="2400" dirty="0">
                <a:latin typeface="Tahoma" panose="020B0604030504040204" pitchFamily="34" charset="0"/>
                <a:ea typeface="Tahoma" panose="020B0604030504040204" pitchFamily="34" charset="0"/>
                <a:cs typeface="Tahoma" panose="020B0604030504040204" pitchFamily="34" charset="0"/>
              </a:rPr>
              <a:t>focuses on relationships between cost, revenue, and volume of output.</a:t>
            </a:r>
          </a:p>
          <a:p>
            <a:pPr marL="76200" indent="0" algn="just">
              <a:buNone/>
            </a:pPr>
            <a:r>
              <a:rPr lang="en-GB" sz="2400" b="1" dirty="0">
                <a:solidFill>
                  <a:schemeClr val="accent5">
                    <a:lumMod val="25000"/>
                    <a:lumOff val="75000"/>
                  </a:schemeClr>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a:t>
            </a:r>
            <a:r>
              <a:rPr lang="en-GB" sz="24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400" dirty="0">
                <a:solidFill>
                  <a:srgbClr val="E5EF22"/>
                </a:solidFill>
                <a:latin typeface="Tahoma" panose="020B0604030504040204" pitchFamily="34" charset="0"/>
                <a:ea typeface="Tahoma" panose="020B0604030504040204" pitchFamily="34" charset="0"/>
                <a:cs typeface="Tahoma" panose="020B0604030504040204" pitchFamily="34" charset="0"/>
              </a:rPr>
              <a:t>The purpose of cost–volume analysis is to estimate the income of an organization under different operating conditions</a:t>
            </a:r>
            <a:r>
              <a:rPr lang="en-GB" sz="2400" dirty="0">
                <a:latin typeface="Tahoma" panose="020B0604030504040204" pitchFamily="34" charset="0"/>
                <a:ea typeface="Tahoma" panose="020B0604030504040204" pitchFamily="34" charset="0"/>
                <a:cs typeface="Tahoma" panose="020B0604030504040204" pitchFamily="34" charset="0"/>
              </a:rPr>
              <a:t>.</a:t>
            </a:r>
          </a:p>
          <a:p>
            <a:pPr marL="76200" indent="0" algn="just">
              <a:buNone/>
            </a:pPr>
            <a:r>
              <a:rPr lang="en-GB" sz="2400" b="1" dirty="0">
                <a:solidFill>
                  <a:schemeClr val="accent5">
                    <a:lumMod val="25000"/>
                    <a:lumOff val="75000"/>
                  </a:schemeClr>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a:t>
            </a:r>
            <a:r>
              <a:rPr lang="en-GB" sz="24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400" dirty="0">
                <a:latin typeface="Tahoma" panose="020B0604030504040204" pitchFamily="34" charset="0"/>
                <a:ea typeface="Tahoma" panose="020B0604030504040204" pitchFamily="34" charset="0"/>
                <a:cs typeface="Tahoma" panose="020B0604030504040204" pitchFamily="34" charset="0"/>
              </a:rPr>
              <a:t>It is particularly useful as a tool for comparing capacity alternatives.</a:t>
            </a:r>
          </a:p>
        </p:txBody>
      </p:sp>
      <p:sp>
        <p:nvSpPr>
          <p:cNvPr id="2" name="Slide Number Placeholder 1">
            <a:extLst>
              <a:ext uri="{FF2B5EF4-FFF2-40B4-BE49-F238E27FC236}">
                <a16:creationId xmlns:a16="http://schemas.microsoft.com/office/drawing/2014/main" id="{7E6528A3-D887-CD2F-77DF-03681B7040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Tree>
    <p:extLst>
      <p:ext uri="{BB962C8B-B14F-4D97-AF65-F5344CB8AC3E}">
        <p14:creationId xmlns:p14="http://schemas.microsoft.com/office/powerpoint/2010/main" val="14672135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0" y="427664"/>
            <a:ext cx="7141029" cy="563793"/>
          </a:xfrm>
        </p:spPr>
        <p:txBody>
          <a:bodyPr/>
          <a:lstStyle/>
          <a:p>
            <a:r>
              <a:rPr lang="en-GB" dirty="0">
                <a:solidFill>
                  <a:srgbClr val="7CF07C"/>
                </a:solidFill>
              </a:rPr>
              <a:t>Cost-Volume Analysis</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0" y="1115328"/>
            <a:ext cx="8225570" cy="2669272"/>
          </a:xfrm>
          <a:prstGeom prst="rect">
            <a:avLst/>
          </a:prstGeom>
        </p:spPr>
        <p:txBody>
          <a:bodyPr spcFirstLastPara="1" wrap="square" lIns="0" tIns="0" rIns="0" bIns="0" anchor="t" anchorCtr="0">
            <a:noAutofit/>
          </a:bodyPr>
          <a:lstStyle/>
          <a:p>
            <a:pPr marL="76200" indent="0" algn="just">
              <a:buNone/>
            </a:pPr>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The use of the technique requires the identification of all costs related to the production of a given product.</a:t>
            </a:r>
          </a:p>
          <a:p>
            <a:pPr marL="76200" indent="0" algn="just">
              <a:buNone/>
            </a:pPr>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These costs are then designated as </a:t>
            </a:r>
            <a:r>
              <a:rPr lang="en-GB" sz="2000" b="1" dirty="0">
                <a:solidFill>
                  <a:srgbClr val="FFFF00"/>
                </a:solidFill>
                <a:latin typeface="Tahoma" panose="020B0604030504040204" pitchFamily="34" charset="0"/>
                <a:ea typeface="Tahoma" panose="020B0604030504040204" pitchFamily="34" charset="0"/>
                <a:cs typeface="Tahoma" panose="020B0604030504040204" pitchFamily="34" charset="0"/>
              </a:rPr>
              <a:t>fixed costs </a:t>
            </a:r>
            <a:r>
              <a:rPr lang="en-GB" sz="2000" dirty="0">
                <a:latin typeface="Tahoma" panose="020B0604030504040204" pitchFamily="34" charset="0"/>
                <a:ea typeface="Tahoma" panose="020B0604030504040204" pitchFamily="34" charset="0"/>
                <a:cs typeface="Tahoma" panose="020B0604030504040204" pitchFamily="34" charset="0"/>
              </a:rPr>
              <a:t>or</a:t>
            </a:r>
            <a:r>
              <a:rPr lang="en-GB" sz="200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GB" sz="2000" b="1" dirty="0">
                <a:solidFill>
                  <a:srgbClr val="99FFCC"/>
                </a:solidFill>
                <a:latin typeface="Tahoma" panose="020B0604030504040204" pitchFamily="34" charset="0"/>
                <a:ea typeface="Tahoma" panose="020B0604030504040204" pitchFamily="34" charset="0"/>
                <a:cs typeface="Tahoma" panose="020B0604030504040204" pitchFamily="34" charset="0"/>
              </a:rPr>
              <a:t>variable costs</a:t>
            </a:r>
            <a:r>
              <a:rPr lang="en-GB" sz="2000" dirty="0">
                <a:solidFill>
                  <a:schemeClr val="bg1"/>
                </a:solidFill>
                <a:latin typeface="Tahoma" panose="020B0604030504040204" pitchFamily="34" charset="0"/>
                <a:ea typeface="Tahoma" panose="020B0604030504040204" pitchFamily="34" charset="0"/>
                <a:cs typeface="Tahoma" panose="020B0604030504040204" pitchFamily="34" charset="0"/>
              </a:rPr>
              <a:t>. </a:t>
            </a:r>
          </a:p>
          <a:p>
            <a:pPr marL="76200" indent="0" algn="just">
              <a:buNone/>
            </a:pPr>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b="1" dirty="0">
                <a:solidFill>
                  <a:srgbClr val="CCFF66"/>
                </a:solidFill>
                <a:latin typeface="Tahoma" panose="020B0604030504040204" pitchFamily="34" charset="0"/>
                <a:ea typeface="Tahoma" panose="020B0604030504040204" pitchFamily="34" charset="0"/>
                <a:cs typeface="Tahoma" panose="020B0604030504040204" pitchFamily="34" charset="0"/>
              </a:rPr>
              <a:t>Fixed costs </a:t>
            </a:r>
            <a:r>
              <a:rPr lang="en-GB" sz="2000" dirty="0">
                <a:latin typeface="Tahoma" panose="020B0604030504040204" pitchFamily="34" charset="0"/>
                <a:ea typeface="Tahoma" panose="020B0604030504040204" pitchFamily="34" charset="0"/>
                <a:cs typeface="Tahoma" panose="020B0604030504040204" pitchFamily="34" charset="0"/>
              </a:rPr>
              <a:t>tend to remain constant regardless of the volume of output.</a:t>
            </a:r>
          </a:p>
          <a:p>
            <a:pPr marL="76200" indent="0" algn="just">
              <a:buNone/>
            </a:pPr>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Examples include rental costs, property taxes, equipment costs, heating and cooling expenses, and certain administrative costs</a:t>
            </a:r>
            <a:r>
              <a:rPr lang="en-GB" sz="2000" dirty="0">
                <a:solidFill>
                  <a:schemeClr val="bg1"/>
                </a:solidFill>
                <a:latin typeface="Tahoma" panose="020B0604030504040204" pitchFamily="34" charset="0"/>
                <a:ea typeface="Tahoma" panose="020B0604030504040204" pitchFamily="34" charset="0"/>
                <a:cs typeface="Tahoma" panose="020B0604030504040204" pitchFamily="34" charset="0"/>
              </a:rPr>
              <a:t>. </a:t>
            </a:r>
          </a:p>
        </p:txBody>
      </p:sp>
      <p:sp>
        <p:nvSpPr>
          <p:cNvPr id="2" name="Slide Number Placeholder 1">
            <a:extLst>
              <a:ext uri="{FF2B5EF4-FFF2-40B4-BE49-F238E27FC236}">
                <a16:creationId xmlns:a16="http://schemas.microsoft.com/office/drawing/2014/main" id="{AA7BD388-2C3A-726D-24FF-430B5AF99DA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Tree>
    <p:extLst>
      <p:ext uri="{BB962C8B-B14F-4D97-AF65-F5344CB8AC3E}">
        <p14:creationId xmlns:p14="http://schemas.microsoft.com/office/powerpoint/2010/main" val="434280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0" y="427664"/>
            <a:ext cx="7141029" cy="563793"/>
          </a:xfrm>
        </p:spPr>
        <p:txBody>
          <a:bodyPr/>
          <a:lstStyle/>
          <a:p>
            <a:r>
              <a:rPr lang="en-GB" dirty="0">
                <a:solidFill>
                  <a:srgbClr val="7CF07C"/>
                </a:solidFill>
              </a:rPr>
              <a:t>Cost-Volume Analysis</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0" y="1081264"/>
            <a:ext cx="8187470" cy="2563636"/>
          </a:xfrm>
          <a:prstGeom prst="rect">
            <a:avLst/>
          </a:prstGeom>
        </p:spPr>
        <p:txBody>
          <a:bodyPr spcFirstLastPara="1" wrap="square" lIns="0" tIns="0" rIns="0" bIns="0" anchor="t" anchorCtr="0">
            <a:noAutofit/>
          </a:bodyPr>
          <a:lstStyle/>
          <a:p>
            <a:pPr marL="76200" indent="0" algn="just">
              <a:buNone/>
            </a:pPr>
            <a:r>
              <a:rPr lang="en-GB" sz="24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400" b="1" dirty="0">
                <a:solidFill>
                  <a:schemeClr val="accent2">
                    <a:lumMod val="40000"/>
                    <a:lumOff val="60000"/>
                  </a:schemeClr>
                </a:solidFill>
                <a:latin typeface="Tahoma" panose="020B0604030504040204" pitchFamily="34" charset="0"/>
                <a:ea typeface="Tahoma" panose="020B0604030504040204" pitchFamily="34" charset="0"/>
                <a:cs typeface="Tahoma" panose="020B0604030504040204" pitchFamily="34" charset="0"/>
              </a:rPr>
              <a:t>Variable costs </a:t>
            </a:r>
            <a:r>
              <a:rPr lang="en-GB" sz="2400" dirty="0">
                <a:latin typeface="Tahoma" panose="020B0604030504040204" pitchFamily="34" charset="0"/>
                <a:ea typeface="Tahoma" panose="020B0604030504040204" pitchFamily="34" charset="0"/>
                <a:cs typeface="Tahoma" panose="020B0604030504040204" pitchFamily="34" charset="0"/>
              </a:rPr>
              <a:t>vary directly with volume of output.</a:t>
            </a:r>
          </a:p>
          <a:p>
            <a:pPr marL="76200" indent="0" algn="just">
              <a:buNone/>
            </a:pPr>
            <a:r>
              <a:rPr lang="en-GB" sz="24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400" dirty="0">
                <a:latin typeface="Tahoma" panose="020B0604030504040204" pitchFamily="34" charset="0"/>
                <a:ea typeface="Tahoma" panose="020B0604030504040204" pitchFamily="34" charset="0"/>
                <a:cs typeface="Tahoma" panose="020B0604030504040204" pitchFamily="34" charset="0"/>
              </a:rPr>
              <a:t>The major components of variable costs are generally materials and </a:t>
            </a:r>
            <a:r>
              <a:rPr lang="en-GB" sz="2400" dirty="0" err="1">
                <a:latin typeface="Tahoma" panose="020B0604030504040204" pitchFamily="34" charset="0"/>
                <a:ea typeface="Tahoma" panose="020B0604030504040204" pitchFamily="34" charset="0"/>
                <a:cs typeface="Tahoma" panose="020B0604030504040204" pitchFamily="34" charset="0"/>
              </a:rPr>
              <a:t>labor</a:t>
            </a:r>
            <a:r>
              <a:rPr lang="en-GB" sz="2400" dirty="0">
                <a:latin typeface="Tahoma" panose="020B0604030504040204" pitchFamily="34" charset="0"/>
                <a:ea typeface="Tahoma" panose="020B0604030504040204" pitchFamily="34" charset="0"/>
                <a:cs typeface="Tahoma" panose="020B0604030504040204" pitchFamily="34" charset="0"/>
              </a:rPr>
              <a:t> costs.</a:t>
            </a:r>
          </a:p>
          <a:p>
            <a:pPr marL="76200" indent="0" algn="just">
              <a:buNone/>
            </a:pPr>
            <a:r>
              <a:rPr lang="en-GB" sz="24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400" dirty="0">
                <a:latin typeface="Tahoma" panose="020B0604030504040204" pitchFamily="34" charset="0"/>
                <a:ea typeface="Tahoma" panose="020B0604030504040204" pitchFamily="34" charset="0"/>
                <a:cs typeface="Tahoma" panose="020B0604030504040204" pitchFamily="34" charset="0"/>
              </a:rPr>
              <a:t>We will assume that variable cost per unit remains the same regardless of volume of output, and that all output can be sold.</a:t>
            </a:r>
          </a:p>
        </p:txBody>
      </p:sp>
      <p:sp>
        <p:nvSpPr>
          <p:cNvPr id="2" name="Slide Number Placeholder 1">
            <a:extLst>
              <a:ext uri="{FF2B5EF4-FFF2-40B4-BE49-F238E27FC236}">
                <a16:creationId xmlns:a16="http://schemas.microsoft.com/office/drawing/2014/main" id="{27C87F23-54F4-095A-48D4-C016E064196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Tree>
    <p:extLst>
      <p:ext uri="{BB962C8B-B14F-4D97-AF65-F5344CB8AC3E}">
        <p14:creationId xmlns:p14="http://schemas.microsoft.com/office/powerpoint/2010/main" val="28201636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0" y="366935"/>
            <a:ext cx="7141029" cy="563793"/>
          </a:xfrm>
        </p:spPr>
        <p:txBody>
          <a:bodyPr/>
          <a:lstStyle/>
          <a:p>
            <a:r>
              <a:rPr lang="en-GB" dirty="0">
                <a:solidFill>
                  <a:srgbClr val="7CF07C"/>
                </a:solidFill>
              </a:rPr>
              <a:t>Cost-Volume Analysis</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357615" y="985156"/>
            <a:ext cx="8428770" cy="2621644"/>
          </a:xfrm>
          <a:prstGeom prst="rect">
            <a:avLst/>
          </a:prstGeom>
        </p:spPr>
        <p:txBody>
          <a:bodyPr spcFirstLastPara="1" wrap="square" lIns="0" tIns="0" rIns="0" bIns="0" anchor="t" anchorCtr="0">
            <a:noAutofit/>
          </a:bodyPr>
          <a:lstStyle/>
          <a:p>
            <a:pPr marL="76200" indent="0" algn="just">
              <a:buNone/>
            </a:pPr>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The total cost associated with a given volume of output is equal to the sum of the fixed cost and the variable cost per unit times volume:</a:t>
            </a:r>
          </a:p>
          <a:p>
            <a:pPr marL="76200" indent="0" algn="just">
              <a:buNone/>
            </a:pPr>
            <a:endParaRPr lang="en-GB" sz="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76200" indent="0" algn="just">
              <a:buNone/>
            </a:pPr>
            <a:r>
              <a:rPr lang="en-GB" sz="3200" b="1" dirty="0">
                <a:solidFill>
                  <a:srgbClr val="FFFF00"/>
                </a:solidFill>
                <a:latin typeface="Tahoma" panose="020B0604030504040204" pitchFamily="34" charset="0"/>
                <a:ea typeface="Tahoma" panose="020B0604030504040204" pitchFamily="34" charset="0"/>
                <a:cs typeface="Tahoma" panose="020B0604030504040204" pitchFamily="34" charset="0"/>
              </a:rPr>
              <a:t>TC = FC + VC</a:t>
            </a:r>
          </a:p>
          <a:p>
            <a:pPr marL="76200" indent="0" algn="just">
              <a:buNone/>
            </a:pPr>
            <a:r>
              <a:rPr lang="en-GB" sz="3200" b="1" dirty="0">
                <a:solidFill>
                  <a:srgbClr val="7CF07C"/>
                </a:solidFill>
                <a:latin typeface="Tahoma" panose="020B0604030504040204" pitchFamily="34" charset="0"/>
                <a:ea typeface="Tahoma" panose="020B0604030504040204" pitchFamily="34" charset="0"/>
                <a:cs typeface="Tahoma" panose="020B0604030504040204" pitchFamily="34" charset="0"/>
              </a:rPr>
              <a:t>VC = </a:t>
            </a:r>
            <a:r>
              <a:rPr lang="en-GB" sz="3200" b="1" i="1" dirty="0">
                <a:solidFill>
                  <a:srgbClr val="7CF07C"/>
                </a:solidFill>
                <a:latin typeface="Tahoma" panose="020B0604030504040204" pitchFamily="34" charset="0"/>
                <a:ea typeface="Tahoma" panose="020B0604030504040204" pitchFamily="34" charset="0"/>
                <a:cs typeface="Tahoma" panose="020B0604030504040204" pitchFamily="34" charset="0"/>
              </a:rPr>
              <a:t>Q</a:t>
            </a:r>
            <a:r>
              <a:rPr lang="en-GB" sz="3200" b="1" dirty="0">
                <a:solidFill>
                  <a:srgbClr val="7CF07C"/>
                </a:solidFill>
                <a:latin typeface="Tahoma" panose="020B0604030504040204" pitchFamily="34" charset="0"/>
                <a:ea typeface="Tahoma" panose="020B0604030504040204" pitchFamily="34" charset="0"/>
                <a:cs typeface="Tahoma" panose="020B0604030504040204" pitchFamily="34" charset="0"/>
              </a:rPr>
              <a:t> × </a:t>
            </a:r>
            <a:r>
              <a:rPr lang="en-GB" sz="3200" b="1" i="1" dirty="0">
                <a:solidFill>
                  <a:srgbClr val="7CF07C"/>
                </a:solidFill>
                <a:latin typeface="Tahoma" panose="020B0604030504040204" pitchFamily="34" charset="0"/>
                <a:ea typeface="Tahoma" panose="020B0604030504040204" pitchFamily="34" charset="0"/>
                <a:cs typeface="Tahoma" panose="020B0604030504040204" pitchFamily="34" charset="0"/>
              </a:rPr>
              <a:t>v</a:t>
            </a:r>
          </a:p>
          <a:p>
            <a:pPr marL="76200" indent="0" algn="just">
              <a:buNone/>
            </a:pPr>
            <a:r>
              <a:rPr lang="en-GB" sz="2800" dirty="0">
                <a:latin typeface="Tahoma" panose="020B0604030504040204" pitchFamily="34" charset="0"/>
                <a:ea typeface="Tahoma" panose="020B0604030504040204" pitchFamily="34" charset="0"/>
                <a:cs typeface="Tahoma" panose="020B0604030504040204" pitchFamily="34" charset="0"/>
              </a:rPr>
              <a:t>where v = variable cost per unit</a:t>
            </a:r>
            <a:endParaRPr lang="en-GB" sz="3200" i="1"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7BBE7F8D-3374-2F52-1949-2A61D38020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Tree>
    <p:extLst>
      <p:ext uri="{BB962C8B-B14F-4D97-AF65-F5344CB8AC3E}">
        <p14:creationId xmlns:p14="http://schemas.microsoft.com/office/powerpoint/2010/main" val="24301297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1" y="344257"/>
            <a:ext cx="7141029" cy="563793"/>
          </a:xfrm>
        </p:spPr>
        <p:txBody>
          <a:bodyPr/>
          <a:lstStyle/>
          <a:p>
            <a:r>
              <a:rPr lang="en-GB" dirty="0">
                <a:solidFill>
                  <a:srgbClr val="7CF07C"/>
                </a:solidFill>
              </a:rPr>
              <a:t>Cost-Volume Analysis</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1" y="1265464"/>
            <a:ext cx="5241070" cy="1465036"/>
          </a:xfrm>
          <a:prstGeom prst="rect">
            <a:avLst/>
          </a:prstGeom>
        </p:spPr>
        <p:txBody>
          <a:bodyPr spcFirstLastPara="1" wrap="square" lIns="0" tIns="0" rIns="0" bIns="0" anchor="t" anchorCtr="0">
            <a:noAutofit/>
          </a:bodyPr>
          <a:lstStyle/>
          <a:p>
            <a:pPr marL="76200" indent="0" algn="just">
              <a:buNone/>
            </a:pPr>
            <a:r>
              <a:rPr lang="en-GB" sz="2000" b="1" dirty="0">
                <a:solidFill>
                  <a:srgbClr val="88FFF0"/>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Figure 5.6A shows the relationship between the volume of output and fixed costs, total variable costs, and total (fixed plus variable) costs.</a:t>
            </a:r>
            <a:endParaRPr lang="en-GB" sz="3200" i="1" dirty="0">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3DE12FA3-8DF9-4F4D-1FC7-B8439E47ECCD}"/>
              </a:ext>
            </a:extLst>
          </p:cNvPr>
          <p:cNvPicPr>
            <a:picLocks noChangeAspect="1"/>
          </p:cNvPicPr>
          <p:nvPr/>
        </p:nvPicPr>
        <p:blipFill>
          <a:blip r:embed="rId2"/>
          <a:stretch>
            <a:fillRect/>
          </a:stretch>
        </p:blipFill>
        <p:spPr>
          <a:xfrm>
            <a:off x="5824434" y="1356456"/>
            <a:ext cx="2768300" cy="3264987"/>
          </a:xfrm>
          <a:prstGeom prst="rect">
            <a:avLst/>
          </a:prstGeom>
        </p:spPr>
      </p:pic>
      <p:sp>
        <p:nvSpPr>
          <p:cNvPr id="2" name="Slide Number Placeholder 1">
            <a:extLst>
              <a:ext uri="{FF2B5EF4-FFF2-40B4-BE49-F238E27FC236}">
                <a16:creationId xmlns:a16="http://schemas.microsoft.com/office/drawing/2014/main" id="{64CD8C29-BF19-3CB9-ED67-8E6DD2FAC0C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spTree>
    <p:extLst>
      <p:ext uri="{BB962C8B-B14F-4D97-AF65-F5344CB8AC3E}">
        <p14:creationId xmlns:p14="http://schemas.microsoft.com/office/powerpoint/2010/main" val="21045669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1" y="230864"/>
            <a:ext cx="7141029" cy="563793"/>
          </a:xfrm>
        </p:spPr>
        <p:txBody>
          <a:bodyPr/>
          <a:lstStyle/>
          <a:p>
            <a:r>
              <a:rPr lang="en-GB" dirty="0">
                <a:solidFill>
                  <a:srgbClr val="7CF07C"/>
                </a:solidFill>
              </a:rPr>
              <a:t>Cost-Volume Analysis</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1" y="884464"/>
            <a:ext cx="8162069" cy="4028172"/>
          </a:xfrm>
          <a:prstGeom prst="rect">
            <a:avLst/>
          </a:prstGeom>
        </p:spPr>
        <p:txBody>
          <a:bodyPr spcFirstLastPara="1" wrap="square" lIns="0" tIns="0" rIns="0" bIns="0" anchor="t" anchorCtr="0">
            <a:noAutofit/>
          </a:bodyPr>
          <a:lstStyle/>
          <a:p>
            <a:pPr marL="76200" indent="0" algn="just">
              <a:buNone/>
            </a:pPr>
            <a:r>
              <a:rPr lang="en-GB" sz="18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1800" dirty="0">
                <a:latin typeface="Tahoma" panose="020B0604030504040204" pitchFamily="34" charset="0"/>
                <a:ea typeface="Tahoma" panose="020B0604030504040204" pitchFamily="34" charset="0"/>
                <a:cs typeface="Tahoma" panose="020B0604030504040204" pitchFamily="34" charset="0"/>
              </a:rPr>
              <a:t>Revenue per unit, like variable cost per unit, is assumed to be the same regardless of the quantity of output.</a:t>
            </a:r>
          </a:p>
          <a:p>
            <a:pPr marL="76200" indent="0" algn="just">
              <a:buNone/>
            </a:pPr>
            <a:r>
              <a:rPr lang="en-GB" sz="18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1800" dirty="0">
                <a:latin typeface="Tahoma" panose="020B0604030504040204" pitchFamily="34" charset="0"/>
                <a:ea typeface="Tahoma" panose="020B0604030504040204" pitchFamily="34" charset="0"/>
                <a:cs typeface="Tahoma" panose="020B0604030504040204" pitchFamily="34" charset="0"/>
              </a:rPr>
              <a:t>Total revenue will have a linear relationship to output, as illustrated in Figure 5.6B. </a:t>
            </a:r>
          </a:p>
        </p:txBody>
      </p:sp>
      <p:pic>
        <p:nvPicPr>
          <p:cNvPr id="3" name="Picture 2">
            <a:extLst>
              <a:ext uri="{FF2B5EF4-FFF2-40B4-BE49-F238E27FC236}">
                <a16:creationId xmlns:a16="http://schemas.microsoft.com/office/drawing/2014/main" id="{B13057D4-668D-9BE7-283B-4E39E7CBE785}"/>
              </a:ext>
            </a:extLst>
          </p:cNvPr>
          <p:cNvPicPr>
            <a:picLocks noChangeAspect="1"/>
          </p:cNvPicPr>
          <p:nvPr/>
        </p:nvPicPr>
        <p:blipFill>
          <a:blip r:embed="rId2"/>
          <a:stretch>
            <a:fillRect/>
          </a:stretch>
        </p:blipFill>
        <p:spPr>
          <a:xfrm>
            <a:off x="6484465" y="2139564"/>
            <a:ext cx="2509619" cy="2862879"/>
          </a:xfrm>
          <a:prstGeom prst="rect">
            <a:avLst/>
          </a:prstGeom>
        </p:spPr>
      </p:pic>
      <p:sp>
        <p:nvSpPr>
          <p:cNvPr id="10" name="Google Shape;234;p22">
            <a:extLst>
              <a:ext uri="{FF2B5EF4-FFF2-40B4-BE49-F238E27FC236}">
                <a16:creationId xmlns:a16="http://schemas.microsoft.com/office/drawing/2014/main" id="{EAFD7259-8FF0-901D-A0F8-4A9252599882}"/>
              </a:ext>
            </a:extLst>
          </p:cNvPr>
          <p:cNvSpPr txBox="1">
            <a:spLocks/>
          </p:cNvSpPr>
          <p:nvPr/>
        </p:nvSpPr>
        <p:spPr>
          <a:xfrm>
            <a:off x="410431" y="2244950"/>
            <a:ext cx="5872035" cy="142517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Abel"/>
              <a:buChar char="⊗"/>
              <a:defRPr sz="2400" b="0" i="0" u="none" strike="noStrike" cap="none">
                <a:solidFill>
                  <a:schemeClr val="dk2"/>
                </a:solidFill>
                <a:latin typeface="Abel"/>
                <a:ea typeface="Abel"/>
                <a:cs typeface="Abel"/>
                <a:sym typeface="Abel"/>
              </a:defRPr>
            </a:lvl1pPr>
            <a:lvl2pPr marL="914400" marR="0" lvl="1" indent="-381000" algn="l" rtl="0">
              <a:lnSpc>
                <a:spcPct val="100000"/>
              </a:lnSpc>
              <a:spcBef>
                <a:spcPts val="0"/>
              </a:spcBef>
              <a:spcAft>
                <a:spcPts val="0"/>
              </a:spcAft>
              <a:buClr>
                <a:schemeClr val="accent2"/>
              </a:buClr>
              <a:buSzPts val="2400"/>
              <a:buFont typeface="Abel"/>
              <a:buChar char="⊚"/>
              <a:defRPr sz="2400" b="0" i="0" u="none" strike="noStrike" cap="none">
                <a:solidFill>
                  <a:schemeClr val="dk2"/>
                </a:solidFill>
                <a:latin typeface="Abel"/>
                <a:ea typeface="Abel"/>
                <a:cs typeface="Abel"/>
                <a:sym typeface="Abel"/>
              </a:defRPr>
            </a:lvl2pPr>
            <a:lvl3pPr marL="1371600" marR="0" lvl="2" indent="-381000" algn="l" rtl="0">
              <a:lnSpc>
                <a:spcPct val="100000"/>
              </a:lnSpc>
              <a:spcBef>
                <a:spcPts val="0"/>
              </a:spcBef>
              <a:spcAft>
                <a:spcPts val="0"/>
              </a:spcAft>
              <a:buClr>
                <a:schemeClr val="accent2"/>
              </a:buClr>
              <a:buSzPts val="2400"/>
              <a:buFont typeface="Abel"/>
              <a:buChar char="⊙"/>
              <a:defRPr sz="2400" b="0" i="0" u="none" strike="noStrike" cap="none">
                <a:solidFill>
                  <a:schemeClr val="dk2"/>
                </a:solidFill>
                <a:latin typeface="Abel"/>
                <a:ea typeface="Abel"/>
                <a:cs typeface="Abel"/>
                <a:sym typeface="Abel"/>
              </a:defRPr>
            </a:lvl3pPr>
            <a:lvl4pPr marL="1828800" marR="0" lvl="3" indent="-381000" algn="l" rtl="0">
              <a:lnSpc>
                <a:spcPct val="100000"/>
              </a:lnSpc>
              <a:spcBef>
                <a:spcPts val="0"/>
              </a:spcBef>
              <a:spcAft>
                <a:spcPts val="0"/>
              </a:spcAft>
              <a:buClr>
                <a:schemeClr val="dk2"/>
              </a:buClr>
              <a:buSzPts val="2400"/>
              <a:buFont typeface="Abel"/>
              <a:buChar char="￮"/>
              <a:defRPr sz="2400" b="0" i="0" u="none" strike="noStrike" cap="none">
                <a:solidFill>
                  <a:schemeClr val="dk2"/>
                </a:solidFill>
                <a:latin typeface="Abel"/>
                <a:ea typeface="Abel"/>
                <a:cs typeface="Abel"/>
                <a:sym typeface="Abel"/>
              </a:defRPr>
            </a:lvl4pPr>
            <a:lvl5pPr marL="2286000" marR="0" lvl="4" indent="-381000" algn="l" rtl="0">
              <a:lnSpc>
                <a:spcPct val="100000"/>
              </a:lnSpc>
              <a:spcBef>
                <a:spcPts val="0"/>
              </a:spcBef>
              <a:spcAft>
                <a:spcPts val="0"/>
              </a:spcAft>
              <a:buClr>
                <a:schemeClr val="dk2"/>
              </a:buClr>
              <a:buSzPts val="2400"/>
              <a:buFont typeface="Abel"/>
              <a:buChar char="○"/>
              <a:defRPr sz="2400" b="0" i="0" u="none" strike="noStrike" cap="none">
                <a:solidFill>
                  <a:schemeClr val="dk2"/>
                </a:solidFill>
                <a:latin typeface="Abel"/>
                <a:ea typeface="Abel"/>
                <a:cs typeface="Abel"/>
                <a:sym typeface="Abel"/>
              </a:defRPr>
            </a:lvl5pPr>
            <a:lvl6pPr marL="2743200" marR="0" lvl="5" indent="-381000" algn="l" rtl="0">
              <a:lnSpc>
                <a:spcPct val="100000"/>
              </a:lnSpc>
              <a:spcBef>
                <a:spcPts val="0"/>
              </a:spcBef>
              <a:spcAft>
                <a:spcPts val="0"/>
              </a:spcAft>
              <a:buClr>
                <a:schemeClr val="dk2"/>
              </a:buClr>
              <a:buSzPts val="2400"/>
              <a:buFont typeface="Abel"/>
              <a:buChar char="￮"/>
              <a:defRPr sz="2400" b="0" i="0" u="none" strike="noStrike" cap="none">
                <a:solidFill>
                  <a:schemeClr val="dk2"/>
                </a:solidFill>
                <a:latin typeface="Abel"/>
                <a:ea typeface="Abel"/>
                <a:cs typeface="Abel"/>
                <a:sym typeface="Abel"/>
              </a:defRPr>
            </a:lvl6pPr>
            <a:lvl7pPr marL="3200400" marR="0" lvl="6" indent="-381000" algn="l" rtl="0">
              <a:lnSpc>
                <a:spcPct val="100000"/>
              </a:lnSpc>
              <a:spcBef>
                <a:spcPts val="0"/>
              </a:spcBef>
              <a:spcAft>
                <a:spcPts val="0"/>
              </a:spcAft>
              <a:buClr>
                <a:schemeClr val="dk2"/>
              </a:buClr>
              <a:buSzPts val="2400"/>
              <a:buFont typeface="Abel"/>
              <a:buChar char="￮"/>
              <a:defRPr sz="2400" b="0" i="0" u="none" strike="noStrike" cap="none">
                <a:solidFill>
                  <a:schemeClr val="dk2"/>
                </a:solidFill>
                <a:latin typeface="Abel"/>
                <a:ea typeface="Abel"/>
                <a:cs typeface="Abel"/>
                <a:sym typeface="Abel"/>
              </a:defRPr>
            </a:lvl7pPr>
            <a:lvl8pPr marL="3657600" marR="0" lvl="7" indent="-381000" algn="l" rtl="0">
              <a:lnSpc>
                <a:spcPct val="100000"/>
              </a:lnSpc>
              <a:spcBef>
                <a:spcPts val="0"/>
              </a:spcBef>
              <a:spcAft>
                <a:spcPts val="0"/>
              </a:spcAft>
              <a:buClr>
                <a:schemeClr val="dk2"/>
              </a:buClr>
              <a:buSzPts val="2400"/>
              <a:buFont typeface="Abel"/>
              <a:buChar char="￮"/>
              <a:defRPr sz="2400" b="0" i="0" u="none" strike="noStrike" cap="none">
                <a:solidFill>
                  <a:schemeClr val="dk2"/>
                </a:solidFill>
                <a:latin typeface="Abel"/>
                <a:ea typeface="Abel"/>
                <a:cs typeface="Abel"/>
                <a:sym typeface="Abel"/>
              </a:defRPr>
            </a:lvl8pPr>
            <a:lvl9pPr marL="4114800" marR="0" lvl="8" indent="-381000" algn="l" rtl="0">
              <a:lnSpc>
                <a:spcPct val="100000"/>
              </a:lnSpc>
              <a:spcBef>
                <a:spcPts val="0"/>
              </a:spcBef>
              <a:spcAft>
                <a:spcPts val="0"/>
              </a:spcAft>
              <a:buClr>
                <a:schemeClr val="dk2"/>
              </a:buClr>
              <a:buSzPts val="2400"/>
              <a:buFont typeface="Abel"/>
              <a:buChar char="■"/>
              <a:defRPr sz="2400" b="0" i="0" u="none" strike="noStrike" cap="none">
                <a:solidFill>
                  <a:schemeClr val="dk2"/>
                </a:solidFill>
                <a:latin typeface="Abel"/>
                <a:ea typeface="Abel"/>
                <a:cs typeface="Abel"/>
                <a:sym typeface="Abel"/>
              </a:defRPr>
            </a:lvl9pPr>
          </a:lstStyle>
          <a:p>
            <a:pPr marL="76200" indent="0" algn="just">
              <a:buFont typeface="Abel"/>
              <a:buNone/>
            </a:pPr>
            <a:r>
              <a:rPr lang="en-GB" sz="18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1800" dirty="0">
                <a:solidFill>
                  <a:schemeClr val="tx1"/>
                </a:solidFill>
                <a:latin typeface="Tahoma" panose="020B0604030504040204" pitchFamily="34" charset="0"/>
                <a:ea typeface="Tahoma" panose="020B0604030504040204" pitchFamily="34" charset="0"/>
                <a:cs typeface="Tahoma" panose="020B0604030504040204" pitchFamily="34" charset="0"/>
              </a:rPr>
              <a:t>The total revenue associated with a given quantity of output, Q, is</a:t>
            </a:r>
          </a:p>
          <a:p>
            <a:pPr marL="76200" indent="0" algn="just">
              <a:buFont typeface="Abel"/>
              <a:buNone/>
            </a:pPr>
            <a:r>
              <a:rPr lang="en-GB" b="1" dirty="0">
                <a:solidFill>
                  <a:schemeClr val="accent3">
                    <a:lumMod val="40000"/>
                    <a:lumOff val="60000"/>
                  </a:schemeClr>
                </a:solidFill>
                <a:latin typeface="Tahoma" panose="020B0604030504040204" pitchFamily="34" charset="0"/>
                <a:ea typeface="Tahoma" panose="020B0604030504040204" pitchFamily="34" charset="0"/>
                <a:cs typeface="Tahoma" panose="020B0604030504040204" pitchFamily="34" charset="0"/>
              </a:rPr>
              <a:t>TR = R × Q</a:t>
            </a:r>
            <a:endParaRPr lang="en-GB" sz="3600" b="1" i="1" dirty="0">
              <a:solidFill>
                <a:schemeClr val="accent3">
                  <a:lumMod val="40000"/>
                  <a:lumOff val="60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2C144FCF-8BA6-9904-BD4D-429D988E016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Tree>
    <p:extLst>
      <p:ext uri="{BB962C8B-B14F-4D97-AF65-F5344CB8AC3E}">
        <p14:creationId xmlns:p14="http://schemas.microsoft.com/office/powerpoint/2010/main" val="31603266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1" y="320671"/>
            <a:ext cx="7141029" cy="563793"/>
          </a:xfrm>
        </p:spPr>
        <p:txBody>
          <a:bodyPr/>
          <a:lstStyle/>
          <a:p>
            <a:r>
              <a:rPr lang="en-GB" dirty="0">
                <a:solidFill>
                  <a:srgbClr val="7CF07C"/>
                </a:solidFill>
              </a:rPr>
              <a:t>Cost-Volume Analysis</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1" y="884464"/>
            <a:ext cx="7575329" cy="1687286"/>
          </a:xfrm>
          <a:prstGeom prst="rect">
            <a:avLst/>
          </a:prstGeom>
        </p:spPr>
        <p:txBody>
          <a:bodyPr spcFirstLastPara="1" wrap="square" lIns="0" tIns="0" rIns="0" bIns="0" anchor="t" anchorCtr="0">
            <a:noAutofit/>
          </a:bodyPr>
          <a:lstStyle/>
          <a:p>
            <a:pPr marL="76200" indent="0" algn="just">
              <a:buNone/>
            </a:pPr>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Figure 5.6C describes the relationship between profit - which is the difference between total revenue and total (i.e., fixed plus variable) cost and volume of output. </a:t>
            </a:r>
          </a:p>
          <a:p>
            <a:pPr marL="76200" indent="0" algn="just">
              <a:buNone/>
            </a:pPr>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The volume at which total cost and total revenue are equal is referred to as the </a:t>
            </a:r>
            <a:r>
              <a:rPr lang="en-GB" sz="2000" b="1" dirty="0">
                <a:solidFill>
                  <a:srgbClr val="FFFF00"/>
                </a:solidFill>
                <a:latin typeface="Tahoma" panose="020B0604030504040204" pitchFamily="34" charset="0"/>
                <a:ea typeface="Tahoma" panose="020B0604030504040204" pitchFamily="34" charset="0"/>
                <a:cs typeface="Tahoma" panose="020B0604030504040204" pitchFamily="34" charset="0"/>
              </a:rPr>
              <a:t>break-even point (BEP)</a:t>
            </a:r>
            <a:r>
              <a:rPr lang="en-GB" sz="1800" b="1" dirty="0">
                <a:solidFill>
                  <a:schemeClr val="bg1"/>
                </a:solidFill>
                <a:latin typeface="Tahoma" panose="020B0604030504040204" pitchFamily="34" charset="0"/>
                <a:ea typeface="Tahoma" panose="020B0604030504040204" pitchFamily="34" charset="0"/>
                <a:cs typeface="Tahoma" panose="020B0604030504040204" pitchFamily="34" charset="0"/>
              </a:rPr>
              <a:t>.</a:t>
            </a:r>
          </a:p>
        </p:txBody>
      </p:sp>
      <p:pic>
        <p:nvPicPr>
          <p:cNvPr id="4" name="Picture 3">
            <a:extLst>
              <a:ext uri="{FF2B5EF4-FFF2-40B4-BE49-F238E27FC236}">
                <a16:creationId xmlns:a16="http://schemas.microsoft.com/office/drawing/2014/main" id="{75FB4007-A9BF-8E6A-37D4-F0DE77306F58}"/>
              </a:ext>
            </a:extLst>
          </p:cNvPr>
          <p:cNvPicPr>
            <a:picLocks noChangeAspect="1"/>
          </p:cNvPicPr>
          <p:nvPr/>
        </p:nvPicPr>
        <p:blipFill>
          <a:blip r:embed="rId2"/>
          <a:stretch>
            <a:fillRect/>
          </a:stretch>
        </p:blipFill>
        <p:spPr>
          <a:xfrm>
            <a:off x="6606158" y="2334409"/>
            <a:ext cx="2387926" cy="2668034"/>
          </a:xfrm>
          <a:prstGeom prst="rect">
            <a:avLst/>
          </a:prstGeom>
        </p:spPr>
      </p:pic>
      <p:sp>
        <p:nvSpPr>
          <p:cNvPr id="6" name="Rectangle 5">
            <a:extLst>
              <a:ext uri="{FF2B5EF4-FFF2-40B4-BE49-F238E27FC236}">
                <a16:creationId xmlns:a16="http://schemas.microsoft.com/office/drawing/2014/main" id="{1F33972D-300D-0EE8-548D-5496AA062108}"/>
              </a:ext>
            </a:extLst>
          </p:cNvPr>
          <p:cNvSpPr/>
          <p:nvPr/>
        </p:nvSpPr>
        <p:spPr>
          <a:xfrm>
            <a:off x="410431" y="2640693"/>
            <a:ext cx="5739848" cy="1754326"/>
          </a:xfrm>
          <a:prstGeom prst="rect">
            <a:avLst/>
          </a:prstGeom>
        </p:spPr>
        <p:txBody>
          <a:bodyPr wrap="square">
            <a:spAutoFit/>
          </a:bodyPr>
          <a:lstStyle/>
          <a:p>
            <a:pPr algn="just"/>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When volume is less than the break-even point, there is a loss; when the volume is greater than the break-even point, there is a profit.</a:t>
            </a:r>
          </a:p>
          <a:p>
            <a:pPr algn="just"/>
            <a:endParaRPr lang="en-GB" sz="800" dirty="0">
              <a:latin typeface="Tahoma" panose="020B0604030504040204" pitchFamily="34" charset="0"/>
              <a:ea typeface="Tahoma" panose="020B0604030504040204" pitchFamily="34" charset="0"/>
              <a:cs typeface="Tahoma" panose="020B0604030504040204" pitchFamily="34" charset="0"/>
            </a:endParaRPr>
          </a:p>
          <a:p>
            <a:pPr algn="just"/>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a:t>
            </a:r>
            <a:r>
              <a:rPr lang="en-GB" sz="2000" b="1" dirty="0">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The greater the deviation from this point, the greater the profit or loss. </a:t>
            </a:r>
          </a:p>
        </p:txBody>
      </p:sp>
      <p:sp>
        <p:nvSpPr>
          <p:cNvPr id="2" name="Slide Number Placeholder 1">
            <a:extLst>
              <a:ext uri="{FF2B5EF4-FFF2-40B4-BE49-F238E27FC236}">
                <a16:creationId xmlns:a16="http://schemas.microsoft.com/office/drawing/2014/main" id="{7FE80B5E-505B-A5CE-3664-0D59E851D0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3BEDF7E-5839-1A74-E994-31E80A06DE76}"/>
                  </a:ext>
                </a:extLst>
              </p14:cNvPr>
              <p14:cNvContentPartPr/>
              <p14:nvPr/>
            </p14:nvContentPartPr>
            <p14:xfrm>
              <a:off x="7972020" y="3047865"/>
              <a:ext cx="360" cy="360"/>
            </p14:xfrm>
          </p:contentPart>
        </mc:Choice>
        <mc:Fallback xmlns="">
          <p:pic>
            <p:nvPicPr>
              <p:cNvPr id="3" name="Ink 2">
                <a:extLst>
                  <a:ext uri="{FF2B5EF4-FFF2-40B4-BE49-F238E27FC236}">
                    <a16:creationId xmlns:a16="http://schemas.microsoft.com/office/drawing/2014/main" id="{43BEDF7E-5839-1A74-E994-31E80A06DE76}"/>
                  </a:ext>
                </a:extLst>
              </p:cNvPr>
              <p:cNvPicPr/>
              <p:nvPr/>
            </p:nvPicPr>
            <p:blipFill>
              <a:blip r:embed="rId4"/>
              <a:stretch>
                <a:fillRect/>
              </a:stretch>
            </p:blipFill>
            <p:spPr>
              <a:xfrm>
                <a:off x="7963380" y="3038865"/>
                <a:ext cx="18000" cy="18000"/>
              </a:xfrm>
              <a:prstGeom prst="rect">
                <a:avLst/>
              </a:prstGeom>
            </p:spPr>
          </p:pic>
        </mc:Fallback>
      </mc:AlternateContent>
    </p:spTree>
    <p:extLst>
      <p:ext uri="{BB962C8B-B14F-4D97-AF65-F5344CB8AC3E}">
        <p14:creationId xmlns:p14="http://schemas.microsoft.com/office/powerpoint/2010/main" val="26140355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1" y="230864"/>
            <a:ext cx="7141029" cy="563793"/>
          </a:xfrm>
        </p:spPr>
        <p:txBody>
          <a:bodyPr/>
          <a:lstStyle/>
          <a:p>
            <a:r>
              <a:rPr lang="en-GB" dirty="0">
                <a:solidFill>
                  <a:srgbClr val="7CF07C"/>
                </a:solidFill>
              </a:rPr>
              <a:t>Cost-Volume Analysis</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1" y="884464"/>
            <a:ext cx="8263669" cy="4028172"/>
          </a:xfrm>
          <a:prstGeom prst="rect">
            <a:avLst/>
          </a:prstGeom>
        </p:spPr>
        <p:txBody>
          <a:bodyPr spcFirstLastPara="1" wrap="square" lIns="0" tIns="0" rIns="0" bIns="0" anchor="t" anchorCtr="0">
            <a:noAutofit/>
          </a:bodyPr>
          <a:lstStyle/>
          <a:p>
            <a:pPr marL="76200" indent="0" algn="just">
              <a:buNone/>
            </a:pPr>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Figure shows the total profit or loss relative to the break-even point.</a:t>
            </a:r>
          </a:p>
          <a:p>
            <a:pPr marL="76200" indent="0" algn="just">
              <a:buNone/>
            </a:pPr>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a:t>
            </a:r>
            <a:r>
              <a:rPr lang="en-GB" sz="2000" b="1" dirty="0">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Figure can be obtained from Figure 5.6C by drawing a horizontal line through the point where the total cost and total revenue lines intersect.</a:t>
            </a:r>
          </a:p>
          <a:p>
            <a:pPr marL="76200" indent="0" algn="just">
              <a:buNone/>
            </a:pPr>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sym typeface="Wingdings 2" panose="05020102010507070707" pitchFamily="18" charset="2"/>
              </a:rPr>
              <a:t> </a:t>
            </a:r>
            <a:r>
              <a:rPr lang="en-GB" sz="2000" dirty="0">
                <a:latin typeface="Tahoma" panose="020B0604030504040204" pitchFamily="34" charset="0"/>
                <a:ea typeface="Tahoma" panose="020B0604030504040204" pitchFamily="34" charset="0"/>
                <a:cs typeface="Tahoma" panose="020B0604030504040204" pitchFamily="34" charset="0"/>
              </a:rPr>
              <a:t>Total profit can be computed using the formula</a:t>
            </a:r>
          </a:p>
          <a:p>
            <a:pPr marL="76200" indent="0" algn="just">
              <a:buNone/>
            </a:pPr>
            <a:r>
              <a:rPr lang="en-GB" sz="2000" b="1" dirty="0">
                <a:solidFill>
                  <a:schemeClr val="accent2">
                    <a:lumMod val="40000"/>
                    <a:lumOff val="60000"/>
                  </a:schemeClr>
                </a:solidFill>
                <a:latin typeface="Tahoma" panose="020B0604030504040204" pitchFamily="34" charset="0"/>
                <a:ea typeface="Tahoma" panose="020B0604030504040204" pitchFamily="34" charset="0"/>
                <a:cs typeface="Tahoma" panose="020B0604030504040204" pitchFamily="34" charset="0"/>
              </a:rPr>
              <a:t>P = </a:t>
            </a:r>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rPr>
              <a:t>TR</a:t>
            </a:r>
            <a:r>
              <a:rPr lang="en-GB" sz="2000" b="1" dirty="0">
                <a:solidFill>
                  <a:schemeClr val="accent2">
                    <a:lumMod val="40000"/>
                    <a:lumOff val="60000"/>
                  </a:schemeClr>
                </a:solidFill>
                <a:latin typeface="Tahoma" panose="020B0604030504040204" pitchFamily="34" charset="0"/>
                <a:ea typeface="Tahoma" panose="020B0604030504040204" pitchFamily="34" charset="0"/>
                <a:cs typeface="Tahoma" panose="020B0604030504040204" pitchFamily="34" charset="0"/>
              </a:rPr>
              <a:t> − </a:t>
            </a:r>
            <a:r>
              <a:rPr lang="en-GB" sz="2000" b="1" dirty="0">
                <a:solidFill>
                  <a:srgbClr val="FF6699"/>
                </a:solidFill>
                <a:latin typeface="Tahoma" panose="020B0604030504040204" pitchFamily="34" charset="0"/>
                <a:ea typeface="Tahoma" panose="020B0604030504040204" pitchFamily="34" charset="0"/>
                <a:cs typeface="Tahoma" panose="020B0604030504040204" pitchFamily="34" charset="0"/>
              </a:rPr>
              <a:t>TC</a:t>
            </a:r>
            <a:r>
              <a:rPr lang="en-GB" sz="2000" b="1" dirty="0">
                <a:solidFill>
                  <a:schemeClr val="accent2">
                    <a:lumMod val="40000"/>
                    <a:lumOff val="60000"/>
                  </a:schemeClr>
                </a:solidFill>
                <a:latin typeface="Tahoma" panose="020B0604030504040204" pitchFamily="34" charset="0"/>
                <a:ea typeface="Tahoma" panose="020B0604030504040204" pitchFamily="34" charset="0"/>
                <a:cs typeface="Tahoma" panose="020B0604030504040204" pitchFamily="34" charset="0"/>
              </a:rPr>
              <a:t> </a:t>
            </a:r>
            <a:r>
              <a:rPr lang="en-GB" sz="200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GB" sz="2000" b="1" dirty="0">
                <a:solidFill>
                  <a:srgbClr val="66FFFF"/>
                </a:solidFill>
                <a:latin typeface="Tahoma" panose="020B0604030504040204" pitchFamily="34" charset="0"/>
                <a:ea typeface="Tahoma" panose="020B0604030504040204" pitchFamily="34" charset="0"/>
                <a:cs typeface="Tahoma" panose="020B0604030504040204" pitchFamily="34" charset="0"/>
              </a:rPr>
              <a:t>R × Q </a:t>
            </a:r>
            <a:r>
              <a:rPr lang="en-GB" sz="2000" b="1" dirty="0">
                <a:solidFill>
                  <a:schemeClr val="accent2">
                    <a:lumMod val="40000"/>
                    <a:lumOff val="60000"/>
                  </a:schemeClr>
                </a:solidFill>
                <a:latin typeface="Tahoma" panose="020B0604030504040204" pitchFamily="34" charset="0"/>
                <a:ea typeface="Tahoma" panose="020B0604030504040204" pitchFamily="34" charset="0"/>
                <a:cs typeface="Tahoma" panose="020B0604030504040204" pitchFamily="34" charset="0"/>
              </a:rPr>
              <a:t>−</a:t>
            </a:r>
            <a:r>
              <a:rPr lang="en-GB" sz="200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GB" sz="2000" b="1" dirty="0">
                <a:solidFill>
                  <a:srgbClr val="FF6699"/>
                </a:solidFill>
                <a:latin typeface="Tahoma" panose="020B0604030504040204" pitchFamily="34" charset="0"/>
                <a:ea typeface="Tahoma" panose="020B0604030504040204" pitchFamily="34" charset="0"/>
                <a:cs typeface="Tahoma" panose="020B0604030504040204" pitchFamily="34" charset="0"/>
              </a:rPr>
              <a:t>(FC + v × Q) </a:t>
            </a:r>
          </a:p>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Rearranging terms, we have</a:t>
            </a:r>
          </a:p>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P = Q(R − v) − FC </a:t>
            </a:r>
          </a:p>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The difference between revenue per unit and variable cost per unit, </a:t>
            </a:r>
          </a:p>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R − v, is known as the </a:t>
            </a:r>
            <a:r>
              <a:rPr lang="en-GB" sz="2000" b="1" dirty="0">
                <a:solidFill>
                  <a:srgbClr val="92D050"/>
                </a:solidFill>
                <a:latin typeface="Tahoma" panose="020B0604030504040204" pitchFamily="34" charset="0"/>
                <a:ea typeface="Tahoma" panose="020B0604030504040204" pitchFamily="34" charset="0"/>
                <a:cs typeface="Tahoma" panose="020B0604030504040204" pitchFamily="34" charset="0"/>
              </a:rPr>
              <a:t>contribution margin</a:t>
            </a:r>
            <a:r>
              <a:rPr lang="en-GB" sz="2000" dirty="0">
                <a:latin typeface="Tahoma" panose="020B0604030504040204" pitchFamily="34" charset="0"/>
                <a:ea typeface="Tahoma" panose="020B0604030504040204" pitchFamily="34" charset="0"/>
                <a:cs typeface="Tahoma" panose="020B0604030504040204" pitchFamily="34" charset="0"/>
              </a:rPr>
              <a:t>.</a:t>
            </a:r>
          </a:p>
        </p:txBody>
      </p:sp>
      <p:sp>
        <p:nvSpPr>
          <p:cNvPr id="2" name="Slide Number Placeholder 1">
            <a:extLst>
              <a:ext uri="{FF2B5EF4-FFF2-40B4-BE49-F238E27FC236}">
                <a16:creationId xmlns:a16="http://schemas.microsoft.com/office/drawing/2014/main" id="{B5928171-F99B-FAFE-D876-E4E9F44E38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Tree>
    <p:extLst>
      <p:ext uri="{BB962C8B-B14F-4D97-AF65-F5344CB8AC3E}">
        <p14:creationId xmlns:p14="http://schemas.microsoft.com/office/powerpoint/2010/main" val="4561571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1" y="389564"/>
            <a:ext cx="7141029" cy="563793"/>
          </a:xfrm>
        </p:spPr>
        <p:txBody>
          <a:bodyPr/>
          <a:lstStyle/>
          <a:p>
            <a:r>
              <a:rPr lang="en-GB" dirty="0">
                <a:solidFill>
                  <a:srgbClr val="7CF07C"/>
                </a:solidFill>
              </a:rPr>
              <a:t>Cost-Volume Analysis</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1" y="884464"/>
            <a:ext cx="5660169" cy="4028172"/>
          </a:xfrm>
          <a:prstGeom prst="rect">
            <a:avLst/>
          </a:prstGeom>
        </p:spPr>
        <p:txBody>
          <a:bodyPr spcFirstLastPara="1" wrap="square" lIns="0" tIns="0" rIns="0" bIns="0" anchor="t" anchorCtr="0">
            <a:noAutofit/>
          </a:bodyPr>
          <a:lstStyle/>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The required volume, Q, needed to generate a specified profit is</a:t>
            </a:r>
          </a:p>
          <a:p>
            <a:pPr marL="76200" indent="0" algn="just">
              <a:buNone/>
            </a:pPr>
            <a:endParaRPr lang="en-GB" sz="800" b="1" dirty="0">
              <a:latin typeface="Tahoma" panose="020B0604030504040204" pitchFamily="34" charset="0"/>
              <a:ea typeface="Tahoma" panose="020B0604030504040204" pitchFamily="34" charset="0"/>
              <a:cs typeface="Tahoma" panose="020B0604030504040204" pitchFamily="34" charset="0"/>
            </a:endParaRPr>
          </a:p>
          <a:p>
            <a:pPr marL="76200" indent="0" algn="just">
              <a:buNone/>
            </a:pPr>
            <a:r>
              <a:rPr lang="en-GB" b="1" dirty="0">
                <a:latin typeface="Tahoma" panose="020B0604030504040204" pitchFamily="34" charset="0"/>
                <a:ea typeface="Tahoma" panose="020B0604030504040204" pitchFamily="34" charset="0"/>
                <a:cs typeface="Tahoma" panose="020B0604030504040204" pitchFamily="34" charset="0"/>
              </a:rPr>
              <a:t>Q = </a:t>
            </a:r>
            <a:r>
              <a:rPr lang="en-GB" b="1" u="sng" dirty="0">
                <a:latin typeface="Tahoma" panose="020B0604030504040204" pitchFamily="34" charset="0"/>
                <a:ea typeface="Tahoma" panose="020B0604030504040204" pitchFamily="34" charset="0"/>
                <a:cs typeface="Tahoma" panose="020B0604030504040204" pitchFamily="34" charset="0"/>
              </a:rPr>
              <a:t>P + FC</a:t>
            </a:r>
          </a:p>
          <a:p>
            <a:pPr marL="76200" indent="0" algn="just">
              <a:buNone/>
            </a:pPr>
            <a:r>
              <a:rPr lang="en-GB" b="1" dirty="0">
                <a:latin typeface="Tahoma" panose="020B0604030504040204" pitchFamily="34" charset="0"/>
                <a:ea typeface="Tahoma" panose="020B0604030504040204" pitchFamily="34" charset="0"/>
                <a:cs typeface="Tahoma" panose="020B0604030504040204" pitchFamily="34" charset="0"/>
              </a:rPr>
              <a:t>         R−v</a:t>
            </a:r>
          </a:p>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A special case of this is the volume of output needed for total revenue to equal total cost.</a:t>
            </a:r>
          </a:p>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This is the break-even point, computed using the formula</a:t>
            </a:r>
          </a:p>
          <a:p>
            <a:pPr marL="76200" indent="0" algn="just">
              <a:buNone/>
            </a:pPr>
            <a:r>
              <a:rPr lang="en-GB" sz="2800" b="1" dirty="0">
                <a:latin typeface="Tahoma" panose="020B0604030504040204" pitchFamily="34" charset="0"/>
                <a:ea typeface="Tahoma" panose="020B0604030504040204" pitchFamily="34" charset="0"/>
                <a:cs typeface="Tahoma" panose="020B0604030504040204" pitchFamily="34" charset="0"/>
              </a:rPr>
              <a:t>Q</a:t>
            </a:r>
            <a:r>
              <a:rPr lang="en-GB" sz="2800" b="1" baseline="-25000" dirty="0">
                <a:latin typeface="Tahoma" panose="020B0604030504040204" pitchFamily="34" charset="0"/>
                <a:ea typeface="Tahoma" panose="020B0604030504040204" pitchFamily="34" charset="0"/>
                <a:cs typeface="Tahoma" panose="020B0604030504040204" pitchFamily="34" charset="0"/>
              </a:rPr>
              <a:t>BEP</a:t>
            </a:r>
            <a:r>
              <a:rPr lang="en-GB" sz="2800" b="1" dirty="0">
                <a:latin typeface="Tahoma" panose="020B0604030504040204" pitchFamily="34" charset="0"/>
                <a:ea typeface="Tahoma" panose="020B0604030504040204" pitchFamily="34" charset="0"/>
                <a:cs typeface="Tahoma" panose="020B0604030504040204" pitchFamily="34" charset="0"/>
              </a:rPr>
              <a:t> =  </a:t>
            </a:r>
            <a:r>
              <a:rPr lang="en-GB" sz="2800" b="1" u="sng" dirty="0">
                <a:latin typeface="Tahoma" panose="020B0604030504040204" pitchFamily="34" charset="0"/>
                <a:ea typeface="Tahoma" panose="020B0604030504040204" pitchFamily="34" charset="0"/>
                <a:cs typeface="Tahoma" panose="020B0604030504040204" pitchFamily="34" charset="0"/>
              </a:rPr>
              <a:t>FC</a:t>
            </a:r>
          </a:p>
          <a:p>
            <a:pPr marL="76200" indent="0" algn="just">
              <a:buNone/>
            </a:pPr>
            <a:r>
              <a:rPr lang="en-GB" sz="2800" b="1" dirty="0">
                <a:latin typeface="Tahoma" panose="020B0604030504040204" pitchFamily="34" charset="0"/>
                <a:ea typeface="Tahoma" panose="020B0604030504040204" pitchFamily="34" charset="0"/>
                <a:cs typeface="Tahoma" panose="020B0604030504040204" pitchFamily="34" charset="0"/>
              </a:rPr>
              <a:t>            R−v</a:t>
            </a:r>
          </a:p>
          <a:p>
            <a:pPr marL="76200" indent="0" algn="just">
              <a:buNone/>
            </a:pPr>
            <a:endParaRPr lang="en-GB" sz="2800" b="1" u="sng"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3C4290FC-5A0D-1469-28F9-DCC017860B6A}"/>
              </a:ext>
            </a:extLst>
          </p:cNvPr>
          <p:cNvPicPr>
            <a:picLocks noChangeAspect="1"/>
          </p:cNvPicPr>
          <p:nvPr/>
        </p:nvPicPr>
        <p:blipFill>
          <a:blip r:embed="rId2"/>
          <a:stretch>
            <a:fillRect/>
          </a:stretch>
        </p:blipFill>
        <p:spPr>
          <a:xfrm>
            <a:off x="6337327" y="1892300"/>
            <a:ext cx="2656757" cy="3121886"/>
          </a:xfrm>
          <a:prstGeom prst="rect">
            <a:avLst/>
          </a:prstGeom>
        </p:spPr>
      </p:pic>
      <p:sp>
        <p:nvSpPr>
          <p:cNvPr id="2" name="Slide Number Placeholder 1">
            <a:extLst>
              <a:ext uri="{FF2B5EF4-FFF2-40B4-BE49-F238E27FC236}">
                <a16:creationId xmlns:a16="http://schemas.microsoft.com/office/drawing/2014/main" id="{63EABB52-82BC-379C-8D74-22FF1795EEE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spTree>
    <p:extLst>
      <p:ext uri="{BB962C8B-B14F-4D97-AF65-F5344CB8AC3E}">
        <p14:creationId xmlns:p14="http://schemas.microsoft.com/office/powerpoint/2010/main" val="2945809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1" y="230864"/>
            <a:ext cx="7141029" cy="563793"/>
          </a:xfrm>
        </p:spPr>
        <p:txBody>
          <a:bodyPr/>
          <a:lstStyle/>
          <a:p>
            <a:r>
              <a:rPr lang="en-GB" dirty="0">
                <a:solidFill>
                  <a:srgbClr val="7CF07C"/>
                </a:solidFill>
              </a:rPr>
              <a:t>Cost-Volume Analysis</a:t>
            </a:r>
            <a:endParaRPr lang="en-BD" dirty="0">
              <a:solidFill>
                <a:srgbClr val="7CF07C"/>
              </a:solidFill>
            </a:endParaRPr>
          </a:p>
        </p:txBody>
      </p:sp>
      <p:sp>
        <p:nvSpPr>
          <p:cNvPr id="9" name="Google Shape;234;p22">
            <a:extLst>
              <a:ext uri="{FF2B5EF4-FFF2-40B4-BE49-F238E27FC236}">
                <a16:creationId xmlns:a16="http://schemas.microsoft.com/office/drawing/2014/main" id="{E6093465-1D83-BE44-8934-D67820CAB994}"/>
              </a:ext>
            </a:extLst>
          </p:cNvPr>
          <p:cNvSpPr txBox="1">
            <a:spLocks noGrp="1"/>
          </p:cNvSpPr>
          <p:nvPr>
            <p:ph type="body" idx="1"/>
          </p:nvPr>
        </p:nvSpPr>
        <p:spPr>
          <a:xfrm>
            <a:off x="410431" y="884464"/>
            <a:ext cx="8200169" cy="715736"/>
          </a:xfrm>
          <a:prstGeom prst="rect">
            <a:avLst/>
          </a:prstGeom>
        </p:spPr>
        <p:txBody>
          <a:bodyPr spcFirstLastPara="1" wrap="square" lIns="0" tIns="0" rIns="0" bIns="0" anchor="t" anchorCtr="0">
            <a:noAutofit/>
          </a:bodyPr>
          <a:lstStyle/>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Different alternatives can be compared by plotting the profit lines for the alternatives, as shown.</a:t>
            </a:r>
          </a:p>
        </p:txBody>
      </p:sp>
      <p:sp>
        <p:nvSpPr>
          <p:cNvPr id="10" name="Google Shape;234;p22">
            <a:extLst>
              <a:ext uri="{FF2B5EF4-FFF2-40B4-BE49-F238E27FC236}">
                <a16:creationId xmlns:a16="http://schemas.microsoft.com/office/drawing/2014/main" id="{3E894403-4C3D-7217-EC3C-B33088AD505E}"/>
              </a:ext>
            </a:extLst>
          </p:cNvPr>
          <p:cNvSpPr txBox="1">
            <a:spLocks/>
          </p:cNvSpPr>
          <p:nvPr/>
        </p:nvSpPr>
        <p:spPr>
          <a:xfrm>
            <a:off x="410431" y="1592036"/>
            <a:ext cx="5583969" cy="303076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Abel"/>
              <a:buChar char="⊗"/>
              <a:defRPr sz="2400" b="0" i="0" u="none" strike="noStrike" cap="none">
                <a:solidFill>
                  <a:schemeClr val="dk2"/>
                </a:solidFill>
                <a:latin typeface="Abel"/>
                <a:ea typeface="Abel"/>
                <a:cs typeface="Abel"/>
                <a:sym typeface="Abel"/>
              </a:defRPr>
            </a:lvl1pPr>
            <a:lvl2pPr marL="914400" marR="0" lvl="1" indent="-381000" algn="l" rtl="0">
              <a:lnSpc>
                <a:spcPct val="100000"/>
              </a:lnSpc>
              <a:spcBef>
                <a:spcPts val="0"/>
              </a:spcBef>
              <a:spcAft>
                <a:spcPts val="0"/>
              </a:spcAft>
              <a:buClr>
                <a:schemeClr val="accent2"/>
              </a:buClr>
              <a:buSzPts val="2400"/>
              <a:buFont typeface="Abel"/>
              <a:buChar char="⊚"/>
              <a:defRPr sz="2400" b="0" i="0" u="none" strike="noStrike" cap="none">
                <a:solidFill>
                  <a:schemeClr val="dk2"/>
                </a:solidFill>
                <a:latin typeface="Abel"/>
                <a:ea typeface="Abel"/>
                <a:cs typeface="Abel"/>
                <a:sym typeface="Abel"/>
              </a:defRPr>
            </a:lvl2pPr>
            <a:lvl3pPr marL="1371600" marR="0" lvl="2" indent="-381000" algn="l" rtl="0">
              <a:lnSpc>
                <a:spcPct val="100000"/>
              </a:lnSpc>
              <a:spcBef>
                <a:spcPts val="0"/>
              </a:spcBef>
              <a:spcAft>
                <a:spcPts val="0"/>
              </a:spcAft>
              <a:buClr>
                <a:schemeClr val="accent2"/>
              </a:buClr>
              <a:buSzPts val="2400"/>
              <a:buFont typeface="Abel"/>
              <a:buChar char="⊙"/>
              <a:defRPr sz="2400" b="0" i="0" u="none" strike="noStrike" cap="none">
                <a:solidFill>
                  <a:schemeClr val="dk2"/>
                </a:solidFill>
                <a:latin typeface="Abel"/>
                <a:ea typeface="Abel"/>
                <a:cs typeface="Abel"/>
                <a:sym typeface="Abel"/>
              </a:defRPr>
            </a:lvl3pPr>
            <a:lvl4pPr marL="1828800" marR="0" lvl="3" indent="-381000" algn="l" rtl="0">
              <a:lnSpc>
                <a:spcPct val="100000"/>
              </a:lnSpc>
              <a:spcBef>
                <a:spcPts val="0"/>
              </a:spcBef>
              <a:spcAft>
                <a:spcPts val="0"/>
              </a:spcAft>
              <a:buClr>
                <a:schemeClr val="dk2"/>
              </a:buClr>
              <a:buSzPts val="2400"/>
              <a:buFont typeface="Abel"/>
              <a:buChar char="￮"/>
              <a:defRPr sz="2400" b="0" i="0" u="none" strike="noStrike" cap="none">
                <a:solidFill>
                  <a:schemeClr val="dk2"/>
                </a:solidFill>
                <a:latin typeface="Abel"/>
                <a:ea typeface="Abel"/>
                <a:cs typeface="Abel"/>
                <a:sym typeface="Abel"/>
              </a:defRPr>
            </a:lvl4pPr>
            <a:lvl5pPr marL="2286000" marR="0" lvl="4" indent="-381000" algn="l" rtl="0">
              <a:lnSpc>
                <a:spcPct val="100000"/>
              </a:lnSpc>
              <a:spcBef>
                <a:spcPts val="0"/>
              </a:spcBef>
              <a:spcAft>
                <a:spcPts val="0"/>
              </a:spcAft>
              <a:buClr>
                <a:schemeClr val="dk2"/>
              </a:buClr>
              <a:buSzPts val="2400"/>
              <a:buFont typeface="Abel"/>
              <a:buChar char="○"/>
              <a:defRPr sz="2400" b="0" i="0" u="none" strike="noStrike" cap="none">
                <a:solidFill>
                  <a:schemeClr val="dk2"/>
                </a:solidFill>
                <a:latin typeface="Abel"/>
                <a:ea typeface="Abel"/>
                <a:cs typeface="Abel"/>
                <a:sym typeface="Abel"/>
              </a:defRPr>
            </a:lvl5pPr>
            <a:lvl6pPr marL="2743200" marR="0" lvl="5" indent="-381000" algn="l" rtl="0">
              <a:lnSpc>
                <a:spcPct val="100000"/>
              </a:lnSpc>
              <a:spcBef>
                <a:spcPts val="0"/>
              </a:spcBef>
              <a:spcAft>
                <a:spcPts val="0"/>
              </a:spcAft>
              <a:buClr>
                <a:schemeClr val="dk2"/>
              </a:buClr>
              <a:buSzPts val="2400"/>
              <a:buFont typeface="Abel"/>
              <a:buChar char="￮"/>
              <a:defRPr sz="2400" b="0" i="0" u="none" strike="noStrike" cap="none">
                <a:solidFill>
                  <a:schemeClr val="dk2"/>
                </a:solidFill>
                <a:latin typeface="Abel"/>
                <a:ea typeface="Abel"/>
                <a:cs typeface="Abel"/>
                <a:sym typeface="Abel"/>
              </a:defRPr>
            </a:lvl6pPr>
            <a:lvl7pPr marL="3200400" marR="0" lvl="6" indent="-381000" algn="l" rtl="0">
              <a:lnSpc>
                <a:spcPct val="100000"/>
              </a:lnSpc>
              <a:spcBef>
                <a:spcPts val="0"/>
              </a:spcBef>
              <a:spcAft>
                <a:spcPts val="0"/>
              </a:spcAft>
              <a:buClr>
                <a:schemeClr val="dk2"/>
              </a:buClr>
              <a:buSzPts val="2400"/>
              <a:buFont typeface="Abel"/>
              <a:buChar char="￮"/>
              <a:defRPr sz="2400" b="0" i="0" u="none" strike="noStrike" cap="none">
                <a:solidFill>
                  <a:schemeClr val="dk2"/>
                </a:solidFill>
                <a:latin typeface="Abel"/>
                <a:ea typeface="Abel"/>
                <a:cs typeface="Abel"/>
                <a:sym typeface="Abel"/>
              </a:defRPr>
            </a:lvl7pPr>
            <a:lvl8pPr marL="3657600" marR="0" lvl="7" indent="-381000" algn="l" rtl="0">
              <a:lnSpc>
                <a:spcPct val="100000"/>
              </a:lnSpc>
              <a:spcBef>
                <a:spcPts val="0"/>
              </a:spcBef>
              <a:spcAft>
                <a:spcPts val="0"/>
              </a:spcAft>
              <a:buClr>
                <a:schemeClr val="dk2"/>
              </a:buClr>
              <a:buSzPts val="2400"/>
              <a:buFont typeface="Abel"/>
              <a:buChar char="￮"/>
              <a:defRPr sz="2400" b="0" i="0" u="none" strike="noStrike" cap="none">
                <a:solidFill>
                  <a:schemeClr val="dk2"/>
                </a:solidFill>
                <a:latin typeface="Abel"/>
                <a:ea typeface="Abel"/>
                <a:cs typeface="Abel"/>
                <a:sym typeface="Abel"/>
              </a:defRPr>
            </a:lvl8pPr>
            <a:lvl9pPr marL="4114800" marR="0" lvl="8" indent="-381000" algn="l" rtl="0">
              <a:lnSpc>
                <a:spcPct val="100000"/>
              </a:lnSpc>
              <a:spcBef>
                <a:spcPts val="0"/>
              </a:spcBef>
              <a:spcAft>
                <a:spcPts val="0"/>
              </a:spcAft>
              <a:buClr>
                <a:schemeClr val="dk2"/>
              </a:buClr>
              <a:buSzPts val="2400"/>
              <a:buFont typeface="Abel"/>
              <a:buChar char="■"/>
              <a:defRPr sz="2400" b="0" i="0" u="none" strike="noStrike" cap="none">
                <a:solidFill>
                  <a:schemeClr val="dk2"/>
                </a:solidFill>
                <a:latin typeface="Abel"/>
                <a:ea typeface="Abel"/>
                <a:cs typeface="Abel"/>
                <a:sym typeface="Abel"/>
              </a:defRPr>
            </a:lvl9pPr>
          </a:lstStyle>
          <a:p>
            <a:pPr marL="76200" indent="0" algn="just">
              <a:buFont typeface="Abel"/>
              <a:buNone/>
            </a:pPr>
            <a:r>
              <a:rPr lang="en-GB" sz="2000" dirty="0">
                <a:solidFill>
                  <a:schemeClr val="tx1"/>
                </a:solidFill>
                <a:latin typeface="Tahoma" panose="020B0604030504040204" pitchFamily="34" charset="0"/>
                <a:ea typeface="Tahoma" panose="020B0604030504040204" pitchFamily="34" charset="0"/>
                <a:cs typeface="Tahoma" panose="020B0604030504040204" pitchFamily="34" charset="0"/>
              </a:rPr>
              <a:t>The figure illustrates the concept of an </a:t>
            </a:r>
            <a:r>
              <a:rPr lang="en-GB" b="1" dirty="0">
                <a:solidFill>
                  <a:srgbClr val="FFFF00"/>
                </a:solidFill>
                <a:latin typeface="Tahoma" panose="020B0604030504040204" pitchFamily="34" charset="0"/>
                <a:ea typeface="Tahoma" panose="020B0604030504040204" pitchFamily="34" charset="0"/>
                <a:cs typeface="Tahoma" panose="020B0604030504040204" pitchFamily="34" charset="0"/>
              </a:rPr>
              <a:t>indifference point</a:t>
            </a:r>
            <a:r>
              <a:rPr lang="en-GB" sz="200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GB" sz="2000" dirty="0">
                <a:solidFill>
                  <a:schemeClr val="accent3">
                    <a:lumMod val="40000"/>
                    <a:lumOff val="60000"/>
                  </a:schemeClr>
                </a:solidFill>
                <a:latin typeface="Tahoma" panose="020B0604030504040204" pitchFamily="34" charset="0"/>
                <a:ea typeface="Tahoma" panose="020B0604030504040204" pitchFamily="34" charset="0"/>
                <a:cs typeface="Tahoma" panose="020B0604030504040204" pitchFamily="34" charset="0"/>
              </a:rPr>
              <a:t>the quantity at which a decision maker would be indifferent between two competing alternatives.</a:t>
            </a:r>
          </a:p>
          <a:p>
            <a:pPr marL="76200" indent="0" algn="just">
              <a:buFont typeface="Abel"/>
              <a:buNone/>
            </a:pPr>
            <a:r>
              <a:rPr lang="en-GB" sz="2000" dirty="0">
                <a:solidFill>
                  <a:schemeClr val="tx1"/>
                </a:solidFill>
                <a:latin typeface="Tahoma" panose="020B0604030504040204" pitchFamily="34" charset="0"/>
                <a:ea typeface="Tahoma" panose="020B0604030504040204" pitchFamily="34" charset="0"/>
                <a:cs typeface="Tahoma" panose="020B0604030504040204" pitchFamily="34" charset="0"/>
              </a:rPr>
              <a:t>In this illustration, a quantity less than the point of indifference would </a:t>
            </a:r>
            <a:r>
              <a:rPr lang="en-GB" sz="2000" dirty="0" err="1">
                <a:solidFill>
                  <a:schemeClr val="tx1"/>
                </a:solidFill>
                <a:latin typeface="Tahoma" panose="020B0604030504040204" pitchFamily="34" charset="0"/>
                <a:ea typeface="Tahoma" panose="020B0604030504040204" pitchFamily="34" charset="0"/>
                <a:cs typeface="Tahoma" panose="020B0604030504040204" pitchFamily="34" charset="0"/>
              </a:rPr>
              <a:t>favor</a:t>
            </a:r>
            <a:r>
              <a:rPr lang="en-GB" sz="2000" dirty="0">
                <a:solidFill>
                  <a:schemeClr val="tx1"/>
                </a:solidFill>
                <a:latin typeface="Tahoma" panose="020B0604030504040204" pitchFamily="34" charset="0"/>
                <a:ea typeface="Tahoma" panose="020B0604030504040204" pitchFamily="34" charset="0"/>
                <a:cs typeface="Tahoma" panose="020B0604030504040204" pitchFamily="34" charset="0"/>
              </a:rPr>
              <a:t> choosing alternative B because its profit is higher in that range, while a quantity greater than the point of indifference would </a:t>
            </a:r>
            <a:r>
              <a:rPr lang="en-GB" sz="2000" dirty="0" err="1">
                <a:solidFill>
                  <a:schemeClr val="tx1"/>
                </a:solidFill>
                <a:latin typeface="Tahoma" panose="020B0604030504040204" pitchFamily="34" charset="0"/>
                <a:ea typeface="Tahoma" panose="020B0604030504040204" pitchFamily="34" charset="0"/>
                <a:cs typeface="Tahoma" panose="020B0604030504040204" pitchFamily="34" charset="0"/>
              </a:rPr>
              <a:t>favor</a:t>
            </a:r>
            <a:r>
              <a:rPr lang="en-GB" sz="2000" dirty="0">
                <a:solidFill>
                  <a:schemeClr val="tx1"/>
                </a:solidFill>
                <a:latin typeface="Tahoma" panose="020B0604030504040204" pitchFamily="34" charset="0"/>
                <a:ea typeface="Tahoma" panose="020B0604030504040204" pitchFamily="34" charset="0"/>
                <a:cs typeface="Tahoma" panose="020B0604030504040204" pitchFamily="34" charset="0"/>
              </a:rPr>
              <a:t> choosing alternative A.</a:t>
            </a:r>
          </a:p>
        </p:txBody>
      </p:sp>
      <p:pic>
        <p:nvPicPr>
          <p:cNvPr id="7" name="Picture 6">
            <a:extLst>
              <a:ext uri="{FF2B5EF4-FFF2-40B4-BE49-F238E27FC236}">
                <a16:creationId xmlns:a16="http://schemas.microsoft.com/office/drawing/2014/main" id="{8EFB313B-3C9A-3779-67AF-D5F619F0B7D0}"/>
              </a:ext>
            </a:extLst>
          </p:cNvPr>
          <p:cNvPicPr>
            <a:picLocks noChangeAspect="1"/>
          </p:cNvPicPr>
          <p:nvPr/>
        </p:nvPicPr>
        <p:blipFill>
          <a:blip r:embed="rId2"/>
          <a:stretch>
            <a:fillRect/>
          </a:stretch>
        </p:blipFill>
        <p:spPr>
          <a:xfrm>
            <a:off x="6149258" y="1384754"/>
            <a:ext cx="2804403" cy="3453493"/>
          </a:xfrm>
          <a:prstGeom prst="rect">
            <a:avLst/>
          </a:prstGeom>
        </p:spPr>
      </p:pic>
      <p:sp>
        <p:nvSpPr>
          <p:cNvPr id="2" name="Slide Number Placeholder 1">
            <a:extLst>
              <a:ext uri="{FF2B5EF4-FFF2-40B4-BE49-F238E27FC236}">
                <a16:creationId xmlns:a16="http://schemas.microsoft.com/office/drawing/2014/main" id="{F02E3234-0C6D-3A71-1ECF-0D29EBD7D7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a:p>
        </p:txBody>
      </p:sp>
    </p:spTree>
    <p:extLst>
      <p:ext uri="{BB962C8B-B14F-4D97-AF65-F5344CB8AC3E}">
        <p14:creationId xmlns:p14="http://schemas.microsoft.com/office/powerpoint/2010/main" val="18846746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1" y="345164"/>
            <a:ext cx="7141029" cy="563793"/>
          </a:xfrm>
        </p:spPr>
        <p:txBody>
          <a:bodyPr/>
          <a:lstStyle/>
          <a:p>
            <a:r>
              <a:rPr lang="en-GB" dirty="0">
                <a:solidFill>
                  <a:srgbClr val="7CF07C"/>
                </a:solidFill>
              </a:rPr>
              <a:t>Cost-Volume Analysis</a:t>
            </a:r>
            <a:endParaRPr lang="en-BD" dirty="0">
              <a:solidFill>
                <a:srgbClr val="7CF07C"/>
              </a:solidFill>
            </a:endParaRPr>
          </a:p>
        </p:txBody>
      </p:sp>
      <p:pic>
        <p:nvPicPr>
          <p:cNvPr id="6" name="Picture 5">
            <a:extLst>
              <a:ext uri="{FF2B5EF4-FFF2-40B4-BE49-F238E27FC236}">
                <a16:creationId xmlns:a16="http://schemas.microsoft.com/office/drawing/2014/main" id="{5E850910-7A63-15A6-4909-58A513DEA57B}"/>
              </a:ext>
            </a:extLst>
          </p:cNvPr>
          <p:cNvPicPr>
            <a:picLocks noChangeAspect="1"/>
          </p:cNvPicPr>
          <p:nvPr/>
        </p:nvPicPr>
        <p:blipFill>
          <a:blip r:embed="rId2"/>
          <a:stretch>
            <a:fillRect/>
          </a:stretch>
        </p:blipFill>
        <p:spPr>
          <a:xfrm>
            <a:off x="295607" y="1004239"/>
            <a:ext cx="8552785" cy="2742261"/>
          </a:xfrm>
          <a:prstGeom prst="rect">
            <a:avLst/>
          </a:prstGeom>
        </p:spPr>
      </p:pic>
      <p:sp>
        <p:nvSpPr>
          <p:cNvPr id="2" name="Slide Number Placeholder 1">
            <a:extLst>
              <a:ext uri="{FF2B5EF4-FFF2-40B4-BE49-F238E27FC236}">
                <a16:creationId xmlns:a16="http://schemas.microsoft.com/office/drawing/2014/main" id="{AB683D65-2764-87E5-6A87-8BC6584AE6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a:p>
        </p:txBody>
      </p:sp>
    </p:spTree>
    <p:extLst>
      <p:ext uri="{BB962C8B-B14F-4D97-AF65-F5344CB8AC3E}">
        <p14:creationId xmlns:p14="http://schemas.microsoft.com/office/powerpoint/2010/main" val="21339506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4EB601-D9D8-D4F3-52DF-AD279599E399}"/>
              </a:ext>
            </a:extLst>
          </p:cNvPr>
          <p:cNvSpPr>
            <a:spLocks noGrp="1"/>
          </p:cNvSpPr>
          <p:nvPr>
            <p:ph type="title"/>
          </p:nvPr>
        </p:nvSpPr>
        <p:spPr>
          <a:xfrm>
            <a:off x="410431" y="230864"/>
            <a:ext cx="3183669" cy="1229636"/>
          </a:xfrm>
        </p:spPr>
        <p:txBody>
          <a:bodyPr/>
          <a:lstStyle/>
          <a:p>
            <a:r>
              <a:rPr lang="en-GB" sz="3200" dirty="0">
                <a:solidFill>
                  <a:srgbClr val="7CF07C"/>
                </a:solidFill>
              </a:rPr>
              <a:t>Cost-Volume Analysis</a:t>
            </a:r>
            <a:endParaRPr lang="en-BD" sz="3200" dirty="0">
              <a:solidFill>
                <a:srgbClr val="7CF07C"/>
              </a:solidFill>
            </a:endParaRPr>
          </a:p>
        </p:txBody>
      </p:sp>
      <p:pic>
        <p:nvPicPr>
          <p:cNvPr id="3" name="Picture 2">
            <a:extLst>
              <a:ext uri="{FF2B5EF4-FFF2-40B4-BE49-F238E27FC236}">
                <a16:creationId xmlns:a16="http://schemas.microsoft.com/office/drawing/2014/main" id="{7C420E1E-30F7-81FB-D40D-BDF96DC07236}"/>
              </a:ext>
            </a:extLst>
          </p:cNvPr>
          <p:cNvPicPr>
            <a:picLocks noChangeAspect="1"/>
          </p:cNvPicPr>
          <p:nvPr/>
        </p:nvPicPr>
        <p:blipFill>
          <a:blip r:embed="rId2"/>
          <a:stretch>
            <a:fillRect/>
          </a:stretch>
        </p:blipFill>
        <p:spPr>
          <a:xfrm>
            <a:off x="105934" y="2092511"/>
            <a:ext cx="8932131" cy="3016925"/>
          </a:xfrm>
          <a:prstGeom prst="rect">
            <a:avLst/>
          </a:prstGeom>
        </p:spPr>
      </p:pic>
      <p:pic>
        <p:nvPicPr>
          <p:cNvPr id="7" name="Picture 6">
            <a:extLst>
              <a:ext uri="{FF2B5EF4-FFF2-40B4-BE49-F238E27FC236}">
                <a16:creationId xmlns:a16="http://schemas.microsoft.com/office/drawing/2014/main" id="{F1815FF2-09A2-DB97-4D13-B295D0FA1DB0}"/>
              </a:ext>
            </a:extLst>
          </p:cNvPr>
          <p:cNvPicPr>
            <a:picLocks noChangeAspect="1"/>
          </p:cNvPicPr>
          <p:nvPr/>
        </p:nvPicPr>
        <p:blipFill>
          <a:blip r:embed="rId3"/>
          <a:stretch>
            <a:fillRect/>
          </a:stretch>
        </p:blipFill>
        <p:spPr>
          <a:xfrm>
            <a:off x="4139373" y="521854"/>
            <a:ext cx="4898692" cy="1570657"/>
          </a:xfrm>
          <a:prstGeom prst="rect">
            <a:avLst/>
          </a:prstGeom>
        </p:spPr>
      </p:pic>
      <p:sp>
        <p:nvSpPr>
          <p:cNvPr id="2" name="Slide Number Placeholder 1">
            <a:extLst>
              <a:ext uri="{FF2B5EF4-FFF2-40B4-BE49-F238E27FC236}">
                <a16:creationId xmlns:a16="http://schemas.microsoft.com/office/drawing/2014/main" id="{71EF871A-66F6-95A7-D2FD-DBC1590307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41</a:t>
            </a:fld>
            <a:endParaRPr lang="en"/>
          </a:p>
        </p:txBody>
      </p:sp>
    </p:spTree>
    <p:extLst>
      <p:ext uri="{BB962C8B-B14F-4D97-AF65-F5344CB8AC3E}">
        <p14:creationId xmlns:p14="http://schemas.microsoft.com/office/powerpoint/2010/main" val="21133516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0"/>
          <p:cNvSpPr txBox="1">
            <a:spLocks noGrp="1"/>
          </p:cNvSpPr>
          <p:nvPr>
            <p:ph type="ctrTitle"/>
          </p:nvPr>
        </p:nvSpPr>
        <p:spPr>
          <a:xfrm>
            <a:off x="1752000" y="1581374"/>
            <a:ext cx="5640000" cy="1475740"/>
          </a:xfrm>
          <a:prstGeom prst="rect">
            <a:avLst/>
          </a:prstGeom>
        </p:spPr>
        <p:txBody>
          <a:bodyPr spcFirstLastPara="1" wrap="square" lIns="0" tIns="0" rIns="0" bIns="0" anchor="b" anchorCtr="0">
            <a:noAutofit/>
          </a:bodyPr>
          <a:lstStyle/>
          <a:p>
            <a:pPr lvl="0"/>
            <a:r>
              <a:rPr lang="en-GB" dirty="0">
                <a:solidFill>
                  <a:srgbClr val="88FFF0"/>
                </a:solidFill>
              </a:rPr>
              <a:t>Do it In-house or Outsource It?</a:t>
            </a:r>
          </a:p>
        </p:txBody>
      </p:sp>
    </p:spTree>
    <p:extLst>
      <p:ext uri="{BB962C8B-B14F-4D97-AF65-F5344CB8AC3E}">
        <p14:creationId xmlns:p14="http://schemas.microsoft.com/office/powerpoint/2010/main" val="17453877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D612AC-D0C7-EF35-3866-6407EAD779B5}"/>
              </a:ext>
            </a:extLst>
          </p:cNvPr>
          <p:cNvSpPr>
            <a:spLocks noGrp="1"/>
          </p:cNvSpPr>
          <p:nvPr>
            <p:ph type="title"/>
          </p:nvPr>
        </p:nvSpPr>
        <p:spPr>
          <a:xfrm>
            <a:off x="320040" y="18650"/>
            <a:ext cx="7543800" cy="1028700"/>
          </a:xfrm>
        </p:spPr>
        <p:txBody>
          <a:bodyPr>
            <a:normAutofit/>
          </a:bodyPr>
          <a:lstStyle/>
          <a:p>
            <a:r>
              <a:rPr lang="en-US" dirty="0"/>
              <a:t>Inhouse production or outsource</a:t>
            </a:r>
          </a:p>
        </p:txBody>
      </p:sp>
      <p:sp>
        <p:nvSpPr>
          <p:cNvPr id="5" name="Content Placeholder 4">
            <a:extLst>
              <a:ext uri="{FF2B5EF4-FFF2-40B4-BE49-F238E27FC236}">
                <a16:creationId xmlns:a16="http://schemas.microsoft.com/office/drawing/2014/main" id="{1AB5E74F-FAB3-0ECA-C457-A58B26FB752A}"/>
              </a:ext>
            </a:extLst>
          </p:cNvPr>
          <p:cNvSpPr>
            <a:spLocks noGrp="1"/>
          </p:cNvSpPr>
          <p:nvPr>
            <p:ph idx="1"/>
          </p:nvPr>
        </p:nvSpPr>
        <p:spPr>
          <a:xfrm>
            <a:off x="306047" y="692684"/>
            <a:ext cx="6416339" cy="4052264"/>
          </a:xfrm>
        </p:spPr>
        <p:txBody>
          <a:bodyPr>
            <a:normAutofit fontScale="92500" lnSpcReduction="10000"/>
          </a:bodyPr>
          <a:lstStyle/>
          <a:p>
            <a:r>
              <a:rPr lang="en-US" sz="1800" b="1" dirty="0">
                <a:solidFill>
                  <a:srgbClr val="FF0000"/>
                </a:solidFill>
              </a:rPr>
              <a:t>Inhouse production</a:t>
            </a:r>
          </a:p>
          <a:p>
            <a:pPr lvl="1"/>
            <a:r>
              <a:rPr lang="en-US" sz="1600" dirty="0"/>
              <a:t>Fixed cost (FC): (purchase equipment, facility, etc.)</a:t>
            </a:r>
          </a:p>
          <a:p>
            <a:pPr lvl="1"/>
            <a:r>
              <a:rPr lang="en-US" sz="1600" dirty="0"/>
              <a:t>Variable cost (VC): (material cost, energy cost associated with products)</a:t>
            </a:r>
          </a:p>
          <a:p>
            <a:pPr lvl="1"/>
            <a:r>
              <a:rPr lang="en-US" sz="1600" dirty="0"/>
              <a:t>Quantity of the products (Q)</a:t>
            </a:r>
          </a:p>
          <a:p>
            <a:pPr lvl="1"/>
            <a:r>
              <a:rPr lang="en-US" sz="1600" dirty="0"/>
              <a:t>If per unit variable cost is (v), Total variable cost (VC) = v x Q</a:t>
            </a:r>
          </a:p>
          <a:p>
            <a:pPr lvl="1"/>
            <a:r>
              <a:rPr lang="en-US" sz="1600" dirty="0"/>
              <a:t>Total cost for inhouse production, </a:t>
            </a:r>
          </a:p>
          <a:p>
            <a:pPr marL="205740" lvl="1" indent="0">
              <a:buNone/>
            </a:pPr>
            <a:r>
              <a:rPr lang="en-US" sz="1600" b="1" dirty="0">
                <a:solidFill>
                  <a:srgbClr val="FFFF00"/>
                </a:solidFill>
              </a:rPr>
              <a:t>                           (TC-1) = FC + VC = FC + v(Q)</a:t>
            </a:r>
          </a:p>
          <a:p>
            <a:r>
              <a:rPr lang="en-US" sz="1800" b="1" dirty="0">
                <a:solidFill>
                  <a:srgbClr val="00B050"/>
                </a:solidFill>
              </a:rPr>
              <a:t>For outsourcing</a:t>
            </a:r>
          </a:p>
          <a:p>
            <a:pPr lvl="1"/>
            <a:r>
              <a:rPr lang="en-US" sz="1600" dirty="0"/>
              <a:t>Per unit product price offered by supplier = R</a:t>
            </a:r>
          </a:p>
          <a:p>
            <a:pPr lvl="1"/>
            <a:r>
              <a:rPr lang="en-US" sz="1600" dirty="0"/>
              <a:t>Total cost for purchasing the product </a:t>
            </a:r>
            <a:r>
              <a:rPr lang="en-US" sz="1600" b="1" dirty="0">
                <a:solidFill>
                  <a:srgbClr val="00B050"/>
                </a:solidFill>
              </a:rPr>
              <a:t>(TC-2)= R x Q</a:t>
            </a:r>
          </a:p>
          <a:p>
            <a:r>
              <a:rPr lang="en-US" sz="1600" dirty="0">
                <a:solidFill>
                  <a:srgbClr val="FFFF00"/>
                </a:solidFill>
              </a:rPr>
              <a:t>At Q</a:t>
            </a:r>
            <a:r>
              <a:rPr lang="en-US" sz="1200" dirty="0">
                <a:solidFill>
                  <a:srgbClr val="FFFF00"/>
                </a:solidFill>
              </a:rPr>
              <a:t>0</a:t>
            </a:r>
            <a:r>
              <a:rPr lang="en-US" sz="1600" dirty="0">
                <a:solidFill>
                  <a:srgbClr val="FFFF00"/>
                </a:solidFill>
              </a:rPr>
              <a:t>, TC-1 = TC-2, so cost for inhouse production and outsourcing are same. </a:t>
            </a:r>
          </a:p>
          <a:p>
            <a:r>
              <a:rPr lang="en-US" sz="1600" dirty="0">
                <a:solidFill>
                  <a:srgbClr val="FFFF00"/>
                </a:solidFill>
              </a:rPr>
              <a:t>So, FC + v(Q</a:t>
            </a:r>
            <a:r>
              <a:rPr lang="en-US" sz="1200" dirty="0">
                <a:solidFill>
                  <a:srgbClr val="FFFF00"/>
                </a:solidFill>
              </a:rPr>
              <a:t>0</a:t>
            </a:r>
            <a:r>
              <a:rPr lang="en-US" sz="1600" dirty="0">
                <a:solidFill>
                  <a:srgbClr val="FFFF00"/>
                </a:solidFill>
              </a:rPr>
              <a:t>) = R(Q</a:t>
            </a:r>
            <a:r>
              <a:rPr lang="en-US" sz="1200" dirty="0">
                <a:solidFill>
                  <a:srgbClr val="FFFF00"/>
                </a:solidFill>
              </a:rPr>
              <a:t>0</a:t>
            </a:r>
            <a:r>
              <a:rPr lang="en-US" sz="1600" dirty="0">
                <a:solidFill>
                  <a:srgbClr val="FFFF00"/>
                </a:solidFill>
              </a:rPr>
              <a:t>) </a:t>
            </a:r>
          </a:p>
          <a:p>
            <a:r>
              <a:rPr lang="en-US" sz="1600" dirty="0">
                <a:solidFill>
                  <a:srgbClr val="FFFF00"/>
                </a:solidFill>
              </a:rPr>
              <a:t>Q</a:t>
            </a:r>
            <a:r>
              <a:rPr lang="en-US" sz="1200" dirty="0">
                <a:solidFill>
                  <a:srgbClr val="FFFF00"/>
                </a:solidFill>
              </a:rPr>
              <a:t>0</a:t>
            </a:r>
            <a:r>
              <a:rPr lang="en-US" sz="1600" dirty="0">
                <a:solidFill>
                  <a:srgbClr val="FFFF00"/>
                </a:solidFill>
              </a:rPr>
              <a:t> = FC/(R-v) </a:t>
            </a:r>
          </a:p>
          <a:p>
            <a:endParaRPr lang="en-US" sz="1750" b="1" dirty="0">
              <a:solidFill>
                <a:srgbClr val="00B050"/>
              </a:solidFill>
            </a:endParaRPr>
          </a:p>
        </p:txBody>
      </p:sp>
      <p:grpSp>
        <p:nvGrpSpPr>
          <p:cNvPr id="33" name="Group 32">
            <a:extLst>
              <a:ext uri="{FF2B5EF4-FFF2-40B4-BE49-F238E27FC236}">
                <a16:creationId xmlns:a16="http://schemas.microsoft.com/office/drawing/2014/main" id="{64AF3CFC-3483-CB92-8781-E5044E1B216B}"/>
              </a:ext>
            </a:extLst>
          </p:cNvPr>
          <p:cNvGrpSpPr/>
          <p:nvPr/>
        </p:nvGrpSpPr>
        <p:grpSpPr>
          <a:xfrm>
            <a:off x="6434372" y="1376624"/>
            <a:ext cx="2628856" cy="2339577"/>
            <a:chOff x="6266688" y="2513517"/>
            <a:chExt cx="2628856" cy="2339577"/>
          </a:xfrm>
        </p:grpSpPr>
        <p:grpSp>
          <p:nvGrpSpPr>
            <p:cNvPr id="15" name="Group 14">
              <a:extLst>
                <a:ext uri="{FF2B5EF4-FFF2-40B4-BE49-F238E27FC236}">
                  <a16:creationId xmlns:a16="http://schemas.microsoft.com/office/drawing/2014/main" id="{A0C6A6BE-F779-045A-3B6B-07523AF5F2BC}"/>
                </a:ext>
              </a:extLst>
            </p:cNvPr>
            <p:cNvGrpSpPr/>
            <p:nvPr/>
          </p:nvGrpSpPr>
          <p:grpSpPr>
            <a:xfrm>
              <a:off x="6266688" y="2718816"/>
              <a:ext cx="2267712" cy="1840992"/>
              <a:chOff x="6266688" y="2718816"/>
              <a:chExt cx="2267712" cy="1840992"/>
            </a:xfrm>
          </p:grpSpPr>
          <p:cxnSp>
            <p:nvCxnSpPr>
              <p:cNvPr id="11" name="Straight Arrow Connector 10">
                <a:extLst>
                  <a:ext uri="{FF2B5EF4-FFF2-40B4-BE49-F238E27FC236}">
                    <a16:creationId xmlns:a16="http://schemas.microsoft.com/office/drawing/2014/main" id="{45065B3B-B345-9AEB-5F72-2AA28DC96FF1}"/>
                  </a:ext>
                </a:extLst>
              </p:cNvPr>
              <p:cNvCxnSpPr/>
              <p:nvPr/>
            </p:nvCxnSpPr>
            <p:spPr>
              <a:xfrm>
                <a:off x="6266688" y="4559808"/>
                <a:ext cx="2267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7EB59DE-2B6F-06BE-42D2-2107CFBC95E4}"/>
                  </a:ext>
                </a:extLst>
              </p:cNvPr>
              <p:cNvCxnSpPr>
                <a:cxnSpLocks/>
              </p:cNvCxnSpPr>
              <p:nvPr/>
            </p:nvCxnSpPr>
            <p:spPr>
              <a:xfrm flipV="1">
                <a:off x="6266688" y="2718816"/>
                <a:ext cx="0" cy="183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754427AA-CA70-7DCE-382C-3B673E18E263}"/>
                </a:ext>
              </a:extLst>
            </p:cNvPr>
            <p:cNvCxnSpPr/>
            <p:nvPr/>
          </p:nvCxnSpPr>
          <p:spPr>
            <a:xfrm flipV="1">
              <a:off x="6266688" y="2938272"/>
              <a:ext cx="2267712" cy="800481"/>
            </a:xfrm>
            <a:prstGeom prst="line">
              <a:avLst/>
            </a:prstGeom>
            <a:ln w="190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496BF70-9A21-ED11-0960-52D0CE082CEE}"/>
                </a:ext>
              </a:extLst>
            </p:cNvPr>
            <p:cNvCxnSpPr/>
            <p:nvPr/>
          </p:nvCxnSpPr>
          <p:spPr>
            <a:xfrm flipV="1">
              <a:off x="6266688" y="2546413"/>
              <a:ext cx="1706880" cy="2017587"/>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4FFD299-DAAA-65DE-776C-477156A54728}"/>
                </a:ext>
              </a:extLst>
            </p:cNvPr>
            <p:cNvCxnSpPr/>
            <p:nvPr/>
          </p:nvCxnSpPr>
          <p:spPr>
            <a:xfrm>
              <a:off x="7293102" y="3338512"/>
              <a:ext cx="0" cy="1225488"/>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411043C-1403-8A72-2A5F-A841B59925E8}"/>
                </a:ext>
              </a:extLst>
            </p:cNvPr>
            <p:cNvSpPr txBox="1"/>
            <p:nvPr/>
          </p:nvSpPr>
          <p:spPr>
            <a:xfrm>
              <a:off x="7077624" y="4534300"/>
              <a:ext cx="559138" cy="307777"/>
            </a:xfrm>
            <a:prstGeom prst="rect">
              <a:avLst/>
            </a:prstGeom>
            <a:noFill/>
          </p:spPr>
          <p:txBody>
            <a:bodyPr wrap="square" rtlCol="0">
              <a:spAutoFit/>
            </a:bodyPr>
            <a:lstStyle/>
            <a:p>
              <a:r>
                <a:rPr lang="en-US" sz="1400" dirty="0"/>
                <a:t>Qo</a:t>
              </a:r>
            </a:p>
          </p:txBody>
        </p:sp>
        <p:sp>
          <p:nvSpPr>
            <p:cNvPr id="25" name="TextBox 24">
              <a:extLst>
                <a:ext uri="{FF2B5EF4-FFF2-40B4-BE49-F238E27FC236}">
                  <a16:creationId xmlns:a16="http://schemas.microsoft.com/office/drawing/2014/main" id="{CA21A6F0-CD01-6234-D28C-5721E7ECAACC}"/>
                </a:ext>
              </a:extLst>
            </p:cNvPr>
            <p:cNvSpPr txBox="1"/>
            <p:nvPr/>
          </p:nvSpPr>
          <p:spPr>
            <a:xfrm>
              <a:off x="7726637" y="4545317"/>
              <a:ext cx="559138" cy="307777"/>
            </a:xfrm>
            <a:prstGeom prst="rect">
              <a:avLst/>
            </a:prstGeom>
            <a:noFill/>
          </p:spPr>
          <p:txBody>
            <a:bodyPr wrap="square" rtlCol="0">
              <a:spAutoFit/>
            </a:bodyPr>
            <a:lstStyle/>
            <a:p>
              <a:r>
                <a:rPr lang="en-US" sz="1400" dirty="0"/>
                <a:t>Q2</a:t>
              </a:r>
            </a:p>
          </p:txBody>
        </p:sp>
        <p:sp>
          <p:nvSpPr>
            <p:cNvPr id="26" name="TextBox 25">
              <a:extLst>
                <a:ext uri="{FF2B5EF4-FFF2-40B4-BE49-F238E27FC236}">
                  <a16:creationId xmlns:a16="http://schemas.microsoft.com/office/drawing/2014/main" id="{619686EB-9592-1CB7-D61A-6D4AC4FB49D2}"/>
                </a:ext>
              </a:extLst>
            </p:cNvPr>
            <p:cNvSpPr txBox="1"/>
            <p:nvPr/>
          </p:nvSpPr>
          <p:spPr>
            <a:xfrm>
              <a:off x="6560990" y="4545317"/>
              <a:ext cx="559138" cy="307777"/>
            </a:xfrm>
            <a:prstGeom prst="rect">
              <a:avLst/>
            </a:prstGeom>
            <a:noFill/>
          </p:spPr>
          <p:txBody>
            <a:bodyPr wrap="square" rtlCol="0">
              <a:spAutoFit/>
            </a:bodyPr>
            <a:lstStyle/>
            <a:p>
              <a:r>
                <a:rPr lang="en-US" sz="1400" dirty="0"/>
                <a:t>Q1</a:t>
              </a:r>
            </a:p>
          </p:txBody>
        </p:sp>
        <p:cxnSp>
          <p:nvCxnSpPr>
            <p:cNvPr id="28" name="Straight Connector 27">
              <a:extLst>
                <a:ext uri="{FF2B5EF4-FFF2-40B4-BE49-F238E27FC236}">
                  <a16:creationId xmlns:a16="http://schemas.microsoft.com/office/drawing/2014/main" id="{F2AD0ACF-9701-0900-FAF9-FBC006A72A73}"/>
                </a:ext>
              </a:extLst>
            </p:cNvPr>
            <p:cNvCxnSpPr>
              <a:stCxn id="26" idx="0"/>
            </p:cNvCxnSpPr>
            <p:nvPr/>
          </p:nvCxnSpPr>
          <p:spPr>
            <a:xfrm flipV="1">
              <a:off x="6840559" y="3488267"/>
              <a:ext cx="0" cy="1057050"/>
            </a:xfrm>
            <a:prstGeom prst="line">
              <a:avLst/>
            </a:prstGeom>
            <a:ln>
              <a:solidFill>
                <a:srgbClr val="FFC000"/>
              </a:solidFill>
              <a:prstDash val="dash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A75844C-5E89-863A-D118-BB36910D4948}"/>
                </a:ext>
              </a:extLst>
            </p:cNvPr>
            <p:cNvCxnSpPr>
              <a:cxnSpLocks/>
            </p:cNvCxnSpPr>
            <p:nvPr/>
          </p:nvCxnSpPr>
          <p:spPr>
            <a:xfrm flipV="1">
              <a:off x="7863840" y="2718816"/>
              <a:ext cx="0" cy="1845184"/>
            </a:xfrm>
            <a:prstGeom prst="line">
              <a:avLst/>
            </a:prstGeom>
            <a:ln>
              <a:solidFill>
                <a:srgbClr val="FFC000"/>
              </a:solidFill>
              <a:prstDash val="dashDot"/>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BA03C0F-D16D-3B5D-1492-7272D36BEA15}"/>
                </a:ext>
              </a:extLst>
            </p:cNvPr>
            <p:cNvSpPr txBox="1"/>
            <p:nvPr/>
          </p:nvSpPr>
          <p:spPr>
            <a:xfrm>
              <a:off x="8146542" y="3118935"/>
              <a:ext cx="749002" cy="338554"/>
            </a:xfrm>
            <a:prstGeom prst="rect">
              <a:avLst/>
            </a:prstGeom>
            <a:noFill/>
          </p:spPr>
          <p:txBody>
            <a:bodyPr wrap="square" rtlCol="0">
              <a:spAutoFit/>
            </a:bodyPr>
            <a:lstStyle/>
            <a:p>
              <a:r>
                <a:rPr lang="en-US" sz="1600" dirty="0">
                  <a:solidFill>
                    <a:srgbClr val="FFFF00"/>
                  </a:solidFill>
                </a:rPr>
                <a:t>TC-1</a:t>
              </a:r>
            </a:p>
          </p:txBody>
        </p:sp>
        <p:sp>
          <p:nvSpPr>
            <p:cNvPr id="32" name="TextBox 31">
              <a:extLst>
                <a:ext uri="{FF2B5EF4-FFF2-40B4-BE49-F238E27FC236}">
                  <a16:creationId xmlns:a16="http://schemas.microsoft.com/office/drawing/2014/main" id="{56398C14-18EE-9795-6275-80CE0EE9FF74}"/>
                </a:ext>
              </a:extLst>
            </p:cNvPr>
            <p:cNvSpPr txBox="1"/>
            <p:nvPr/>
          </p:nvSpPr>
          <p:spPr>
            <a:xfrm>
              <a:off x="7207460" y="2513517"/>
              <a:ext cx="749002" cy="338554"/>
            </a:xfrm>
            <a:prstGeom prst="rect">
              <a:avLst/>
            </a:prstGeom>
            <a:noFill/>
          </p:spPr>
          <p:txBody>
            <a:bodyPr wrap="square" rtlCol="0">
              <a:spAutoFit/>
            </a:bodyPr>
            <a:lstStyle/>
            <a:p>
              <a:r>
                <a:rPr lang="en-US" sz="1600" dirty="0">
                  <a:solidFill>
                    <a:srgbClr val="00B050"/>
                  </a:solidFill>
                </a:rPr>
                <a:t>TC-2</a:t>
              </a:r>
            </a:p>
          </p:txBody>
        </p:sp>
      </p:grpSp>
      <p:sp>
        <p:nvSpPr>
          <p:cNvPr id="34" name="Rectangle 33">
            <a:extLst>
              <a:ext uri="{FF2B5EF4-FFF2-40B4-BE49-F238E27FC236}">
                <a16:creationId xmlns:a16="http://schemas.microsoft.com/office/drawing/2014/main" id="{238B5DA3-E9E3-1331-CBD9-D34483FE66D6}"/>
              </a:ext>
            </a:extLst>
          </p:cNvPr>
          <p:cNvSpPr/>
          <p:nvPr/>
        </p:nvSpPr>
        <p:spPr>
          <a:xfrm>
            <a:off x="3205881" y="3968719"/>
            <a:ext cx="5506087" cy="8047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Q1: TC (production)&gt; TC (outsource)</a:t>
            </a:r>
          </a:p>
          <a:p>
            <a:pPr algn="ctr"/>
            <a:r>
              <a:rPr lang="en-US" dirty="0"/>
              <a:t>      Q2: TC (production)&lt; TC (outsource)</a:t>
            </a:r>
          </a:p>
          <a:p>
            <a:pPr algn="ctr"/>
            <a:r>
              <a:rPr lang="en-US" dirty="0"/>
              <a:t>So, if Q&gt;Q</a:t>
            </a:r>
            <a:r>
              <a:rPr lang="en-US" sz="1400" dirty="0"/>
              <a:t>0, </a:t>
            </a:r>
            <a:r>
              <a:rPr lang="en-US" dirty="0"/>
              <a:t>better to outsource </a:t>
            </a:r>
          </a:p>
        </p:txBody>
      </p:sp>
    </p:spTree>
    <p:extLst>
      <p:ext uri="{BB962C8B-B14F-4D97-AF65-F5344CB8AC3E}">
        <p14:creationId xmlns:p14="http://schemas.microsoft.com/office/powerpoint/2010/main" val="2002312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0AF3AFA-9B90-0C6E-1A95-CA2664C75751}"/>
              </a:ext>
            </a:extLst>
          </p:cNvPr>
          <p:cNvPicPr>
            <a:picLocks noChangeAspect="1"/>
          </p:cNvPicPr>
          <p:nvPr/>
        </p:nvPicPr>
        <p:blipFill rotWithShape="1">
          <a:blip r:embed="rId2"/>
          <a:srcRect r="1633"/>
          <a:stretch/>
        </p:blipFill>
        <p:spPr>
          <a:xfrm>
            <a:off x="0" y="-4500"/>
            <a:ext cx="7077204" cy="5148000"/>
          </a:xfrm>
          <a:prstGeom prst="rect">
            <a:avLst/>
          </a:prstGeom>
        </p:spPr>
      </p:pic>
      <p:pic>
        <p:nvPicPr>
          <p:cNvPr id="3" name="Picture 2" descr="Chart, line chart&#10;&#10;Description automatically generated">
            <a:extLst>
              <a:ext uri="{FF2B5EF4-FFF2-40B4-BE49-F238E27FC236}">
                <a16:creationId xmlns:a16="http://schemas.microsoft.com/office/drawing/2014/main" id="{F8189F00-AD8F-7CD1-2954-E65BCAD56448}"/>
              </a:ext>
            </a:extLst>
          </p:cNvPr>
          <p:cNvPicPr>
            <a:picLocks noChangeAspect="1"/>
          </p:cNvPicPr>
          <p:nvPr/>
        </p:nvPicPr>
        <p:blipFill>
          <a:blip r:embed="rId3"/>
          <a:stretch>
            <a:fillRect/>
          </a:stretch>
        </p:blipFill>
        <p:spPr>
          <a:xfrm>
            <a:off x="7077205" y="3312236"/>
            <a:ext cx="2066057" cy="1821600"/>
          </a:xfrm>
          <a:prstGeom prst="rect">
            <a:avLst/>
          </a:prstGeom>
        </p:spPr>
      </p:pic>
      <p:sp>
        <p:nvSpPr>
          <p:cNvPr id="2" name="Slide Number Placeholder 1">
            <a:extLst>
              <a:ext uri="{FF2B5EF4-FFF2-40B4-BE49-F238E27FC236}">
                <a16:creationId xmlns:a16="http://schemas.microsoft.com/office/drawing/2014/main" id="{0AE62D5B-4479-66A3-699B-EC17642F3E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44</a:t>
            </a:fld>
            <a:endParaRPr lang="en"/>
          </a:p>
        </p:txBody>
      </p:sp>
    </p:spTree>
    <p:extLst>
      <p:ext uri="{BB962C8B-B14F-4D97-AF65-F5344CB8AC3E}">
        <p14:creationId xmlns:p14="http://schemas.microsoft.com/office/powerpoint/2010/main" val="6750546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9">
            <a:extLst>
              <a:ext uri="{FF2B5EF4-FFF2-40B4-BE49-F238E27FC236}">
                <a16:creationId xmlns:a16="http://schemas.microsoft.com/office/drawing/2014/main" id="{1463B9A0-C42E-402C-9AD1-9DAE533613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022" y="178308"/>
            <a:ext cx="8791956" cy="4786884"/>
          </a:xfrm>
          <a:prstGeom prst="rect">
            <a:avLst/>
          </a:prstGeom>
          <a:solidFill>
            <a:schemeClr val="bg2"/>
          </a:solidFill>
          <a:ln w="6350" cap="flat" cmpd="sng" algn="ctr">
            <a:noFill/>
            <a:prstDash val="solid"/>
          </a:ln>
          <a:effectLst>
            <a:softEdge rad="0"/>
          </a:effectLst>
        </p:spPr>
        <p:txBody>
          <a:bodyPr/>
          <a:lstStyle/>
          <a:p>
            <a:endParaRPr lang="en-US"/>
          </a:p>
        </p:txBody>
      </p:sp>
      <p:pic>
        <p:nvPicPr>
          <p:cNvPr id="2" name="Picture 1" descr="Table&#10;&#10;Description automatically generated">
            <a:extLst>
              <a:ext uri="{FF2B5EF4-FFF2-40B4-BE49-F238E27FC236}">
                <a16:creationId xmlns:a16="http://schemas.microsoft.com/office/drawing/2014/main" id="{12E930F5-A99A-6403-1607-B6A523AA2167}"/>
              </a:ext>
            </a:extLst>
          </p:cNvPr>
          <p:cNvPicPr>
            <a:picLocks noChangeAspect="1"/>
          </p:cNvPicPr>
          <p:nvPr/>
        </p:nvPicPr>
        <p:blipFill>
          <a:blip r:embed="rId2"/>
          <a:stretch>
            <a:fillRect/>
          </a:stretch>
        </p:blipFill>
        <p:spPr>
          <a:xfrm>
            <a:off x="723831" y="207006"/>
            <a:ext cx="7785169" cy="4729488"/>
          </a:xfrm>
          <a:prstGeom prst="rect">
            <a:avLst/>
          </a:prstGeom>
        </p:spPr>
      </p:pic>
      <p:sp>
        <p:nvSpPr>
          <p:cNvPr id="4" name="Slide Number Placeholder 3">
            <a:extLst>
              <a:ext uri="{FF2B5EF4-FFF2-40B4-BE49-F238E27FC236}">
                <a16:creationId xmlns:a16="http://schemas.microsoft.com/office/drawing/2014/main" id="{596F740F-181D-6A94-48BA-EBD80B95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45</a:t>
            </a:fld>
            <a:endParaRPr lang="en"/>
          </a:p>
        </p:txBody>
      </p:sp>
      <p:sp>
        <p:nvSpPr>
          <p:cNvPr id="6" name="Rectangle 5">
            <a:extLst>
              <a:ext uri="{FF2B5EF4-FFF2-40B4-BE49-F238E27FC236}">
                <a16:creationId xmlns:a16="http://schemas.microsoft.com/office/drawing/2014/main" id="{E96A71B4-ABC3-703F-ABD7-0A9A4BE8B9A0}"/>
              </a:ext>
            </a:extLst>
          </p:cNvPr>
          <p:cNvSpPr/>
          <p:nvPr/>
        </p:nvSpPr>
        <p:spPr>
          <a:xfrm>
            <a:off x="1259261" y="2512818"/>
            <a:ext cx="2617795" cy="34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Total cost: FC+V(Q)</a:t>
            </a:r>
          </a:p>
        </p:txBody>
      </p:sp>
    </p:spTree>
    <p:extLst>
      <p:ext uri="{BB962C8B-B14F-4D97-AF65-F5344CB8AC3E}">
        <p14:creationId xmlns:p14="http://schemas.microsoft.com/office/powerpoint/2010/main" val="6747520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xt, letter&#10;&#10;Description automatically generated">
            <a:extLst>
              <a:ext uri="{FF2B5EF4-FFF2-40B4-BE49-F238E27FC236}">
                <a16:creationId xmlns:a16="http://schemas.microsoft.com/office/drawing/2014/main" id="{9F4E1EDD-C835-5C2D-21FD-1CFC73133040}"/>
              </a:ext>
            </a:extLst>
          </p:cNvPr>
          <p:cNvPicPr>
            <a:picLocks noChangeAspect="1"/>
          </p:cNvPicPr>
          <p:nvPr/>
        </p:nvPicPr>
        <p:blipFill>
          <a:blip r:embed="rId2"/>
          <a:stretch>
            <a:fillRect/>
          </a:stretch>
        </p:blipFill>
        <p:spPr>
          <a:xfrm>
            <a:off x="645102" y="1145131"/>
            <a:ext cx="7853795" cy="1623469"/>
          </a:xfrm>
          <a:prstGeom prst="rect">
            <a:avLst/>
          </a:prstGeom>
        </p:spPr>
      </p:pic>
      <p:sp>
        <p:nvSpPr>
          <p:cNvPr id="2" name="Slide Number Placeholder 1">
            <a:extLst>
              <a:ext uri="{FF2B5EF4-FFF2-40B4-BE49-F238E27FC236}">
                <a16:creationId xmlns:a16="http://schemas.microsoft.com/office/drawing/2014/main" id="{B2377746-B8D2-9453-46E3-92486A4A00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46</a:t>
            </a:fld>
            <a:endParaRPr lang="en"/>
          </a:p>
        </p:txBody>
      </p:sp>
    </p:spTree>
    <p:extLst>
      <p:ext uri="{BB962C8B-B14F-4D97-AF65-F5344CB8AC3E}">
        <p14:creationId xmlns:p14="http://schemas.microsoft.com/office/powerpoint/2010/main" val="42387496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AA6090-E0D6-9807-2CCB-2516E9D720ED}"/>
              </a:ext>
            </a:extLst>
          </p:cNvPr>
          <p:cNvSpPr>
            <a:spLocks noGrp="1"/>
          </p:cNvSpPr>
          <p:nvPr>
            <p:ph type="title"/>
          </p:nvPr>
        </p:nvSpPr>
        <p:spPr>
          <a:xfrm>
            <a:off x="410431" y="230864"/>
            <a:ext cx="7141029" cy="563793"/>
          </a:xfrm>
        </p:spPr>
        <p:txBody>
          <a:bodyPr/>
          <a:lstStyle/>
          <a:p>
            <a:r>
              <a:rPr lang="en-GB" sz="3200" dirty="0">
                <a:solidFill>
                  <a:srgbClr val="7CF07C"/>
                </a:solidFill>
              </a:rPr>
              <a:t>Sample Practice#1</a:t>
            </a:r>
            <a:endParaRPr lang="en-BD" sz="3200" dirty="0">
              <a:solidFill>
                <a:srgbClr val="7CF07C"/>
              </a:solidFill>
            </a:endParaRPr>
          </a:p>
        </p:txBody>
      </p:sp>
      <p:sp>
        <p:nvSpPr>
          <p:cNvPr id="6" name="Google Shape;234;p22">
            <a:extLst>
              <a:ext uri="{FF2B5EF4-FFF2-40B4-BE49-F238E27FC236}">
                <a16:creationId xmlns:a16="http://schemas.microsoft.com/office/drawing/2014/main" id="{864278F7-8B49-813B-C6D6-CFB8CA54F612}"/>
              </a:ext>
            </a:extLst>
          </p:cNvPr>
          <p:cNvSpPr txBox="1">
            <a:spLocks noGrp="1"/>
          </p:cNvSpPr>
          <p:nvPr>
            <p:ph type="body" idx="1"/>
          </p:nvPr>
        </p:nvSpPr>
        <p:spPr>
          <a:xfrm>
            <a:off x="410431" y="884465"/>
            <a:ext cx="8200169" cy="3558444"/>
          </a:xfrm>
          <a:prstGeom prst="rect">
            <a:avLst/>
          </a:prstGeom>
        </p:spPr>
        <p:txBody>
          <a:bodyPr spcFirstLastPara="1" wrap="square" lIns="0" tIns="0" rIns="0" bIns="0" anchor="t" anchorCtr="0">
            <a:noAutofit/>
          </a:bodyPr>
          <a:lstStyle/>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A small firm intends to increase the capacity of a bottleneck operation by adding a new machine. </a:t>
            </a:r>
          </a:p>
          <a:p>
            <a:pPr marL="76200" indent="0" algn="just">
              <a:buNone/>
            </a:pPr>
            <a:r>
              <a:rPr lang="en-GB" sz="2000" dirty="0">
                <a:latin typeface="Tahoma" panose="020B0604030504040204" pitchFamily="34" charset="0"/>
                <a:ea typeface="Tahoma" panose="020B0604030504040204" pitchFamily="34" charset="0"/>
                <a:cs typeface="Tahoma" panose="020B0604030504040204" pitchFamily="34" charset="0"/>
              </a:rPr>
              <a:t>The annual fixed cost would be Tk. 42,000/-, variable cost per unit would be Tk. 15/- and revenue per unit would be Tk. 22/-.</a:t>
            </a:r>
          </a:p>
          <a:p>
            <a:pPr marL="76200" indent="0" algn="just">
              <a:buNone/>
            </a:pPr>
            <a:endParaRPr lang="en-GB" sz="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914400" lvl="3" indent="-514350" algn="just">
              <a:lnSpc>
                <a:spcPts val="2400"/>
              </a:lnSpc>
              <a:buClr>
                <a:srgbClr val="FFFF00"/>
              </a:buClr>
              <a:buFont typeface="+mj-lt"/>
              <a:buAutoNum type="romanLcPeriod"/>
            </a:pPr>
            <a:r>
              <a:rPr lang="en-GB" sz="2000" dirty="0">
                <a:latin typeface="Tahoma" panose="020B0604030504040204" pitchFamily="34" charset="0"/>
                <a:ea typeface="Tahoma" panose="020B0604030504040204" pitchFamily="34" charset="0"/>
                <a:cs typeface="Tahoma" panose="020B0604030504040204" pitchFamily="34" charset="0"/>
              </a:rPr>
              <a:t>Write down the cost, revenue, and profit function.</a:t>
            </a:r>
          </a:p>
          <a:p>
            <a:pPr marL="914400" lvl="3" indent="-514350" algn="just">
              <a:buClr>
                <a:srgbClr val="FFFF00"/>
              </a:buClr>
              <a:buFont typeface="+mj-lt"/>
              <a:buAutoNum type="romanLcPeriod"/>
            </a:pPr>
            <a:endParaRPr lang="en-GB" sz="400" dirty="0">
              <a:latin typeface="Tahoma" panose="020B0604030504040204" pitchFamily="34" charset="0"/>
              <a:ea typeface="Tahoma" panose="020B0604030504040204" pitchFamily="34" charset="0"/>
              <a:cs typeface="Tahoma" panose="020B0604030504040204" pitchFamily="34" charset="0"/>
            </a:endParaRPr>
          </a:p>
          <a:p>
            <a:pPr marL="914400" lvl="3" indent="-514350" algn="just">
              <a:lnSpc>
                <a:spcPts val="2400"/>
              </a:lnSpc>
              <a:buClr>
                <a:srgbClr val="FFFF00"/>
              </a:buClr>
              <a:buFont typeface="+mj-lt"/>
              <a:buAutoNum type="romanLcPeriod"/>
            </a:pPr>
            <a:r>
              <a:rPr lang="en-GB" sz="2000" dirty="0">
                <a:latin typeface="Tahoma" panose="020B0604030504040204" pitchFamily="34" charset="0"/>
                <a:ea typeface="Tahoma" panose="020B0604030504040204" pitchFamily="34" charset="0"/>
                <a:cs typeface="Tahoma" panose="020B0604030504040204" pitchFamily="34" charset="0"/>
              </a:rPr>
              <a:t>What annual volume is required to break even?</a:t>
            </a:r>
          </a:p>
          <a:p>
            <a:pPr marL="914400" lvl="3" indent="-514350" algn="just">
              <a:buClr>
                <a:srgbClr val="FFFF00"/>
              </a:buClr>
              <a:buFont typeface="+mj-lt"/>
              <a:buAutoNum type="romanLcPeriod"/>
            </a:pPr>
            <a:endParaRPr lang="en-GB" sz="400" dirty="0">
              <a:latin typeface="Tahoma" panose="020B0604030504040204" pitchFamily="34" charset="0"/>
              <a:ea typeface="Tahoma" panose="020B0604030504040204" pitchFamily="34" charset="0"/>
              <a:cs typeface="Tahoma" panose="020B0604030504040204" pitchFamily="34" charset="0"/>
            </a:endParaRPr>
          </a:p>
          <a:p>
            <a:pPr marL="914400" lvl="3" indent="-514350" algn="just">
              <a:lnSpc>
                <a:spcPts val="2400"/>
              </a:lnSpc>
              <a:buClr>
                <a:srgbClr val="FFFF00"/>
              </a:buClr>
              <a:buFont typeface="+mj-lt"/>
              <a:buAutoNum type="romanLcPeriod"/>
            </a:pPr>
            <a:r>
              <a:rPr lang="en-GB" sz="2000" dirty="0">
                <a:latin typeface="Tahoma" panose="020B0604030504040204" pitchFamily="34" charset="0"/>
                <a:ea typeface="Tahoma" panose="020B0604030504040204" pitchFamily="34" charset="0"/>
                <a:cs typeface="Tahoma" panose="020B0604030504040204" pitchFamily="34" charset="0"/>
              </a:rPr>
              <a:t>What would be the profit if 5,000 units were made?</a:t>
            </a:r>
          </a:p>
          <a:p>
            <a:pPr marL="914400" lvl="3" indent="-514350" algn="just">
              <a:buClr>
                <a:srgbClr val="FFFF00"/>
              </a:buClr>
              <a:buFont typeface="+mj-lt"/>
              <a:buAutoNum type="romanLcPeriod"/>
            </a:pPr>
            <a:endParaRPr lang="en-GB" sz="400" dirty="0">
              <a:latin typeface="Tahoma" panose="020B0604030504040204" pitchFamily="34" charset="0"/>
              <a:ea typeface="Tahoma" panose="020B0604030504040204" pitchFamily="34" charset="0"/>
              <a:cs typeface="Tahoma" panose="020B0604030504040204" pitchFamily="34" charset="0"/>
            </a:endParaRPr>
          </a:p>
          <a:p>
            <a:pPr marL="914400" lvl="3" indent="-514350" algn="just">
              <a:lnSpc>
                <a:spcPts val="2400"/>
              </a:lnSpc>
              <a:buClr>
                <a:srgbClr val="FFFF00"/>
              </a:buClr>
              <a:buFont typeface="+mj-lt"/>
              <a:buAutoNum type="romanLcPeriod"/>
            </a:pPr>
            <a:r>
              <a:rPr lang="en-GB" sz="2000" dirty="0">
                <a:latin typeface="Tahoma" panose="020B0604030504040204" pitchFamily="34" charset="0"/>
                <a:ea typeface="Tahoma" panose="020B0604030504040204" pitchFamily="34" charset="0"/>
                <a:cs typeface="Tahoma" panose="020B0604030504040204" pitchFamily="34" charset="0"/>
              </a:rPr>
              <a:t>How many units must be sold to realize a profit of Tk. 7,000/-?</a:t>
            </a:r>
          </a:p>
          <a:p>
            <a:pPr marL="914400" lvl="3" indent="-514350" algn="just">
              <a:buClr>
                <a:srgbClr val="FFFF00"/>
              </a:buClr>
              <a:buFont typeface="+mj-lt"/>
              <a:buAutoNum type="romanLcPeriod"/>
            </a:pPr>
            <a:endParaRPr lang="en-GB" sz="400" dirty="0">
              <a:latin typeface="Tahoma" panose="020B0604030504040204" pitchFamily="34" charset="0"/>
              <a:ea typeface="Tahoma" panose="020B0604030504040204" pitchFamily="34" charset="0"/>
              <a:cs typeface="Tahoma" panose="020B0604030504040204" pitchFamily="34" charset="0"/>
            </a:endParaRPr>
          </a:p>
          <a:p>
            <a:pPr marL="914400" lvl="3" indent="-514350" algn="just">
              <a:lnSpc>
                <a:spcPts val="2400"/>
              </a:lnSpc>
              <a:buClr>
                <a:srgbClr val="FFFF00"/>
              </a:buClr>
              <a:buFont typeface="+mj-lt"/>
              <a:buAutoNum type="romanLcPeriod"/>
            </a:pPr>
            <a:r>
              <a:rPr lang="en-GB" sz="2000" dirty="0">
                <a:latin typeface="Tahoma" panose="020B0604030504040204" pitchFamily="34" charset="0"/>
                <a:ea typeface="Tahoma" panose="020B0604030504040204" pitchFamily="34" charset="0"/>
                <a:cs typeface="Tahoma" panose="020B0604030504040204" pitchFamily="34" charset="0"/>
              </a:rPr>
              <a:t>1000 units can be sold and profit target is Tk. 4,000/-, </a:t>
            </a:r>
          </a:p>
          <a:p>
            <a:pPr marL="400050" lvl="3" indent="0" algn="just">
              <a:lnSpc>
                <a:spcPts val="2400"/>
              </a:lnSpc>
              <a:buClr>
                <a:srgbClr val="FFFF00"/>
              </a:buClr>
              <a:buNone/>
            </a:pPr>
            <a:r>
              <a:rPr lang="en-GB" sz="2000" dirty="0">
                <a:latin typeface="Tahoma" panose="020B0604030504040204" pitchFamily="34" charset="0"/>
                <a:ea typeface="Tahoma" panose="020B0604030504040204" pitchFamily="34" charset="0"/>
                <a:cs typeface="Tahoma" panose="020B0604030504040204" pitchFamily="34" charset="0"/>
              </a:rPr>
              <a:t>	what price should be charged per unit?</a:t>
            </a:r>
          </a:p>
        </p:txBody>
      </p:sp>
      <p:sp>
        <p:nvSpPr>
          <p:cNvPr id="2" name="Slide Number Placeholder 1">
            <a:extLst>
              <a:ext uri="{FF2B5EF4-FFF2-40B4-BE49-F238E27FC236}">
                <a16:creationId xmlns:a16="http://schemas.microsoft.com/office/drawing/2014/main" id="{E4444BD2-7187-F2DD-679D-32C1A1C891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47</a:t>
            </a:fld>
            <a:endParaRPr lang="en"/>
          </a:p>
        </p:txBody>
      </p:sp>
    </p:spTree>
    <p:extLst>
      <p:ext uri="{BB962C8B-B14F-4D97-AF65-F5344CB8AC3E}">
        <p14:creationId xmlns:p14="http://schemas.microsoft.com/office/powerpoint/2010/main" val="31275047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AA6090-E0D6-9807-2CCB-2516E9D720ED}"/>
              </a:ext>
            </a:extLst>
          </p:cNvPr>
          <p:cNvSpPr>
            <a:spLocks noGrp="1"/>
          </p:cNvSpPr>
          <p:nvPr>
            <p:ph type="title"/>
          </p:nvPr>
        </p:nvSpPr>
        <p:spPr>
          <a:xfrm>
            <a:off x="410431" y="230864"/>
            <a:ext cx="7141029" cy="563793"/>
          </a:xfrm>
        </p:spPr>
        <p:txBody>
          <a:bodyPr/>
          <a:lstStyle/>
          <a:p>
            <a:r>
              <a:rPr lang="en-GB" sz="3200" dirty="0">
                <a:solidFill>
                  <a:srgbClr val="7CF07C"/>
                </a:solidFill>
              </a:rPr>
              <a:t>Sample Practice#1 (Contd.)</a:t>
            </a:r>
            <a:endParaRPr lang="en-BD" sz="3200" dirty="0">
              <a:solidFill>
                <a:srgbClr val="7CF07C"/>
              </a:solidFill>
            </a:endParaRPr>
          </a:p>
        </p:txBody>
      </p:sp>
      <p:sp>
        <p:nvSpPr>
          <p:cNvPr id="4" name="Rectangle 3">
            <a:extLst>
              <a:ext uri="{FF2B5EF4-FFF2-40B4-BE49-F238E27FC236}">
                <a16:creationId xmlns:a16="http://schemas.microsoft.com/office/drawing/2014/main" id="{DE785594-211E-6AAB-EB90-B6057EFF2B4D}"/>
              </a:ext>
            </a:extLst>
          </p:cNvPr>
          <p:cNvSpPr/>
          <p:nvPr/>
        </p:nvSpPr>
        <p:spPr>
          <a:xfrm>
            <a:off x="410430" y="794657"/>
            <a:ext cx="7141029" cy="3252109"/>
          </a:xfrm>
          <a:prstGeom prst="rect">
            <a:avLst/>
          </a:prstGeom>
        </p:spPr>
        <p:txBody>
          <a:bodyPr wrap="square">
            <a:spAutoFit/>
          </a:bodyPr>
          <a:lstStyle/>
          <a:p>
            <a:pPr algn="just">
              <a:lnSpc>
                <a:spcPct val="150000"/>
              </a:lnSpc>
              <a:spcAft>
                <a:spcPts val="400"/>
              </a:spcAft>
              <a:tabLst>
                <a:tab pos="6031230" algn="r"/>
              </a:tabLst>
            </a:pPr>
            <a:r>
              <a:rPr lang="en-US" sz="1800" dirty="0">
                <a:solidFill>
                  <a:srgbClr val="FFFF00"/>
                </a:solidFill>
                <a:latin typeface="Tahoma" panose="020B0604030504040204" pitchFamily="34" charset="0"/>
                <a:ea typeface="Tahoma" panose="020B0604030504040204" pitchFamily="34" charset="0"/>
                <a:cs typeface="Tahoma" panose="020B0604030504040204" pitchFamily="34" charset="0"/>
              </a:rPr>
              <a:t>(</a:t>
            </a:r>
            <a:r>
              <a:rPr lang="en-US" sz="1800" dirty="0" err="1">
                <a:solidFill>
                  <a:srgbClr val="FFFF00"/>
                </a:solidFill>
                <a:latin typeface="Tahoma" panose="020B0604030504040204" pitchFamily="34" charset="0"/>
                <a:ea typeface="Tahoma" panose="020B0604030504040204" pitchFamily="34" charset="0"/>
                <a:cs typeface="Tahoma" panose="020B0604030504040204" pitchFamily="34" charset="0"/>
              </a:rPr>
              <a:t>i</a:t>
            </a:r>
            <a:r>
              <a:rPr lang="en-US" sz="1800" dirty="0">
                <a:solidFill>
                  <a:srgbClr val="FFFF00"/>
                </a:solidFill>
                <a:latin typeface="Tahoma" panose="020B0604030504040204" pitchFamily="34" charset="0"/>
                <a:ea typeface="Tahoma" panose="020B0604030504040204" pitchFamily="34" charset="0"/>
                <a:cs typeface="Tahoma" panose="020B0604030504040204" pitchFamily="34" charset="0"/>
              </a:rPr>
              <a:t>) </a:t>
            </a:r>
            <a:r>
              <a:rPr lang="en-US" sz="1800" dirty="0">
                <a:latin typeface="Tahoma" panose="020B0604030504040204" pitchFamily="34" charset="0"/>
                <a:ea typeface="Tahoma" panose="020B0604030504040204" pitchFamily="34" charset="0"/>
                <a:cs typeface="Tahoma" panose="020B0604030504040204" pitchFamily="34" charset="0"/>
              </a:rPr>
              <a:t>No of units produced and sold = </a:t>
            </a:r>
            <a:r>
              <a:rPr lang="en-US" sz="1800" b="1" dirty="0">
                <a:solidFill>
                  <a:srgbClr val="7CF07C"/>
                </a:solidFill>
                <a:latin typeface="Tahoma" panose="020B0604030504040204" pitchFamily="34" charset="0"/>
                <a:ea typeface="Tahoma" panose="020B0604030504040204" pitchFamily="34" charset="0"/>
                <a:cs typeface="Tahoma" panose="020B0604030504040204" pitchFamily="34" charset="0"/>
              </a:rPr>
              <a:t>q</a:t>
            </a:r>
            <a:endParaRPr lang="en-BD" sz="1600" b="1" dirty="0">
              <a:solidFill>
                <a:srgbClr val="7CF07C"/>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spcAft>
                <a:spcPts val="400"/>
              </a:spcAft>
              <a:tabLst>
                <a:tab pos="6031230" algn="r"/>
              </a:tabLst>
            </a:pPr>
            <a:r>
              <a:rPr lang="en-US" sz="1800" dirty="0">
                <a:latin typeface="Tahoma" panose="020B0604030504040204" pitchFamily="34" charset="0"/>
                <a:ea typeface="Tahoma" panose="020B0604030504040204" pitchFamily="34" charset="0"/>
                <a:cs typeface="Tahoma" panose="020B0604030504040204" pitchFamily="34" charset="0"/>
              </a:rPr>
              <a:t>     Cost Function, C(q) = FC+VC</a:t>
            </a:r>
            <a:endParaRPr lang="en-BD" sz="1600" dirty="0">
              <a:latin typeface="Tahoma" panose="020B0604030504040204" pitchFamily="34" charset="0"/>
              <a:ea typeface="Tahoma" panose="020B0604030504040204" pitchFamily="34" charset="0"/>
              <a:cs typeface="Tahoma" panose="020B0604030504040204" pitchFamily="34" charset="0"/>
            </a:endParaRPr>
          </a:p>
          <a:p>
            <a:pPr marL="514350" algn="just">
              <a:lnSpc>
                <a:spcPct val="150000"/>
              </a:lnSpc>
              <a:spcAft>
                <a:spcPts val="400"/>
              </a:spcAft>
              <a:tabLst>
                <a:tab pos="6031230" algn="r"/>
              </a:tabLst>
            </a:pPr>
            <a:r>
              <a:rPr lang="en-US" sz="1800" dirty="0">
                <a:latin typeface="Tahoma" panose="020B0604030504040204" pitchFamily="34" charset="0"/>
                <a:ea typeface="Tahoma" panose="020B0604030504040204" pitchFamily="34" charset="0"/>
                <a:cs typeface="Tahoma" panose="020B0604030504040204" pitchFamily="34" charset="0"/>
              </a:rPr>
              <a:t>                        = </a:t>
            </a:r>
            <a:r>
              <a:rPr lang="en-US" sz="1800" b="1" dirty="0">
                <a:solidFill>
                  <a:srgbClr val="88FFF0"/>
                </a:solidFill>
                <a:latin typeface="Tahoma" panose="020B0604030504040204" pitchFamily="34" charset="0"/>
                <a:ea typeface="Tahoma" panose="020B0604030504040204" pitchFamily="34" charset="0"/>
                <a:cs typeface="Tahoma" panose="020B0604030504040204" pitchFamily="34" charset="0"/>
              </a:rPr>
              <a:t>42,000+15q</a:t>
            </a:r>
            <a:endParaRPr lang="en-BD" sz="1600" b="1" dirty="0">
              <a:solidFill>
                <a:srgbClr val="88FFF0"/>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spcAft>
                <a:spcPts val="400"/>
              </a:spcAft>
              <a:tabLst>
                <a:tab pos="6031230" algn="r"/>
              </a:tabLst>
            </a:pPr>
            <a:r>
              <a:rPr lang="en-US" sz="180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1800" dirty="0">
                <a:latin typeface="Tahoma" panose="020B0604030504040204" pitchFamily="34" charset="0"/>
                <a:ea typeface="Tahoma" panose="020B0604030504040204" pitchFamily="34" charset="0"/>
                <a:cs typeface="Tahoma" panose="020B0604030504040204" pitchFamily="34" charset="0"/>
              </a:rPr>
              <a:t>Revenue Function, R(q) = </a:t>
            </a:r>
            <a:r>
              <a:rPr lang="en-US" sz="1800" b="1" dirty="0">
                <a:solidFill>
                  <a:srgbClr val="88FFF0"/>
                </a:solidFill>
                <a:latin typeface="Tahoma" panose="020B0604030504040204" pitchFamily="34" charset="0"/>
                <a:ea typeface="Tahoma" panose="020B0604030504040204" pitchFamily="34" charset="0"/>
                <a:cs typeface="Tahoma" panose="020B0604030504040204" pitchFamily="34" charset="0"/>
              </a:rPr>
              <a:t>22q</a:t>
            </a:r>
            <a:endParaRPr lang="en-BD" sz="1600" b="1" dirty="0">
              <a:solidFill>
                <a:srgbClr val="88FFF0"/>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spcAft>
                <a:spcPts val="400"/>
              </a:spcAft>
              <a:tabLst>
                <a:tab pos="6031230" algn="r"/>
              </a:tabLst>
            </a:pPr>
            <a:r>
              <a:rPr lang="en-US" sz="180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1800" dirty="0">
                <a:latin typeface="Tahoma" panose="020B0604030504040204" pitchFamily="34" charset="0"/>
                <a:ea typeface="Tahoma" panose="020B0604030504040204" pitchFamily="34" charset="0"/>
                <a:cs typeface="Tahoma" panose="020B0604030504040204" pitchFamily="34" charset="0"/>
              </a:rPr>
              <a:t>Profit function P(q) = R-C= 22q – (42,000 + 15q)</a:t>
            </a:r>
            <a:endParaRPr lang="en-BD" sz="1600" dirty="0">
              <a:latin typeface="Tahoma" panose="020B0604030504040204" pitchFamily="34" charset="0"/>
              <a:ea typeface="Tahoma" panose="020B0604030504040204" pitchFamily="34" charset="0"/>
              <a:cs typeface="Tahoma" panose="020B0604030504040204" pitchFamily="34" charset="0"/>
            </a:endParaRPr>
          </a:p>
          <a:p>
            <a:pPr algn="just">
              <a:lnSpc>
                <a:spcPct val="150000"/>
              </a:lnSpc>
              <a:spcAft>
                <a:spcPts val="400"/>
              </a:spcAft>
              <a:tabLst>
                <a:tab pos="6031230" algn="r"/>
              </a:tabLst>
            </a:pPr>
            <a:r>
              <a:rPr lang="en-US" sz="1800" dirty="0">
                <a:latin typeface="Tahoma" panose="020B0604030504040204" pitchFamily="34" charset="0"/>
                <a:ea typeface="Tahoma" panose="020B0604030504040204" pitchFamily="34" charset="0"/>
                <a:cs typeface="Tahoma" panose="020B0604030504040204" pitchFamily="34" charset="0"/>
              </a:rPr>
              <a:t>                                               = 22q – 42,000 – 15q</a:t>
            </a:r>
            <a:endParaRPr lang="en-BD" sz="1600" dirty="0">
              <a:latin typeface="Tahoma" panose="020B0604030504040204" pitchFamily="34" charset="0"/>
              <a:ea typeface="Tahoma" panose="020B0604030504040204" pitchFamily="34" charset="0"/>
              <a:cs typeface="Tahoma" panose="020B0604030504040204" pitchFamily="34" charset="0"/>
            </a:endParaRPr>
          </a:p>
          <a:p>
            <a:pPr algn="just">
              <a:lnSpc>
                <a:spcPct val="150000"/>
              </a:lnSpc>
              <a:spcAft>
                <a:spcPts val="400"/>
              </a:spcAft>
              <a:tabLst>
                <a:tab pos="6031230" algn="r"/>
              </a:tabLst>
            </a:pP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1800" b="1" dirty="0">
                <a:solidFill>
                  <a:srgbClr val="88FFF0"/>
                </a:solidFill>
                <a:latin typeface="Tahoma" panose="020B0604030504040204" pitchFamily="34" charset="0"/>
                <a:ea typeface="Tahoma" panose="020B0604030504040204" pitchFamily="34" charset="0"/>
                <a:cs typeface="Tahoma" panose="020B0604030504040204" pitchFamily="34" charset="0"/>
              </a:rPr>
              <a:t>7q –  42,000</a:t>
            </a:r>
            <a:endParaRPr lang="en-BD" sz="1600" b="1" dirty="0">
              <a:solidFill>
                <a:srgbClr val="88FFF0"/>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BF1B28F6-E3D4-AFA1-DCA1-1DB0E6CB52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48</a:t>
            </a:fld>
            <a:endParaRPr lang="en"/>
          </a:p>
        </p:txBody>
      </p:sp>
    </p:spTree>
    <p:extLst>
      <p:ext uri="{BB962C8B-B14F-4D97-AF65-F5344CB8AC3E}">
        <p14:creationId xmlns:p14="http://schemas.microsoft.com/office/powerpoint/2010/main" val="28528057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AA6090-E0D6-9807-2CCB-2516E9D720ED}"/>
              </a:ext>
            </a:extLst>
          </p:cNvPr>
          <p:cNvSpPr>
            <a:spLocks noGrp="1"/>
          </p:cNvSpPr>
          <p:nvPr>
            <p:ph type="title"/>
          </p:nvPr>
        </p:nvSpPr>
        <p:spPr>
          <a:xfrm>
            <a:off x="410431" y="230864"/>
            <a:ext cx="7141029" cy="563793"/>
          </a:xfrm>
        </p:spPr>
        <p:txBody>
          <a:bodyPr/>
          <a:lstStyle/>
          <a:p>
            <a:r>
              <a:rPr lang="en-GB" sz="3200" dirty="0">
                <a:solidFill>
                  <a:srgbClr val="7CF07C"/>
                </a:solidFill>
              </a:rPr>
              <a:t>Sample Practice#1 (Contd.)</a:t>
            </a:r>
            <a:endParaRPr lang="en-BD" sz="3200" dirty="0">
              <a:solidFill>
                <a:srgbClr val="7CF07C"/>
              </a:solidFill>
            </a:endParaRPr>
          </a:p>
        </p:txBody>
      </p:sp>
      <p:sp>
        <p:nvSpPr>
          <p:cNvPr id="4" name="Rectangle 3">
            <a:extLst>
              <a:ext uri="{FF2B5EF4-FFF2-40B4-BE49-F238E27FC236}">
                <a16:creationId xmlns:a16="http://schemas.microsoft.com/office/drawing/2014/main" id="{DE785594-211E-6AAB-EB90-B6057EFF2B4D}"/>
              </a:ext>
            </a:extLst>
          </p:cNvPr>
          <p:cNvSpPr/>
          <p:nvPr/>
        </p:nvSpPr>
        <p:spPr>
          <a:xfrm>
            <a:off x="313611" y="794657"/>
            <a:ext cx="7442653" cy="3800977"/>
          </a:xfrm>
          <a:prstGeom prst="rect">
            <a:avLst/>
          </a:prstGeom>
        </p:spPr>
        <p:txBody>
          <a:bodyPr wrap="square">
            <a:spAutoFit/>
          </a:bodyPr>
          <a:lstStyle/>
          <a:p>
            <a:pPr algn="just">
              <a:lnSpc>
                <a:spcPct val="150000"/>
              </a:lnSpc>
              <a:spcAft>
                <a:spcPts val="400"/>
              </a:spcAft>
              <a:tabLst>
                <a:tab pos="6031230" algn="r"/>
              </a:tabLst>
            </a:pPr>
            <a:r>
              <a:rPr lang="en-US" sz="1800" b="1" dirty="0">
                <a:solidFill>
                  <a:srgbClr val="FFFF00"/>
                </a:solidFill>
                <a:latin typeface="Tahoma" panose="020B0604030504040204" pitchFamily="34" charset="0"/>
                <a:ea typeface="Tahoma" panose="020B0604030504040204" pitchFamily="34" charset="0"/>
                <a:cs typeface="Tahoma" panose="020B0604030504040204" pitchFamily="34" charset="0"/>
              </a:rPr>
              <a:t>(ii) </a:t>
            </a:r>
            <a:r>
              <a:rPr lang="en-US" sz="1800" dirty="0">
                <a:latin typeface="Tahoma" panose="020B0604030504040204" pitchFamily="34" charset="0"/>
                <a:ea typeface="Tahoma" panose="020B0604030504040204" pitchFamily="34" charset="0"/>
                <a:cs typeface="Tahoma" panose="020B0604030504040204" pitchFamily="34" charset="0"/>
              </a:rPr>
              <a:t>For break even, R=C</a:t>
            </a:r>
          </a:p>
          <a:p>
            <a:pPr algn="just">
              <a:lnSpc>
                <a:spcPct val="150000"/>
              </a:lnSpc>
              <a:spcAft>
                <a:spcPts val="400"/>
              </a:spcAft>
              <a:tabLst>
                <a:tab pos="6031230" algn="r"/>
              </a:tabLst>
            </a:pPr>
            <a:r>
              <a:rPr lang="en-US" sz="1800" dirty="0">
                <a:latin typeface="Tahoma" panose="020B0604030504040204" pitchFamily="34" charset="0"/>
                <a:ea typeface="Tahoma" panose="020B0604030504040204" pitchFamily="34" charset="0"/>
                <a:cs typeface="Tahoma" panose="020B0604030504040204" pitchFamily="34" charset="0"/>
              </a:rPr>
              <a:t> Q</a:t>
            </a:r>
            <a:r>
              <a:rPr lang="en-US" sz="1800" baseline="-25000" dirty="0">
                <a:latin typeface="Tahoma" panose="020B0604030504040204" pitchFamily="34" charset="0"/>
                <a:ea typeface="Tahoma" panose="020B0604030504040204" pitchFamily="34" charset="0"/>
                <a:cs typeface="Tahoma" panose="020B0604030504040204" pitchFamily="34" charset="0"/>
              </a:rPr>
              <a:t>BEP</a:t>
            </a:r>
            <a:r>
              <a:rPr lang="en-US" sz="1800" dirty="0">
                <a:latin typeface="Tahoma" panose="020B0604030504040204" pitchFamily="34" charset="0"/>
                <a:ea typeface="Tahoma" panose="020B0604030504040204" pitchFamily="34" charset="0"/>
                <a:cs typeface="Tahoma" panose="020B0604030504040204" pitchFamily="34" charset="0"/>
              </a:rPr>
              <a:t> = FC/R-V</a:t>
            </a:r>
          </a:p>
          <a:p>
            <a:pPr algn="just">
              <a:lnSpc>
                <a:spcPct val="150000"/>
              </a:lnSpc>
              <a:spcAft>
                <a:spcPts val="400"/>
              </a:spcAft>
              <a:tabLst>
                <a:tab pos="6031230" algn="r"/>
              </a:tabLst>
            </a:pPr>
            <a:r>
              <a:rPr lang="en-US" sz="1800" dirty="0">
                <a:latin typeface="Tahoma" panose="020B0604030504040204" pitchFamily="34" charset="0"/>
                <a:ea typeface="Tahoma" panose="020B0604030504040204" pitchFamily="34" charset="0"/>
                <a:cs typeface="Tahoma" panose="020B0604030504040204" pitchFamily="34" charset="0"/>
              </a:rPr>
              <a:t>        = 42,000/22 - 15</a:t>
            </a:r>
          </a:p>
          <a:p>
            <a:pPr algn="just">
              <a:lnSpc>
                <a:spcPct val="150000"/>
              </a:lnSpc>
              <a:spcAft>
                <a:spcPts val="400"/>
              </a:spcAft>
              <a:tabLst>
                <a:tab pos="6031230" algn="r"/>
              </a:tabLst>
            </a:pPr>
            <a:r>
              <a:rPr lang="en-US" sz="1800" b="1" dirty="0">
                <a:solidFill>
                  <a:srgbClr val="66FFFF"/>
                </a:solidFill>
                <a:latin typeface="Tahoma" panose="020B0604030504040204" pitchFamily="34" charset="0"/>
                <a:ea typeface="Tahoma" panose="020B0604030504040204" pitchFamily="34" charset="0"/>
                <a:cs typeface="Tahoma" panose="020B0604030504040204" pitchFamily="34" charset="0"/>
              </a:rPr>
              <a:t>        = 6,000 units</a:t>
            </a:r>
          </a:p>
          <a:p>
            <a:pPr algn="just">
              <a:lnSpc>
                <a:spcPct val="150000"/>
              </a:lnSpc>
              <a:spcAft>
                <a:spcPts val="400"/>
              </a:spcAft>
              <a:tabLst>
                <a:tab pos="6031230" algn="r"/>
              </a:tabLst>
            </a:pPr>
            <a:endParaRPr lang="en-US" sz="800" b="1"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1800" b="1" dirty="0">
                <a:solidFill>
                  <a:srgbClr val="FFFF00"/>
                </a:solidFill>
                <a:latin typeface="Tahoma" panose="020B0604030504040204" pitchFamily="34" charset="0"/>
                <a:ea typeface="Tahoma" panose="020B0604030504040204" pitchFamily="34" charset="0"/>
                <a:cs typeface="Tahoma" panose="020B0604030504040204" pitchFamily="34" charset="0"/>
              </a:rPr>
              <a:t>(iii) </a:t>
            </a:r>
            <a:r>
              <a:rPr lang="en-US" sz="1800" dirty="0">
                <a:latin typeface="Tahoma" panose="020B0604030504040204" pitchFamily="34" charset="0"/>
                <a:ea typeface="Tahoma" panose="020B0604030504040204" pitchFamily="34" charset="0"/>
                <a:cs typeface="Tahoma" panose="020B0604030504040204" pitchFamily="34" charset="0"/>
              </a:rPr>
              <a:t>P = Q (R-V) - FC</a:t>
            </a:r>
          </a:p>
          <a:p>
            <a:pPr>
              <a:lnSpc>
                <a:spcPct val="150000"/>
              </a:lnSpc>
            </a:pPr>
            <a:r>
              <a:rPr lang="en-US" sz="1800" dirty="0">
                <a:latin typeface="Tahoma" panose="020B0604030504040204" pitchFamily="34" charset="0"/>
                <a:ea typeface="Tahoma" panose="020B0604030504040204" pitchFamily="34" charset="0"/>
                <a:cs typeface="Tahoma" panose="020B0604030504040204" pitchFamily="34" charset="0"/>
              </a:rPr>
              <a:t>         = 5,000 (22-15) – 42,000</a:t>
            </a:r>
          </a:p>
          <a:p>
            <a:pPr>
              <a:lnSpc>
                <a:spcPct val="150000"/>
              </a:lnSpc>
            </a:pPr>
            <a:r>
              <a:rPr lang="en-US" sz="1800" b="1" dirty="0">
                <a:latin typeface="Tahoma" panose="020B0604030504040204" pitchFamily="34" charset="0"/>
                <a:ea typeface="Tahoma" panose="020B0604030504040204" pitchFamily="34" charset="0"/>
                <a:cs typeface="Tahoma" panose="020B0604030504040204" pitchFamily="34" charset="0"/>
              </a:rPr>
              <a:t>          = </a:t>
            </a:r>
            <a:r>
              <a:rPr lang="en-US" sz="1800" dirty="0">
                <a:latin typeface="Tahoma" panose="020B0604030504040204" pitchFamily="34" charset="0"/>
                <a:ea typeface="Tahoma" panose="020B0604030504040204" pitchFamily="34" charset="0"/>
                <a:cs typeface="Tahoma" panose="020B0604030504040204" pitchFamily="34" charset="0"/>
              </a:rPr>
              <a:t>5,000 (7) – 42,000 = 35,000 – 42,000 = </a:t>
            </a:r>
            <a:r>
              <a:rPr lang="en-US" sz="1800" b="1" dirty="0">
                <a:solidFill>
                  <a:srgbClr val="66FFFF"/>
                </a:solidFill>
                <a:latin typeface="Tahoma" panose="020B0604030504040204" pitchFamily="34" charset="0"/>
                <a:ea typeface="Tahoma" panose="020B0604030504040204" pitchFamily="34" charset="0"/>
                <a:cs typeface="Tahoma" panose="020B0604030504040204" pitchFamily="34" charset="0"/>
              </a:rPr>
              <a:t>-7,000</a:t>
            </a:r>
            <a:endParaRPr lang="en-BD" sz="1800" b="1" dirty="0">
              <a:solidFill>
                <a:srgbClr val="66FFFF"/>
              </a:solidFill>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180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1800" dirty="0">
                <a:latin typeface="Tahoma" panose="020B0604030504040204" pitchFamily="34" charset="0"/>
                <a:ea typeface="Tahoma" panose="020B0604030504040204" pitchFamily="34" charset="0"/>
                <a:cs typeface="Tahoma" panose="020B0604030504040204" pitchFamily="34" charset="0"/>
              </a:rPr>
              <a:t>if 5,000 units are sold there will be no profit rather loss of Tk. 7,000/-</a:t>
            </a:r>
            <a:endParaRPr lang="en-BD" sz="1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4F134FA2-A9DD-0E40-ABD2-4683CD587B0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49</a:t>
            </a:fld>
            <a:endParaRPr lang="en"/>
          </a:p>
        </p:txBody>
      </p:sp>
    </p:spTree>
    <p:extLst>
      <p:ext uri="{BB962C8B-B14F-4D97-AF65-F5344CB8AC3E}">
        <p14:creationId xmlns:p14="http://schemas.microsoft.com/office/powerpoint/2010/main" val="1794814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AA6090-E0D6-9807-2CCB-2516E9D720ED}"/>
              </a:ext>
            </a:extLst>
          </p:cNvPr>
          <p:cNvSpPr>
            <a:spLocks noGrp="1"/>
          </p:cNvSpPr>
          <p:nvPr>
            <p:ph type="title"/>
          </p:nvPr>
        </p:nvSpPr>
        <p:spPr>
          <a:xfrm>
            <a:off x="300911" y="338864"/>
            <a:ext cx="7141029" cy="478696"/>
          </a:xfrm>
        </p:spPr>
        <p:txBody>
          <a:bodyPr/>
          <a:lstStyle/>
          <a:p>
            <a:r>
              <a:rPr lang="en-GB" sz="2800" dirty="0">
                <a:solidFill>
                  <a:srgbClr val="7CF07C"/>
                </a:solidFill>
              </a:rPr>
              <a:t>Sample Practice#1 (Contd.)</a:t>
            </a:r>
            <a:endParaRPr lang="en-BD" sz="2800" dirty="0">
              <a:solidFill>
                <a:srgbClr val="7CF07C"/>
              </a:solidFill>
            </a:endParaRPr>
          </a:p>
        </p:txBody>
      </p:sp>
      <p:sp>
        <p:nvSpPr>
          <p:cNvPr id="4" name="Rectangle 3">
            <a:extLst>
              <a:ext uri="{FF2B5EF4-FFF2-40B4-BE49-F238E27FC236}">
                <a16:creationId xmlns:a16="http://schemas.microsoft.com/office/drawing/2014/main" id="{DE785594-211E-6AAB-EB90-B6057EFF2B4D}"/>
              </a:ext>
            </a:extLst>
          </p:cNvPr>
          <p:cNvSpPr/>
          <p:nvPr/>
        </p:nvSpPr>
        <p:spPr>
          <a:xfrm>
            <a:off x="294013" y="773472"/>
            <a:ext cx="8849987" cy="4031873"/>
          </a:xfrm>
          <a:prstGeom prst="rect">
            <a:avLst/>
          </a:prstGeom>
        </p:spPr>
        <p:txBody>
          <a:bodyPr wrap="square">
            <a:spAutoFit/>
          </a:bodyPr>
          <a:lstStyle/>
          <a:p>
            <a:pPr marL="76200" indent="0" algn="just">
              <a:buNone/>
            </a:pPr>
            <a:r>
              <a:rPr lang="en-US" sz="1800" b="1" dirty="0">
                <a:solidFill>
                  <a:srgbClr val="FFFF00"/>
                </a:solidFill>
                <a:latin typeface="Tahoma" panose="020B0604030504040204" pitchFamily="34" charset="0"/>
                <a:ea typeface="Tahoma" panose="020B0604030504040204" pitchFamily="34" charset="0"/>
                <a:cs typeface="Tahoma" panose="020B0604030504040204" pitchFamily="34" charset="0"/>
              </a:rPr>
              <a:t>(iv) </a:t>
            </a:r>
            <a:r>
              <a:rPr lang="en-GB" sz="1800" b="1" dirty="0">
                <a:latin typeface="Tahoma" panose="020B0604030504040204" pitchFamily="34" charset="0"/>
                <a:ea typeface="Tahoma" panose="020B0604030504040204" pitchFamily="34" charset="0"/>
                <a:cs typeface="Tahoma" panose="020B0604030504040204" pitchFamily="34" charset="0"/>
              </a:rPr>
              <a:t>Q = </a:t>
            </a:r>
            <a:r>
              <a:rPr lang="en-GB" sz="1800" b="1" u="sng" dirty="0">
                <a:latin typeface="Tahoma" panose="020B0604030504040204" pitchFamily="34" charset="0"/>
                <a:ea typeface="Tahoma" panose="020B0604030504040204" pitchFamily="34" charset="0"/>
                <a:cs typeface="Tahoma" panose="020B0604030504040204" pitchFamily="34" charset="0"/>
              </a:rPr>
              <a:t>P + FC</a:t>
            </a:r>
          </a:p>
          <a:p>
            <a:pPr marL="76200" indent="0" algn="just">
              <a:buNone/>
            </a:pPr>
            <a:r>
              <a:rPr lang="en-GB" sz="1800" b="1" dirty="0">
                <a:latin typeface="Tahoma" panose="020B0604030504040204" pitchFamily="34" charset="0"/>
                <a:ea typeface="Tahoma" panose="020B0604030504040204" pitchFamily="34" charset="0"/>
                <a:cs typeface="Tahoma" panose="020B0604030504040204" pitchFamily="34" charset="0"/>
              </a:rPr>
              <a:t>                R−v</a:t>
            </a:r>
          </a:p>
          <a:p>
            <a:pPr marL="76200" indent="0" algn="just">
              <a:buNone/>
            </a:pPr>
            <a:r>
              <a:rPr lang="en-GB" sz="1600" b="1" dirty="0">
                <a:latin typeface="Tahoma" panose="020B0604030504040204" pitchFamily="34" charset="0"/>
                <a:ea typeface="Tahoma" panose="020B0604030504040204" pitchFamily="34" charset="0"/>
                <a:cs typeface="Tahoma" panose="020B0604030504040204" pitchFamily="34" charset="0"/>
              </a:rPr>
              <a:t>           = </a:t>
            </a:r>
            <a:r>
              <a:rPr lang="en-GB" sz="1600" u="sng" dirty="0">
                <a:latin typeface="Tahoma" panose="020B0604030504040204" pitchFamily="34" charset="0"/>
                <a:ea typeface="Tahoma" panose="020B0604030504040204" pitchFamily="34" charset="0"/>
                <a:cs typeface="Tahoma" panose="020B0604030504040204" pitchFamily="34" charset="0"/>
              </a:rPr>
              <a:t>7,000+42,000</a:t>
            </a:r>
          </a:p>
          <a:p>
            <a:pPr marL="76200" indent="0" algn="just">
              <a:buNone/>
            </a:pPr>
            <a:r>
              <a:rPr lang="en-GB" sz="1600" dirty="0">
                <a:latin typeface="Tahoma" panose="020B0604030504040204" pitchFamily="34" charset="0"/>
                <a:ea typeface="Tahoma" panose="020B0604030504040204" pitchFamily="34" charset="0"/>
                <a:cs typeface="Tahoma" panose="020B0604030504040204" pitchFamily="34" charset="0"/>
              </a:rPr>
              <a:t>                  22-15</a:t>
            </a:r>
          </a:p>
          <a:p>
            <a:pPr marL="76200" indent="0" algn="just">
              <a:buNone/>
            </a:pPr>
            <a:r>
              <a:rPr lang="en-GB" sz="1600" b="1" dirty="0">
                <a:latin typeface="Tahoma" panose="020B0604030504040204" pitchFamily="34" charset="0"/>
                <a:ea typeface="Tahoma" panose="020B0604030504040204" pitchFamily="34" charset="0"/>
                <a:cs typeface="Tahoma" panose="020B0604030504040204" pitchFamily="34" charset="0"/>
              </a:rPr>
              <a:t>           = </a:t>
            </a:r>
            <a:r>
              <a:rPr lang="en-GB" sz="1600" u="sng" dirty="0">
                <a:latin typeface="Tahoma" panose="020B0604030504040204" pitchFamily="34" charset="0"/>
                <a:ea typeface="Tahoma" panose="020B0604030504040204" pitchFamily="34" charset="0"/>
                <a:cs typeface="Tahoma" panose="020B0604030504040204" pitchFamily="34" charset="0"/>
              </a:rPr>
              <a:t>49,000</a:t>
            </a:r>
          </a:p>
          <a:p>
            <a:pPr marL="76200" indent="0" algn="just">
              <a:buNone/>
            </a:pPr>
            <a:r>
              <a:rPr lang="en-GB" sz="1600" dirty="0">
                <a:latin typeface="Tahoma" panose="020B0604030504040204" pitchFamily="34" charset="0"/>
                <a:ea typeface="Tahoma" panose="020B0604030504040204" pitchFamily="34" charset="0"/>
                <a:cs typeface="Tahoma" panose="020B0604030504040204" pitchFamily="34" charset="0"/>
              </a:rPr>
              <a:t>                 7</a:t>
            </a:r>
          </a:p>
          <a:p>
            <a:pPr marL="76200" indent="0" algn="just">
              <a:buNone/>
            </a:pPr>
            <a:r>
              <a:rPr lang="en-US" sz="1800" b="1" dirty="0">
                <a:solidFill>
                  <a:srgbClr val="66FFFF"/>
                </a:solidFill>
                <a:latin typeface="Tahoma" panose="020B0604030504040204" pitchFamily="34" charset="0"/>
                <a:ea typeface="Tahoma" panose="020B0604030504040204" pitchFamily="34" charset="0"/>
                <a:cs typeface="Tahoma" panose="020B0604030504040204" pitchFamily="34" charset="0"/>
              </a:rPr>
              <a:t>       Q = 7,000 units</a:t>
            </a:r>
            <a:endParaRPr lang="en-BD" sz="1800" b="1" dirty="0">
              <a:solidFill>
                <a:srgbClr val="66FFFF"/>
              </a:solidFill>
              <a:latin typeface="Tahoma" panose="020B0604030504040204" pitchFamily="34" charset="0"/>
              <a:ea typeface="Tahoma" panose="020B0604030504040204" pitchFamily="34" charset="0"/>
              <a:cs typeface="Tahoma" panose="020B0604030504040204" pitchFamily="34" charset="0"/>
            </a:endParaRPr>
          </a:p>
          <a:p>
            <a:r>
              <a:rPr lang="en-US" sz="1600" dirty="0">
                <a:latin typeface="Tahoma" panose="020B0604030504040204" pitchFamily="34" charset="0"/>
                <a:ea typeface="Tahoma" panose="020B0604030504040204" pitchFamily="34" charset="0"/>
                <a:cs typeface="Tahoma" panose="020B0604030504040204" pitchFamily="34" charset="0"/>
              </a:rPr>
              <a:t>	To make a profit of Tk. 7,000/-, 7,000 units must be sold.</a:t>
            </a:r>
            <a:endParaRPr lang="en-BD" sz="1600" dirty="0">
              <a:latin typeface="Tahoma" panose="020B0604030504040204" pitchFamily="34" charset="0"/>
              <a:ea typeface="Tahoma" panose="020B0604030504040204" pitchFamily="34" charset="0"/>
              <a:cs typeface="Tahoma" panose="020B0604030504040204" pitchFamily="34" charset="0"/>
            </a:endParaRPr>
          </a:p>
          <a:p>
            <a:r>
              <a:rPr lang="en-US" sz="1800" dirty="0">
                <a:solidFill>
                  <a:schemeClr val="bg1"/>
                </a:solidFill>
                <a:latin typeface="Tahoma" panose="020B0604030504040204" pitchFamily="34" charset="0"/>
                <a:ea typeface="Tahoma" panose="020B0604030504040204" pitchFamily="34" charset="0"/>
                <a:cs typeface="Tahoma" panose="020B0604030504040204" pitchFamily="34" charset="0"/>
              </a:rPr>
              <a:t> </a:t>
            </a:r>
            <a:endParaRPr lang="en-BD" sz="1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1800" b="1" dirty="0">
                <a:solidFill>
                  <a:srgbClr val="FFFF00"/>
                </a:solidFill>
                <a:latin typeface="Tahoma" panose="020B0604030504040204" pitchFamily="34" charset="0"/>
                <a:ea typeface="Tahoma" panose="020B0604030504040204" pitchFamily="34" charset="0"/>
                <a:cs typeface="Tahoma" panose="020B0604030504040204" pitchFamily="34" charset="0"/>
              </a:rPr>
              <a:t>(v) </a:t>
            </a:r>
            <a:r>
              <a:rPr lang="en-US" sz="1600" dirty="0">
                <a:latin typeface="Tahoma" panose="020B0604030504040204" pitchFamily="34" charset="0"/>
                <a:ea typeface="Tahoma" panose="020B0604030504040204" pitchFamily="34" charset="0"/>
                <a:cs typeface="Tahoma" panose="020B0604030504040204" pitchFamily="34" charset="0"/>
              </a:rPr>
              <a:t>Given, Q=1000 units and Profit, P= Tk. 4,000/-</a:t>
            </a:r>
            <a:endParaRPr lang="en-BD" sz="1600" dirty="0">
              <a:latin typeface="Tahoma" panose="020B0604030504040204" pitchFamily="34" charset="0"/>
              <a:ea typeface="Tahoma" panose="020B0604030504040204" pitchFamily="34" charset="0"/>
              <a:cs typeface="Tahoma" panose="020B0604030504040204" pitchFamily="34" charset="0"/>
            </a:endParaRPr>
          </a:p>
          <a:p>
            <a:r>
              <a:rPr lang="en-US" sz="1600" dirty="0">
                <a:latin typeface="Tahoma" panose="020B0604030504040204" pitchFamily="34" charset="0"/>
                <a:ea typeface="Tahoma" panose="020B0604030504040204" pitchFamily="34" charset="0"/>
                <a:cs typeface="Tahoma" panose="020B0604030504040204" pitchFamily="34" charset="0"/>
              </a:rPr>
              <a:t>      </a:t>
            </a:r>
            <a:r>
              <a:rPr lang="en-GB" sz="1600" dirty="0">
                <a:latin typeface="Tahoma" panose="020B0604030504040204" pitchFamily="34" charset="0"/>
                <a:ea typeface="Tahoma" panose="020B0604030504040204" pitchFamily="34" charset="0"/>
                <a:cs typeface="Tahoma" panose="020B0604030504040204" pitchFamily="34" charset="0"/>
              </a:rPr>
              <a:t>P = Q (R − v) − FC </a:t>
            </a:r>
          </a:p>
          <a:p>
            <a:r>
              <a:rPr lang="en-GB" sz="1600" dirty="0">
                <a:latin typeface="Tahoma" panose="020B0604030504040204" pitchFamily="34" charset="0"/>
                <a:ea typeface="Tahoma" panose="020B0604030504040204" pitchFamily="34" charset="0"/>
                <a:cs typeface="Tahoma" panose="020B0604030504040204" pitchFamily="34" charset="0"/>
              </a:rPr>
              <a:t>  4000=1000(R -15) – 42000</a:t>
            </a:r>
          </a:p>
          <a:p>
            <a:r>
              <a:rPr lang="en-GB" sz="1600" dirty="0">
                <a:latin typeface="Tahoma" panose="020B0604030504040204" pitchFamily="34" charset="0"/>
                <a:ea typeface="Tahoma" panose="020B0604030504040204" pitchFamily="34" charset="0"/>
                <a:cs typeface="Tahoma" panose="020B0604030504040204" pitchFamily="34" charset="0"/>
              </a:rPr>
              <a:t>  </a:t>
            </a:r>
            <a:r>
              <a:rPr lang="en-US" sz="1600" dirty="0">
                <a:latin typeface="Tahoma" panose="020B0604030504040204" pitchFamily="34" charset="0"/>
                <a:ea typeface="Tahoma" panose="020B0604030504040204" pitchFamily="34" charset="0"/>
                <a:cs typeface="Tahoma" panose="020B0604030504040204" pitchFamily="34" charset="0"/>
              </a:rPr>
              <a:t>4000= 1000R – 15000 – 42000</a:t>
            </a:r>
            <a:r>
              <a:rPr lang="en-BD" sz="1600" dirty="0">
                <a:latin typeface="Tahoma" panose="020B0604030504040204" pitchFamily="34" charset="0"/>
                <a:ea typeface="Tahoma" panose="020B0604030504040204" pitchFamily="34" charset="0"/>
                <a:cs typeface="Tahoma" panose="020B0604030504040204" pitchFamily="34" charset="0"/>
              </a:rPr>
              <a:t> = </a:t>
            </a:r>
            <a:r>
              <a:rPr lang="en-US" sz="1600" dirty="0">
                <a:latin typeface="Tahoma" panose="020B0604030504040204" pitchFamily="34" charset="0"/>
                <a:ea typeface="Tahoma" panose="020B0604030504040204" pitchFamily="34" charset="0"/>
                <a:cs typeface="Tahoma" panose="020B0604030504040204" pitchFamily="34" charset="0"/>
              </a:rPr>
              <a:t>1000R= 4000+57000</a:t>
            </a:r>
            <a:endParaRPr lang="en-BD" sz="1600" dirty="0">
              <a:latin typeface="Tahoma" panose="020B0604030504040204" pitchFamily="34" charset="0"/>
              <a:ea typeface="Tahoma" panose="020B0604030504040204" pitchFamily="34" charset="0"/>
              <a:cs typeface="Tahoma" panose="020B0604030504040204" pitchFamily="34" charset="0"/>
            </a:endParaRPr>
          </a:p>
          <a:p>
            <a:r>
              <a:rPr lang="en-US" sz="1600" dirty="0">
                <a:latin typeface="Tahoma" panose="020B0604030504040204" pitchFamily="34" charset="0"/>
                <a:ea typeface="Tahoma" panose="020B0604030504040204" pitchFamily="34" charset="0"/>
                <a:cs typeface="Tahoma" panose="020B0604030504040204" pitchFamily="34" charset="0"/>
              </a:rPr>
              <a:t>        R= 61000/1000              </a:t>
            </a:r>
            <a:r>
              <a:rPr lang="en-US" sz="1600" b="1" dirty="0">
                <a:latin typeface="Tahoma" panose="020B0604030504040204" pitchFamily="34" charset="0"/>
                <a:ea typeface="Tahoma" panose="020B0604030504040204" pitchFamily="34" charset="0"/>
                <a:cs typeface="Tahoma" panose="020B0604030504040204" pitchFamily="34" charset="0"/>
              </a:rPr>
              <a:t>R= </a:t>
            </a:r>
            <a:r>
              <a:rPr lang="en-US" sz="1600" b="1" dirty="0">
                <a:solidFill>
                  <a:srgbClr val="66FFFF"/>
                </a:solidFill>
                <a:latin typeface="Tahoma" panose="020B0604030504040204" pitchFamily="34" charset="0"/>
                <a:ea typeface="Tahoma" panose="020B0604030504040204" pitchFamily="34" charset="0"/>
                <a:cs typeface="Tahoma" panose="020B0604030504040204" pitchFamily="34" charset="0"/>
              </a:rPr>
              <a:t>Tk. </a:t>
            </a:r>
            <a:r>
              <a:rPr lang="en-US" sz="1600" b="1" dirty="0">
                <a:solidFill>
                  <a:srgbClr val="88FFF0"/>
                </a:solidFill>
                <a:latin typeface="Tahoma" panose="020B0604030504040204" pitchFamily="34" charset="0"/>
                <a:ea typeface="Tahoma" panose="020B0604030504040204" pitchFamily="34" charset="0"/>
                <a:cs typeface="Tahoma" panose="020B0604030504040204" pitchFamily="34" charset="0"/>
              </a:rPr>
              <a:t>61</a:t>
            </a:r>
            <a:endParaRPr lang="en-BD" sz="1600" b="1" dirty="0">
              <a:solidFill>
                <a:srgbClr val="88FFF0"/>
              </a:solidFill>
              <a:latin typeface="Tahoma" panose="020B0604030504040204" pitchFamily="34" charset="0"/>
              <a:ea typeface="Tahoma" panose="020B0604030504040204" pitchFamily="34" charset="0"/>
              <a:cs typeface="Tahoma" panose="020B0604030504040204" pitchFamily="34" charset="0"/>
            </a:endParaRPr>
          </a:p>
          <a:p>
            <a:endParaRPr lang="en-US" sz="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To sell 1000 units and to make a profit of Tk. 4,000/-, the selling price per unit must be Tk. 61/-.</a:t>
            </a:r>
            <a:endParaRPr lang="en-BD" sz="16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BF516973-C281-30F5-462A-F6C9B54B55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50</a:t>
            </a:fld>
            <a:endParaRPr lang="en"/>
          </a:p>
        </p:txBody>
      </p:sp>
    </p:spTree>
    <p:extLst>
      <p:ext uri="{BB962C8B-B14F-4D97-AF65-F5344CB8AC3E}">
        <p14:creationId xmlns:p14="http://schemas.microsoft.com/office/powerpoint/2010/main" val="22117022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AA6090-E0D6-9807-2CCB-2516E9D720ED}"/>
              </a:ext>
            </a:extLst>
          </p:cNvPr>
          <p:cNvSpPr>
            <a:spLocks noGrp="1"/>
          </p:cNvSpPr>
          <p:nvPr>
            <p:ph type="title"/>
          </p:nvPr>
        </p:nvSpPr>
        <p:spPr>
          <a:xfrm>
            <a:off x="410431" y="230864"/>
            <a:ext cx="7141029" cy="563793"/>
          </a:xfrm>
        </p:spPr>
        <p:txBody>
          <a:bodyPr/>
          <a:lstStyle/>
          <a:p>
            <a:r>
              <a:rPr lang="en-GB" sz="3200" dirty="0">
                <a:solidFill>
                  <a:srgbClr val="7CF07C"/>
                </a:solidFill>
              </a:rPr>
              <a:t>Sample Practice#2</a:t>
            </a:r>
            <a:endParaRPr lang="en-BD" sz="3200" dirty="0">
              <a:solidFill>
                <a:srgbClr val="7CF07C"/>
              </a:solidFill>
            </a:endParaRPr>
          </a:p>
        </p:txBody>
      </p:sp>
      <p:sp>
        <p:nvSpPr>
          <p:cNvPr id="6" name="TextBox 5">
            <a:extLst>
              <a:ext uri="{FF2B5EF4-FFF2-40B4-BE49-F238E27FC236}">
                <a16:creationId xmlns:a16="http://schemas.microsoft.com/office/drawing/2014/main" id="{F20C6D37-7490-E12F-C935-368214C8A83D}"/>
              </a:ext>
            </a:extLst>
          </p:cNvPr>
          <p:cNvSpPr txBox="1"/>
          <p:nvPr/>
        </p:nvSpPr>
        <p:spPr>
          <a:xfrm>
            <a:off x="5303520" y="5056094"/>
            <a:ext cx="184731" cy="307777"/>
          </a:xfrm>
          <a:prstGeom prst="rect">
            <a:avLst/>
          </a:prstGeom>
          <a:noFill/>
        </p:spPr>
        <p:txBody>
          <a:bodyPr wrap="none" rtlCol="0">
            <a:spAutoFit/>
          </a:bodyPr>
          <a:lstStyle/>
          <a:p>
            <a:endParaRPr lang="en-BD"/>
          </a:p>
        </p:txBody>
      </p:sp>
      <p:pic>
        <p:nvPicPr>
          <p:cNvPr id="3" name="Picture 2" descr="Text&#10;&#10;Description automatically generated">
            <a:extLst>
              <a:ext uri="{FF2B5EF4-FFF2-40B4-BE49-F238E27FC236}">
                <a16:creationId xmlns:a16="http://schemas.microsoft.com/office/drawing/2014/main" id="{8EF003BD-DFF6-3A01-2FFA-82EDC36D81AB}"/>
              </a:ext>
            </a:extLst>
          </p:cNvPr>
          <p:cNvPicPr>
            <a:picLocks noChangeAspect="1"/>
          </p:cNvPicPr>
          <p:nvPr/>
        </p:nvPicPr>
        <p:blipFill rotWithShape="1">
          <a:blip r:embed="rId2"/>
          <a:srcRect b="25649"/>
          <a:stretch/>
        </p:blipFill>
        <p:spPr>
          <a:xfrm>
            <a:off x="410430" y="966505"/>
            <a:ext cx="8462307" cy="1851852"/>
          </a:xfrm>
          <a:prstGeom prst="rect">
            <a:avLst/>
          </a:prstGeom>
        </p:spPr>
      </p:pic>
      <p:sp>
        <p:nvSpPr>
          <p:cNvPr id="2" name="Slide Number Placeholder 1">
            <a:extLst>
              <a:ext uri="{FF2B5EF4-FFF2-40B4-BE49-F238E27FC236}">
                <a16:creationId xmlns:a16="http://schemas.microsoft.com/office/drawing/2014/main" id="{30E4BEEE-F717-7CFC-EF1F-5BDA8C0807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51</a:t>
            </a:fld>
            <a:endParaRPr lang="en"/>
          </a:p>
        </p:txBody>
      </p:sp>
    </p:spTree>
    <p:extLst>
      <p:ext uri="{BB962C8B-B14F-4D97-AF65-F5344CB8AC3E}">
        <p14:creationId xmlns:p14="http://schemas.microsoft.com/office/powerpoint/2010/main" val="33865695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AA6090-E0D6-9807-2CCB-2516E9D720ED}"/>
              </a:ext>
            </a:extLst>
          </p:cNvPr>
          <p:cNvSpPr>
            <a:spLocks noGrp="1"/>
          </p:cNvSpPr>
          <p:nvPr>
            <p:ph type="title"/>
          </p:nvPr>
        </p:nvSpPr>
        <p:spPr>
          <a:xfrm>
            <a:off x="410431" y="230864"/>
            <a:ext cx="7141029" cy="563793"/>
          </a:xfrm>
        </p:spPr>
        <p:txBody>
          <a:bodyPr/>
          <a:lstStyle/>
          <a:p>
            <a:r>
              <a:rPr lang="en-GB" sz="3200" dirty="0">
                <a:solidFill>
                  <a:srgbClr val="7CF07C"/>
                </a:solidFill>
              </a:rPr>
              <a:t>Sample Practice#2</a:t>
            </a:r>
            <a:endParaRPr lang="en-BD" sz="3200" dirty="0">
              <a:solidFill>
                <a:srgbClr val="7CF07C"/>
              </a:solidFill>
            </a:endParaRPr>
          </a:p>
        </p:txBody>
      </p:sp>
      <p:sp>
        <p:nvSpPr>
          <p:cNvPr id="6" name="TextBox 5">
            <a:extLst>
              <a:ext uri="{FF2B5EF4-FFF2-40B4-BE49-F238E27FC236}">
                <a16:creationId xmlns:a16="http://schemas.microsoft.com/office/drawing/2014/main" id="{F20C6D37-7490-E12F-C935-368214C8A83D}"/>
              </a:ext>
            </a:extLst>
          </p:cNvPr>
          <p:cNvSpPr txBox="1"/>
          <p:nvPr/>
        </p:nvSpPr>
        <p:spPr>
          <a:xfrm>
            <a:off x="5303520" y="5056094"/>
            <a:ext cx="184731" cy="307777"/>
          </a:xfrm>
          <a:prstGeom prst="rect">
            <a:avLst/>
          </a:prstGeom>
          <a:noFill/>
        </p:spPr>
        <p:txBody>
          <a:bodyPr wrap="none" rtlCol="0">
            <a:spAutoFit/>
          </a:bodyPr>
          <a:lstStyle/>
          <a:p>
            <a:endParaRPr lang="en-BD"/>
          </a:p>
        </p:txBody>
      </p:sp>
      <p:sp>
        <p:nvSpPr>
          <p:cNvPr id="2" name="Rectangle 1">
            <a:extLst>
              <a:ext uri="{FF2B5EF4-FFF2-40B4-BE49-F238E27FC236}">
                <a16:creationId xmlns:a16="http://schemas.microsoft.com/office/drawing/2014/main" id="{CDE21DE7-B0A7-78E4-2E6A-0394EA3B67FA}"/>
              </a:ext>
            </a:extLst>
          </p:cNvPr>
          <p:cNvSpPr/>
          <p:nvPr/>
        </p:nvSpPr>
        <p:spPr>
          <a:xfrm>
            <a:off x="560744" y="1095502"/>
            <a:ext cx="7485976" cy="1673343"/>
          </a:xfrm>
          <a:prstGeom prst="rect">
            <a:avLst/>
          </a:prstGeom>
        </p:spPr>
        <p:txBody>
          <a:bodyPr wrap="square">
            <a:spAutoFit/>
          </a:bodyPr>
          <a:lstStyle/>
          <a:p>
            <a:pPr algn="just">
              <a:lnSpc>
                <a:spcPct val="150000"/>
              </a:lnSpc>
              <a:spcAft>
                <a:spcPts val="400"/>
              </a:spcAft>
              <a:tabLst>
                <a:tab pos="6031230" algn="r"/>
              </a:tabLst>
            </a:pPr>
            <a:r>
              <a:rPr lang="en-US" sz="1600" b="1" dirty="0">
                <a:solidFill>
                  <a:srgbClr val="FFFF00"/>
                </a:solidFill>
                <a:latin typeface="Tahoma" panose="020B0604030504040204" pitchFamily="34" charset="0"/>
                <a:ea typeface="Tahoma" panose="020B0604030504040204" pitchFamily="34" charset="0"/>
                <a:cs typeface="Tahoma" panose="020B0604030504040204" pitchFamily="34" charset="0"/>
              </a:rPr>
              <a:t>(a) Here, FC= $9,200 per month,    v= $ 0.70  and R = $0.90  </a:t>
            </a:r>
          </a:p>
          <a:p>
            <a:pPr algn="just">
              <a:lnSpc>
                <a:spcPct val="150000"/>
              </a:lnSpc>
              <a:spcAft>
                <a:spcPts val="400"/>
              </a:spcAft>
              <a:tabLst>
                <a:tab pos="6031230" algn="r"/>
              </a:tabLst>
            </a:pPr>
            <a:r>
              <a:rPr lang="en-US" sz="1600" b="1" dirty="0">
                <a:solidFill>
                  <a:srgbClr val="FFFF00"/>
                </a:solidFill>
                <a:latin typeface="Tahoma" panose="020B0604030504040204" pitchFamily="34" charset="0"/>
                <a:ea typeface="Tahoma" panose="020B0604030504040204" pitchFamily="34" charset="0"/>
                <a:cs typeface="Tahoma" panose="020B0604030504040204" pitchFamily="34" charset="0"/>
              </a:rPr>
              <a:t>    </a:t>
            </a:r>
            <a:r>
              <a:rPr lang="en-US" sz="1600" dirty="0">
                <a:latin typeface="Tahoma" panose="020B0604030504040204" pitchFamily="34" charset="0"/>
                <a:ea typeface="Tahoma" panose="020B0604030504040204" pitchFamily="34" charset="0"/>
                <a:cs typeface="Tahoma" panose="020B0604030504040204" pitchFamily="34" charset="0"/>
              </a:rPr>
              <a:t>Q</a:t>
            </a:r>
            <a:r>
              <a:rPr lang="en-US" sz="1600" baseline="-25000" dirty="0">
                <a:latin typeface="Tahoma" panose="020B0604030504040204" pitchFamily="34" charset="0"/>
                <a:ea typeface="Tahoma" panose="020B0604030504040204" pitchFamily="34" charset="0"/>
                <a:cs typeface="Tahoma" panose="020B0604030504040204" pitchFamily="34" charset="0"/>
              </a:rPr>
              <a:t>BEP</a:t>
            </a:r>
            <a:r>
              <a:rPr lang="en-US" sz="1600" dirty="0">
                <a:latin typeface="Tahoma" panose="020B0604030504040204" pitchFamily="34" charset="0"/>
                <a:ea typeface="Tahoma" panose="020B0604030504040204" pitchFamily="34" charset="0"/>
                <a:cs typeface="Tahoma" panose="020B0604030504040204" pitchFamily="34" charset="0"/>
              </a:rPr>
              <a:t> = FC/R-V</a:t>
            </a:r>
          </a:p>
          <a:p>
            <a:pPr algn="just">
              <a:lnSpc>
                <a:spcPct val="150000"/>
              </a:lnSpc>
              <a:spcAft>
                <a:spcPts val="400"/>
              </a:spcAft>
              <a:tabLst>
                <a:tab pos="6031230" algn="r"/>
              </a:tabLst>
            </a:pPr>
            <a:r>
              <a:rPr lang="en-US" sz="1600" dirty="0">
                <a:latin typeface="Tahoma" panose="020B0604030504040204" pitchFamily="34" charset="0"/>
                <a:ea typeface="Tahoma" panose="020B0604030504040204" pitchFamily="34" charset="0"/>
                <a:cs typeface="Tahoma" panose="020B0604030504040204" pitchFamily="34" charset="0"/>
              </a:rPr>
              <a:t>        = 9,200/0.90-0.70</a:t>
            </a:r>
          </a:p>
          <a:p>
            <a:pPr algn="just">
              <a:lnSpc>
                <a:spcPct val="150000"/>
              </a:lnSpc>
              <a:spcAft>
                <a:spcPts val="400"/>
              </a:spcAft>
              <a:tabLst>
                <a:tab pos="6031230" algn="r"/>
              </a:tabLst>
            </a:pPr>
            <a:r>
              <a:rPr lang="en-US" sz="1600" b="1" dirty="0">
                <a:latin typeface="Tahoma" panose="020B0604030504040204" pitchFamily="34" charset="0"/>
                <a:ea typeface="Tahoma" panose="020B0604030504040204" pitchFamily="34" charset="0"/>
                <a:cs typeface="Tahoma" panose="020B0604030504040204" pitchFamily="34" charset="0"/>
              </a:rPr>
              <a:t>        = </a:t>
            </a:r>
            <a:r>
              <a:rPr lang="en-US" sz="1600" b="1" dirty="0">
                <a:solidFill>
                  <a:srgbClr val="66FFFF"/>
                </a:solidFill>
                <a:latin typeface="Tahoma" panose="020B0604030504040204" pitchFamily="34" charset="0"/>
                <a:ea typeface="Tahoma" panose="020B0604030504040204" pitchFamily="34" charset="0"/>
                <a:cs typeface="Tahoma" panose="020B0604030504040204" pitchFamily="34" charset="0"/>
              </a:rPr>
              <a:t>46,000 units per month</a:t>
            </a:r>
          </a:p>
        </p:txBody>
      </p:sp>
      <p:sp>
        <p:nvSpPr>
          <p:cNvPr id="4" name="Rectangle 3">
            <a:extLst>
              <a:ext uri="{FF2B5EF4-FFF2-40B4-BE49-F238E27FC236}">
                <a16:creationId xmlns:a16="http://schemas.microsoft.com/office/drawing/2014/main" id="{E44B2CB3-333A-8007-8598-DA7275F4E14E}"/>
              </a:ext>
            </a:extLst>
          </p:cNvPr>
          <p:cNvSpPr/>
          <p:nvPr/>
        </p:nvSpPr>
        <p:spPr>
          <a:xfrm>
            <a:off x="560744" y="2609856"/>
            <a:ext cx="4572000" cy="1362937"/>
          </a:xfrm>
          <a:prstGeom prst="rect">
            <a:avLst/>
          </a:prstGeom>
        </p:spPr>
        <p:txBody>
          <a:bodyPr>
            <a:spAutoFit/>
          </a:bodyPr>
          <a:lstStyle/>
          <a:p>
            <a:pPr algn="just">
              <a:lnSpc>
                <a:spcPct val="150000"/>
              </a:lnSpc>
              <a:spcAft>
                <a:spcPts val="400"/>
              </a:spcAft>
              <a:tabLst>
                <a:tab pos="6031230" algn="r"/>
              </a:tabLst>
            </a:pPr>
            <a:endParaRPr lang="en-US" sz="700" b="1"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1600" b="1" dirty="0">
                <a:solidFill>
                  <a:srgbClr val="FFFF00"/>
                </a:solidFill>
                <a:latin typeface="Tahoma" panose="020B0604030504040204" pitchFamily="34" charset="0"/>
                <a:ea typeface="Tahoma" panose="020B0604030504040204" pitchFamily="34" charset="0"/>
                <a:cs typeface="Tahoma" panose="020B0604030504040204" pitchFamily="34" charset="0"/>
              </a:rPr>
              <a:t>(b) </a:t>
            </a:r>
            <a:r>
              <a:rPr lang="en-US" sz="1600" dirty="0">
                <a:latin typeface="Tahoma" panose="020B0604030504040204" pitchFamily="34" charset="0"/>
                <a:ea typeface="Tahoma" panose="020B0604030504040204" pitchFamily="34" charset="0"/>
                <a:cs typeface="Tahoma" panose="020B0604030504040204" pitchFamily="34" charset="0"/>
              </a:rPr>
              <a:t>P = Q (R-V) - FC</a:t>
            </a:r>
          </a:p>
          <a:p>
            <a:pPr>
              <a:lnSpc>
                <a:spcPct val="150000"/>
              </a:lnSpc>
            </a:pPr>
            <a:r>
              <a:rPr lang="en-US" sz="1600" dirty="0">
                <a:latin typeface="Tahoma" panose="020B0604030504040204" pitchFamily="34" charset="0"/>
                <a:ea typeface="Tahoma" panose="020B0604030504040204" pitchFamily="34" charset="0"/>
                <a:cs typeface="Tahoma" panose="020B0604030504040204" pitchFamily="34" charset="0"/>
              </a:rPr>
              <a:t>         = 61000 (0.90-0.70) – 9,200</a:t>
            </a:r>
          </a:p>
          <a:p>
            <a:pPr>
              <a:lnSpc>
                <a:spcPct val="150000"/>
              </a:lnSpc>
            </a:pPr>
            <a:r>
              <a:rPr lang="en-US" sz="1600" b="1" dirty="0">
                <a:latin typeface="Tahoma" panose="020B0604030504040204" pitchFamily="34" charset="0"/>
                <a:ea typeface="Tahoma" panose="020B0604030504040204" pitchFamily="34" charset="0"/>
                <a:cs typeface="Tahoma" panose="020B0604030504040204" pitchFamily="34" charset="0"/>
              </a:rPr>
              <a:t>          =</a:t>
            </a:r>
            <a:r>
              <a:rPr lang="en-US" sz="1600" b="1" dirty="0">
                <a:solidFill>
                  <a:srgbClr val="66FFFF"/>
                </a:solidFill>
                <a:latin typeface="Tahoma" panose="020B0604030504040204" pitchFamily="34" charset="0"/>
                <a:ea typeface="Tahoma" panose="020B0604030504040204" pitchFamily="34" charset="0"/>
                <a:cs typeface="Tahoma" panose="020B0604030504040204" pitchFamily="34" charset="0"/>
              </a:rPr>
              <a:t>$ 3,000 per month </a:t>
            </a:r>
            <a:endParaRPr lang="en-BD" sz="1600" b="1" dirty="0">
              <a:solidFill>
                <a:srgbClr val="66FFFF"/>
              </a:solidFill>
              <a:latin typeface="Tahoma" panose="020B0604030504040204" pitchFamily="34" charset="0"/>
              <a:ea typeface="Tahoma" panose="020B0604030504040204" pitchFamily="34" charset="0"/>
              <a:cs typeface="Tahoma" panose="020B0604030504040204" pitchFamily="34" charset="0"/>
            </a:endParaRPr>
          </a:p>
        </p:txBody>
      </p:sp>
      <p:sp>
        <p:nvSpPr>
          <p:cNvPr id="8" name="Rectangle 7">
            <a:extLst>
              <a:ext uri="{FF2B5EF4-FFF2-40B4-BE49-F238E27FC236}">
                <a16:creationId xmlns:a16="http://schemas.microsoft.com/office/drawing/2014/main" id="{B6C1D621-D17B-A75C-9760-E49A07E191C0}"/>
              </a:ext>
            </a:extLst>
          </p:cNvPr>
          <p:cNvSpPr/>
          <p:nvPr/>
        </p:nvSpPr>
        <p:spPr>
          <a:xfrm>
            <a:off x="4147734" y="2609855"/>
            <a:ext cx="4572000" cy="1362937"/>
          </a:xfrm>
          <a:prstGeom prst="rect">
            <a:avLst/>
          </a:prstGeom>
        </p:spPr>
        <p:txBody>
          <a:bodyPr>
            <a:spAutoFit/>
          </a:bodyPr>
          <a:lstStyle/>
          <a:p>
            <a:pPr algn="just">
              <a:lnSpc>
                <a:spcPct val="150000"/>
              </a:lnSpc>
              <a:spcAft>
                <a:spcPts val="400"/>
              </a:spcAft>
              <a:tabLst>
                <a:tab pos="6031230" algn="r"/>
              </a:tabLst>
            </a:pPr>
            <a:endParaRPr lang="en-US" sz="700" b="1"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1600" b="1" dirty="0">
                <a:solidFill>
                  <a:srgbClr val="FFFF00"/>
                </a:solidFill>
                <a:latin typeface="Tahoma" panose="020B0604030504040204" pitchFamily="34" charset="0"/>
                <a:ea typeface="Tahoma" panose="020B0604030504040204" pitchFamily="34" charset="0"/>
                <a:cs typeface="Tahoma" panose="020B0604030504040204" pitchFamily="34" charset="0"/>
              </a:rPr>
              <a:t>(b) </a:t>
            </a:r>
            <a:r>
              <a:rPr lang="en-US" sz="1600" dirty="0">
                <a:latin typeface="Tahoma" panose="020B0604030504040204" pitchFamily="34" charset="0"/>
                <a:ea typeface="Tahoma" panose="020B0604030504040204" pitchFamily="34" charset="0"/>
                <a:cs typeface="Tahoma" panose="020B0604030504040204" pitchFamily="34" charset="0"/>
              </a:rPr>
              <a:t>P = Q (R-V) - FC</a:t>
            </a:r>
          </a:p>
          <a:p>
            <a:pPr>
              <a:lnSpc>
                <a:spcPct val="150000"/>
              </a:lnSpc>
            </a:pPr>
            <a:r>
              <a:rPr lang="en-US" sz="1600" dirty="0">
                <a:latin typeface="Tahoma" panose="020B0604030504040204" pitchFamily="34" charset="0"/>
                <a:ea typeface="Tahoma" panose="020B0604030504040204" pitchFamily="34" charset="0"/>
                <a:cs typeface="Tahoma" panose="020B0604030504040204" pitchFamily="34" charset="0"/>
              </a:rPr>
              <a:t>         = 87,000 (0.90-0.70) – 9,200</a:t>
            </a:r>
          </a:p>
          <a:p>
            <a:pPr>
              <a:lnSpc>
                <a:spcPct val="150000"/>
              </a:lnSpc>
            </a:pPr>
            <a:r>
              <a:rPr lang="en-US" sz="1600" b="1" dirty="0">
                <a:latin typeface="Tahoma" panose="020B0604030504040204" pitchFamily="34" charset="0"/>
                <a:ea typeface="Tahoma" panose="020B0604030504040204" pitchFamily="34" charset="0"/>
                <a:cs typeface="Tahoma" panose="020B0604030504040204" pitchFamily="34" charset="0"/>
              </a:rPr>
              <a:t>          =</a:t>
            </a:r>
            <a:r>
              <a:rPr lang="en-US" sz="1600" b="1" dirty="0">
                <a:solidFill>
                  <a:srgbClr val="66FFFF"/>
                </a:solidFill>
                <a:latin typeface="Tahoma" panose="020B0604030504040204" pitchFamily="34" charset="0"/>
                <a:ea typeface="Tahoma" panose="020B0604030504040204" pitchFamily="34" charset="0"/>
                <a:cs typeface="Tahoma" panose="020B0604030504040204" pitchFamily="34" charset="0"/>
              </a:rPr>
              <a:t>$ 8,200/- </a:t>
            </a:r>
            <a:endParaRPr lang="en-BD" sz="1600" b="1" dirty="0">
              <a:solidFill>
                <a:srgbClr val="66FFFF"/>
              </a:solidFill>
              <a:latin typeface="Tahoma" panose="020B0604030504040204" pitchFamily="34" charset="0"/>
              <a:ea typeface="Tahoma" panose="020B0604030504040204" pitchFamily="34" charset="0"/>
              <a:cs typeface="Tahoma" panose="020B0604030504040204" pitchFamily="34" charset="0"/>
            </a:endParaRPr>
          </a:p>
        </p:txBody>
      </p:sp>
      <p:sp>
        <p:nvSpPr>
          <p:cNvPr id="3" name="Slide Number Placeholder 2">
            <a:extLst>
              <a:ext uri="{FF2B5EF4-FFF2-40B4-BE49-F238E27FC236}">
                <a16:creationId xmlns:a16="http://schemas.microsoft.com/office/drawing/2014/main" id="{81010C07-6BC4-8E79-BB35-54676A81F24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52</a:t>
            </a:fld>
            <a:endParaRPr lang="en"/>
          </a:p>
        </p:txBody>
      </p:sp>
    </p:spTree>
    <p:extLst>
      <p:ext uri="{BB962C8B-B14F-4D97-AF65-F5344CB8AC3E}">
        <p14:creationId xmlns:p14="http://schemas.microsoft.com/office/powerpoint/2010/main" val="15635003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AA6090-E0D6-9807-2CCB-2516E9D720ED}"/>
              </a:ext>
            </a:extLst>
          </p:cNvPr>
          <p:cNvSpPr>
            <a:spLocks noGrp="1"/>
          </p:cNvSpPr>
          <p:nvPr>
            <p:ph type="title"/>
          </p:nvPr>
        </p:nvSpPr>
        <p:spPr>
          <a:xfrm>
            <a:off x="410431" y="230864"/>
            <a:ext cx="7141029" cy="563793"/>
          </a:xfrm>
        </p:spPr>
        <p:txBody>
          <a:bodyPr/>
          <a:lstStyle/>
          <a:p>
            <a:r>
              <a:rPr lang="en-GB" sz="3200" dirty="0">
                <a:solidFill>
                  <a:srgbClr val="7CF07C"/>
                </a:solidFill>
              </a:rPr>
              <a:t>Sample Practice#2</a:t>
            </a:r>
            <a:endParaRPr lang="en-BD" sz="3200" dirty="0">
              <a:solidFill>
                <a:srgbClr val="7CF07C"/>
              </a:solidFill>
            </a:endParaRPr>
          </a:p>
        </p:txBody>
      </p:sp>
      <p:sp>
        <p:nvSpPr>
          <p:cNvPr id="6" name="TextBox 5">
            <a:extLst>
              <a:ext uri="{FF2B5EF4-FFF2-40B4-BE49-F238E27FC236}">
                <a16:creationId xmlns:a16="http://schemas.microsoft.com/office/drawing/2014/main" id="{F20C6D37-7490-E12F-C935-368214C8A83D}"/>
              </a:ext>
            </a:extLst>
          </p:cNvPr>
          <p:cNvSpPr txBox="1"/>
          <p:nvPr/>
        </p:nvSpPr>
        <p:spPr>
          <a:xfrm>
            <a:off x="5303520" y="5056094"/>
            <a:ext cx="184731" cy="307777"/>
          </a:xfrm>
          <a:prstGeom prst="rect">
            <a:avLst/>
          </a:prstGeom>
          <a:noFill/>
        </p:spPr>
        <p:txBody>
          <a:bodyPr wrap="none" rtlCol="0">
            <a:spAutoFit/>
          </a:bodyPr>
          <a:lstStyle/>
          <a:p>
            <a:endParaRPr lang="en-BD"/>
          </a:p>
        </p:txBody>
      </p:sp>
      <p:pic>
        <p:nvPicPr>
          <p:cNvPr id="10" name="Picture 9">
            <a:extLst>
              <a:ext uri="{FF2B5EF4-FFF2-40B4-BE49-F238E27FC236}">
                <a16:creationId xmlns:a16="http://schemas.microsoft.com/office/drawing/2014/main" id="{B35C7A5A-09EE-3B2D-75F1-F36A3C43B4A2}"/>
              </a:ext>
            </a:extLst>
          </p:cNvPr>
          <p:cNvPicPr>
            <a:picLocks noChangeAspect="1"/>
          </p:cNvPicPr>
          <p:nvPr/>
        </p:nvPicPr>
        <p:blipFill rotWithShape="1">
          <a:blip r:embed="rId2"/>
          <a:srcRect l="9179" t="25739" r="4478" b="40897"/>
          <a:stretch/>
        </p:blipFill>
        <p:spPr>
          <a:xfrm>
            <a:off x="3356589" y="912223"/>
            <a:ext cx="5363145" cy="1165727"/>
          </a:xfrm>
          <a:prstGeom prst="rect">
            <a:avLst/>
          </a:prstGeom>
        </p:spPr>
      </p:pic>
      <p:sp>
        <p:nvSpPr>
          <p:cNvPr id="8" name="Rectangle 7">
            <a:extLst>
              <a:ext uri="{FF2B5EF4-FFF2-40B4-BE49-F238E27FC236}">
                <a16:creationId xmlns:a16="http://schemas.microsoft.com/office/drawing/2014/main" id="{81B6238C-E5AA-0747-66B8-BE7BF461F97F}"/>
              </a:ext>
            </a:extLst>
          </p:cNvPr>
          <p:cNvSpPr/>
          <p:nvPr/>
        </p:nvSpPr>
        <p:spPr>
          <a:xfrm>
            <a:off x="410431" y="1495087"/>
            <a:ext cx="7442653" cy="2441694"/>
          </a:xfrm>
          <a:prstGeom prst="rect">
            <a:avLst/>
          </a:prstGeom>
        </p:spPr>
        <p:txBody>
          <a:bodyPr wrap="square">
            <a:spAutoFit/>
          </a:bodyPr>
          <a:lstStyle/>
          <a:p>
            <a:pPr marL="76200" indent="0" algn="just">
              <a:buNone/>
            </a:pPr>
            <a:r>
              <a:rPr lang="en-US" sz="1800" b="1" dirty="0">
                <a:latin typeface="Tahoma" panose="020B0604030504040204" pitchFamily="34" charset="0"/>
                <a:ea typeface="Tahoma" panose="020B0604030504040204" pitchFamily="34" charset="0"/>
                <a:cs typeface="Tahoma" panose="020B0604030504040204" pitchFamily="34" charset="0"/>
              </a:rPr>
              <a:t>(c) </a:t>
            </a:r>
            <a:r>
              <a:rPr lang="en-GB" sz="2000" b="1" dirty="0">
                <a:latin typeface="Tahoma" panose="020B0604030504040204" pitchFamily="34" charset="0"/>
                <a:ea typeface="Tahoma" panose="020B0604030504040204" pitchFamily="34" charset="0"/>
                <a:cs typeface="Tahoma" panose="020B0604030504040204" pitchFamily="34" charset="0"/>
              </a:rPr>
              <a:t>Q = </a:t>
            </a:r>
            <a:r>
              <a:rPr lang="en-GB" sz="2000" b="1" u="sng" dirty="0">
                <a:latin typeface="Tahoma" panose="020B0604030504040204" pitchFamily="34" charset="0"/>
                <a:ea typeface="Tahoma" panose="020B0604030504040204" pitchFamily="34" charset="0"/>
                <a:cs typeface="Tahoma" panose="020B0604030504040204" pitchFamily="34" charset="0"/>
              </a:rPr>
              <a:t>P + FC</a:t>
            </a:r>
          </a:p>
          <a:p>
            <a:pPr marL="76200" indent="0" algn="just">
              <a:buNone/>
            </a:pPr>
            <a:r>
              <a:rPr lang="en-GB" sz="2000" b="1" dirty="0">
                <a:latin typeface="Tahoma" panose="020B0604030504040204" pitchFamily="34" charset="0"/>
                <a:ea typeface="Tahoma" panose="020B0604030504040204" pitchFamily="34" charset="0"/>
                <a:cs typeface="Tahoma" panose="020B0604030504040204" pitchFamily="34" charset="0"/>
              </a:rPr>
              <a:t>               R−v</a:t>
            </a:r>
          </a:p>
          <a:p>
            <a:pPr marL="76200" indent="0" algn="just">
              <a:buNone/>
            </a:pPr>
            <a:r>
              <a:rPr lang="en-GB" sz="1800" dirty="0">
                <a:latin typeface="Tahoma" panose="020B0604030504040204" pitchFamily="34" charset="0"/>
                <a:ea typeface="Tahoma" panose="020B0604030504040204" pitchFamily="34" charset="0"/>
                <a:cs typeface="Tahoma" panose="020B0604030504040204" pitchFamily="34" charset="0"/>
              </a:rPr>
              <a:t>       Q = </a:t>
            </a:r>
            <a:r>
              <a:rPr lang="en-GB" sz="1800" u="sng" dirty="0">
                <a:latin typeface="Tahoma" panose="020B0604030504040204" pitchFamily="34" charset="0"/>
                <a:ea typeface="Tahoma" panose="020B0604030504040204" pitchFamily="34" charset="0"/>
                <a:cs typeface="Tahoma" panose="020B0604030504040204" pitchFamily="34" charset="0"/>
              </a:rPr>
              <a:t>16,000+9,200</a:t>
            </a:r>
          </a:p>
          <a:p>
            <a:pPr algn="just">
              <a:lnSpc>
                <a:spcPct val="150000"/>
              </a:lnSpc>
              <a:spcAft>
                <a:spcPts val="400"/>
              </a:spcAft>
              <a:tabLst>
                <a:tab pos="6031230" algn="r"/>
              </a:tabLst>
            </a:pPr>
            <a:r>
              <a:rPr lang="en-US" sz="1800" dirty="0">
                <a:latin typeface="Tahoma" panose="020B0604030504040204" pitchFamily="34" charset="0"/>
                <a:ea typeface="Tahoma" panose="020B0604030504040204" pitchFamily="34" charset="0"/>
                <a:cs typeface="Tahoma" panose="020B0604030504040204" pitchFamily="34" charset="0"/>
              </a:rPr>
              <a:t>                  0.9-0.7</a:t>
            </a:r>
          </a:p>
          <a:p>
            <a:pPr algn="just">
              <a:lnSpc>
                <a:spcPct val="150000"/>
              </a:lnSpc>
              <a:spcAft>
                <a:spcPts val="400"/>
              </a:spcAft>
              <a:tabLst>
                <a:tab pos="6031230" algn="r"/>
              </a:tabLst>
            </a:pPr>
            <a:r>
              <a:rPr lang="en-US" sz="1800" dirty="0">
                <a:latin typeface="Tahoma" panose="020B0604030504040204" pitchFamily="34" charset="0"/>
                <a:ea typeface="Tahoma" panose="020B0604030504040204" pitchFamily="34" charset="0"/>
                <a:cs typeface="Tahoma" panose="020B0604030504040204" pitchFamily="34" charset="0"/>
              </a:rPr>
              <a:t>        Q = 25,200/0.2  = </a:t>
            </a:r>
            <a:r>
              <a:rPr lang="en-US" sz="1800" b="1" dirty="0">
                <a:solidFill>
                  <a:srgbClr val="88FFF0"/>
                </a:solidFill>
                <a:latin typeface="Tahoma" panose="020B0604030504040204" pitchFamily="34" charset="0"/>
                <a:ea typeface="Tahoma" panose="020B0604030504040204" pitchFamily="34" charset="0"/>
                <a:cs typeface="Tahoma" panose="020B0604030504040204" pitchFamily="34" charset="0"/>
              </a:rPr>
              <a:t>126,000 units</a:t>
            </a:r>
            <a:endParaRPr lang="en-BD" sz="1800" b="1" dirty="0">
              <a:solidFill>
                <a:srgbClr val="88FFF0"/>
              </a:solidFill>
              <a:latin typeface="Tahoma" panose="020B0604030504040204" pitchFamily="34" charset="0"/>
              <a:ea typeface="Tahoma" panose="020B0604030504040204" pitchFamily="34" charset="0"/>
              <a:cs typeface="Tahoma" panose="020B0604030504040204" pitchFamily="34" charset="0"/>
            </a:endParaRPr>
          </a:p>
          <a:p>
            <a:r>
              <a:rPr lang="en-US" sz="1600" dirty="0">
                <a:latin typeface="Tahoma" panose="020B0604030504040204" pitchFamily="34" charset="0"/>
                <a:ea typeface="Tahoma" panose="020B0604030504040204" pitchFamily="34" charset="0"/>
                <a:cs typeface="Tahoma" panose="020B0604030504040204" pitchFamily="34" charset="0"/>
              </a:rPr>
              <a:t>In order to make a profit of $16,000/- per month, 126,000 units must be sold.</a:t>
            </a:r>
            <a:endParaRPr lang="en-BD" sz="1600" dirty="0">
              <a:latin typeface="Tahoma" panose="020B0604030504040204" pitchFamily="34" charset="0"/>
              <a:ea typeface="Tahoma" panose="020B0604030504040204" pitchFamily="34" charset="0"/>
              <a:cs typeface="Tahoma" panose="020B0604030504040204" pitchFamily="34" charset="0"/>
            </a:endParaRPr>
          </a:p>
          <a:p>
            <a:endParaRPr lang="en-BD" sz="1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6100BF8B-B766-6D39-5C6B-863C817339B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53</a:t>
            </a:fld>
            <a:endParaRPr lang="en"/>
          </a:p>
        </p:txBody>
      </p:sp>
    </p:spTree>
    <p:extLst>
      <p:ext uri="{BB962C8B-B14F-4D97-AF65-F5344CB8AC3E}">
        <p14:creationId xmlns:p14="http://schemas.microsoft.com/office/powerpoint/2010/main" val="37564313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AA6090-E0D6-9807-2CCB-2516E9D720ED}"/>
              </a:ext>
            </a:extLst>
          </p:cNvPr>
          <p:cNvSpPr>
            <a:spLocks noGrp="1"/>
          </p:cNvSpPr>
          <p:nvPr>
            <p:ph type="title"/>
          </p:nvPr>
        </p:nvSpPr>
        <p:spPr>
          <a:xfrm>
            <a:off x="410431" y="230864"/>
            <a:ext cx="7141029" cy="563793"/>
          </a:xfrm>
        </p:spPr>
        <p:txBody>
          <a:bodyPr/>
          <a:lstStyle/>
          <a:p>
            <a:r>
              <a:rPr lang="en-GB" sz="3200" dirty="0">
                <a:solidFill>
                  <a:srgbClr val="7CF07C"/>
                </a:solidFill>
              </a:rPr>
              <a:t>Sample Practice#3</a:t>
            </a:r>
            <a:endParaRPr lang="en-BD" sz="3200" dirty="0">
              <a:solidFill>
                <a:srgbClr val="7CF07C"/>
              </a:solidFill>
            </a:endParaRPr>
          </a:p>
        </p:txBody>
      </p:sp>
      <p:sp>
        <p:nvSpPr>
          <p:cNvPr id="6" name="TextBox 5">
            <a:extLst>
              <a:ext uri="{FF2B5EF4-FFF2-40B4-BE49-F238E27FC236}">
                <a16:creationId xmlns:a16="http://schemas.microsoft.com/office/drawing/2014/main" id="{F20C6D37-7490-E12F-C935-368214C8A83D}"/>
              </a:ext>
            </a:extLst>
          </p:cNvPr>
          <p:cNvSpPr txBox="1"/>
          <p:nvPr/>
        </p:nvSpPr>
        <p:spPr>
          <a:xfrm>
            <a:off x="5303520" y="5056094"/>
            <a:ext cx="184731" cy="307777"/>
          </a:xfrm>
          <a:prstGeom prst="rect">
            <a:avLst/>
          </a:prstGeom>
          <a:noFill/>
        </p:spPr>
        <p:txBody>
          <a:bodyPr wrap="none" rtlCol="0">
            <a:spAutoFit/>
          </a:bodyPr>
          <a:lstStyle/>
          <a:p>
            <a:endParaRPr lang="en-BD"/>
          </a:p>
        </p:txBody>
      </p:sp>
      <p:pic>
        <p:nvPicPr>
          <p:cNvPr id="3" name="Picture 2" descr="Text&#10;&#10;Description automatically generated">
            <a:extLst>
              <a:ext uri="{FF2B5EF4-FFF2-40B4-BE49-F238E27FC236}">
                <a16:creationId xmlns:a16="http://schemas.microsoft.com/office/drawing/2014/main" id="{C2D1D63D-FD06-CCE8-48EA-A28FFADECC77}"/>
              </a:ext>
            </a:extLst>
          </p:cNvPr>
          <p:cNvPicPr>
            <a:picLocks noChangeAspect="1"/>
          </p:cNvPicPr>
          <p:nvPr/>
        </p:nvPicPr>
        <p:blipFill>
          <a:blip r:embed="rId2"/>
          <a:stretch>
            <a:fillRect/>
          </a:stretch>
        </p:blipFill>
        <p:spPr>
          <a:xfrm>
            <a:off x="335977" y="983206"/>
            <a:ext cx="8472045" cy="1772520"/>
          </a:xfrm>
          <a:prstGeom prst="rect">
            <a:avLst/>
          </a:prstGeom>
        </p:spPr>
      </p:pic>
      <p:sp>
        <p:nvSpPr>
          <p:cNvPr id="2" name="Slide Number Placeholder 1">
            <a:extLst>
              <a:ext uri="{FF2B5EF4-FFF2-40B4-BE49-F238E27FC236}">
                <a16:creationId xmlns:a16="http://schemas.microsoft.com/office/drawing/2014/main" id="{E41AAA24-1369-1437-6A96-29A2C07F6E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54</a:t>
            </a:fld>
            <a:endParaRPr lang="en"/>
          </a:p>
        </p:txBody>
      </p:sp>
    </p:spTree>
    <p:extLst>
      <p:ext uri="{BB962C8B-B14F-4D97-AF65-F5344CB8AC3E}">
        <p14:creationId xmlns:p14="http://schemas.microsoft.com/office/powerpoint/2010/main" val="21111309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AA6090-E0D6-9807-2CCB-2516E9D720ED}"/>
              </a:ext>
            </a:extLst>
          </p:cNvPr>
          <p:cNvSpPr>
            <a:spLocks noGrp="1"/>
          </p:cNvSpPr>
          <p:nvPr>
            <p:ph type="title"/>
          </p:nvPr>
        </p:nvSpPr>
        <p:spPr>
          <a:xfrm>
            <a:off x="410431" y="230864"/>
            <a:ext cx="7141029" cy="563793"/>
          </a:xfrm>
        </p:spPr>
        <p:txBody>
          <a:bodyPr/>
          <a:lstStyle/>
          <a:p>
            <a:r>
              <a:rPr lang="en-GB" sz="3200" dirty="0">
                <a:solidFill>
                  <a:srgbClr val="7CF07C"/>
                </a:solidFill>
              </a:rPr>
              <a:t>Sample Practice#3 (Contd.)</a:t>
            </a:r>
            <a:endParaRPr lang="en-BD" sz="3200" dirty="0">
              <a:solidFill>
                <a:srgbClr val="7CF07C"/>
              </a:solidFill>
            </a:endParaRPr>
          </a:p>
        </p:txBody>
      </p:sp>
      <p:sp>
        <p:nvSpPr>
          <p:cNvPr id="6" name="TextBox 5">
            <a:extLst>
              <a:ext uri="{FF2B5EF4-FFF2-40B4-BE49-F238E27FC236}">
                <a16:creationId xmlns:a16="http://schemas.microsoft.com/office/drawing/2014/main" id="{F20C6D37-7490-E12F-C935-368214C8A83D}"/>
              </a:ext>
            </a:extLst>
          </p:cNvPr>
          <p:cNvSpPr txBox="1"/>
          <p:nvPr/>
        </p:nvSpPr>
        <p:spPr>
          <a:xfrm>
            <a:off x="5303520" y="5056094"/>
            <a:ext cx="184731" cy="307777"/>
          </a:xfrm>
          <a:prstGeom prst="rect">
            <a:avLst/>
          </a:prstGeom>
          <a:noFill/>
        </p:spPr>
        <p:txBody>
          <a:bodyPr wrap="none" rtlCol="0">
            <a:spAutoFit/>
          </a:bodyPr>
          <a:lstStyle/>
          <a:p>
            <a:endParaRPr lang="en-BD"/>
          </a:p>
        </p:txBody>
      </p:sp>
      <p:pic>
        <p:nvPicPr>
          <p:cNvPr id="3" name="Picture 2" descr="Text&#10;&#10;Description automatically generated">
            <a:extLst>
              <a:ext uri="{FF2B5EF4-FFF2-40B4-BE49-F238E27FC236}">
                <a16:creationId xmlns:a16="http://schemas.microsoft.com/office/drawing/2014/main" id="{C2D1D63D-FD06-CCE8-48EA-A28FFADECC77}"/>
              </a:ext>
            </a:extLst>
          </p:cNvPr>
          <p:cNvPicPr>
            <a:picLocks noChangeAspect="1"/>
          </p:cNvPicPr>
          <p:nvPr/>
        </p:nvPicPr>
        <p:blipFill>
          <a:blip r:embed="rId2"/>
          <a:stretch>
            <a:fillRect/>
          </a:stretch>
        </p:blipFill>
        <p:spPr>
          <a:xfrm>
            <a:off x="3054522" y="810663"/>
            <a:ext cx="5939562" cy="1242674"/>
          </a:xfrm>
          <a:prstGeom prst="rect">
            <a:avLst/>
          </a:prstGeom>
        </p:spPr>
      </p:pic>
      <p:sp>
        <p:nvSpPr>
          <p:cNvPr id="2" name="Rectangle 1">
            <a:extLst>
              <a:ext uri="{FF2B5EF4-FFF2-40B4-BE49-F238E27FC236}">
                <a16:creationId xmlns:a16="http://schemas.microsoft.com/office/drawing/2014/main" id="{FDD81D10-4870-9654-2296-8487C08B5443}"/>
              </a:ext>
            </a:extLst>
          </p:cNvPr>
          <p:cNvSpPr/>
          <p:nvPr/>
        </p:nvSpPr>
        <p:spPr>
          <a:xfrm>
            <a:off x="410431" y="810663"/>
            <a:ext cx="4572000" cy="1673279"/>
          </a:xfrm>
          <a:prstGeom prst="rect">
            <a:avLst/>
          </a:prstGeom>
        </p:spPr>
        <p:txBody>
          <a:bodyPr>
            <a:spAutoFit/>
          </a:bodyPr>
          <a:lstStyle/>
          <a:p>
            <a:pPr algn="just">
              <a:lnSpc>
                <a:spcPct val="150000"/>
              </a:lnSpc>
              <a:spcAft>
                <a:spcPts val="400"/>
              </a:spcAft>
              <a:tabLst>
                <a:tab pos="6031230" algn="r"/>
              </a:tabLst>
            </a:pPr>
            <a:r>
              <a:rPr lang="en-US" sz="1600" b="1" dirty="0">
                <a:latin typeface="Tahoma" panose="020B0604030504040204" pitchFamily="34" charset="0"/>
                <a:ea typeface="Tahoma" panose="020B0604030504040204" pitchFamily="34" charset="0"/>
                <a:cs typeface="Tahoma" panose="020B0604030504040204" pitchFamily="34" charset="0"/>
              </a:rPr>
              <a:t>(</a:t>
            </a:r>
            <a:r>
              <a:rPr lang="en-US" sz="1600" b="1" dirty="0" err="1">
                <a:latin typeface="Tahoma" panose="020B0604030504040204" pitchFamily="34" charset="0"/>
                <a:ea typeface="Tahoma" panose="020B0604030504040204" pitchFamily="34" charset="0"/>
                <a:cs typeface="Tahoma" panose="020B0604030504040204" pitchFamily="34" charset="0"/>
              </a:rPr>
              <a:t>i</a:t>
            </a:r>
            <a:r>
              <a:rPr lang="en-US" sz="1600" b="1" dirty="0">
                <a:latin typeface="Tahoma" panose="020B0604030504040204" pitchFamily="34" charset="0"/>
                <a:ea typeface="Tahoma" panose="020B0604030504040204" pitchFamily="34" charset="0"/>
                <a:cs typeface="Tahoma" panose="020B0604030504040204" pitchFamily="34" charset="0"/>
              </a:rPr>
              <a:t>) </a:t>
            </a:r>
            <a:r>
              <a:rPr lang="en-US" sz="1600" dirty="0">
                <a:latin typeface="Tahoma" panose="020B0604030504040204" pitchFamily="34" charset="0"/>
                <a:ea typeface="Tahoma" panose="020B0604030504040204" pitchFamily="34" charset="0"/>
                <a:cs typeface="Tahoma" panose="020B0604030504040204" pitchFamily="34" charset="0"/>
              </a:rPr>
              <a:t>For break even, R=C</a:t>
            </a:r>
          </a:p>
          <a:p>
            <a:pPr algn="just">
              <a:lnSpc>
                <a:spcPct val="150000"/>
              </a:lnSpc>
              <a:spcAft>
                <a:spcPts val="400"/>
              </a:spcAft>
              <a:tabLst>
                <a:tab pos="6031230" algn="r"/>
              </a:tabLst>
            </a:pPr>
            <a:r>
              <a:rPr lang="en-US" sz="1600" dirty="0">
                <a:latin typeface="Tahoma" panose="020B0604030504040204" pitchFamily="34" charset="0"/>
                <a:ea typeface="Tahoma" panose="020B0604030504040204" pitchFamily="34" charset="0"/>
                <a:cs typeface="Tahoma" panose="020B0604030504040204" pitchFamily="34" charset="0"/>
              </a:rPr>
              <a:t> Q</a:t>
            </a:r>
            <a:r>
              <a:rPr lang="en-US" sz="1600" baseline="-25000" dirty="0">
                <a:latin typeface="Tahoma" panose="020B0604030504040204" pitchFamily="34" charset="0"/>
                <a:ea typeface="Tahoma" panose="020B0604030504040204" pitchFamily="34" charset="0"/>
                <a:cs typeface="Tahoma" panose="020B0604030504040204" pitchFamily="34" charset="0"/>
              </a:rPr>
              <a:t>BEP</a:t>
            </a:r>
            <a:r>
              <a:rPr lang="en-US" sz="1600" dirty="0">
                <a:latin typeface="Tahoma" panose="020B0604030504040204" pitchFamily="34" charset="0"/>
                <a:ea typeface="Tahoma" panose="020B0604030504040204" pitchFamily="34" charset="0"/>
                <a:cs typeface="Tahoma" panose="020B0604030504040204" pitchFamily="34" charset="0"/>
              </a:rPr>
              <a:t> = FC/R-V</a:t>
            </a:r>
          </a:p>
          <a:p>
            <a:pPr algn="just">
              <a:lnSpc>
                <a:spcPct val="150000"/>
              </a:lnSpc>
              <a:spcAft>
                <a:spcPts val="400"/>
              </a:spcAft>
              <a:tabLst>
                <a:tab pos="6031230" algn="r"/>
              </a:tabLst>
            </a:pPr>
            <a:r>
              <a:rPr lang="en-US" sz="1600" dirty="0">
                <a:latin typeface="Tahoma" panose="020B0604030504040204" pitchFamily="34" charset="0"/>
                <a:ea typeface="Tahoma" panose="020B0604030504040204" pitchFamily="34" charset="0"/>
                <a:cs typeface="Tahoma" panose="020B0604030504040204" pitchFamily="34" charset="0"/>
              </a:rPr>
              <a:t>        = 25000/1 – 0.37</a:t>
            </a:r>
          </a:p>
          <a:p>
            <a:pPr algn="just">
              <a:lnSpc>
                <a:spcPct val="150000"/>
              </a:lnSpc>
              <a:spcAft>
                <a:spcPts val="400"/>
              </a:spcAft>
              <a:tabLst>
                <a:tab pos="6031230" algn="r"/>
              </a:tabLst>
            </a:pPr>
            <a:r>
              <a:rPr lang="en-US" sz="1600" b="1" dirty="0">
                <a:latin typeface="Tahoma" panose="020B0604030504040204" pitchFamily="34" charset="0"/>
                <a:ea typeface="Tahoma" panose="020B0604030504040204" pitchFamily="34" charset="0"/>
                <a:cs typeface="Tahoma" panose="020B0604030504040204" pitchFamily="34" charset="0"/>
              </a:rPr>
              <a:t>        = </a:t>
            </a:r>
            <a:r>
              <a:rPr lang="en-US" sz="1600" b="1" dirty="0">
                <a:solidFill>
                  <a:srgbClr val="7CF07C"/>
                </a:solidFill>
                <a:latin typeface="Tahoma" panose="020B0604030504040204" pitchFamily="34" charset="0"/>
                <a:ea typeface="Tahoma" panose="020B0604030504040204" pitchFamily="34" charset="0"/>
                <a:cs typeface="Tahoma" panose="020B0604030504040204" pitchFamily="34" charset="0"/>
              </a:rPr>
              <a:t>39,683 pens</a:t>
            </a:r>
          </a:p>
        </p:txBody>
      </p:sp>
      <p:sp>
        <p:nvSpPr>
          <p:cNvPr id="4" name="Rectangle 3">
            <a:extLst>
              <a:ext uri="{FF2B5EF4-FFF2-40B4-BE49-F238E27FC236}">
                <a16:creationId xmlns:a16="http://schemas.microsoft.com/office/drawing/2014/main" id="{0197CDAE-193C-36AA-98BC-8DB9B6B6A05B}"/>
              </a:ext>
            </a:extLst>
          </p:cNvPr>
          <p:cNvSpPr/>
          <p:nvPr/>
        </p:nvSpPr>
        <p:spPr>
          <a:xfrm>
            <a:off x="410431" y="2483942"/>
            <a:ext cx="8323138" cy="2308324"/>
          </a:xfrm>
          <a:prstGeom prst="rect">
            <a:avLst/>
          </a:prstGeom>
        </p:spPr>
        <p:txBody>
          <a:bodyPr wrap="square">
            <a:spAutoFit/>
          </a:bodyPr>
          <a:lstStyle/>
          <a:p>
            <a:pPr algn="just"/>
            <a:r>
              <a:rPr lang="en-US" sz="1700" b="1" dirty="0">
                <a:latin typeface="Tahoma" panose="020B0604030504040204" pitchFamily="34" charset="0"/>
                <a:ea typeface="Tahoma" panose="020B0604030504040204" pitchFamily="34" charset="0"/>
                <a:cs typeface="Tahoma" panose="020B0604030504040204" pitchFamily="34" charset="0"/>
              </a:rPr>
              <a:t>(ii) </a:t>
            </a:r>
            <a:r>
              <a:rPr lang="en-US" sz="1700" dirty="0">
                <a:latin typeface="Tahoma" panose="020B0604030504040204" pitchFamily="34" charset="0"/>
                <a:ea typeface="Tahoma" panose="020B0604030504040204" pitchFamily="34" charset="0"/>
                <a:cs typeface="Tahoma" panose="020B0604030504040204" pitchFamily="34" charset="0"/>
              </a:rPr>
              <a:t>Given, Q=30000 units and Profit, P= $15,000/-</a:t>
            </a:r>
            <a:endParaRPr lang="en-BD" sz="1700" dirty="0">
              <a:latin typeface="Tahoma" panose="020B0604030504040204" pitchFamily="34" charset="0"/>
              <a:ea typeface="Tahoma" panose="020B0604030504040204" pitchFamily="34" charset="0"/>
              <a:cs typeface="Tahoma" panose="020B0604030504040204" pitchFamily="34" charset="0"/>
            </a:endParaRPr>
          </a:p>
          <a:p>
            <a:pPr algn="just"/>
            <a:r>
              <a:rPr lang="en-US" sz="1700" dirty="0">
                <a:latin typeface="Tahoma" panose="020B0604030504040204" pitchFamily="34" charset="0"/>
                <a:ea typeface="Tahoma" panose="020B0604030504040204" pitchFamily="34" charset="0"/>
                <a:cs typeface="Tahoma" panose="020B0604030504040204" pitchFamily="34" charset="0"/>
              </a:rPr>
              <a:t>      </a:t>
            </a:r>
            <a:r>
              <a:rPr lang="en-GB" sz="1700" dirty="0">
                <a:latin typeface="Tahoma" panose="020B0604030504040204" pitchFamily="34" charset="0"/>
                <a:ea typeface="Tahoma" panose="020B0604030504040204" pitchFamily="34" charset="0"/>
                <a:cs typeface="Tahoma" panose="020B0604030504040204" pitchFamily="34" charset="0"/>
              </a:rPr>
              <a:t>P = Q (R − v) − FC </a:t>
            </a:r>
          </a:p>
          <a:p>
            <a:pPr algn="just"/>
            <a:r>
              <a:rPr lang="en-GB" sz="1700" dirty="0">
                <a:latin typeface="Tahoma" panose="020B0604030504040204" pitchFamily="34" charset="0"/>
                <a:ea typeface="Tahoma" panose="020B0604030504040204" pitchFamily="34" charset="0"/>
                <a:cs typeface="Tahoma" panose="020B0604030504040204" pitchFamily="34" charset="0"/>
              </a:rPr>
              <a:t>  15,000=30,000(R -0.37) – 25,000</a:t>
            </a:r>
          </a:p>
          <a:p>
            <a:pPr algn="just"/>
            <a:r>
              <a:rPr lang="en-GB" sz="1700" dirty="0">
                <a:latin typeface="Tahoma" panose="020B0604030504040204" pitchFamily="34" charset="0"/>
                <a:ea typeface="Tahoma" panose="020B0604030504040204" pitchFamily="34" charset="0"/>
                <a:cs typeface="Tahoma" panose="020B0604030504040204" pitchFamily="34" charset="0"/>
              </a:rPr>
              <a:t>  </a:t>
            </a:r>
            <a:r>
              <a:rPr lang="en-US" sz="1700" dirty="0">
                <a:latin typeface="Tahoma" panose="020B0604030504040204" pitchFamily="34" charset="0"/>
                <a:ea typeface="Tahoma" panose="020B0604030504040204" pitchFamily="34" charset="0"/>
                <a:cs typeface="Tahoma" panose="020B0604030504040204" pitchFamily="34" charset="0"/>
              </a:rPr>
              <a:t>15,000= 30000R – 11,100 – 25,000</a:t>
            </a:r>
            <a:endParaRPr lang="en-BD" sz="1700" dirty="0">
              <a:latin typeface="Tahoma" panose="020B0604030504040204" pitchFamily="34" charset="0"/>
              <a:ea typeface="Tahoma" panose="020B0604030504040204" pitchFamily="34" charset="0"/>
              <a:cs typeface="Tahoma" panose="020B0604030504040204" pitchFamily="34" charset="0"/>
            </a:endParaRPr>
          </a:p>
          <a:p>
            <a:pPr algn="just"/>
            <a:r>
              <a:rPr lang="en-US" sz="1700" dirty="0">
                <a:latin typeface="Tahoma" panose="020B0604030504040204" pitchFamily="34" charset="0"/>
                <a:ea typeface="Tahoma" panose="020B0604030504040204" pitchFamily="34" charset="0"/>
                <a:cs typeface="Tahoma" panose="020B0604030504040204" pitchFamily="34" charset="0"/>
              </a:rPr>
              <a:t> 30,000R= 15,000+36,100</a:t>
            </a:r>
            <a:endParaRPr lang="en-BD" sz="1700" dirty="0">
              <a:latin typeface="Tahoma" panose="020B0604030504040204" pitchFamily="34" charset="0"/>
              <a:ea typeface="Tahoma" panose="020B0604030504040204" pitchFamily="34" charset="0"/>
              <a:cs typeface="Tahoma" panose="020B0604030504040204" pitchFamily="34" charset="0"/>
            </a:endParaRPr>
          </a:p>
          <a:p>
            <a:pPr algn="just"/>
            <a:r>
              <a:rPr lang="en-US" sz="1700" dirty="0">
                <a:latin typeface="Tahoma" panose="020B0604030504040204" pitchFamily="34" charset="0"/>
                <a:ea typeface="Tahoma" panose="020B0604030504040204" pitchFamily="34" charset="0"/>
                <a:cs typeface="Tahoma" panose="020B0604030504040204" pitchFamily="34" charset="0"/>
              </a:rPr>
              <a:t>        R= 51,100/30000              </a:t>
            </a:r>
            <a:r>
              <a:rPr lang="en-US" sz="1700" b="1" dirty="0">
                <a:solidFill>
                  <a:srgbClr val="99FFCC"/>
                </a:solidFill>
                <a:latin typeface="Tahoma" panose="020B0604030504040204" pitchFamily="34" charset="0"/>
                <a:ea typeface="Tahoma" panose="020B0604030504040204" pitchFamily="34" charset="0"/>
                <a:cs typeface="Tahoma" panose="020B0604030504040204" pitchFamily="34" charset="0"/>
              </a:rPr>
              <a:t>R= $1.71</a:t>
            </a:r>
            <a:endParaRPr lang="en-BD" sz="1700" b="1" dirty="0">
              <a:solidFill>
                <a:srgbClr val="99FFCC"/>
              </a:solidFill>
              <a:latin typeface="Tahoma" panose="020B0604030504040204" pitchFamily="34" charset="0"/>
              <a:ea typeface="Tahoma" panose="020B0604030504040204" pitchFamily="34" charset="0"/>
              <a:cs typeface="Tahoma" panose="020B0604030504040204" pitchFamily="34" charset="0"/>
            </a:endParaRPr>
          </a:p>
          <a:p>
            <a:pPr algn="just"/>
            <a:endParaRPr lang="en-US" sz="800" dirty="0">
              <a:latin typeface="Tahoma" panose="020B0604030504040204" pitchFamily="34" charset="0"/>
              <a:ea typeface="Tahoma" panose="020B0604030504040204" pitchFamily="34" charset="0"/>
              <a:cs typeface="Tahoma" panose="020B0604030504040204" pitchFamily="34" charset="0"/>
            </a:endParaRPr>
          </a:p>
          <a:p>
            <a:pPr algn="just"/>
            <a:r>
              <a:rPr lang="en-US" sz="1700" dirty="0">
                <a:latin typeface="Tahoma" panose="020B0604030504040204" pitchFamily="34" charset="0"/>
                <a:ea typeface="Tahoma" panose="020B0604030504040204" pitchFamily="34" charset="0"/>
                <a:cs typeface="Tahoma" panose="020B0604030504040204" pitchFamily="34" charset="0"/>
              </a:rPr>
              <a:t>To sell 30,000 pens, the company needs to sell at $1.71/- to make a profit of $15,000/-.</a:t>
            </a:r>
            <a:endParaRPr lang="en-BD" sz="1700" dirty="0">
              <a:latin typeface="Tahoma" panose="020B0604030504040204" pitchFamily="34" charset="0"/>
              <a:ea typeface="Tahoma" panose="020B0604030504040204" pitchFamily="34" charset="0"/>
              <a:cs typeface="Tahoma" panose="020B0604030504040204" pitchFamily="34" charset="0"/>
            </a:endParaRPr>
          </a:p>
        </p:txBody>
      </p:sp>
      <p:sp>
        <p:nvSpPr>
          <p:cNvPr id="8" name="Slide Number Placeholder 7">
            <a:extLst>
              <a:ext uri="{FF2B5EF4-FFF2-40B4-BE49-F238E27FC236}">
                <a16:creationId xmlns:a16="http://schemas.microsoft.com/office/drawing/2014/main" id="{36D16454-92CD-A299-2572-CAB2515F1F9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55</a:t>
            </a:fld>
            <a:endParaRPr lang="en"/>
          </a:p>
        </p:txBody>
      </p:sp>
    </p:spTree>
    <p:extLst>
      <p:ext uri="{BB962C8B-B14F-4D97-AF65-F5344CB8AC3E}">
        <p14:creationId xmlns:p14="http://schemas.microsoft.com/office/powerpoint/2010/main" val="29644148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AA6090-E0D6-9807-2CCB-2516E9D720ED}"/>
              </a:ext>
            </a:extLst>
          </p:cNvPr>
          <p:cNvSpPr>
            <a:spLocks noGrp="1"/>
          </p:cNvSpPr>
          <p:nvPr>
            <p:ph type="title"/>
          </p:nvPr>
        </p:nvSpPr>
        <p:spPr>
          <a:xfrm>
            <a:off x="410431" y="230864"/>
            <a:ext cx="7141029" cy="563793"/>
          </a:xfrm>
        </p:spPr>
        <p:txBody>
          <a:bodyPr/>
          <a:lstStyle/>
          <a:p>
            <a:r>
              <a:rPr lang="en-GB" sz="3200" dirty="0">
                <a:solidFill>
                  <a:srgbClr val="7CF07C"/>
                </a:solidFill>
              </a:rPr>
              <a:t>Sample Practice#4</a:t>
            </a:r>
            <a:endParaRPr lang="en-BD" sz="3200" dirty="0">
              <a:solidFill>
                <a:srgbClr val="7CF07C"/>
              </a:solidFill>
            </a:endParaRPr>
          </a:p>
        </p:txBody>
      </p:sp>
      <p:sp>
        <p:nvSpPr>
          <p:cNvPr id="4" name="Rectangle 3">
            <a:extLst>
              <a:ext uri="{FF2B5EF4-FFF2-40B4-BE49-F238E27FC236}">
                <a16:creationId xmlns:a16="http://schemas.microsoft.com/office/drawing/2014/main" id="{DE785594-211E-6AAB-EB90-B6057EFF2B4D}"/>
              </a:ext>
            </a:extLst>
          </p:cNvPr>
          <p:cNvSpPr/>
          <p:nvPr/>
        </p:nvSpPr>
        <p:spPr>
          <a:xfrm>
            <a:off x="313611" y="794657"/>
            <a:ext cx="7442653" cy="3252109"/>
          </a:xfrm>
          <a:prstGeom prst="rect">
            <a:avLst/>
          </a:prstGeom>
        </p:spPr>
        <p:txBody>
          <a:bodyPr wrap="square">
            <a:spAutoFit/>
          </a:bodyPr>
          <a:lstStyle/>
          <a:p>
            <a:pPr algn="just">
              <a:lnSpc>
                <a:spcPct val="150000"/>
              </a:lnSpc>
              <a:spcAft>
                <a:spcPts val="400"/>
              </a:spcAft>
              <a:tabLst>
                <a:tab pos="6031230" algn="r"/>
              </a:tabLst>
            </a:pPr>
            <a:r>
              <a:rPr lang="en-GB" sz="1800" dirty="0">
                <a:latin typeface="Tahoma" panose="020B0604030504040204" pitchFamily="34" charset="0"/>
                <a:ea typeface="Tahoma" panose="020B0604030504040204" pitchFamily="34" charset="0"/>
                <a:cs typeface="Tahoma" panose="020B0604030504040204" pitchFamily="34" charset="0"/>
              </a:rPr>
              <a:t>Haripur Power Plant procures electricity.</a:t>
            </a:r>
          </a:p>
          <a:p>
            <a:pPr algn="just">
              <a:lnSpc>
                <a:spcPct val="150000"/>
              </a:lnSpc>
              <a:spcAft>
                <a:spcPts val="400"/>
              </a:spcAft>
              <a:tabLst>
                <a:tab pos="6031230" algn="r"/>
              </a:tabLst>
            </a:pPr>
            <a:r>
              <a:rPr lang="en-GB" sz="1800" dirty="0">
                <a:latin typeface="Tahoma" panose="020B0604030504040204" pitchFamily="34" charset="0"/>
                <a:ea typeface="Tahoma" panose="020B0604030504040204" pitchFamily="34" charset="0"/>
                <a:cs typeface="Tahoma" panose="020B0604030504040204" pitchFamily="34" charset="0"/>
              </a:rPr>
              <a:t>Design capacity= 360 MW</a:t>
            </a:r>
          </a:p>
          <a:p>
            <a:pPr algn="just">
              <a:lnSpc>
                <a:spcPct val="150000"/>
              </a:lnSpc>
              <a:spcAft>
                <a:spcPts val="400"/>
              </a:spcAft>
              <a:tabLst>
                <a:tab pos="6031230" algn="r"/>
              </a:tabLst>
            </a:pPr>
            <a:r>
              <a:rPr lang="en-GB" sz="1800" dirty="0">
                <a:latin typeface="Tahoma" panose="020B0604030504040204" pitchFamily="34" charset="0"/>
                <a:ea typeface="Tahoma" panose="020B0604030504040204" pitchFamily="34" charset="0"/>
                <a:cs typeface="Tahoma" panose="020B0604030504040204" pitchFamily="34" charset="0"/>
              </a:rPr>
              <a:t>Effective Capacity= 340 MW</a:t>
            </a:r>
          </a:p>
          <a:p>
            <a:pPr algn="just">
              <a:lnSpc>
                <a:spcPct val="150000"/>
              </a:lnSpc>
              <a:spcAft>
                <a:spcPts val="400"/>
              </a:spcAft>
              <a:tabLst>
                <a:tab pos="6031230" algn="r"/>
              </a:tabLst>
            </a:pPr>
            <a:r>
              <a:rPr lang="en-GB" sz="1800" dirty="0">
                <a:latin typeface="Tahoma" panose="020B0604030504040204" pitchFamily="34" charset="0"/>
                <a:ea typeface="Tahoma" panose="020B0604030504040204" pitchFamily="34" charset="0"/>
                <a:cs typeface="Tahoma" panose="020B0604030504040204" pitchFamily="34" charset="0"/>
              </a:rPr>
              <a:t>Actual Output= 330 MW</a:t>
            </a:r>
          </a:p>
          <a:p>
            <a:pPr algn="just">
              <a:lnSpc>
                <a:spcPct val="150000"/>
              </a:lnSpc>
              <a:spcAft>
                <a:spcPts val="400"/>
              </a:spcAft>
              <a:tabLst>
                <a:tab pos="6031230" algn="r"/>
              </a:tabLst>
            </a:pPr>
            <a:r>
              <a:rPr lang="en-GB" sz="1800" dirty="0">
                <a:latin typeface="Tahoma" panose="020B0604030504040204" pitchFamily="34" charset="0"/>
                <a:ea typeface="Tahoma" panose="020B0604030504040204" pitchFamily="34" charset="0"/>
                <a:cs typeface="Tahoma" panose="020B0604030504040204" pitchFamily="34" charset="0"/>
              </a:rPr>
              <a:t>Compute Efficiency and Utilization.</a:t>
            </a:r>
          </a:p>
          <a:p>
            <a:pPr algn="just">
              <a:lnSpc>
                <a:spcPct val="150000"/>
              </a:lnSpc>
              <a:spcAft>
                <a:spcPts val="400"/>
              </a:spcAft>
              <a:tabLst>
                <a:tab pos="6031230" algn="r"/>
              </a:tabLst>
            </a:pPr>
            <a:endParaRPr lang="en-GB" sz="1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spcAft>
                <a:spcPts val="400"/>
              </a:spcAft>
              <a:tabLst>
                <a:tab pos="6031230" algn="r"/>
              </a:tabLst>
            </a:pPr>
            <a:endParaRPr lang="en-BD" sz="18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3DA4B1F8-53D2-E8BF-165A-F3ABF6FEFA1E}"/>
                  </a:ext>
                </a:extLst>
              </p:cNvPr>
              <p:cNvSpPr/>
              <p:nvPr/>
            </p:nvSpPr>
            <p:spPr>
              <a:xfrm>
                <a:off x="410431" y="3070137"/>
                <a:ext cx="7872958" cy="1540422"/>
              </a:xfrm>
              <a:prstGeom prst="rect">
                <a:avLst/>
              </a:prstGeom>
            </p:spPr>
            <p:txBody>
              <a:bodyPr wrap="square">
                <a:spAutoFit/>
              </a:bodyPr>
              <a:lstStyle/>
              <a:p>
                <a:pPr>
                  <a:lnSpc>
                    <a:spcPct val="115000"/>
                  </a:lnSpc>
                  <a:spcAft>
                    <a:spcPts val="1000"/>
                  </a:spcAft>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Efficiency = </a:t>
                </a:r>
                <a14:m>
                  <m:oMath xmlns:m="http://schemas.openxmlformats.org/officeDocument/2006/math">
                    <m:f>
                      <m:fPr>
                        <m:ctrlPr>
                          <a:rPr lang="en-BD"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ctrlPr>
                      </m:fPr>
                      <m:num>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𝐴𝑐𝑡𝑢𝑎𝑙</m:t>
                        </m:r>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 </m:t>
                        </m:r>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𝑂𝑢𝑡𝑝𝑢𝑡</m:t>
                        </m:r>
                      </m:num>
                      <m:den>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𝐸𝑓𝑓𝑒𝑐𝑡𝑖𝑣𝑒</m:t>
                        </m:r>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 </m:t>
                        </m:r>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𝐶𝑎𝑝𝑎𝑐𝑖𝑡𝑦</m:t>
                        </m:r>
                      </m:den>
                    </m:f>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 </m:t>
                    </m:r>
                    <m:f>
                      <m:fPr>
                        <m:ctrlPr>
                          <a:rPr lang="en-BD"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ctrlPr>
                      </m:fPr>
                      <m:num>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330</m:t>
                        </m:r>
                      </m:num>
                      <m:den>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340</m:t>
                        </m:r>
                      </m:den>
                    </m:f>
                    <m:r>
                      <m:rPr>
                        <m:nor/>
                      </m:rPr>
                      <a:rPr lang="en-GB" sz="2400" dirty="0">
                        <a:solidFill>
                          <a:schemeClr val="tx1"/>
                        </a:solidFill>
                        <a:latin typeface="Tahoma" panose="020B0604030504040204" pitchFamily="34" charset="0"/>
                        <a:ea typeface="Tahoma" panose="020B0604030504040204" pitchFamily="34" charset="0"/>
                        <a:cs typeface="Tahoma" panose="020B0604030504040204" pitchFamily="34" charset="0"/>
                      </a:rPr>
                      <m:t>×</m:t>
                    </m:r>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100%=97.06% </m:t>
                    </m:r>
                  </m:oMath>
                </a14:m>
                <a:endParaRPr lang="en-BD"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1000"/>
                  </a:spcAft>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Utilization = </a:t>
                </a:r>
                <a14:m>
                  <m:oMath xmlns:m="http://schemas.openxmlformats.org/officeDocument/2006/math">
                    <m:f>
                      <m:fPr>
                        <m:ctrlPr>
                          <a:rPr lang="en-BD"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ctrlPr>
                      </m:fPr>
                      <m:num>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𝐴𝑐𝑡𝑢𝑎𝑙</m:t>
                        </m:r>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 </m:t>
                        </m:r>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𝑂𝑢𝑡𝑝𝑢𝑡</m:t>
                        </m:r>
                      </m:num>
                      <m:den>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𝐷𝑒𝑠𝑖𝑔𝑛</m:t>
                        </m:r>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 </m:t>
                        </m:r>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𝐶𝑎𝑝𝑎𝑐𝑖𝑡𝑦</m:t>
                        </m:r>
                      </m:den>
                    </m:f>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 </m:t>
                    </m:r>
                    <m:f>
                      <m:fPr>
                        <m:ctrlPr>
                          <a:rPr lang="en-BD"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ctrlPr>
                      </m:fPr>
                      <m:num>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330</m:t>
                        </m:r>
                      </m:num>
                      <m:den>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360</m:t>
                        </m:r>
                      </m:den>
                    </m:f>
                    <m:r>
                      <m:rPr>
                        <m:nor/>
                      </m:rPr>
                      <a:rPr lang="en-GB" sz="2400" dirty="0">
                        <a:solidFill>
                          <a:schemeClr val="tx1"/>
                        </a:solidFill>
                        <a:latin typeface="Tahoma" panose="020B0604030504040204" pitchFamily="34" charset="0"/>
                        <a:ea typeface="Tahoma" panose="020B0604030504040204" pitchFamily="34" charset="0"/>
                        <a:cs typeface="Tahoma" panose="020B0604030504040204" pitchFamily="34" charset="0"/>
                      </a:rPr>
                      <m:t>×</m:t>
                    </m:r>
                    <m:r>
                      <a:rPr lang="en-US" sz="2400" i="1">
                        <a:solidFill>
                          <a:schemeClr val="tx1"/>
                        </a:solidFill>
                        <a:latin typeface="Cambria Math" panose="02040503050406030204" pitchFamily="18" charset="0"/>
                        <a:ea typeface="Times New Roman" panose="02020603050405020304" pitchFamily="18" charset="0"/>
                        <a:cs typeface="Arial" panose="020B0604020202020204" pitchFamily="34" charset="0"/>
                      </a:rPr>
                      <m:t>100%=91.67%</m:t>
                    </m:r>
                  </m:oMath>
                </a14:m>
                <a:endParaRPr lang="en-BD"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6" name="Rectangle 5">
                <a:extLst>
                  <a:ext uri="{FF2B5EF4-FFF2-40B4-BE49-F238E27FC236}">
                    <a16:creationId xmlns:a16="http://schemas.microsoft.com/office/drawing/2014/main" id="{3DA4B1F8-53D2-E8BF-165A-F3ABF6FEFA1E}"/>
                  </a:ext>
                </a:extLst>
              </p:cNvPr>
              <p:cNvSpPr>
                <a:spLocks noRot="1" noChangeAspect="1" noMove="1" noResize="1" noEditPoints="1" noAdjustHandles="1" noChangeArrowheads="1" noChangeShapeType="1" noTextEdit="1"/>
              </p:cNvSpPr>
              <p:nvPr/>
            </p:nvSpPr>
            <p:spPr>
              <a:xfrm>
                <a:off x="410431" y="3070137"/>
                <a:ext cx="7872958" cy="1540422"/>
              </a:xfrm>
              <a:prstGeom prst="rect">
                <a:avLst/>
              </a:prstGeom>
              <a:blipFill>
                <a:blip r:embed="rId2"/>
                <a:stretch>
                  <a:fillRect l="-1288" b="-4098"/>
                </a:stretch>
              </a:blipFill>
            </p:spPr>
            <p:txBody>
              <a:bodyPr/>
              <a:lstStyle/>
              <a:p>
                <a:r>
                  <a:rPr lang="en-BD">
                    <a:noFill/>
                  </a:rPr>
                  <a:t> </a:t>
                </a:r>
              </a:p>
            </p:txBody>
          </p:sp>
        </mc:Fallback>
      </mc:AlternateContent>
      <p:sp>
        <p:nvSpPr>
          <p:cNvPr id="2" name="Slide Number Placeholder 1">
            <a:extLst>
              <a:ext uri="{FF2B5EF4-FFF2-40B4-BE49-F238E27FC236}">
                <a16:creationId xmlns:a16="http://schemas.microsoft.com/office/drawing/2014/main" id="{70F9885E-E613-8A88-8F06-AEEA7E50D9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56</a:t>
            </a:fld>
            <a:endParaRPr lang="en"/>
          </a:p>
        </p:txBody>
      </p:sp>
    </p:spTree>
    <p:extLst>
      <p:ext uri="{BB962C8B-B14F-4D97-AF65-F5344CB8AC3E}">
        <p14:creationId xmlns:p14="http://schemas.microsoft.com/office/powerpoint/2010/main" val="7834041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AA6090-E0D6-9807-2CCB-2516E9D720ED}"/>
              </a:ext>
            </a:extLst>
          </p:cNvPr>
          <p:cNvSpPr>
            <a:spLocks noGrp="1"/>
          </p:cNvSpPr>
          <p:nvPr>
            <p:ph type="title"/>
          </p:nvPr>
        </p:nvSpPr>
        <p:spPr>
          <a:xfrm>
            <a:off x="410431" y="230864"/>
            <a:ext cx="7141029" cy="563793"/>
          </a:xfrm>
        </p:spPr>
        <p:txBody>
          <a:bodyPr/>
          <a:lstStyle/>
          <a:p>
            <a:r>
              <a:rPr lang="en-GB" sz="3200" dirty="0">
                <a:solidFill>
                  <a:srgbClr val="7CF07C"/>
                </a:solidFill>
              </a:rPr>
              <a:t>Sample Practice#5</a:t>
            </a:r>
            <a:endParaRPr lang="en-BD" sz="3200" dirty="0">
              <a:solidFill>
                <a:srgbClr val="7CF07C"/>
              </a:solidFill>
            </a:endParaRPr>
          </a:p>
        </p:txBody>
      </p:sp>
      <p:sp>
        <p:nvSpPr>
          <p:cNvPr id="3" name="Rectangle 2">
            <a:extLst>
              <a:ext uri="{FF2B5EF4-FFF2-40B4-BE49-F238E27FC236}">
                <a16:creationId xmlns:a16="http://schemas.microsoft.com/office/drawing/2014/main" id="{0FBCADE7-B9E9-56DC-ADF8-0FD6D002B88C}"/>
              </a:ext>
            </a:extLst>
          </p:cNvPr>
          <p:cNvSpPr/>
          <p:nvPr/>
        </p:nvSpPr>
        <p:spPr>
          <a:xfrm>
            <a:off x="306592" y="829114"/>
            <a:ext cx="8138792" cy="3474284"/>
          </a:xfrm>
          <a:prstGeom prst="rect">
            <a:avLst/>
          </a:prstGeom>
        </p:spPr>
        <p:txBody>
          <a:bodyPr wrap="square">
            <a:spAutoFit/>
          </a:bodyPr>
          <a:lstStyle/>
          <a:p>
            <a:pPr>
              <a:lnSpc>
                <a:spcPct val="115000"/>
              </a:lnSpc>
              <a:spcAft>
                <a:spcPts val="1000"/>
              </a:spcAft>
            </a:pPr>
            <a:r>
              <a:rPr lang="en-US" sz="1400" b="1" dirty="0">
                <a:latin typeface="Tahoma" panose="020B0604030504040204" pitchFamily="34" charset="0"/>
                <a:ea typeface="Tahoma" panose="020B0604030504040204" pitchFamily="34" charset="0"/>
                <a:cs typeface="Tahoma" panose="020B0604030504040204" pitchFamily="34" charset="0"/>
              </a:rPr>
              <a:t>A company produces 5 different types of product. </a:t>
            </a:r>
            <a:endParaRPr lang="en-BD" sz="1400" b="1" dirty="0">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1000"/>
              </a:spcAft>
            </a:pPr>
            <a:r>
              <a:rPr lang="en-US" sz="1600" b="1" dirty="0">
                <a:latin typeface="Tahoma" panose="020B0604030504040204" pitchFamily="34" charset="0"/>
                <a:ea typeface="Tahoma" panose="020B0604030504040204" pitchFamily="34" charset="0"/>
                <a:cs typeface="Tahoma" panose="020B0604030504040204" pitchFamily="34" charset="0"/>
              </a:rPr>
              <a:t>Product</a:t>
            </a:r>
            <a:r>
              <a:rPr lang="en-US" sz="1600" dirty="0">
                <a:latin typeface="Tahoma" panose="020B0604030504040204" pitchFamily="34" charset="0"/>
                <a:ea typeface="Tahoma" panose="020B0604030504040204" pitchFamily="34" charset="0"/>
                <a:cs typeface="Tahoma" panose="020B0604030504040204" pitchFamily="34" charset="0"/>
              </a:rPr>
              <a:t>: A   </a:t>
            </a:r>
            <a:r>
              <a:rPr lang="en-US" sz="1600" b="1" dirty="0">
                <a:latin typeface="Tahoma" panose="020B0604030504040204" pitchFamily="34" charset="0"/>
                <a:ea typeface="Tahoma" panose="020B0604030504040204" pitchFamily="34" charset="0"/>
                <a:cs typeface="Tahoma" panose="020B0604030504040204" pitchFamily="34" charset="0"/>
              </a:rPr>
              <a:t>Annual demand:</a:t>
            </a:r>
            <a:r>
              <a:rPr lang="en-US" sz="1600" dirty="0">
                <a:latin typeface="Tahoma" panose="020B0604030504040204" pitchFamily="34" charset="0"/>
                <a:ea typeface="Tahoma" panose="020B0604030504040204" pitchFamily="34" charset="0"/>
                <a:cs typeface="Tahoma" panose="020B0604030504040204" pitchFamily="34" charset="0"/>
              </a:rPr>
              <a:t> 400 units   </a:t>
            </a:r>
            <a:r>
              <a:rPr lang="en-US" sz="1600" b="1" dirty="0">
                <a:latin typeface="Tahoma" panose="020B0604030504040204" pitchFamily="34" charset="0"/>
                <a:ea typeface="Tahoma" panose="020B0604030504040204" pitchFamily="34" charset="0"/>
                <a:cs typeface="Tahoma" panose="020B0604030504040204" pitchFamily="34" charset="0"/>
              </a:rPr>
              <a:t>Processing time per unit</a:t>
            </a:r>
            <a:r>
              <a:rPr lang="en-US" sz="1600" dirty="0">
                <a:latin typeface="Tahoma" panose="020B0604030504040204" pitchFamily="34" charset="0"/>
                <a:ea typeface="Tahoma" panose="020B0604030504040204" pitchFamily="34" charset="0"/>
                <a:cs typeface="Tahoma" panose="020B0604030504040204" pitchFamily="34" charset="0"/>
              </a:rPr>
              <a:t>: 3 hours  </a:t>
            </a:r>
            <a:endParaRPr lang="en-BD" sz="1600" dirty="0">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1000"/>
              </a:spcAft>
            </a:pPr>
            <a:r>
              <a:rPr lang="en-US" sz="1600" b="1" dirty="0">
                <a:latin typeface="Tahoma" panose="020B0604030504040204" pitchFamily="34" charset="0"/>
                <a:ea typeface="Tahoma" panose="020B0604030504040204" pitchFamily="34" charset="0"/>
                <a:cs typeface="Tahoma" panose="020B0604030504040204" pitchFamily="34" charset="0"/>
              </a:rPr>
              <a:t>Product</a:t>
            </a:r>
            <a:r>
              <a:rPr lang="en-US" sz="1600" dirty="0">
                <a:latin typeface="Tahoma" panose="020B0604030504040204" pitchFamily="34" charset="0"/>
                <a:ea typeface="Tahoma" panose="020B0604030504040204" pitchFamily="34" charset="0"/>
                <a:cs typeface="Tahoma" panose="020B0604030504040204" pitchFamily="34" charset="0"/>
              </a:rPr>
              <a:t>: B   </a:t>
            </a:r>
            <a:r>
              <a:rPr lang="en-US" sz="1600" b="1" dirty="0">
                <a:latin typeface="Tahoma" panose="020B0604030504040204" pitchFamily="34" charset="0"/>
                <a:ea typeface="Tahoma" panose="020B0604030504040204" pitchFamily="34" charset="0"/>
                <a:cs typeface="Tahoma" panose="020B0604030504040204" pitchFamily="34" charset="0"/>
              </a:rPr>
              <a:t>Annual demand:</a:t>
            </a:r>
            <a:r>
              <a:rPr lang="en-US" sz="1600" dirty="0">
                <a:latin typeface="Tahoma" panose="020B0604030504040204" pitchFamily="34" charset="0"/>
                <a:ea typeface="Tahoma" panose="020B0604030504040204" pitchFamily="34" charset="0"/>
                <a:cs typeface="Tahoma" panose="020B0604030504040204" pitchFamily="34" charset="0"/>
              </a:rPr>
              <a:t> 370 units   </a:t>
            </a:r>
            <a:r>
              <a:rPr lang="en-US" sz="1600" b="1" dirty="0">
                <a:latin typeface="Tahoma" panose="020B0604030504040204" pitchFamily="34" charset="0"/>
                <a:ea typeface="Tahoma" panose="020B0604030504040204" pitchFamily="34" charset="0"/>
                <a:cs typeface="Tahoma" panose="020B0604030504040204" pitchFamily="34" charset="0"/>
              </a:rPr>
              <a:t>Processing time per unit</a:t>
            </a:r>
            <a:r>
              <a:rPr lang="en-US" sz="1600" dirty="0">
                <a:latin typeface="Tahoma" panose="020B0604030504040204" pitchFamily="34" charset="0"/>
                <a:ea typeface="Tahoma" panose="020B0604030504040204" pitchFamily="34" charset="0"/>
                <a:cs typeface="Tahoma" panose="020B0604030504040204" pitchFamily="34" charset="0"/>
              </a:rPr>
              <a:t>: 2 hours  </a:t>
            </a:r>
            <a:endParaRPr lang="en-BD" sz="1600" dirty="0">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1000"/>
              </a:spcAft>
            </a:pPr>
            <a:r>
              <a:rPr lang="en-US" sz="1600" b="1" dirty="0">
                <a:latin typeface="Tahoma" panose="020B0604030504040204" pitchFamily="34" charset="0"/>
                <a:ea typeface="Tahoma" panose="020B0604030504040204" pitchFamily="34" charset="0"/>
                <a:cs typeface="Tahoma" panose="020B0604030504040204" pitchFamily="34" charset="0"/>
              </a:rPr>
              <a:t>Product</a:t>
            </a:r>
            <a:r>
              <a:rPr lang="en-US" sz="1600" dirty="0">
                <a:latin typeface="Tahoma" panose="020B0604030504040204" pitchFamily="34" charset="0"/>
                <a:ea typeface="Tahoma" panose="020B0604030504040204" pitchFamily="34" charset="0"/>
                <a:cs typeface="Tahoma" panose="020B0604030504040204" pitchFamily="34" charset="0"/>
              </a:rPr>
              <a:t>: C   </a:t>
            </a:r>
            <a:r>
              <a:rPr lang="en-US" sz="1600" b="1" dirty="0">
                <a:latin typeface="Tahoma" panose="020B0604030504040204" pitchFamily="34" charset="0"/>
                <a:ea typeface="Tahoma" panose="020B0604030504040204" pitchFamily="34" charset="0"/>
                <a:cs typeface="Tahoma" panose="020B0604030504040204" pitchFamily="34" charset="0"/>
              </a:rPr>
              <a:t>Annual demand:</a:t>
            </a:r>
            <a:r>
              <a:rPr lang="en-US" sz="1600" dirty="0">
                <a:latin typeface="Tahoma" panose="020B0604030504040204" pitchFamily="34" charset="0"/>
                <a:ea typeface="Tahoma" panose="020B0604030504040204" pitchFamily="34" charset="0"/>
                <a:cs typeface="Tahoma" panose="020B0604030504040204" pitchFamily="34" charset="0"/>
              </a:rPr>
              <a:t> 430 units   </a:t>
            </a:r>
            <a:r>
              <a:rPr lang="en-US" sz="1600" b="1" dirty="0">
                <a:latin typeface="Tahoma" panose="020B0604030504040204" pitchFamily="34" charset="0"/>
                <a:ea typeface="Tahoma" panose="020B0604030504040204" pitchFamily="34" charset="0"/>
                <a:cs typeface="Tahoma" panose="020B0604030504040204" pitchFamily="34" charset="0"/>
              </a:rPr>
              <a:t>Processing time per unit</a:t>
            </a:r>
            <a:r>
              <a:rPr lang="en-US" sz="1600" dirty="0">
                <a:latin typeface="Tahoma" panose="020B0604030504040204" pitchFamily="34" charset="0"/>
                <a:ea typeface="Tahoma" panose="020B0604030504040204" pitchFamily="34" charset="0"/>
                <a:cs typeface="Tahoma" panose="020B0604030504040204" pitchFamily="34" charset="0"/>
              </a:rPr>
              <a:t>: 8 hours  </a:t>
            </a:r>
            <a:endParaRPr lang="en-BD" sz="1600" dirty="0">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1000"/>
              </a:spcAft>
            </a:pPr>
            <a:r>
              <a:rPr lang="en-US" sz="1600" b="1" dirty="0">
                <a:latin typeface="Tahoma" panose="020B0604030504040204" pitchFamily="34" charset="0"/>
                <a:ea typeface="Tahoma" panose="020B0604030504040204" pitchFamily="34" charset="0"/>
                <a:cs typeface="Tahoma" panose="020B0604030504040204" pitchFamily="34" charset="0"/>
              </a:rPr>
              <a:t>Product</a:t>
            </a:r>
            <a:r>
              <a:rPr lang="en-US" sz="1600" dirty="0">
                <a:latin typeface="Tahoma" panose="020B0604030504040204" pitchFamily="34" charset="0"/>
                <a:ea typeface="Tahoma" panose="020B0604030504040204" pitchFamily="34" charset="0"/>
                <a:cs typeface="Tahoma" panose="020B0604030504040204" pitchFamily="34" charset="0"/>
              </a:rPr>
              <a:t>: D   </a:t>
            </a:r>
            <a:r>
              <a:rPr lang="en-US" sz="1600" b="1" dirty="0">
                <a:latin typeface="Tahoma" panose="020B0604030504040204" pitchFamily="34" charset="0"/>
                <a:ea typeface="Tahoma" panose="020B0604030504040204" pitchFamily="34" charset="0"/>
                <a:cs typeface="Tahoma" panose="020B0604030504040204" pitchFamily="34" charset="0"/>
              </a:rPr>
              <a:t>Annual demand:</a:t>
            </a:r>
            <a:r>
              <a:rPr lang="en-US" sz="1600" dirty="0">
                <a:latin typeface="Tahoma" panose="020B0604030504040204" pitchFamily="34" charset="0"/>
                <a:ea typeface="Tahoma" panose="020B0604030504040204" pitchFamily="34" charset="0"/>
                <a:cs typeface="Tahoma" panose="020B0604030504040204" pitchFamily="34" charset="0"/>
              </a:rPr>
              <a:t> 200 units   </a:t>
            </a:r>
            <a:r>
              <a:rPr lang="en-US" sz="1600" b="1" dirty="0">
                <a:latin typeface="Tahoma" panose="020B0604030504040204" pitchFamily="34" charset="0"/>
                <a:ea typeface="Tahoma" panose="020B0604030504040204" pitchFamily="34" charset="0"/>
                <a:cs typeface="Tahoma" panose="020B0604030504040204" pitchFamily="34" charset="0"/>
              </a:rPr>
              <a:t>Processing time per unit</a:t>
            </a:r>
            <a:r>
              <a:rPr lang="en-US" sz="1600" dirty="0">
                <a:latin typeface="Tahoma" panose="020B0604030504040204" pitchFamily="34" charset="0"/>
                <a:ea typeface="Tahoma" panose="020B0604030504040204" pitchFamily="34" charset="0"/>
                <a:cs typeface="Tahoma" panose="020B0604030504040204" pitchFamily="34" charset="0"/>
              </a:rPr>
              <a:t>: 5 hours  </a:t>
            </a:r>
            <a:endParaRPr lang="en-BD" sz="1600" dirty="0">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1000"/>
              </a:spcAft>
            </a:pPr>
            <a:r>
              <a:rPr lang="en-US" sz="1600" b="1" dirty="0">
                <a:latin typeface="Tahoma" panose="020B0604030504040204" pitchFamily="34" charset="0"/>
                <a:ea typeface="Tahoma" panose="020B0604030504040204" pitchFamily="34" charset="0"/>
                <a:cs typeface="Tahoma" panose="020B0604030504040204" pitchFamily="34" charset="0"/>
              </a:rPr>
              <a:t>Product</a:t>
            </a:r>
            <a:r>
              <a:rPr lang="en-US" sz="1600" dirty="0">
                <a:latin typeface="Tahoma" panose="020B0604030504040204" pitchFamily="34" charset="0"/>
                <a:ea typeface="Tahoma" panose="020B0604030504040204" pitchFamily="34" charset="0"/>
                <a:cs typeface="Tahoma" panose="020B0604030504040204" pitchFamily="34" charset="0"/>
              </a:rPr>
              <a:t>: E   </a:t>
            </a:r>
            <a:r>
              <a:rPr lang="en-US" sz="1600" b="1" dirty="0">
                <a:latin typeface="Tahoma" panose="020B0604030504040204" pitchFamily="34" charset="0"/>
                <a:ea typeface="Tahoma" panose="020B0604030504040204" pitchFamily="34" charset="0"/>
                <a:cs typeface="Tahoma" panose="020B0604030504040204" pitchFamily="34" charset="0"/>
              </a:rPr>
              <a:t>Annual demand:</a:t>
            </a:r>
            <a:r>
              <a:rPr lang="en-US" sz="1600" dirty="0">
                <a:latin typeface="Tahoma" panose="020B0604030504040204" pitchFamily="34" charset="0"/>
                <a:ea typeface="Tahoma" panose="020B0604030504040204" pitchFamily="34" charset="0"/>
                <a:cs typeface="Tahoma" panose="020B0604030504040204" pitchFamily="34" charset="0"/>
              </a:rPr>
              <a:t> 600 units   </a:t>
            </a:r>
            <a:r>
              <a:rPr lang="en-US" sz="1600" b="1" dirty="0">
                <a:latin typeface="Tahoma" panose="020B0604030504040204" pitchFamily="34" charset="0"/>
                <a:ea typeface="Tahoma" panose="020B0604030504040204" pitchFamily="34" charset="0"/>
                <a:cs typeface="Tahoma" panose="020B0604030504040204" pitchFamily="34" charset="0"/>
              </a:rPr>
              <a:t>Processing time per unit</a:t>
            </a:r>
            <a:r>
              <a:rPr lang="en-US" sz="1600" dirty="0">
                <a:latin typeface="Tahoma" panose="020B0604030504040204" pitchFamily="34" charset="0"/>
                <a:ea typeface="Tahoma" panose="020B0604030504040204" pitchFamily="34" charset="0"/>
                <a:cs typeface="Tahoma" panose="020B0604030504040204" pitchFamily="34" charset="0"/>
              </a:rPr>
              <a:t>: 10 hours </a:t>
            </a:r>
            <a:endParaRPr lang="en-BD" sz="1600" dirty="0">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1000"/>
              </a:spcAft>
            </a:pPr>
            <a:r>
              <a:rPr lang="en-US" sz="1600" dirty="0">
                <a:latin typeface="Tahoma" panose="020B0604030504040204" pitchFamily="34" charset="0"/>
                <a:ea typeface="Tahoma" panose="020B0604030504040204" pitchFamily="34" charset="0"/>
                <a:cs typeface="Tahoma" panose="020B0604030504040204" pitchFamily="34" charset="0"/>
              </a:rPr>
              <a:t>Machine annual capacity is 3500 hrs. </a:t>
            </a:r>
          </a:p>
          <a:p>
            <a:pPr>
              <a:lnSpc>
                <a:spcPct val="115000"/>
              </a:lnSpc>
              <a:spcAft>
                <a:spcPts val="1000"/>
              </a:spcAft>
            </a:pPr>
            <a:r>
              <a:rPr lang="en-US" sz="1600" dirty="0">
                <a:latin typeface="Tahoma" panose="020B0604030504040204" pitchFamily="34" charset="0"/>
                <a:ea typeface="Tahoma" panose="020B0604030504040204" pitchFamily="34" charset="0"/>
                <a:cs typeface="Tahoma" panose="020B0604030504040204" pitchFamily="34" charset="0"/>
              </a:rPr>
              <a:t>How many Machines/ equipment will be needed to meet the annual demand for these 5 products? </a:t>
            </a:r>
            <a:endParaRPr lang="en-BD" sz="1800"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a:extLst>
              <a:ext uri="{FF2B5EF4-FFF2-40B4-BE49-F238E27FC236}">
                <a16:creationId xmlns:a16="http://schemas.microsoft.com/office/drawing/2014/main" id="{BA5F0E17-9CE0-AC0B-D677-2349BB19B6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57</a:t>
            </a:fld>
            <a:endParaRPr lang="en"/>
          </a:p>
        </p:txBody>
      </p:sp>
    </p:spTree>
    <p:extLst>
      <p:ext uri="{BB962C8B-B14F-4D97-AF65-F5344CB8AC3E}">
        <p14:creationId xmlns:p14="http://schemas.microsoft.com/office/powerpoint/2010/main" val="9025496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AA6090-E0D6-9807-2CCB-2516E9D720ED}"/>
              </a:ext>
            </a:extLst>
          </p:cNvPr>
          <p:cNvSpPr>
            <a:spLocks noGrp="1"/>
          </p:cNvSpPr>
          <p:nvPr>
            <p:ph type="title"/>
          </p:nvPr>
        </p:nvSpPr>
        <p:spPr>
          <a:xfrm>
            <a:off x="410431" y="230864"/>
            <a:ext cx="7141029" cy="563793"/>
          </a:xfrm>
        </p:spPr>
        <p:txBody>
          <a:bodyPr/>
          <a:lstStyle/>
          <a:p>
            <a:r>
              <a:rPr lang="en-GB" sz="3200" dirty="0">
                <a:solidFill>
                  <a:srgbClr val="7CF07C"/>
                </a:solidFill>
              </a:rPr>
              <a:t>Sample Practice#5 (Contd.)</a:t>
            </a:r>
            <a:endParaRPr lang="en-BD" sz="3200" dirty="0">
              <a:solidFill>
                <a:srgbClr val="7CF07C"/>
              </a:solidFill>
            </a:endParaRPr>
          </a:p>
        </p:txBody>
      </p:sp>
      <p:sp>
        <p:nvSpPr>
          <p:cNvPr id="2" name="Rectangle 1">
            <a:extLst>
              <a:ext uri="{FF2B5EF4-FFF2-40B4-BE49-F238E27FC236}">
                <a16:creationId xmlns:a16="http://schemas.microsoft.com/office/drawing/2014/main" id="{766BB305-0A19-0398-FBA7-35A7EE3DA494}"/>
              </a:ext>
            </a:extLst>
          </p:cNvPr>
          <p:cNvSpPr/>
          <p:nvPr/>
        </p:nvSpPr>
        <p:spPr>
          <a:xfrm>
            <a:off x="410430" y="872410"/>
            <a:ext cx="5796731" cy="2470997"/>
          </a:xfrm>
          <a:prstGeom prst="rect">
            <a:avLst/>
          </a:prstGeom>
        </p:spPr>
        <p:txBody>
          <a:bodyPr wrap="square">
            <a:spAutoFit/>
          </a:bodyPr>
          <a:lstStyle/>
          <a:p>
            <a:pPr>
              <a:lnSpc>
                <a:spcPct val="115000"/>
              </a:lnSpc>
              <a:spcAft>
                <a:spcPts val="1000"/>
              </a:spcAft>
            </a:pPr>
            <a:r>
              <a:rPr lang="en-US" b="1" u="sng" dirty="0">
                <a:latin typeface="Tahoma" panose="020B0604030504040204" pitchFamily="34" charset="0"/>
                <a:ea typeface="Tahoma" panose="020B0604030504040204" pitchFamily="34" charset="0"/>
                <a:cs typeface="Tahoma" panose="020B0604030504040204" pitchFamily="34" charset="0"/>
              </a:rPr>
              <a:t>Solution:</a:t>
            </a:r>
            <a:endParaRPr lang="en-BD" sz="1200" dirty="0">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1000"/>
              </a:spcAft>
            </a:pPr>
            <a:r>
              <a:rPr lang="en-US" sz="1600" dirty="0">
                <a:latin typeface="Tahoma" panose="020B0604030504040204" pitchFamily="34" charset="0"/>
                <a:ea typeface="Tahoma" panose="020B0604030504040204" pitchFamily="34" charset="0"/>
                <a:cs typeface="Tahoma" panose="020B0604030504040204" pitchFamily="34" charset="0"/>
              </a:rPr>
              <a:t>Total processing time for Product A: 400</a:t>
            </a:r>
            <a:r>
              <a:rPr lang="en-GB" sz="1600" dirty="0">
                <a:latin typeface="Tahoma" panose="020B0604030504040204" pitchFamily="34" charset="0"/>
                <a:ea typeface="Tahoma" panose="020B0604030504040204" pitchFamily="34" charset="0"/>
                <a:cs typeface="Tahoma" panose="020B0604030504040204" pitchFamily="34" charset="0"/>
              </a:rPr>
              <a:t> × </a:t>
            </a:r>
            <a:r>
              <a:rPr lang="en-US" sz="1600" dirty="0">
                <a:latin typeface="Tahoma" panose="020B0604030504040204" pitchFamily="34" charset="0"/>
                <a:ea typeface="Tahoma" panose="020B0604030504040204" pitchFamily="34" charset="0"/>
                <a:cs typeface="Tahoma" panose="020B0604030504040204" pitchFamily="34" charset="0"/>
              </a:rPr>
              <a:t>3= 1200 hours</a:t>
            </a:r>
            <a:endParaRPr lang="en-BD" dirty="0">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1000"/>
              </a:spcAft>
            </a:pPr>
            <a:r>
              <a:rPr lang="en-US" sz="1600" dirty="0">
                <a:latin typeface="Tahoma" panose="020B0604030504040204" pitchFamily="34" charset="0"/>
                <a:ea typeface="Tahoma" panose="020B0604030504040204" pitchFamily="34" charset="0"/>
                <a:cs typeface="Tahoma" panose="020B0604030504040204" pitchFamily="34" charset="0"/>
              </a:rPr>
              <a:t>Total processing time for Product B: 370</a:t>
            </a:r>
            <a:r>
              <a:rPr lang="en-GB" sz="1600" dirty="0">
                <a:latin typeface="Tahoma" panose="020B0604030504040204" pitchFamily="34" charset="0"/>
                <a:ea typeface="Tahoma" panose="020B0604030504040204" pitchFamily="34" charset="0"/>
                <a:cs typeface="Tahoma" panose="020B0604030504040204" pitchFamily="34" charset="0"/>
              </a:rPr>
              <a:t> × </a:t>
            </a:r>
            <a:r>
              <a:rPr lang="en-US" sz="1600" dirty="0">
                <a:latin typeface="Tahoma" panose="020B0604030504040204" pitchFamily="34" charset="0"/>
                <a:ea typeface="Tahoma" panose="020B0604030504040204" pitchFamily="34" charset="0"/>
                <a:cs typeface="Tahoma" panose="020B0604030504040204" pitchFamily="34" charset="0"/>
              </a:rPr>
              <a:t>2= 740 hours</a:t>
            </a:r>
            <a:endParaRPr lang="en-BD" dirty="0">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1000"/>
              </a:spcAft>
            </a:pPr>
            <a:r>
              <a:rPr lang="en-US" sz="1600" dirty="0">
                <a:latin typeface="Tahoma" panose="020B0604030504040204" pitchFamily="34" charset="0"/>
                <a:ea typeface="Tahoma" panose="020B0604030504040204" pitchFamily="34" charset="0"/>
                <a:cs typeface="Tahoma" panose="020B0604030504040204" pitchFamily="34" charset="0"/>
              </a:rPr>
              <a:t>Total processing time for Product C: 430</a:t>
            </a:r>
            <a:r>
              <a:rPr lang="en-GB" sz="1600" dirty="0">
                <a:latin typeface="Tahoma" panose="020B0604030504040204" pitchFamily="34" charset="0"/>
                <a:ea typeface="Tahoma" panose="020B0604030504040204" pitchFamily="34" charset="0"/>
                <a:cs typeface="Tahoma" panose="020B0604030504040204" pitchFamily="34" charset="0"/>
              </a:rPr>
              <a:t> × </a:t>
            </a:r>
            <a:r>
              <a:rPr lang="en-US" sz="1600" dirty="0">
                <a:latin typeface="Tahoma" panose="020B0604030504040204" pitchFamily="34" charset="0"/>
                <a:ea typeface="Tahoma" panose="020B0604030504040204" pitchFamily="34" charset="0"/>
                <a:cs typeface="Tahoma" panose="020B0604030504040204" pitchFamily="34" charset="0"/>
              </a:rPr>
              <a:t>8= 3440 hours</a:t>
            </a:r>
            <a:endParaRPr lang="en-BD" dirty="0">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1000"/>
              </a:spcAft>
            </a:pPr>
            <a:r>
              <a:rPr lang="en-US" sz="1600" dirty="0">
                <a:latin typeface="Tahoma" panose="020B0604030504040204" pitchFamily="34" charset="0"/>
                <a:ea typeface="Tahoma" panose="020B0604030504040204" pitchFamily="34" charset="0"/>
                <a:cs typeface="Tahoma" panose="020B0604030504040204" pitchFamily="34" charset="0"/>
              </a:rPr>
              <a:t>Total processing time for Product D: 200</a:t>
            </a:r>
            <a:r>
              <a:rPr lang="en-GB" sz="1600" dirty="0">
                <a:latin typeface="Tahoma" panose="020B0604030504040204" pitchFamily="34" charset="0"/>
                <a:ea typeface="Tahoma" panose="020B0604030504040204" pitchFamily="34" charset="0"/>
                <a:cs typeface="Tahoma" panose="020B0604030504040204" pitchFamily="34" charset="0"/>
              </a:rPr>
              <a:t> × </a:t>
            </a:r>
            <a:r>
              <a:rPr lang="en-US" sz="1600" dirty="0">
                <a:latin typeface="Tahoma" panose="020B0604030504040204" pitchFamily="34" charset="0"/>
                <a:ea typeface="Tahoma" panose="020B0604030504040204" pitchFamily="34" charset="0"/>
                <a:cs typeface="Tahoma" panose="020B0604030504040204" pitchFamily="34" charset="0"/>
              </a:rPr>
              <a:t>5= 1000 hours</a:t>
            </a:r>
          </a:p>
          <a:p>
            <a:pPr>
              <a:lnSpc>
                <a:spcPct val="115000"/>
              </a:lnSpc>
              <a:spcAft>
                <a:spcPts val="1000"/>
              </a:spcAft>
            </a:pP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Total processing time for Product E: 600</a:t>
            </a:r>
            <a:r>
              <a:rPr lang="en-GB" sz="1600" dirty="0">
                <a:solidFill>
                  <a:schemeClr val="tx1"/>
                </a:solidFill>
                <a:latin typeface="Tahoma" panose="020B0604030504040204" pitchFamily="34" charset="0"/>
                <a:ea typeface="Tahoma" panose="020B0604030504040204" pitchFamily="34" charset="0"/>
                <a:cs typeface="Tahoma" panose="020B0604030504040204" pitchFamily="34" charset="0"/>
              </a:rPr>
              <a:t> × </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10= 6000 </a:t>
            </a:r>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hours</a:t>
            </a:r>
            <a:endParaRPr lang="en-BD" sz="18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09FDCBF-89CC-0297-A5CE-4307EA7EF581}"/>
                  </a:ext>
                </a:extLst>
              </p:cNvPr>
              <p:cNvSpPr/>
              <p:nvPr/>
            </p:nvSpPr>
            <p:spPr>
              <a:xfrm>
                <a:off x="410430" y="3308002"/>
                <a:ext cx="8238719" cy="1541256"/>
              </a:xfrm>
              <a:prstGeom prst="rect">
                <a:avLst/>
              </a:prstGeom>
            </p:spPr>
            <p:txBody>
              <a:bodyPr wrap="square">
                <a:spAutoFit/>
              </a:bodyPr>
              <a:lstStyle/>
              <a:p>
                <a:pPr>
                  <a:lnSpc>
                    <a:spcPct val="115000"/>
                  </a:lnSpc>
                  <a:spcAft>
                    <a:spcPts val="1000"/>
                  </a:spcAft>
                </a:pPr>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No of machines required= </a:t>
                </a:r>
                <a14:m>
                  <m:oMath xmlns:m="http://schemas.openxmlformats.org/officeDocument/2006/math">
                    <m:f>
                      <m:fPr>
                        <m:ctrlPr>
                          <a:rPr lang="en-BD"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ctrlPr>
                      </m:fPr>
                      <m:num>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𝑇𝑜𝑡𝑎𝑙</m:t>
                        </m:r>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 </m:t>
                        </m:r>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𝑃𝑟𝑜𝑐𝑒𝑠𝑠𝑖𝑛𝑔</m:t>
                        </m:r>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 </m:t>
                        </m:r>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𝑡𝑖𝑚𝑒</m:t>
                        </m:r>
                      </m:num>
                      <m:den>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𝐴𝑛𝑛𝑢𝑎𝑙</m:t>
                        </m:r>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 </m:t>
                        </m:r>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𝐶𝑎𝑝𝑎𝑐𝑖𝑡𝑦</m:t>
                        </m:r>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 </m:t>
                        </m:r>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𝑜𝑓</m:t>
                        </m:r>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 </m:t>
                        </m:r>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𝑡h𝑒</m:t>
                        </m:r>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 </m:t>
                        </m:r>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𝑚𝑎𝑐h𝑖𝑛𝑒</m:t>
                        </m:r>
                      </m:den>
                    </m:f>
                    <m:r>
                      <a:rPr lang="en-US" sz="1800" i="1">
                        <a:solidFill>
                          <a:schemeClr val="tx1"/>
                        </a:solidFill>
                        <a:latin typeface="Cambria Math" panose="02040503050406030204" pitchFamily="18" charset="0"/>
                        <a:ea typeface="Times New Roman" panose="02020603050405020304" pitchFamily="18" charset="0"/>
                        <a:cs typeface="Arial" panose="020B0604020202020204" pitchFamily="34" charset="0"/>
                      </a:rPr>
                      <m:t>                                                              </m:t>
                    </m:r>
                  </m:oMath>
                </a14:m>
                <a:endParaRPr lang="en-BD"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1000"/>
                  </a:spcAft>
                </a:pPr>
                <a14:m>
                  <m:oMath xmlns:m="http://schemas.openxmlformats.org/officeDocument/2006/math">
                    <m:r>
                      <a:rPr lang="en-US" sz="2000" i="1">
                        <a:solidFill>
                          <a:schemeClr val="tx1"/>
                        </a:solidFill>
                        <a:latin typeface="Cambria Math" panose="02040503050406030204" pitchFamily="18" charset="0"/>
                        <a:ea typeface="Times New Roman" panose="02020603050405020304" pitchFamily="18" charset="0"/>
                        <a:cs typeface="Arial" panose="020B0604020202020204" pitchFamily="34" charset="0"/>
                      </a:rPr>
                      <m:t> =</m:t>
                    </m:r>
                    <m:f>
                      <m:fPr>
                        <m:ctrlPr>
                          <a:rPr lang="en-BD" sz="2000" i="1">
                            <a:solidFill>
                              <a:schemeClr val="tx1"/>
                            </a:solidFill>
                            <a:latin typeface="Cambria Math" panose="02040503050406030204" pitchFamily="18" charset="0"/>
                            <a:ea typeface="Times New Roman" panose="02020603050405020304" pitchFamily="18" charset="0"/>
                            <a:cs typeface="Arial" panose="020B0604020202020204" pitchFamily="34" charset="0"/>
                          </a:rPr>
                        </m:ctrlPr>
                      </m:fPr>
                      <m:num>
                        <m:r>
                          <a:rPr lang="en-US" sz="2000" i="1">
                            <a:solidFill>
                              <a:schemeClr val="tx1"/>
                            </a:solidFill>
                            <a:latin typeface="Cambria Math" panose="02040503050406030204" pitchFamily="18" charset="0"/>
                            <a:ea typeface="Times New Roman" panose="02020603050405020304" pitchFamily="18" charset="0"/>
                            <a:cs typeface="Arial" panose="020B0604020202020204" pitchFamily="34" charset="0"/>
                          </a:rPr>
                          <m:t>1200+740+3440+1000+6000</m:t>
                        </m:r>
                      </m:num>
                      <m:den>
                        <m:r>
                          <a:rPr lang="en-US" sz="2000" i="1">
                            <a:solidFill>
                              <a:schemeClr val="tx1"/>
                            </a:solidFill>
                            <a:latin typeface="Cambria Math" panose="02040503050406030204" pitchFamily="18" charset="0"/>
                            <a:ea typeface="Times New Roman" panose="02020603050405020304" pitchFamily="18" charset="0"/>
                            <a:cs typeface="Arial" panose="020B0604020202020204" pitchFamily="34" charset="0"/>
                          </a:rPr>
                          <m:t>3500</m:t>
                        </m:r>
                      </m:den>
                    </m:f>
                  </m:oMath>
                </a14:m>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 3.54 = 4 machines</a:t>
                </a:r>
                <a:endParaRPr lang="en-BD"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 name="Rectangle 3">
                <a:extLst>
                  <a:ext uri="{FF2B5EF4-FFF2-40B4-BE49-F238E27FC236}">
                    <a16:creationId xmlns:a16="http://schemas.microsoft.com/office/drawing/2014/main" id="{B09FDCBF-89CC-0297-A5CE-4307EA7EF581}"/>
                  </a:ext>
                </a:extLst>
              </p:cNvPr>
              <p:cNvSpPr>
                <a:spLocks noRot="1" noChangeAspect="1" noMove="1" noResize="1" noEditPoints="1" noAdjustHandles="1" noChangeArrowheads="1" noChangeShapeType="1" noTextEdit="1"/>
              </p:cNvSpPr>
              <p:nvPr/>
            </p:nvSpPr>
            <p:spPr>
              <a:xfrm>
                <a:off x="410430" y="3308002"/>
                <a:ext cx="8238719" cy="1541256"/>
              </a:xfrm>
              <a:prstGeom prst="rect">
                <a:avLst/>
              </a:prstGeom>
              <a:blipFill>
                <a:blip r:embed="rId2"/>
                <a:stretch>
                  <a:fillRect l="-615" t="-820" b="-820"/>
                </a:stretch>
              </a:blipFill>
            </p:spPr>
            <p:txBody>
              <a:bodyPr/>
              <a:lstStyle/>
              <a:p>
                <a:r>
                  <a:rPr lang="en-BD">
                    <a:noFill/>
                  </a:rPr>
                  <a:t> </a:t>
                </a:r>
              </a:p>
            </p:txBody>
          </p:sp>
        </mc:Fallback>
      </mc:AlternateContent>
      <p:sp>
        <p:nvSpPr>
          <p:cNvPr id="6" name="TextBox 5">
            <a:extLst>
              <a:ext uri="{FF2B5EF4-FFF2-40B4-BE49-F238E27FC236}">
                <a16:creationId xmlns:a16="http://schemas.microsoft.com/office/drawing/2014/main" id="{F20C6D37-7490-E12F-C935-368214C8A83D}"/>
              </a:ext>
            </a:extLst>
          </p:cNvPr>
          <p:cNvSpPr txBox="1"/>
          <p:nvPr/>
        </p:nvSpPr>
        <p:spPr>
          <a:xfrm>
            <a:off x="5303520" y="5056094"/>
            <a:ext cx="184731" cy="307777"/>
          </a:xfrm>
          <a:prstGeom prst="rect">
            <a:avLst/>
          </a:prstGeom>
          <a:noFill/>
        </p:spPr>
        <p:txBody>
          <a:bodyPr wrap="none" rtlCol="0">
            <a:spAutoFit/>
          </a:bodyPr>
          <a:lstStyle/>
          <a:p>
            <a:endParaRPr lang="en-BD"/>
          </a:p>
        </p:txBody>
      </p:sp>
      <p:sp>
        <p:nvSpPr>
          <p:cNvPr id="3" name="Slide Number Placeholder 2">
            <a:extLst>
              <a:ext uri="{FF2B5EF4-FFF2-40B4-BE49-F238E27FC236}">
                <a16:creationId xmlns:a16="http://schemas.microsoft.com/office/drawing/2014/main" id="{9C5E99B1-0B6A-38E5-1135-06F4B019DD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58</a:t>
            </a:fld>
            <a:endParaRPr lang="en"/>
          </a:p>
        </p:txBody>
      </p:sp>
    </p:spTree>
    <p:extLst>
      <p:ext uri="{BB962C8B-B14F-4D97-AF65-F5344CB8AC3E}">
        <p14:creationId xmlns:p14="http://schemas.microsoft.com/office/powerpoint/2010/main" val="31096034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a:gsLst>
            <a:gs pos="0">
              <a:srgbClr val="FFD966"/>
            </a:gs>
            <a:gs pos="100000">
              <a:srgbClr val="FF9900"/>
            </a:gs>
          </a:gsLst>
          <a:path path="circle">
            <a:fillToRect l="50000" t="50000" r="50000" b="50000"/>
          </a:path>
          <a:tileRect/>
        </a:gradFill>
        <a:effectLst/>
      </p:bgPr>
    </p:bg>
    <p:spTree>
      <p:nvGrpSpPr>
        <p:cNvPr id="1" name="Shape 1666"/>
        <p:cNvGrpSpPr/>
        <p:nvPr/>
      </p:nvGrpSpPr>
      <p:grpSpPr>
        <a:xfrm>
          <a:off x="0" y="0"/>
          <a:ext cx="0" cy="0"/>
          <a:chOff x="0" y="0"/>
          <a:chExt cx="0" cy="0"/>
        </a:xfrm>
      </p:grpSpPr>
      <p:sp>
        <p:nvSpPr>
          <p:cNvPr id="18" name="Title 1">
            <a:extLst>
              <a:ext uri="{FF2B5EF4-FFF2-40B4-BE49-F238E27FC236}">
                <a16:creationId xmlns:a16="http://schemas.microsoft.com/office/drawing/2014/main" id="{D1F76DA9-5D7B-5C4C-A967-FE78CDD66371}"/>
              </a:ext>
            </a:extLst>
          </p:cNvPr>
          <p:cNvSpPr txBox="1">
            <a:spLocks/>
          </p:cNvSpPr>
          <p:nvPr/>
        </p:nvSpPr>
        <p:spPr>
          <a:xfrm>
            <a:off x="1304355" y="2122257"/>
            <a:ext cx="7141029" cy="56379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GB" sz="4000" b="1" dirty="0">
                <a:solidFill>
                  <a:srgbClr val="FFFF00"/>
                </a:solidFill>
                <a:latin typeface="Tahoma" panose="020B0604030504040204" pitchFamily="34" charset="0"/>
                <a:ea typeface="Tahoma" panose="020B0604030504040204" pitchFamily="34" charset="0"/>
                <a:cs typeface="Tahoma" panose="020B0604030504040204" pitchFamily="34" charset="0"/>
              </a:rPr>
              <a:t>END OF THE CHAPTER…</a:t>
            </a:r>
            <a:endParaRPr lang="en-BD" sz="4000" b="1" dirty="0">
              <a:solidFill>
                <a:srgbClr val="FFFF00"/>
              </a:solidFill>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C137AD9B-E1AD-0C67-E637-D301C5098B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59</a:t>
            </a:fld>
            <a:endParaRPr lang="e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373545"/>
      </a:dk2>
      <a:lt2>
        <a:srgbClr val="BCD0E0"/>
      </a:lt2>
      <a:accent1>
        <a:srgbClr val="3494BA"/>
      </a:accent1>
      <a:accent2>
        <a:srgbClr val="58B6C0"/>
      </a:accent2>
      <a:accent3>
        <a:srgbClr val="75BDA7"/>
      </a:accent3>
      <a:accent4>
        <a:srgbClr val="7A8C8E"/>
      </a:accent4>
      <a:accent5>
        <a:srgbClr val="84ACB6"/>
      </a:accent5>
      <a:accent6>
        <a:srgbClr val="6793CD"/>
      </a:accent6>
      <a:hlink>
        <a:srgbClr val="6B9F25"/>
      </a:hlink>
      <a:folHlink>
        <a:srgbClr val="9F6715"/>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913DB040-6816-4415-960D-8178C785755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130A8883D509741AAD9698FAF47E5F3" ma:contentTypeVersion="0" ma:contentTypeDescription="Create a new document." ma:contentTypeScope="" ma:versionID="ebba58392a08347efc9380a964542024">
  <xsd:schema xmlns:xsd="http://www.w3.org/2001/XMLSchema" xmlns:xs="http://www.w3.org/2001/XMLSchema" xmlns:p="http://schemas.microsoft.com/office/2006/metadata/properties" targetNamespace="http://schemas.microsoft.com/office/2006/metadata/properties" ma:root="true" ma:fieldsID="143bf7a643b81e0364fd4b57d70b3d5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50B35D7-2FB6-45AB-88DF-F0A5B607AB72}">
  <ds:schemaRefs>
    <ds:schemaRef ds:uri="http://schemas.microsoft.com/sharepoint/v3/contenttype/forms"/>
  </ds:schemaRefs>
</ds:datastoreItem>
</file>

<file path=customXml/itemProps2.xml><?xml version="1.0" encoding="utf-8"?>
<ds:datastoreItem xmlns:ds="http://schemas.openxmlformats.org/officeDocument/2006/customXml" ds:itemID="{2F8C14D4-0975-4EA9-996E-505852089E9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515666BC-02F0-49F8-BAAD-A5651852AC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{0DE5A101-B9E2-154D-B717-BB8D9A3E5C1D}tf10001067_mac</Template>
  <TotalTime>1389</TotalTime>
  <Words>3515</Words>
  <Application>Microsoft Office PowerPoint</Application>
  <PresentationFormat>On-screen Show (16:9)</PresentationFormat>
  <Paragraphs>369</Paragraphs>
  <Slides>59</Slides>
  <Notes>8</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59</vt:i4>
      </vt:variant>
    </vt:vector>
  </HeadingPairs>
  <TitlesOfParts>
    <vt:vector size="68" baseType="lpstr">
      <vt:lpstr>Abel</vt:lpstr>
      <vt:lpstr>Arial</vt:lpstr>
      <vt:lpstr>Cambria Math</vt:lpstr>
      <vt:lpstr>Century Gothic</vt:lpstr>
      <vt:lpstr>Open Sans</vt:lpstr>
      <vt:lpstr>Tahoma</vt:lpstr>
      <vt:lpstr>Wingdings</vt:lpstr>
      <vt:lpstr>Savon</vt:lpstr>
      <vt:lpstr>Clip</vt:lpstr>
      <vt:lpstr>Strategic Capacity Planning for Products and Services Chapter # 4</vt:lpstr>
      <vt:lpstr>PowerPoint Presentation</vt:lpstr>
      <vt:lpstr>Capacity Planning</vt:lpstr>
      <vt:lpstr>Capacity Planning</vt:lpstr>
      <vt:lpstr>Capacity Decisions are Strategic</vt:lpstr>
      <vt:lpstr>Capacity Decisions are Strategic</vt:lpstr>
      <vt:lpstr>Capacity Decisions are Strategic</vt:lpstr>
      <vt:lpstr>Capacity Decisions are Strategic</vt:lpstr>
      <vt:lpstr>Capacity Decisions are Strategic</vt:lpstr>
      <vt:lpstr>DEFINING AND MEASURING CAPACITY</vt:lpstr>
      <vt:lpstr>Useful Definitions of Capacity</vt:lpstr>
      <vt:lpstr>Useful Definitions of Capacity</vt:lpstr>
      <vt:lpstr>Useful Definitions of Capacity</vt:lpstr>
      <vt:lpstr>Computing Capacity and Utilization</vt:lpstr>
      <vt:lpstr>Computing Capacity and Utilization</vt:lpstr>
      <vt:lpstr>Computing Capacity and Utilization</vt:lpstr>
      <vt:lpstr>Determinants of Effective Capacity </vt:lpstr>
      <vt:lpstr>Determinants of Effective Capacity </vt:lpstr>
      <vt:lpstr>Determinants of Effective Capacity </vt:lpstr>
      <vt:lpstr>Determinants of Effective Capacity </vt:lpstr>
      <vt:lpstr>Determinants of Effective Capacity </vt:lpstr>
      <vt:lpstr>Determinants of Effective Capacity </vt:lpstr>
      <vt:lpstr>Determinants of Effective Capacity </vt:lpstr>
      <vt:lpstr>Determinants of Effective Capacity </vt:lpstr>
      <vt:lpstr>Calculating Processing Requirements</vt:lpstr>
      <vt:lpstr>Calculating Processing Requirements</vt:lpstr>
      <vt:lpstr>Determining Needed Capacity</vt:lpstr>
      <vt:lpstr>Evaluating Alternatives</vt:lpstr>
      <vt:lpstr>Evaluating Alternatives</vt:lpstr>
      <vt:lpstr>Cost-Volume Analysis</vt:lpstr>
      <vt:lpstr>Cost-Volume Analysis</vt:lpstr>
      <vt:lpstr>Cost-Volume Analysis</vt:lpstr>
      <vt:lpstr>Cost-Volume Analysis</vt:lpstr>
      <vt:lpstr>Cost-Volume Analysis</vt:lpstr>
      <vt:lpstr>Cost-Volume Analysis</vt:lpstr>
      <vt:lpstr>Cost-Volume Analysis</vt:lpstr>
      <vt:lpstr>Cost-Volume Analysis</vt:lpstr>
      <vt:lpstr>Cost-Volume Analysis</vt:lpstr>
      <vt:lpstr>Cost-Volume Analysis</vt:lpstr>
      <vt:lpstr>Cost-Volume Analysis</vt:lpstr>
      <vt:lpstr>Cost-Volume Analysis</vt:lpstr>
      <vt:lpstr>Do it In-house or Outsource It?</vt:lpstr>
      <vt:lpstr>Inhouse production or outsource</vt:lpstr>
      <vt:lpstr>PowerPoint Presentation</vt:lpstr>
      <vt:lpstr>PowerPoint Presentation</vt:lpstr>
      <vt:lpstr>PowerPoint Presentation</vt:lpstr>
      <vt:lpstr>Sample Practice#1</vt:lpstr>
      <vt:lpstr>Sample Practice#1 (Contd.)</vt:lpstr>
      <vt:lpstr>Sample Practice#1 (Contd.)</vt:lpstr>
      <vt:lpstr>Sample Practice#1 (Contd.)</vt:lpstr>
      <vt:lpstr>Sample Practice#2</vt:lpstr>
      <vt:lpstr>Sample Practice#2</vt:lpstr>
      <vt:lpstr>Sample Practice#2</vt:lpstr>
      <vt:lpstr>Sample Practice#3</vt:lpstr>
      <vt:lpstr>Sample Practice#3 (Contd.)</vt:lpstr>
      <vt:lpstr>Sample Practice#4</vt:lpstr>
      <vt:lpstr>Sample Practice#5</vt:lpstr>
      <vt:lpstr>Sample Practice#5 (Contd.)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Capacity Planning for Goods and Services</dc:title>
  <dc:subject>Engineering Management</dc:subject>
  <dc:creator>Stanley Rodrick</dc:creator>
  <cp:keywords>Chapter # 4</cp:keywords>
  <cp:lastModifiedBy>mohsin eli</cp:lastModifiedBy>
  <cp:revision>6</cp:revision>
  <cp:lastPrinted>2022-11-05T17:21:10Z</cp:lastPrinted>
  <dcterms:modified xsi:type="dcterms:W3CDTF">2025-11-22T11:28:52Z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0x0101000130A8883D509741AAD9698FAF47E5F3</vt:lpwstr>
  </property>
</Properties>
</file>