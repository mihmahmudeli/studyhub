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 id="2147483674" r:id="rId5"/>
  </p:sldMasterIdLst>
  <p:notesMasterIdLst>
    <p:notesMasterId r:id="rId68"/>
  </p:notesMasterIdLst>
  <p:sldIdLst>
    <p:sldId id="257" r:id="rId6"/>
    <p:sldId id="259"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60" r:id="rId30"/>
    <p:sldId id="329" r:id="rId31"/>
    <p:sldId id="330" r:id="rId32"/>
    <p:sldId id="331" r:id="rId33"/>
    <p:sldId id="332" r:id="rId34"/>
    <p:sldId id="333" r:id="rId35"/>
    <p:sldId id="334" r:id="rId36"/>
    <p:sldId id="335" r:id="rId37"/>
    <p:sldId id="336" r:id="rId38"/>
    <p:sldId id="339" r:id="rId39"/>
    <p:sldId id="340" r:id="rId40"/>
    <p:sldId id="341" r:id="rId41"/>
    <p:sldId id="338" r:id="rId42"/>
    <p:sldId id="337" r:id="rId43"/>
    <p:sldId id="342" r:id="rId44"/>
    <p:sldId id="343" r:id="rId45"/>
    <p:sldId id="344" r:id="rId46"/>
    <p:sldId id="345" r:id="rId47"/>
    <p:sldId id="346" r:id="rId48"/>
    <p:sldId id="347" r:id="rId49"/>
    <p:sldId id="348" r:id="rId50"/>
    <p:sldId id="349" r:id="rId51"/>
    <p:sldId id="350" r:id="rId52"/>
    <p:sldId id="361" r:id="rId53"/>
    <p:sldId id="351" r:id="rId54"/>
    <p:sldId id="352" r:id="rId55"/>
    <p:sldId id="353" r:id="rId56"/>
    <p:sldId id="354" r:id="rId57"/>
    <p:sldId id="355" r:id="rId58"/>
    <p:sldId id="356" r:id="rId59"/>
    <p:sldId id="357" r:id="rId60"/>
    <p:sldId id="358" r:id="rId61"/>
    <p:sldId id="359" r:id="rId62"/>
    <p:sldId id="362" r:id="rId63"/>
    <p:sldId id="363" r:id="rId64"/>
    <p:sldId id="364" r:id="rId65"/>
    <p:sldId id="365" r:id="rId66"/>
    <p:sldId id="306" r:id="rId6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1B97"/>
    <a:srgbClr val="006600"/>
    <a:srgbClr val="FF0066"/>
    <a:srgbClr val="333399"/>
    <a:srgbClr val="008080"/>
    <a:srgbClr val="CC3300"/>
    <a:srgbClr val="097F71"/>
    <a:srgbClr val="B8420E"/>
    <a:srgbClr val="AE0B54"/>
    <a:srgbClr val="7C85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FDDB9-A8E5-442D-B7C3-99D4353AC973}" v="2" dt="2025-11-04T14:39:29.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nley Rodrick" userId="8969fbcc-7c96-46fb-a663-9e2e5920ff04" providerId="ADAL" clId="{39312F8C-FF55-4B82-9DC3-4C668BCCF4FC}"/>
    <pc:docChg chg="undo custSel addSld delSld modSld">
      <pc:chgData name="Stanley Rodrick" userId="8969fbcc-7c96-46fb-a663-9e2e5920ff04" providerId="ADAL" clId="{39312F8C-FF55-4B82-9DC3-4C668BCCF4FC}" dt="2022-06-19T07:36:09.839" v="684" actId="6549"/>
      <pc:docMkLst>
        <pc:docMk/>
      </pc:docMkLst>
      <pc:sldChg chg="modSp mod">
        <pc:chgData name="Stanley Rodrick" userId="8969fbcc-7c96-46fb-a663-9e2e5920ff04" providerId="ADAL" clId="{39312F8C-FF55-4B82-9DC3-4C668BCCF4FC}" dt="2022-06-14T03:57:29.625" v="195" actId="404"/>
        <pc:sldMkLst>
          <pc:docMk/>
          <pc:sldMk cId="989649555" sldId="335"/>
        </pc:sldMkLst>
        <pc:spChg chg="mod">
          <ac:chgData name="Stanley Rodrick" userId="8969fbcc-7c96-46fb-a663-9e2e5920ff04" providerId="ADAL" clId="{39312F8C-FF55-4B82-9DC3-4C668BCCF4FC}" dt="2022-06-14T03:57:29.625" v="195" actId="404"/>
          <ac:spMkLst>
            <pc:docMk/>
            <pc:sldMk cId="989649555" sldId="335"/>
            <ac:spMk id="7" creationId="{576EF2DE-D7DD-28AA-850E-C1A48867FAC8}"/>
          </ac:spMkLst>
        </pc:spChg>
      </pc:sldChg>
      <pc:sldChg chg="modSp mod">
        <pc:chgData name="Stanley Rodrick" userId="8969fbcc-7c96-46fb-a663-9e2e5920ff04" providerId="ADAL" clId="{39312F8C-FF55-4B82-9DC3-4C668BCCF4FC}" dt="2022-06-14T03:54:45.894" v="137" actId="113"/>
        <pc:sldMkLst>
          <pc:docMk/>
          <pc:sldMk cId="3746157313" sldId="340"/>
        </pc:sldMkLst>
        <pc:spChg chg="mod">
          <ac:chgData name="Stanley Rodrick" userId="8969fbcc-7c96-46fb-a663-9e2e5920ff04" providerId="ADAL" clId="{39312F8C-FF55-4B82-9DC3-4C668BCCF4FC}" dt="2022-06-14T03:54:45.894" v="137" actId="113"/>
          <ac:spMkLst>
            <pc:docMk/>
            <pc:sldMk cId="3746157313" sldId="340"/>
            <ac:spMk id="9" creationId="{0A6E6387-E57D-8862-B8B7-45411F08F761}"/>
          </ac:spMkLst>
        </pc:spChg>
      </pc:sldChg>
      <pc:sldChg chg="modSp mod">
        <pc:chgData name="Stanley Rodrick" userId="8969fbcc-7c96-46fb-a663-9e2e5920ff04" providerId="ADAL" clId="{39312F8C-FF55-4B82-9DC3-4C668BCCF4FC}" dt="2022-06-14T04:22:38.309" v="575" actId="113"/>
        <pc:sldMkLst>
          <pc:docMk/>
          <pc:sldMk cId="874237251" sldId="341"/>
        </pc:sldMkLst>
        <pc:spChg chg="mod">
          <ac:chgData name="Stanley Rodrick" userId="8969fbcc-7c96-46fb-a663-9e2e5920ff04" providerId="ADAL" clId="{39312F8C-FF55-4B82-9DC3-4C668BCCF4FC}" dt="2022-06-14T04:22:38.309" v="575" actId="113"/>
          <ac:spMkLst>
            <pc:docMk/>
            <pc:sldMk cId="874237251" sldId="341"/>
            <ac:spMk id="9" creationId="{0A6E6387-E57D-8862-B8B7-45411F08F761}"/>
          </ac:spMkLst>
        </pc:spChg>
      </pc:sldChg>
      <pc:sldChg chg="addSp modSp mod">
        <pc:chgData name="Stanley Rodrick" userId="8969fbcc-7c96-46fb-a663-9e2e5920ff04" providerId="ADAL" clId="{39312F8C-FF55-4B82-9DC3-4C668BCCF4FC}" dt="2022-06-14T04:28:37.426" v="604" actId="20577"/>
        <pc:sldMkLst>
          <pc:docMk/>
          <pc:sldMk cId="943988347" sldId="349"/>
        </pc:sldMkLst>
        <pc:spChg chg="add mod">
          <ac:chgData name="Stanley Rodrick" userId="8969fbcc-7c96-46fb-a663-9e2e5920ff04" providerId="ADAL" clId="{39312F8C-FF55-4B82-9DC3-4C668BCCF4FC}" dt="2022-06-14T04:28:37.426" v="604" actId="20577"/>
          <ac:spMkLst>
            <pc:docMk/>
            <pc:sldMk cId="943988347" sldId="349"/>
            <ac:spMk id="9" creationId="{CD979662-61FE-93F7-2A5E-ABC22094CAB5}"/>
          </ac:spMkLst>
        </pc:spChg>
        <pc:graphicFrameChg chg="modGraphic">
          <ac:chgData name="Stanley Rodrick" userId="8969fbcc-7c96-46fb-a663-9e2e5920ff04" providerId="ADAL" clId="{39312F8C-FF55-4B82-9DC3-4C668BCCF4FC}" dt="2022-06-14T04:10:45.364" v="399" actId="20577"/>
          <ac:graphicFrameMkLst>
            <pc:docMk/>
            <pc:sldMk cId="943988347" sldId="349"/>
            <ac:graphicFrameMk id="2" creationId="{C79DD51B-44C6-43E7-3D3F-79189490AAF3}"/>
          </ac:graphicFrameMkLst>
        </pc:graphicFrameChg>
      </pc:sldChg>
      <pc:sldChg chg="addSp modSp mod">
        <pc:chgData name="Stanley Rodrick" userId="8969fbcc-7c96-46fb-a663-9e2e5920ff04" providerId="ADAL" clId="{39312F8C-FF55-4B82-9DC3-4C668BCCF4FC}" dt="2022-06-14T04:43:51.391" v="644" actId="20577"/>
        <pc:sldMkLst>
          <pc:docMk/>
          <pc:sldMk cId="2987352522" sldId="350"/>
        </pc:sldMkLst>
        <pc:spChg chg="mod">
          <ac:chgData name="Stanley Rodrick" userId="8969fbcc-7c96-46fb-a663-9e2e5920ff04" providerId="ADAL" clId="{39312F8C-FF55-4B82-9DC3-4C668BCCF4FC}" dt="2022-06-14T04:01:42.426" v="291" actId="20577"/>
          <ac:spMkLst>
            <pc:docMk/>
            <pc:sldMk cId="2987352522" sldId="350"/>
            <ac:spMk id="7" creationId="{FAAC289D-1BE6-49AF-5734-82E82C185125}"/>
          </ac:spMkLst>
        </pc:spChg>
        <pc:spChg chg="add mod">
          <ac:chgData name="Stanley Rodrick" userId="8969fbcc-7c96-46fb-a663-9e2e5920ff04" providerId="ADAL" clId="{39312F8C-FF55-4B82-9DC3-4C668BCCF4FC}" dt="2022-06-14T04:43:51.391" v="644" actId="20577"/>
          <ac:spMkLst>
            <pc:docMk/>
            <pc:sldMk cId="2987352522" sldId="350"/>
            <ac:spMk id="9" creationId="{F2EF5A2D-E8CA-4D67-982A-FA37A8A11B6C}"/>
          </ac:spMkLst>
        </pc:spChg>
        <pc:graphicFrameChg chg="modGraphic">
          <ac:chgData name="Stanley Rodrick" userId="8969fbcc-7c96-46fb-a663-9e2e5920ff04" providerId="ADAL" clId="{39312F8C-FF55-4B82-9DC3-4C668BCCF4FC}" dt="2022-06-14T04:12:29.591" v="423" actId="20577"/>
          <ac:graphicFrameMkLst>
            <pc:docMk/>
            <pc:sldMk cId="2987352522" sldId="350"/>
            <ac:graphicFrameMk id="2" creationId="{C79DD51B-44C6-43E7-3D3F-79189490AAF3}"/>
          </ac:graphicFrameMkLst>
        </pc:graphicFrameChg>
      </pc:sldChg>
      <pc:sldChg chg="modSp mod">
        <pc:chgData name="Stanley Rodrick" userId="8969fbcc-7c96-46fb-a663-9e2e5920ff04" providerId="ADAL" clId="{39312F8C-FF55-4B82-9DC3-4C668BCCF4FC}" dt="2022-06-19T07:36:09.839" v="684" actId="6549"/>
        <pc:sldMkLst>
          <pc:docMk/>
          <pc:sldMk cId="186578168" sldId="359"/>
        </pc:sldMkLst>
        <pc:spChg chg="mod">
          <ac:chgData name="Stanley Rodrick" userId="8969fbcc-7c96-46fb-a663-9e2e5920ff04" providerId="ADAL" clId="{39312F8C-FF55-4B82-9DC3-4C668BCCF4FC}" dt="2022-06-19T07:36:09.839" v="684" actId="6549"/>
          <ac:spMkLst>
            <pc:docMk/>
            <pc:sldMk cId="186578168" sldId="359"/>
            <ac:spMk id="6" creationId="{03D84675-B3F6-5E22-3D11-F767C26D0543}"/>
          </ac:spMkLst>
        </pc:spChg>
      </pc:sldChg>
      <pc:sldChg chg="modSp add mod">
        <pc:chgData name="Stanley Rodrick" userId="8969fbcc-7c96-46fb-a663-9e2e5920ff04" providerId="ADAL" clId="{39312F8C-FF55-4B82-9DC3-4C668BCCF4FC}" dt="2022-06-14T03:59:35.801" v="283" actId="20577"/>
        <pc:sldMkLst>
          <pc:docMk/>
          <pc:sldMk cId="3298391544" sldId="360"/>
        </pc:sldMkLst>
        <pc:spChg chg="mod">
          <ac:chgData name="Stanley Rodrick" userId="8969fbcc-7c96-46fb-a663-9e2e5920ff04" providerId="ADAL" clId="{39312F8C-FF55-4B82-9DC3-4C668BCCF4FC}" dt="2022-06-14T03:59:35.801" v="283" actId="20577"/>
          <ac:spMkLst>
            <pc:docMk/>
            <pc:sldMk cId="3298391544" sldId="360"/>
            <ac:spMk id="9" creationId="{A0BBE89A-BC9A-136C-B504-005805BD3330}"/>
          </ac:spMkLst>
        </pc:spChg>
      </pc:sldChg>
      <pc:sldChg chg="addSp delSp modSp add del mod">
        <pc:chgData name="Stanley Rodrick" userId="8969fbcc-7c96-46fb-a663-9e2e5920ff04" providerId="ADAL" clId="{39312F8C-FF55-4B82-9DC3-4C668BCCF4FC}" dt="2022-06-14T04:42:40.319" v="622" actId="47"/>
        <pc:sldMkLst>
          <pc:docMk/>
          <pc:sldMk cId="1400665204" sldId="361"/>
        </pc:sldMkLst>
        <pc:spChg chg="mod">
          <ac:chgData name="Stanley Rodrick" userId="8969fbcc-7c96-46fb-a663-9e2e5920ff04" providerId="ADAL" clId="{39312F8C-FF55-4B82-9DC3-4C668BCCF4FC}" dt="2022-06-14T04:13:18.993" v="439" actId="20577"/>
          <ac:spMkLst>
            <pc:docMk/>
            <pc:sldMk cId="1400665204" sldId="361"/>
            <ac:spMk id="7" creationId="{FAAC289D-1BE6-49AF-5734-82E82C185125}"/>
          </ac:spMkLst>
        </pc:spChg>
        <pc:spChg chg="add del mod">
          <ac:chgData name="Stanley Rodrick" userId="8969fbcc-7c96-46fb-a663-9e2e5920ff04" providerId="ADAL" clId="{39312F8C-FF55-4B82-9DC3-4C668BCCF4FC}" dt="2022-06-14T04:16:29.017" v="535" actId="21"/>
          <ac:spMkLst>
            <pc:docMk/>
            <pc:sldMk cId="1400665204" sldId="361"/>
            <ac:spMk id="9" creationId="{32C4A469-1288-7BE5-76DC-7D47259F60BF}"/>
          </ac:spMkLst>
        </pc:spChg>
        <pc:graphicFrameChg chg="del">
          <ac:chgData name="Stanley Rodrick" userId="8969fbcc-7c96-46fb-a663-9e2e5920ff04" providerId="ADAL" clId="{39312F8C-FF55-4B82-9DC3-4C668BCCF4FC}" dt="2022-06-14T04:12:40.850" v="425" actId="478"/>
          <ac:graphicFrameMkLst>
            <pc:docMk/>
            <pc:sldMk cId="1400665204" sldId="361"/>
            <ac:graphicFrameMk id="2" creationId="{C79DD51B-44C6-43E7-3D3F-79189490AAF3}"/>
          </ac:graphicFrameMkLst>
        </pc:graphicFrameChg>
      </pc:sldChg>
    </pc:docChg>
  </pc:docChgLst>
  <pc:docChgLst>
    <pc:chgData name="Hasibul Islam" userId="7a1954ca182d2d6d" providerId="LiveId" clId="{995A19FD-4E52-41C7-8512-DE18AAA68460}"/>
    <pc:docChg chg="undo custSel addSld delSld modSld sldOrd">
      <pc:chgData name="Hasibul Islam" userId="7a1954ca182d2d6d" providerId="LiveId" clId="{995A19FD-4E52-41C7-8512-DE18AAA68460}" dt="2023-03-03T09:10:32.113" v="1340" actId="9405"/>
      <pc:docMkLst>
        <pc:docMk/>
      </pc:docMkLst>
      <pc:sldChg chg="addSp delSp modSp mod">
        <pc:chgData name="Hasibul Islam" userId="7a1954ca182d2d6d" providerId="LiveId" clId="{995A19FD-4E52-41C7-8512-DE18AAA68460}" dt="2023-02-20T02:29:00.839" v="1143"/>
        <pc:sldMkLst>
          <pc:docMk/>
          <pc:sldMk cId="247974316" sldId="327"/>
        </pc:sldMkLst>
        <pc:grpChg chg="del mod">
          <ac:chgData name="Hasibul Islam" userId="7a1954ca182d2d6d" providerId="LiveId" clId="{995A19FD-4E52-41C7-8512-DE18AAA68460}" dt="2023-02-16T04:02:07.675" v="243"/>
          <ac:grpSpMkLst>
            <pc:docMk/>
            <pc:sldMk cId="247974316" sldId="327"/>
            <ac:grpSpMk id="7" creationId="{3AE73F5F-D531-B6B9-8581-5A3516B8FCF5}"/>
          </ac:grpSpMkLst>
        </pc:grpChg>
        <pc:grpChg chg="mod">
          <ac:chgData name="Hasibul Islam" userId="7a1954ca182d2d6d" providerId="LiveId" clId="{995A19FD-4E52-41C7-8512-DE18AAA68460}" dt="2023-02-16T04:02:10.429" v="244"/>
          <ac:grpSpMkLst>
            <pc:docMk/>
            <pc:sldMk cId="247974316" sldId="327"/>
            <ac:grpSpMk id="12" creationId="{1D93524F-1804-F1CD-5E36-BE463D416ED4}"/>
          </ac:grpSpMkLst>
        </pc:grpChg>
        <pc:inkChg chg="add">
          <ac:chgData name="Hasibul Islam" userId="7a1954ca182d2d6d" providerId="LiveId" clId="{995A19FD-4E52-41C7-8512-DE18AAA68460}" dt="2023-02-16T04:02:03.046" v="237" actId="9405"/>
          <ac:inkMkLst>
            <pc:docMk/>
            <pc:sldMk cId="247974316" sldId="327"/>
            <ac:inkMk id="2" creationId="{7BF401A0-2D83-37E9-6135-88D35F51C93D}"/>
          </ac:inkMkLst>
        </pc:inkChg>
        <pc:inkChg chg="add mod">
          <ac:chgData name="Hasibul Islam" userId="7a1954ca182d2d6d" providerId="LiveId" clId="{995A19FD-4E52-41C7-8512-DE18AAA68460}" dt="2023-02-16T04:02:10.429" v="244"/>
          <ac:inkMkLst>
            <pc:docMk/>
            <pc:sldMk cId="247974316" sldId="327"/>
            <ac:inkMk id="3" creationId="{35279D97-A30D-B90A-ECB8-AD68CFFA69A2}"/>
          </ac:inkMkLst>
        </pc:inkChg>
        <pc:inkChg chg="add mod">
          <ac:chgData name="Hasibul Islam" userId="7a1954ca182d2d6d" providerId="LiveId" clId="{995A19FD-4E52-41C7-8512-DE18AAA68460}" dt="2023-02-16T04:02:10.429" v="244"/>
          <ac:inkMkLst>
            <pc:docMk/>
            <pc:sldMk cId="247974316" sldId="327"/>
            <ac:inkMk id="5" creationId="{B30E6A2B-6E8C-CAD2-72F4-70809D2D2666}"/>
          </ac:inkMkLst>
        </pc:inkChg>
        <pc:inkChg chg="add mod">
          <ac:chgData name="Hasibul Islam" userId="7a1954ca182d2d6d" providerId="LiveId" clId="{995A19FD-4E52-41C7-8512-DE18AAA68460}" dt="2023-02-16T04:02:10.429" v="244"/>
          <ac:inkMkLst>
            <pc:docMk/>
            <pc:sldMk cId="247974316" sldId="327"/>
            <ac:inkMk id="6" creationId="{033963CD-D836-BADE-FE29-077D901F490C}"/>
          </ac:inkMkLst>
        </pc:inkChg>
        <pc:inkChg chg="add del mod">
          <ac:chgData name="Hasibul Islam" userId="7a1954ca182d2d6d" providerId="LiveId" clId="{995A19FD-4E52-41C7-8512-DE18AAA68460}" dt="2023-02-16T04:02:10.429" v="244"/>
          <ac:inkMkLst>
            <pc:docMk/>
            <pc:sldMk cId="247974316" sldId="327"/>
            <ac:inkMk id="11" creationId="{CB190DD0-61B7-F278-9BBB-A02B0C44840F}"/>
          </ac:inkMkLst>
        </pc:inkChg>
        <pc:inkChg chg="add del">
          <ac:chgData name="Hasibul Islam" userId="7a1954ca182d2d6d" providerId="LiveId" clId="{995A19FD-4E52-41C7-8512-DE18AAA68460}" dt="2023-02-20T02:28:53.813" v="1142" actId="478"/>
          <ac:inkMkLst>
            <pc:docMk/>
            <pc:sldMk cId="247974316" sldId="327"/>
            <ac:inkMk id="13" creationId="{44830F83-8FB6-5DFC-F559-B2F3DAA24D24}"/>
          </ac:inkMkLst>
        </pc:inkChg>
        <pc:inkChg chg="add del">
          <ac:chgData name="Hasibul Islam" userId="7a1954ca182d2d6d" providerId="LiveId" clId="{995A19FD-4E52-41C7-8512-DE18AAA68460}" dt="2023-02-20T02:29:00.839" v="1143"/>
          <ac:inkMkLst>
            <pc:docMk/>
            <pc:sldMk cId="247974316" sldId="327"/>
            <ac:inkMk id="14" creationId="{96307E8B-E71E-E970-D749-E40A6A8DE3B8}"/>
          </ac:inkMkLst>
        </pc:inkChg>
      </pc:sldChg>
      <pc:sldChg chg="addSp delSp modSp mod">
        <pc:chgData name="Hasibul Islam" userId="7a1954ca182d2d6d" providerId="LiveId" clId="{995A19FD-4E52-41C7-8512-DE18AAA68460}" dt="2023-02-20T02:29:10.353" v="1146"/>
        <pc:sldMkLst>
          <pc:docMk/>
          <pc:sldMk cId="112929818" sldId="328"/>
        </pc:sldMkLst>
        <pc:grpChg chg="del mod">
          <ac:chgData name="Hasibul Islam" userId="7a1954ca182d2d6d" providerId="LiveId" clId="{995A19FD-4E52-41C7-8512-DE18AAA68460}" dt="2023-02-16T04:03:15.862" v="251"/>
          <ac:grpSpMkLst>
            <pc:docMk/>
            <pc:sldMk cId="112929818" sldId="328"/>
            <ac:grpSpMk id="5" creationId="{28D4FC4E-23CE-BE2B-450C-F5BF9058BB5C}"/>
          </ac:grpSpMkLst>
        </pc:grpChg>
        <pc:grpChg chg="del mod">
          <ac:chgData name="Hasibul Islam" userId="7a1954ca182d2d6d" providerId="LiveId" clId="{995A19FD-4E52-41C7-8512-DE18AAA68460}" dt="2023-02-20T02:29:09.829" v="1145"/>
          <ac:grpSpMkLst>
            <pc:docMk/>
            <pc:sldMk cId="112929818" sldId="328"/>
            <ac:grpSpMk id="7" creationId="{8FEF3E16-C534-B6A5-0E8D-F225320D9976}"/>
          </ac:grpSpMkLst>
        </pc:grpChg>
        <pc:inkChg chg="add del mod">
          <ac:chgData name="Hasibul Islam" userId="7a1954ca182d2d6d" providerId="LiveId" clId="{995A19FD-4E52-41C7-8512-DE18AAA68460}" dt="2023-02-20T02:29:09.829" v="1145"/>
          <ac:inkMkLst>
            <pc:docMk/>
            <pc:sldMk cId="112929818" sldId="328"/>
            <ac:inkMk id="2" creationId="{22CD84B3-BCE4-2675-83C8-67959D1E17F7}"/>
          </ac:inkMkLst>
        </pc:inkChg>
        <pc:inkChg chg="add del mod">
          <ac:chgData name="Hasibul Islam" userId="7a1954ca182d2d6d" providerId="LiveId" clId="{995A19FD-4E52-41C7-8512-DE18AAA68460}" dt="2023-02-20T02:29:10.353" v="1146"/>
          <ac:inkMkLst>
            <pc:docMk/>
            <pc:sldMk cId="112929818" sldId="328"/>
            <ac:inkMk id="3" creationId="{C48A149E-EC66-D5D6-5728-7CF5FC0A5B84}"/>
          </ac:inkMkLst>
        </pc:inkChg>
        <pc:inkChg chg="add del mod">
          <ac:chgData name="Hasibul Islam" userId="7a1954ca182d2d6d" providerId="LiveId" clId="{995A19FD-4E52-41C7-8512-DE18AAA68460}" dt="2023-02-20T02:29:07.997" v="1144"/>
          <ac:inkMkLst>
            <pc:docMk/>
            <pc:sldMk cId="112929818" sldId="328"/>
            <ac:inkMk id="6" creationId="{C7EFA8BC-B6CA-E9B7-5846-F671AB7F9D12}"/>
          </ac:inkMkLst>
        </pc:inkChg>
      </pc:sldChg>
      <pc:sldChg chg="addSp modSp mod">
        <pc:chgData name="Hasibul Islam" userId="7a1954ca182d2d6d" providerId="LiveId" clId="{995A19FD-4E52-41C7-8512-DE18AAA68460}" dt="2023-02-20T02:29:47.360" v="1164" actId="20577"/>
        <pc:sldMkLst>
          <pc:docMk/>
          <pc:sldMk cId="2688854595" sldId="329"/>
        </pc:sldMkLst>
        <pc:spChg chg="mod">
          <ac:chgData name="Hasibul Islam" userId="7a1954ca182d2d6d" providerId="LiveId" clId="{995A19FD-4E52-41C7-8512-DE18AAA68460}" dt="2023-02-20T02:29:47.360" v="1164" actId="20577"/>
          <ac:spMkLst>
            <pc:docMk/>
            <pc:sldMk cId="2688854595" sldId="329"/>
            <ac:spMk id="9" creationId="{A0BBE89A-BC9A-136C-B504-005805BD3330}"/>
          </ac:spMkLst>
        </pc:spChg>
        <pc:grpChg chg="mod">
          <ac:chgData name="Hasibul Islam" userId="7a1954ca182d2d6d" providerId="LiveId" clId="{995A19FD-4E52-41C7-8512-DE18AAA68460}" dt="2023-02-18T06:37:45.229" v="1104"/>
          <ac:grpSpMkLst>
            <pc:docMk/>
            <pc:sldMk cId="2688854595" sldId="329"/>
            <ac:grpSpMk id="12" creationId="{CB24E3A6-BDB3-CCA7-6174-FFE30237337C}"/>
          </ac:grpSpMkLst>
        </pc:grpChg>
        <pc:inkChg chg="add">
          <ac:chgData name="Hasibul Islam" userId="7a1954ca182d2d6d" providerId="LiveId" clId="{995A19FD-4E52-41C7-8512-DE18AAA68460}" dt="2023-02-18T06:37:35.530" v="1098" actId="9405"/>
          <ac:inkMkLst>
            <pc:docMk/>
            <pc:sldMk cId="2688854595" sldId="329"/>
            <ac:inkMk id="2" creationId="{AE84026A-6734-FAC2-B16F-CE5FFF28F819}"/>
          </ac:inkMkLst>
        </pc:inkChg>
        <pc:inkChg chg="add">
          <ac:chgData name="Hasibul Islam" userId="7a1954ca182d2d6d" providerId="LiveId" clId="{995A19FD-4E52-41C7-8512-DE18AAA68460}" dt="2023-02-18T06:37:36.964" v="1099" actId="9405"/>
          <ac:inkMkLst>
            <pc:docMk/>
            <pc:sldMk cId="2688854595" sldId="329"/>
            <ac:inkMk id="3" creationId="{C2DFACF2-B20E-EF46-C65A-4935DAD6D955}"/>
          </ac:inkMkLst>
        </pc:inkChg>
        <pc:inkChg chg="add">
          <ac:chgData name="Hasibul Islam" userId="7a1954ca182d2d6d" providerId="LiveId" clId="{995A19FD-4E52-41C7-8512-DE18AAA68460}" dt="2023-02-18T06:37:38.416" v="1100" actId="9405"/>
          <ac:inkMkLst>
            <pc:docMk/>
            <pc:sldMk cId="2688854595" sldId="329"/>
            <ac:inkMk id="5" creationId="{76679D55-7FF9-43F5-FBE0-F56906D77548}"/>
          </ac:inkMkLst>
        </pc:inkChg>
        <pc:inkChg chg="add">
          <ac:chgData name="Hasibul Islam" userId="7a1954ca182d2d6d" providerId="LiveId" clId="{995A19FD-4E52-41C7-8512-DE18AAA68460}" dt="2023-02-18T06:37:43.282" v="1101" actId="9405"/>
          <ac:inkMkLst>
            <pc:docMk/>
            <pc:sldMk cId="2688854595" sldId="329"/>
            <ac:inkMk id="6" creationId="{1C3B5E7B-3C0D-4C05-0353-36F41947D557}"/>
          </ac:inkMkLst>
        </pc:inkChg>
        <pc:inkChg chg="add mod">
          <ac:chgData name="Hasibul Islam" userId="7a1954ca182d2d6d" providerId="LiveId" clId="{995A19FD-4E52-41C7-8512-DE18AAA68460}" dt="2023-02-18T06:37:45.229" v="1104"/>
          <ac:inkMkLst>
            <pc:docMk/>
            <pc:sldMk cId="2688854595" sldId="329"/>
            <ac:inkMk id="7" creationId="{EB8E950F-BA52-E8D4-DD32-9724C39ED7E4}"/>
          </ac:inkMkLst>
        </pc:inkChg>
        <pc:inkChg chg="add mod">
          <ac:chgData name="Hasibul Islam" userId="7a1954ca182d2d6d" providerId="LiveId" clId="{995A19FD-4E52-41C7-8512-DE18AAA68460}" dt="2023-02-18T06:37:45.229" v="1104"/>
          <ac:inkMkLst>
            <pc:docMk/>
            <pc:sldMk cId="2688854595" sldId="329"/>
            <ac:inkMk id="11" creationId="{CE58FB30-2864-3369-65FD-AD3E8903957E}"/>
          </ac:inkMkLst>
        </pc:inkChg>
      </pc:sldChg>
      <pc:sldChg chg="addSp delSp modSp mod">
        <pc:chgData name="Hasibul Islam" userId="7a1954ca182d2d6d" providerId="LiveId" clId="{995A19FD-4E52-41C7-8512-DE18AAA68460}" dt="2023-02-20T02:29:58.382" v="1177"/>
        <pc:sldMkLst>
          <pc:docMk/>
          <pc:sldMk cId="2730675894" sldId="330"/>
        </pc:sldMkLst>
        <pc:grpChg chg="del mod">
          <ac:chgData name="Hasibul Islam" userId="7a1954ca182d2d6d" providerId="LiveId" clId="{995A19FD-4E52-41C7-8512-DE18AAA68460}" dt="2023-02-16T04:07:25.546" v="287"/>
          <ac:grpSpMkLst>
            <pc:docMk/>
            <pc:sldMk cId="2730675894" sldId="330"/>
            <ac:grpSpMk id="5" creationId="{BFABD50B-5D85-EFF2-856D-384CF945D1EB}"/>
          </ac:grpSpMkLst>
        </pc:grpChg>
        <pc:grpChg chg="del mod">
          <ac:chgData name="Hasibul Islam" userId="7a1954ca182d2d6d" providerId="LiveId" clId="{995A19FD-4E52-41C7-8512-DE18AAA68460}" dt="2023-02-20T02:29:53.901" v="1167"/>
          <ac:grpSpMkLst>
            <pc:docMk/>
            <pc:sldMk cId="2730675894" sldId="330"/>
            <ac:grpSpMk id="20" creationId="{974DD2E8-06D1-B554-1474-8C177754D02E}"/>
          </ac:grpSpMkLst>
        </pc:grpChg>
        <pc:inkChg chg="add del mod">
          <ac:chgData name="Hasibul Islam" userId="7a1954ca182d2d6d" providerId="LiveId" clId="{995A19FD-4E52-41C7-8512-DE18AAA68460}" dt="2023-02-20T02:29:52.657" v="1165"/>
          <ac:inkMkLst>
            <pc:docMk/>
            <pc:sldMk cId="2730675894" sldId="330"/>
            <ac:inkMk id="2" creationId="{2F8346B4-5D61-C566-F22D-C7B49BAC1DD6}"/>
          </ac:inkMkLst>
        </pc:inkChg>
        <pc:inkChg chg="add del mod">
          <ac:chgData name="Hasibul Islam" userId="7a1954ca182d2d6d" providerId="LiveId" clId="{995A19FD-4E52-41C7-8512-DE18AAA68460}" dt="2023-02-20T02:29:53.901" v="1167"/>
          <ac:inkMkLst>
            <pc:docMk/>
            <pc:sldMk cId="2730675894" sldId="330"/>
            <ac:inkMk id="3" creationId="{4A414625-7FEF-92BB-32DA-FC006CF7E668}"/>
          </ac:inkMkLst>
        </pc:inkChg>
        <pc:inkChg chg="add del">
          <ac:chgData name="Hasibul Islam" userId="7a1954ca182d2d6d" providerId="LiveId" clId="{995A19FD-4E52-41C7-8512-DE18AAA68460}" dt="2023-02-20T02:29:53.377" v="1166"/>
          <ac:inkMkLst>
            <pc:docMk/>
            <pc:sldMk cId="2730675894" sldId="330"/>
            <ac:inkMk id="6" creationId="{B96E035D-F3D5-AE72-504A-CA0D7B7A27C7}"/>
          </ac:inkMkLst>
        </pc:inkChg>
        <pc:inkChg chg="add del">
          <ac:chgData name="Hasibul Islam" userId="7a1954ca182d2d6d" providerId="LiveId" clId="{995A19FD-4E52-41C7-8512-DE18AAA68460}" dt="2023-02-20T02:29:53.901" v="1168"/>
          <ac:inkMkLst>
            <pc:docMk/>
            <pc:sldMk cId="2730675894" sldId="330"/>
            <ac:inkMk id="7" creationId="{FB35C8E4-39AE-FB2D-B66C-1F26B78F3DC3}"/>
          </ac:inkMkLst>
        </pc:inkChg>
        <pc:inkChg chg="add del">
          <ac:chgData name="Hasibul Islam" userId="7a1954ca182d2d6d" providerId="LiveId" clId="{995A19FD-4E52-41C7-8512-DE18AAA68460}" dt="2023-02-20T02:29:54.677" v="1170"/>
          <ac:inkMkLst>
            <pc:docMk/>
            <pc:sldMk cId="2730675894" sldId="330"/>
            <ac:inkMk id="11" creationId="{C3B9C05F-3DF9-DA3A-BF09-2C4CDEE8AD57}"/>
          </ac:inkMkLst>
        </pc:inkChg>
        <pc:inkChg chg="add del">
          <ac:chgData name="Hasibul Islam" userId="7a1954ca182d2d6d" providerId="LiveId" clId="{995A19FD-4E52-41C7-8512-DE18AAA68460}" dt="2023-02-20T02:29:55.081" v="1171"/>
          <ac:inkMkLst>
            <pc:docMk/>
            <pc:sldMk cId="2730675894" sldId="330"/>
            <ac:inkMk id="12" creationId="{88D00247-C519-F47F-CF20-045BBB0A6559}"/>
          </ac:inkMkLst>
        </pc:inkChg>
        <pc:inkChg chg="add del">
          <ac:chgData name="Hasibul Islam" userId="7a1954ca182d2d6d" providerId="LiveId" clId="{995A19FD-4E52-41C7-8512-DE18AAA68460}" dt="2023-02-20T02:29:55.485" v="1172"/>
          <ac:inkMkLst>
            <pc:docMk/>
            <pc:sldMk cId="2730675894" sldId="330"/>
            <ac:inkMk id="13" creationId="{A20DE7D5-69CE-041D-F22B-7582093D0C78}"/>
          </ac:inkMkLst>
        </pc:inkChg>
        <pc:inkChg chg="add del">
          <ac:chgData name="Hasibul Islam" userId="7a1954ca182d2d6d" providerId="LiveId" clId="{995A19FD-4E52-41C7-8512-DE18AAA68460}" dt="2023-02-20T02:29:55.890" v="1173"/>
          <ac:inkMkLst>
            <pc:docMk/>
            <pc:sldMk cId="2730675894" sldId="330"/>
            <ac:inkMk id="14" creationId="{DD02FF42-D30F-4F48-6977-B08FC37DBB35}"/>
          </ac:inkMkLst>
        </pc:inkChg>
        <pc:inkChg chg="add del">
          <ac:chgData name="Hasibul Islam" userId="7a1954ca182d2d6d" providerId="LiveId" clId="{995A19FD-4E52-41C7-8512-DE18AAA68460}" dt="2023-02-20T02:29:56.741" v="1175"/>
          <ac:inkMkLst>
            <pc:docMk/>
            <pc:sldMk cId="2730675894" sldId="330"/>
            <ac:inkMk id="15" creationId="{DBD8D589-030E-9697-54F3-0B8444E503AC}"/>
          </ac:inkMkLst>
        </pc:inkChg>
        <pc:inkChg chg="add del">
          <ac:chgData name="Hasibul Islam" userId="7a1954ca182d2d6d" providerId="LiveId" clId="{995A19FD-4E52-41C7-8512-DE18AAA68460}" dt="2023-02-20T02:29:56.337" v="1174"/>
          <ac:inkMkLst>
            <pc:docMk/>
            <pc:sldMk cId="2730675894" sldId="330"/>
            <ac:inkMk id="16" creationId="{084941C4-3ED2-06BA-C0F6-C257CE9ADEBE}"/>
          </ac:inkMkLst>
        </pc:inkChg>
        <pc:inkChg chg="add del">
          <ac:chgData name="Hasibul Islam" userId="7a1954ca182d2d6d" providerId="LiveId" clId="{995A19FD-4E52-41C7-8512-DE18AAA68460}" dt="2023-02-20T02:29:57.410" v="1176"/>
          <ac:inkMkLst>
            <pc:docMk/>
            <pc:sldMk cId="2730675894" sldId="330"/>
            <ac:inkMk id="17" creationId="{CE41A034-3DAC-69A9-FD76-2CD0FEE60898}"/>
          </ac:inkMkLst>
        </pc:inkChg>
        <pc:inkChg chg="add del">
          <ac:chgData name="Hasibul Islam" userId="7a1954ca182d2d6d" providerId="LiveId" clId="{995A19FD-4E52-41C7-8512-DE18AAA68460}" dt="2023-02-20T02:29:58.382" v="1177"/>
          <ac:inkMkLst>
            <pc:docMk/>
            <pc:sldMk cId="2730675894" sldId="330"/>
            <ac:inkMk id="18" creationId="{1378658B-ACDA-AF87-4B20-8A57AAB736AF}"/>
          </ac:inkMkLst>
        </pc:inkChg>
        <pc:inkChg chg="add del mod">
          <ac:chgData name="Hasibul Islam" userId="7a1954ca182d2d6d" providerId="LiveId" clId="{995A19FD-4E52-41C7-8512-DE18AAA68460}" dt="2023-02-20T02:29:53.902" v="1169"/>
          <ac:inkMkLst>
            <pc:docMk/>
            <pc:sldMk cId="2730675894" sldId="330"/>
            <ac:inkMk id="19" creationId="{56D1EE1E-4C07-2B93-5627-95E509E5CA44}"/>
          </ac:inkMkLst>
        </pc:inkChg>
        <pc:inkChg chg="add">
          <ac:chgData name="Hasibul Islam" userId="7a1954ca182d2d6d" providerId="LiveId" clId="{995A19FD-4E52-41C7-8512-DE18AAA68460}" dt="2023-02-16T04:07:42.686" v="288" actId="9405"/>
          <ac:inkMkLst>
            <pc:docMk/>
            <pc:sldMk cId="2730675894" sldId="330"/>
            <ac:inkMk id="21" creationId="{0950DD27-21C8-04B5-013C-62835039958D}"/>
          </ac:inkMkLst>
        </pc:inkChg>
      </pc:sldChg>
      <pc:sldChg chg="addSp delSp modSp mod">
        <pc:chgData name="Hasibul Islam" userId="7a1954ca182d2d6d" providerId="LiveId" clId="{995A19FD-4E52-41C7-8512-DE18AAA68460}" dt="2023-03-03T09:07:39.878" v="1338" actId="13926"/>
        <pc:sldMkLst>
          <pc:docMk/>
          <pc:sldMk cId="3617175605" sldId="332"/>
        </pc:sldMkLst>
        <pc:spChg chg="mod">
          <ac:chgData name="Hasibul Islam" userId="7a1954ca182d2d6d" providerId="LiveId" clId="{995A19FD-4E52-41C7-8512-DE18AAA68460}" dt="2023-03-03T09:07:39.878" v="1338" actId="13926"/>
          <ac:spMkLst>
            <pc:docMk/>
            <pc:sldMk cId="3617175605" sldId="332"/>
            <ac:spMk id="2" creationId="{104AE3CF-216F-55FD-F9A3-35B5FB9B153D}"/>
          </ac:spMkLst>
        </pc:spChg>
        <pc:grpChg chg="del mod">
          <ac:chgData name="Hasibul Islam" userId="7a1954ca182d2d6d" providerId="LiveId" clId="{995A19FD-4E52-41C7-8512-DE18AAA68460}" dt="2023-02-16T04:11:36.319" v="306"/>
          <ac:grpSpMkLst>
            <pc:docMk/>
            <pc:sldMk cId="3617175605" sldId="332"/>
            <ac:grpSpMk id="18" creationId="{B040879D-8CC9-39B6-4967-40710B7C89E4}"/>
          </ac:grpSpMkLst>
        </pc:grpChg>
        <pc:grpChg chg="del mod">
          <ac:chgData name="Hasibul Islam" userId="7a1954ca182d2d6d" providerId="LiveId" clId="{995A19FD-4E52-41C7-8512-DE18AAA68460}" dt="2023-02-16T04:11:41.688" v="310"/>
          <ac:grpSpMkLst>
            <pc:docMk/>
            <pc:sldMk cId="3617175605" sldId="332"/>
            <ac:grpSpMk id="20" creationId="{9954B080-7F6A-DC84-A3B6-3B01B0C64F8A}"/>
          </ac:grpSpMkLst>
        </pc:grpChg>
        <pc:grpChg chg="del mod">
          <ac:chgData name="Hasibul Islam" userId="7a1954ca182d2d6d" providerId="LiveId" clId="{995A19FD-4E52-41C7-8512-DE18AAA68460}" dt="2023-02-16T04:11:44.241" v="312"/>
          <ac:grpSpMkLst>
            <pc:docMk/>
            <pc:sldMk cId="3617175605" sldId="332"/>
            <ac:grpSpMk id="24" creationId="{4E2A4D3D-C04F-1518-0E4F-4668A66F0379}"/>
          </ac:grpSpMkLst>
        </pc:grpChg>
        <pc:grpChg chg="del mod">
          <ac:chgData name="Hasibul Islam" userId="7a1954ca182d2d6d" providerId="LiveId" clId="{995A19FD-4E52-41C7-8512-DE18AAA68460}" dt="2023-02-20T02:30:07.259" v="1185"/>
          <ac:grpSpMkLst>
            <pc:docMk/>
            <pc:sldMk cId="3617175605" sldId="332"/>
            <ac:grpSpMk id="26" creationId="{55280253-ACBE-9715-05B9-05D0B9FB9ACB}"/>
          </ac:grpSpMkLst>
        </pc:grpChg>
        <pc:inkChg chg="add del">
          <ac:chgData name="Hasibul Islam" userId="7a1954ca182d2d6d" providerId="LiveId" clId="{995A19FD-4E52-41C7-8512-DE18AAA68460}" dt="2023-02-16T04:09:38.037" v="296"/>
          <ac:inkMkLst>
            <pc:docMk/>
            <pc:sldMk cId="3617175605" sldId="332"/>
            <ac:inkMk id="3" creationId="{E45E5C5C-BC10-76F1-117C-A5BE157132FA}"/>
          </ac:inkMkLst>
        </pc:inkChg>
        <pc:inkChg chg="add del">
          <ac:chgData name="Hasibul Islam" userId="7a1954ca182d2d6d" providerId="LiveId" clId="{995A19FD-4E52-41C7-8512-DE18AAA68460}" dt="2023-02-16T04:08:57.313" v="291"/>
          <ac:inkMkLst>
            <pc:docMk/>
            <pc:sldMk cId="3617175605" sldId="332"/>
            <ac:inkMk id="5" creationId="{BE260B7D-62EC-50CA-90EC-08FE61D15B4E}"/>
          </ac:inkMkLst>
        </pc:inkChg>
        <pc:inkChg chg="add del">
          <ac:chgData name="Hasibul Islam" userId="7a1954ca182d2d6d" providerId="LiveId" clId="{995A19FD-4E52-41C7-8512-DE18AAA68460}" dt="2023-02-16T04:09:39.844" v="298"/>
          <ac:inkMkLst>
            <pc:docMk/>
            <pc:sldMk cId="3617175605" sldId="332"/>
            <ac:inkMk id="6" creationId="{4B8D516B-A27D-CF9D-0B35-69CB80775F20}"/>
          </ac:inkMkLst>
        </pc:inkChg>
        <pc:inkChg chg="add del">
          <ac:chgData name="Hasibul Islam" userId="7a1954ca182d2d6d" providerId="LiveId" clId="{995A19FD-4E52-41C7-8512-DE18AAA68460}" dt="2023-02-16T04:09:10.785" v="294"/>
          <ac:inkMkLst>
            <pc:docMk/>
            <pc:sldMk cId="3617175605" sldId="332"/>
            <ac:inkMk id="7" creationId="{622E2D72-F6FE-6B1C-31D1-42EE0E28EB95}"/>
          </ac:inkMkLst>
        </pc:inkChg>
        <pc:inkChg chg="add del">
          <ac:chgData name="Hasibul Islam" userId="7a1954ca182d2d6d" providerId="LiveId" clId="{995A19FD-4E52-41C7-8512-DE18AAA68460}" dt="2023-02-16T04:09:38.921" v="297"/>
          <ac:inkMkLst>
            <pc:docMk/>
            <pc:sldMk cId="3617175605" sldId="332"/>
            <ac:inkMk id="9" creationId="{5EC39C86-02D7-1F78-0AF1-DECCC55B1906}"/>
          </ac:inkMkLst>
        </pc:inkChg>
        <pc:inkChg chg="add del">
          <ac:chgData name="Hasibul Islam" userId="7a1954ca182d2d6d" providerId="LiveId" clId="{995A19FD-4E52-41C7-8512-DE18AAA68460}" dt="2023-02-20T02:30:08.720" v="1187"/>
          <ac:inkMkLst>
            <pc:docMk/>
            <pc:sldMk cId="3617175605" sldId="332"/>
            <ac:inkMk id="12" creationId="{C4F57F21-576C-5E2D-779A-A21B2524F385}"/>
          </ac:inkMkLst>
        </pc:inkChg>
        <pc:inkChg chg="add del">
          <ac:chgData name="Hasibul Islam" userId="7a1954ca182d2d6d" providerId="LiveId" clId="{995A19FD-4E52-41C7-8512-DE18AAA68460}" dt="2023-02-20T02:30:04.276" v="1178"/>
          <ac:inkMkLst>
            <pc:docMk/>
            <pc:sldMk cId="3617175605" sldId="332"/>
            <ac:inkMk id="14" creationId="{E23BD612-73A4-8DAA-2A7A-CB7F8B45ACC8}"/>
          </ac:inkMkLst>
        </pc:inkChg>
        <pc:inkChg chg="add del mod">
          <ac:chgData name="Hasibul Islam" userId="7a1954ca182d2d6d" providerId="LiveId" clId="{995A19FD-4E52-41C7-8512-DE18AAA68460}" dt="2023-02-20T02:30:05.739" v="1182"/>
          <ac:inkMkLst>
            <pc:docMk/>
            <pc:sldMk cId="3617175605" sldId="332"/>
            <ac:inkMk id="15" creationId="{701875D2-CEDC-EF08-5F9A-F23986E1FFD0}"/>
          </ac:inkMkLst>
        </pc:inkChg>
        <pc:inkChg chg="add del mod">
          <ac:chgData name="Hasibul Islam" userId="7a1954ca182d2d6d" providerId="LiveId" clId="{995A19FD-4E52-41C7-8512-DE18AAA68460}" dt="2023-02-20T02:30:05.738" v="1181"/>
          <ac:inkMkLst>
            <pc:docMk/>
            <pc:sldMk cId="3617175605" sldId="332"/>
            <ac:inkMk id="16" creationId="{3732B0CD-C109-6CEC-EF50-97684C8038DD}"/>
          </ac:inkMkLst>
        </pc:inkChg>
        <pc:inkChg chg="add del mod">
          <ac:chgData name="Hasibul Islam" userId="7a1954ca182d2d6d" providerId="LiveId" clId="{995A19FD-4E52-41C7-8512-DE18AAA68460}" dt="2023-02-20T02:30:05.010" v="1180"/>
          <ac:inkMkLst>
            <pc:docMk/>
            <pc:sldMk cId="3617175605" sldId="332"/>
            <ac:inkMk id="17" creationId="{412A59F7-2651-0471-6398-C04E3213894C}"/>
          </ac:inkMkLst>
        </pc:inkChg>
        <pc:inkChg chg="add del mod">
          <ac:chgData name="Hasibul Islam" userId="7a1954ca182d2d6d" providerId="LiveId" clId="{995A19FD-4E52-41C7-8512-DE18AAA68460}" dt="2023-02-20T02:30:05.009" v="1179"/>
          <ac:inkMkLst>
            <pc:docMk/>
            <pc:sldMk cId="3617175605" sldId="332"/>
            <ac:inkMk id="19" creationId="{893078CB-C619-1565-62B3-1132F1A8DF41}"/>
          </ac:inkMkLst>
        </pc:inkChg>
        <pc:inkChg chg="add del mod">
          <ac:chgData name="Hasibul Islam" userId="7a1954ca182d2d6d" providerId="LiveId" clId="{995A19FD-4E52-41C7-8512-DE18AAA68460}" dt="2023-02-20T02:30:06.205" v="1183"/>
          <ac:inkMkLst>
            <pc:docMk/>
            <pc:sldMk cId="3617175605" sldId="332"/>
            <ac:inkMk id="21" creationId="{75CBCB92-96EE-53AF-701B-10E116628698}"/>
          </ac:inkMkLst>
        </pc:inkChg>
        <pc:inkChg chg="add del mod">
          <ac:chgData name="Hasibul Islam" userId="7a1954ca182d2d6d" providerId="LiveId" clId="{995A19FD-4E52-41C7-8512-DE18AAA68460}" dt="2023-02-20T02:30:07.943" v="1186"/>
          <ac:inkMkLst>
            <pc:docMk/>
            <pc:sldMk cId="3617175605" sldId="332"/>
            <ac:inkMk id="22" creationId="{641CA52D-D456-8C47-F775-346B2F235F4C}"/>
          </ac:inkMkLst>
        </pc:inkChg>
        <pc:inkChg chg="add del mod">
          <ac:chgData name="Hasibul Islam" userId="7a1954ca182d2d6d" providerId="LiveId" clId="{995A19FD-4E52-41C7-8512-DE18AAA68460}" dt="2023-02-20T02:30:07.259" v="1185"/>
          <ac:inkMkLst>
            <pc:docMk/>
            <pc:sldMk cId="3617175605" sldId="332"/>
            <ac:inkMk id="23" creationId="{110C6B80-AC20-0212-097C-21D6B36ED26E}"/>
          </ac:inkMkLst>
        </pc:inkChg>
        <pc:inkChg chg="add del mod">
          <ac:chgData name="Hasibul Islam" userId="7a1954ca182d2d6d" providerId="LiveId" clId="{995A19FD-4E52-41C7-8512-DE18AAA68460}" dt="2023-02-20T02:30:06.847" v="1184"/>
          <ac:inkMkLst>
            <pc:docMk/>
            <pc:sldMk cId="3617175605" sldId="332"/>
            <ac:inkMk id="25" creationId="{B0BD70A1-CD5E-E967-D87E-9996D1D5D4B6}"/>
          </ac:inkMkLst>
        </pc:inkChg>
      </pc:sldChg>
      <pc:sldChg chg="addSp delSp mod">
        <pc:chgData name="Hasibul Islam" userId="7a1954ca182d2d6d" providerId="LiveId" clId="{995A19FD-4E52-41C7-8512-DE18AAA68460}" dt="2023-02-20T02:30:11.260" v="1188"/>
        <pc:sldMkLst>
          <pc:docMk/>
          <pc:sldMk cId="982539597" sldId="333"/>
        </pc:sldMkLst>
        <pc:inkChg chg="add del">
          <ac:chgData name="Hasibul Islam" userId="7a1954ca182d2d6d" providerId="LiveId" clId="{995A19FD-4E52-41C7-8512-DE18AAA68460}" dt="2023-02-20T02:30:11.260" v="1188"/>
          <ac:inkMkLst>
            <pc:docMk/>
            <pc:sldMk cId="982539597" sldId="333"/>
            <ac:inkMk id="2" creationId="{C8ED0A33-60EB-2DAC-32F9-2F3C3D813483}"/>
          </ac:inkMkLst>
        </pc:inkChg>
      </pc:sldChg>
      <pc:sldChg chg="addSp delSp mod">
        <pc:chgData name="Hasibul Islam" userId="7a1954ca182d2d6d" providerId="LiveId" clId="{995A19FD-4E52-41C7-8512-DE18AAA68460}" dt="2023-02-20T02:30:15.335" v="1189"/>
        <pc:sldMkLst>
          <pc:docMk/>
          <pc:sldMk cId="989649555" sldId="335"/>
        </pc:sldMkLst>
        <pc:inkChg chg="add del">
          <ac:chgData name="Hasibul Islam" userId="7a1954ca182d2d6d" providerId="LiveId" clId="{995A19FD-4E52-41C7-8512-DE18AAA68460}" dt="2023-02-20T02:30:15.335" v="1189"/>
          <ac:inkMkLst>
            <pc:docMk/>
            <pc:sldMk cId="989649555" sldId="335"/>
            <ac:inkMk id="2" creationId="{7961925A-5224-1C22-8242-4AF22364B586}"/>
          </ac:inkMkLst>
        </pc:inkChg>
      </pc:sldChg>
      <pc:sldChg chg="addSp delSp modSp mod">
        <pc:chgData name="Hasibul Islam" userId="7a1954ca182d2d6d" providerId="LiveId" clId="{995A19FD-4E52-41C7-8512-DE18AAA68460}" dt="2023-02-20T02:31:29.871" v="1225"/>
        <pc:sldMkLst>
          <pc:docMk/>
          <pc:sldMk cId="1298115723" sldId="337"/>
        </pc:sldMkLst>
        <pc:spChg chg="add mod">
          <ac:chgData name="Hasibul Islam" userId="7a1954ca182d2d6d" providerId="LiveId" clId="{995A19FD-4E52-41C7-8512-DE18AAA68460}" dt="2023-02-18T06:09:23.539" v="1071" actId="20577"/>
          <ac:spMkLst>
            <pc:docMk/>
            <pc:sldMk cId="1298115723" sldId="337"/>
            <ac:spMk id="23" creationId="{CBDA4CA8-3B66-4F6F-35BB-1ECD7C25BF44}"/>
          </ac:spMkLst>
        </pc:spChg>
        <pc:spChg chg="add mod">
          <ac:chgData name="Hasibul Islam" userId="7a1954ca182d2d6d" providerId="LiveId" clId="{995A19FD-4E52-41C7-8512-DE18AAA68460}" dt="2023-02-18T06:06:36.037" v="1061" actId="207"/>
          <ac:spMkLst>
            <pc:docMk/>
            <pc:sldMk cId="1298115723" sldId="337"/>
            <ac:spMk id="38" creationId="{D84A9992-FAF4-19C0-4565-D6BDEAD82732}"/>
          </ac:spMkLst>
        </pc:spChg>
        <pc:spChg chg="add mod">
          <ac:chgData name="Hasibul Islam" userId="7a1954ca182d2d6d" providerId="LiveId" clId="{995A19FD-4E52-41C7-8512-DE18AAA68460}" dt="2023-02-18T06:08:58.739" v="1068" actId="1076"/>
          <ac:spMkLst>
            <pc:docMk/>
            <pc:sldMk cId="1298115723" sldId="337"/>
            <ac:spMk id="40" creationId="{8B1F417C-0B95-A0C9-D5CF-3507B9F880FB}"/>
          </ac:spMkLst>
        </pc:spChg>
        <pc:grpChg chg="del mod">
          <ac:chgData name="Hasibul Islam" userId="7a1954ca182d2d6d" providerId="LiveId" clId="{995A19FD-4E52-41C7-8512-DE18AAA68460}" dt="2023-02-18T04:43:49.745" v="453"/>
          <ac:grpSpMkLst>
            <pc:docMk/>
            <pc:sldMk cId="1298115723" sldId="337"/>
            <ac:grpSpMk id="7" creationId="{251F6404-B2DC-04B0-F2F9-C333947E2B4D}"/>
          </ac:grpSpMkLst>
        </pc:grpChg>
        <pc:grpChg chg="del mod">
          <ac:chgData name="Hasibul Islam" userId="7a1954ca182d2d6d" providerId="LiveId" clId="{995A19FD-4E52-41C7-8512-DE18AAA68460}" dt="2023-02-18T04:43:52.315" v="456"/>
          <ac:grpSpMkLst>
            <pc:docMk/>
            <pc:sldMk cId="1298115723" sldId="337"/>
            <ac:grpSpMk id="15" creationId="{86BE9C82-DE3A-F61F-939C-14B60992559A}"/>
          </ac:grpSpMkLst>
        </pc:grpChg>
        <pc:grpChg chg="del mod">
          <ac:chgData name="Hasibul Islam" userId="7a1954ca182d2d6d" providerId="LiveId" clId="{995A19FD-4E52-41C7-8512-DE18AAA68460}" dt="2023-02-18T04:43:54.393" v="459"/>
          <ac:grpSpMkLst>
            <pc:docMk/>
            <pc:sldMk cId="1298115723" sldId="337"/>
            <ac:grpSpMk id="18" creationId="{44CFF2BE-3187-10A3-9ED8-C77633CFBE8A}"/>
          </ac:grpSpMkLst>
        </pc:grpChg>
        <pc:grpChg chg="del mod">
          <ac:chgData name="Hasibul Islam" userId="7a1954ca182d2d6d" providerId="LiveId" clId="{995A19FD-4E52-41C7-8512-DE18AAA68460}" dt="2023-02-18T04:43:54.393" v="459"/>
          <ac:grpSpMkLst>
            <pc:docMk/>
            <pc:sldMk cId="1298115723" sldId="337"/>
            <ac:grpSpMk id="21" creationId="{29DA0960-6170-1F2B-F255-B12F8E32FD65}"/>
          </ac:grpSpMkLst>
        </pc:grpChg>
        <pc:grpChg chg="del mod">
          <ac:chgData name="Hasibul Islam" userId="7a1954ca182d2d6d" providerId="LiveId" clId="{995A19FD-4E52-41C7-8512-DE18AAA68460}" dt="2023-02-20T02:31:29.871" v="1225"/>
          <ac:grpSpMkLst>
            <pc:docMk/>
            <pc:sldMk cId="1298115723" sldId="337"/>
            <ac:grpSpMk id="22" creationId="{970C242B-95E0-A60D-D1D0-8CBC4DD98785}"/>
          </ac:grpSpMkLst>
        </pc:grpChg>
        <pc:grpChg chg="del mod">
          <ac:chgData name="Hasibul Islam" userId="7a1954ca182d2d6d" providerId="LiveId" clId="{995A19FD-4E52-41C7-8512-DE18AAA68460}" dt="2023-02-18T06:05:39.868" v="1046"/>
          <ac:grpSpMkLst>
            <pc:docMk/>
            <pc:sldMk cId="1298115723" sldId="337"/>
            <ac:grpSpMk id="28" creationId="{FD6E7D68-BE4D-6F7E-8398-51533C7F2EC0}"/>
          </ac:grpSpMkLst>
        </pc:grpChg>
        <pc:grpChg chg="del mod">
          <ac:chgData name="Hasibul Islam" userId="7a1954ca182d2d6d" providerId="LiveId" clId="{995A19FD-4E52-41C7-8512-DE18AAA68460}" dt="2023-02-18T06:05:46.850" v="1049"/>
          <ac:grpSpMkLst>
            <pc:docMk/>
            <pc:sldMk cId="1298115723" sldId="337"/>
            <ac:grpSpMk id="34" creationId="{A16BD1C1-1821-2BA8-4104-F9C9A390A852}"/>
          </ac:grpSpMkLst>
        </pc:grpChg>
        <pc:inkChg chg="add del mod">
          <ac:chgData name="Hasibul Islam" userId="7a1954ca182d2d6d" providerId="LiveId" clId="{995A19FD-4E52-41C7-8512-DE18AAA68460}" dt="2023-02-18T04:47:54.625" v="539"/>
          <ac:inkMkLst>
            <pc:docMk/>
            <pc:sldMk cId="1298115723" sldId="337"/>
            <ac:inkMk id="3" creationId="{5B2E07F2-E3E5-F09B-A808-B9AF80A6CF27}"/>
          </ac:inkMkLst>
        </pc:inkChg>
        <pc:inkChg chg="add del mod">
          <ac:chgData name="Hasibul Islam" userId="7a1954ca182d2d6d" providerId="LiveId" clId="{995A19FD-4E52-41C7-8512-DE18AAA68460}" dt="2023-02-18T04:47:54.625" v="540"/>
          <ac:inkMkLst>
            <pc:docMk/>
            <pc:sldMk cId="1298115723" sldId="337"/>
            <ac:inkMk id="5" creationId="{9C5C71A6-2933-B8D7-6E58-28CA5E62FDEF}"/>
          </ac:inkMkLst>
        </pc:inkChg>
        <pc:inkChg chg="add del mod">
          <ac:chgData name="Hasibul Islam" userId="7a1954ca182d2d6d" providerId="LiveId" clId="{995A19FD-4E52-41C7-8512-DE18AAA68460}" dt="2023-02-18T04:47:55.415" v="541"/>
          <ac:inkMkLst>
            <pc:docMk/>
            <pc:sldMk cId="1298115723" sldId="337"/>
            <ac:inkMk id="6" creationId="{356C5D0D-98A3-28E9-8FA5-C2E4B7B9ED3E}"/>
          </ac:inkMkLst>
        </pc:inkChg>
        <pc:inkChg chg="add del mod">
          <ac:chgData name="Hasibul Islam" userId="7a1954ca182d2d6d" providerId="LiveId" clId="{995A19FD-4E52-41C7-8512-DE18AAA68460}" dt="2023-02-18T04:47:57.525" v="543"/>
          <ac:inkMkLst>
            <pc:docMk/>
            <pc:sldMk cId="1298115723" sldId="337"/>
            <ac:inkMk id="11" creationId="{CDC9912C-510D-AA32-3A5D-F82132CC4837}"/>
          </ac:inkMkLst>
        </pc:inkChg>
        <pc:inkChg chg="add del mod">
          <ac:chgData name="Hasibul Islam" userId="7a1954ca182d2d6d" providerId="LiveId" clId="{995A19FD-4E52-41C7-8512-DE18AAA68460}" dt="2023-02-18T04:47:56.117" v="542"/>
          <ac:inkMkLst>
            <pc:docMk/>
            <pc:sldMk cId="1298115723" sldId="337"/>
            <ac:inkMk id="12" creationId="{0A1BE7CF-D6FA-C857-412B-4EB8788A5D7F}"/>
          </ac:inkMkLst>
        </pc:inkChg>
        <pc:inkChg chg="add del mod">
          <ac:chgData name="Hasibul Islam" userId="7a1954ca182d2d6d" providerId="LiveId" clId="{995A19FD-4E52-41C7-8512-DE18AAA68460}" dt="2023-02-18T04:47:58.304" v="544"/>
          <ac:inkMkLst>
            <pc:docMk/>
            <pc:sldMk cId="1298115723" sldId="337"/>
            <ac:inkMk id="13" creationId="{0498B417-D0FF-815A-7821-65C3AEA929FF}"/>
          </ac:inkMkLst>
        </pc:inkChg>
        <pc:inkChg chg="add del mod">
          <ac:chgData name="Hasibul Islam" userId="7a1954ca182d2d6d" providerId="LiveId" clId="{995A19FD-4E52-41C7-8512-DE18AAA68460}" dt="2023-02-18T04:47:58.921" v="545"/>
          <ac:inkMkLst>
            <pc:docMk/>
            <pc:sldMk cId="1298115723" sldId="337"/>
            <ac:inkMk id="14" creationId="{8D8510C7-B6C7-2430-CBB6-F720729BAA0F}"/>
          </ac:inkMkLst>
        </pc:inkChg>
        <pc:inkChg chg="add del mod">
          <ac:chgData name="Hasibul Islam" userId="7a1954ca182d2d6d" providerId="LiveId" clId="{995A19FD-4E52-41C7-8512-DE18AAA68460}" dt="2023-02-18T04:47:59.644" v="546"/>
          <ac:inkMkLst>
            <pc:docMk/>
            <pc:sldMk cId="1298115723" sldId="337"/>
            <ac:inkMk id="16" creationId="{18923EFE-EBBA-C366-05B8-5D9701C8E74C}"/>
          </ac:inkMkLst>
        </pc:inkChg>
        <pc:inkChg chg="add del mod">
          <ac:chgData name="Hasibul Islam" userId="7a1954ca182d2d6d" providerId="LiveId" clId="{995A19FD-4E52-41C7-8512-DE18AAA68460}" dt="2023-02-20T02:31:29.871" v="1225"/>
          <ac:inkMkLst>
            <pc:docMk/>
            <pc:sldMk cId="1298115723" sldId="337"/>
            <ac:inkMk id="17" creationId="{644D3A1C-66EF-8840-B101-B7281617CD07}"/>
          </ac:inkMkLst>
        </pc:inkChg>
        <pc:inkChg chg="add mod">
          <ac:chgData name="Hasibul Islam" userId="7a1954ca182d2d6d" providerId="LiveId" clId="{995A19FD-4E52-41C7-8512-DE18AAA68460}" dt="2023-02-20T02:31:29.871" v="1225"/>
          <ac:inkMkLst>
            <pc:docMk/>
            <pc:sldMk cId="1298115723" sldId="337"/>
            <ac:inkMk id="19" creationId="{AD005292-4E79-7685-1699-5D2D91AA0DC5}"/>
          </ac:inkMkLst>
        </pc:inkChg>
        <pc:inkChg chg="add del mod">
          <ac:chgData name="Hasibul Islam" userId="7a1954ca182d2d6d" providerId="LiveId" clId="{995A19FD-4E52-41C7-8512-DE18AAA68460}" dt="2023-02-20T02:31:29.870" v="1224"/>
          <ac:inkMkLst>
            <pc:docMk/>
            <pc:sldMk cId="1298115723" sldId="337"/>
            <ac:inkMk id="20" creationId="{8A688C01-83BA-4CC6-4EED-0B31FEE5DA83}"/>
          </ac:inkMkLst>
        </pc:inkChg>
        <pc:inkChg chg="add del">
          <ac:chgData name="Hasibul Islam" userId="7a1954ca182d2d6d" providerId="LiveId" clId="{995A19FD-4E52-41C7-8512-DE18AAA68460}" dt="2023-02-18T04:47:20.667" v="532" actId="478"/>
          <ac:inkMkLst>
            <pc:docMk/>
            <pc:sldMk cId="1298115723" sldId="337"/>
            <ac:inkMk id="24" creationId="{6F5788D7-C312-C89F-6E23-8F8D2F8F0FA8}"/>
          </ac:inkMkLst>
        </pc:inkChg>
        <pc:inkChg chg="add del mod">
          <ac:chgData name="Hasibul Islam" userId="7a1954ca182d2d6d" providerId="LiveId" clId="{995A19FD-4E52-41C7-8512-DE18AAA68460}" dt="2023-02-18T06:05:38.384" v="1045"/>
          <ac:inkMkLst>
            <pc:docMk/>
            <pc:sldMk cId="1298115723" sldId="337"/>
            <ac:inkMk id="25" creationId="{1B08BBF6-EE67-F987-CEC6-66B53A505395}"/>
          </ac:inkMkLst>
        </pc:inkChg>
        <pc:inkChg chg="add del mod">
          <ac:chgData name="Hasibul Islam" userId="7a1954ca182d2d6d" providerId="LiveId" clId="{995A19FD-4E52-41C7-8512-DE18AAA68460}" dt="2023-02-18T06:05:39.868" v="1046"/>
          <ac:inkMkLst>
            <pc:docMk/>
            <pc:sldMk cId="1298115723" sldId="337"/>
            <ac:inkMk id="26" creationId="{71F3E13C-CFCB-A3F2-687D-683ADF3497E0}"/>
          </ac:inkMkLst>
        </pc:inkChg>
        <pc:inkChg chg="add mod">
          <ac:chgData name="Hasibul Islam" userId="7a1954ca182d2d6d" providerId="LiveId" clId="{995A19FD-4E52-41C7-8512-DE18AAA68460}" dt="2023-02-18T06:05:39.868" v="1046"/>
          <ac:inkMkLst>
            <pc:docMk/>
            <pc:sldMk cId="1298115723" sldId="337"/>
            <ac:inkMk id="27" creationId="{EF04EE7D-1745-045C-AABF-625DE0D91522}"/>
          </ac:inkMkLst>
        </pc:inkChg>
        <pc:inkChg chg="add">
          <ac:chgData name="Hasibul Islam" userId="7a1954ca182d2d6d" providerId="LiveId" clId="{995A19FD-4E52-41C7-8512-DE18AAA68460}" dt="2023-02-18T04:45:44.639" v="492" actId="9405"/>
          <ac:inkMkLst>
            <pc:docMk/>
            <pc:sldMk cId="1298115723" sldId="337"/>
            <ac:inkMk id="29" creationId="{F8629C6E-B4AA-3C72-C75E-2F65A434760C}"/>
          </ac:inkMkLst>
        </pc:inkChg>
        <pc:inkChg chg="add del mod">
          <ac:chgData name="Hasibul Islam" userId="7a1954ca182d2d6d" providerId="LiveId" clId="{995A19FD-4E52-41C7-8512-DE18AAA68460}" dt="2023-02-18T06:05:45.878" v="1048"/>
          <ac:inkMkLst>
            <pc:docMk/>
            <pc:sldMk cId="1298115723" sldId="337"/>
            <ac:inkMk id="30" creationId="{90389105-2B55-0D40-3253-3539474DA650}"/>
          </ac:inkMkLst>
        </pc:inkChg>
        <pc:inkChg chg="add del mod">
          <ac:chgData name="Hasibul Islam" userId="7a1954ca182d2d6d" providerId="LiveId" clId="{995A19FD-4E52-41C7-8512-DE18AAA68460}" dt="2023-02-18T06:05:48.074" v="1050"/>
          <ac:inkMkLst>
            <pc:docMk/>
            <pc:sldMk cId="1298115723" sldId="337"/>
            <ac:inkMk id="31" creationId="{7D73C951-D9E1-DA9C-24EE-B7F916A1DC23}"/>
          </ac:inkMkLst>
        </pc:inkChg>
        <pc:inkChg chg="add del mod">
          <ac:chgData name="Hasibul Islam" userId="7a1954ca182d2d6d" providerId="LiveId" clId="{995A19FD-4E52-41C7-8512-DE18AAA68460}" dt="2023-02-18T06:05:44.791" v="1047"/>
          <ac:inkMkLst>
            <pc:docMk/>
            <pc:sldMk cId="1298115723" sldId="337"/>
            <ac:inkMk id="32" creationId="{5A7E736E-5F37-3DDF-7E0A-10AAD4C9CB24}"/>
          </ac:inkMkLst>
        </pc:inkChg>
        <pc:inkChg chg="add del mod">
          <ac:chgData name="Hasibul Islam" userId="7a1954ca182d2d6d" providerId="LiveId" clId="{995A19FD-4E52-41C7-8512-DE18AAA68460}" dt="2023-02-18T06:05:46.850" v="1049"/>
          <ac:inkMkLst>
            <pc:docMk/>
            <pc:sldMk cId="1298115723" sldId="337"/>
            <ac:inkMk id="33" creationId="{615182C6-CB78-B463-D5EE-112E26B04901}"/>
          </ac:inkMkLst>
        </pc:inkChg>
        <pc:inkChg chg="add">
          <ac:chgData name="Hasibul Islam" userId="7a1954ca182d2d6d" providerId="LiveId" clId="{995A19FD-4E52-41C7-8512-DE18AAA68460}" dt="2023-02-18T04:47:51.056" v="538" actId="9405"/>
          <ac:inkMkLst>
            <pc:docMk/>
            <pc:sldMk cId="1298115723" sldId="337"/>
            <ac:inkMk id="35" creationId="{42D3F394-4770-2C2A-3289-4D5F6687A052}"/>
          </ac:inkMkLst>
        </pc:inkChg>
        <pc:inkChg chg="add del">
          <ac:chgData name="Hasibul Islam" userId="7a1954ca182d2d6d" providerId="LiveId" clId="{995A19FD-4E52-41C7-8512-DE18AAA68460}" dt="2023-02-20T02:31:00.178" v="1222"/>
          <ac:inkMkLst>
            <pc:docMk/>
            <pc:sldMk cId="1298115723" sldId="337"/>
            <ac:inkMk id="36" creationId="{B7D4F2A9-13B2-E7D7-9518-5B8F7B6E63B9}"/>
          </ac:inkMkLst>
        </pc:inkChg>
        <pc:inkChg chg="add del">
          <ac:chgData name="Hasibul Islam" userId="7a1954ca182d2d6d" providerId="LiveId" clId="{995A19FD-4E52-41C7-8512-DE18AAA68460}" dt="2023-02-20T02:31:01.321" v="1223"/>
          <ac:inkMkLst>
            <pc:docMk/>
            <pc:sldMk cId="1298115723" sldId="337"/>
            <ac:inkMk id="37" creationId="{6D728AF0-3775-0ECB-56E0-3F74EC4DBF1F}"/>
          </ac:inkMkLst>
        </pc:inkChg>
        <pc:inkChg chg="add del">
          <ac:chgData name="Hasibul Islam" userId="7a1954ca182d2d6d" providerId="LiveId" clId="{995A19FD-4E52-41C7-8512-DE18AAA68460}" dt="2023-02-20T02:30:58.917" v="1221"/>
          <ac:inkMkLst>
            <pc:docMk/>
            <pc:sldMk cId="1298115723" sldId="337"/>
            <ac:inkMk id="39" creationId="{623EEF2D-19E5-256F-ABC3-255A0BE2FA93}"/>
          </ac:inkMkLst>
        </pc:inkChg>
      </pc:sldChg>
      <pc:sldChg chg="addSp delSp modSp mod">
        <pc:chgData name="Hasibul Islam" userId="7a1954ca182d2d6d" providerId="LiveId" clId="{995A19FD-4E52-41C7-8512-DE18AAA68460}" dt="2023-02-20T02:30:53.728" v="1220"/>
        <pc:sldMkLst>
          <pc:docMk/>
          <pc:sldMk cId="3746157313" sldId="340"/>
        </pc:sldMkLst>
        <pc:grpChg chg="del mod">
          <ac:chgData name="Hasibul Islam" userId="7a1954ca182d2d6d" providerId="LiveId" clId="{995A19FD-4E52-41C7-8512-DE18AAA68460}" dt="2023-02-18T04:42:07.274" v="416"/>
          <ac:grpSpMkLst>
            <pc:docMk/>
            <pc:sldMk cId="3746157313" sldId="340"/>
            <ac:grpSpMk id="11" creationId="{F41D1DE6-0689-5416-326D-FC303C84EFA6}"/>
          </ac:grpSpMkLst>
        </pc:grpChg>
        <pc:grpChg chg="del mod">
          <ac:chgData name="Hasibul Islam" userId="7a1954ca182d2d6d" providerId="LiveId" clId="{995A19FD-4E52-41C7-8512-DE18AAA68460}" dt="2023-02-18T04:42:27.067" v="424"/>
          <ac:grpSpMkLst>
            <pc:docMk/>
            <pc:sldMk cId="3746157313" sldId="340"/>
            <ac:grpSpMk id="16" creationId="{913BB357-4AC3-DCDC-B7E0-AC81B42F1E0A}"/>
          </ac:grpSpMkLst>
        </pc:grpChg>
        <pc:grpChg chg="del mod">
          <ac:chgData name="Hasibul Islam" userId="7a1954ca182d2d6d" providerId="LiveId" clId="{995A19FD-4E52-41C7-8512-DE18AAA68460}" dt="2023-02-18T04:42:30.296" v="427"/>
          <ac:grpSpMkLst>
            <pc:docMk/>
            <pc:sldMk cId="3746157313" sldId="340"/>
            <ac:grpSpMk id="19" creationId="{4D96B3A5-77DC-1FA6-19DB-B9F0932EAB63}"/>
          </ac:grpSpMkLst>
        </pc:grpChg>
        <pc:grpChg chg="del mod">
          <ac:chgData name="Hasibul Islam" userId="7a1954ca182d2d6d" providerId="LiveId" clId="{995A19FD-4E52-41C7-8512-DE18AAA68460}" dt="2023-02-18T04:42:32.035" v="429"/>
          <ac:grpSpMkLst>
            <pc:docMk/>
            <pc:sldMk cId="3746157313" sldId="340"/>
            <ac:grpSpMk id="22" creationId="{C6FF851A-FA4A-047C-7E29-F6F3D8C8ABBA}"/>
          </ac:grpSpMkLst>
        </pc:grpChg>
        <pc:grpChg chg="del mod">
          <ac:chgData name="Hasibul Islam" userId="7a1954ca182d2d6d" providerId="LiveId" clId="{995A19FD-4E52-41C7-8512-DE18AAA68460}" dt="2023-02-18T04:42:32.983" v="431"/>
          <ac:grpSpMkLst>
            <pc:docMk/>
            <pc:sldMk cId="3746157313" sldId="340"/>
            <ac:grpSpMk id="24" creationId="{252A761A-D7E0-E3DB-D60E-3F635D1E5749}"/>
          </ac:grpSpMkLst>
        </pc:grpChg>
        <pc:grpChg chg="del mod">
          <ac:chgData name="Hasibul Islam" userId="7a1954ca182d2d6d" providerId="LiveId" clId="{995A19FD-4E52-41C7-8512-DE18AAA68460}" dt="2023-02-18T04:42:35.396" v="434"/>
          <ac:grpSpMkLst>
            <pc:docMk/>
            <pc:sldMk cId="3746157313" sldId="340"/>
            <ac:grpSpMk id="26" creationId="{183A27A9-5636-70E3-D7AA-E98BD77067C6}"/>
          </ac:grpSpMkLst>
        </pc:grpChg>
        <pc:grpChg chg="del mod">
          <ac:chgData name="Hasibul Islam" userId="7a1954ca182d2d6d" providerId="LiveId" clId="{995A19FD-4E52-41C7-8512-DE18AAA68460}" dt="2023-02-20T02:30:53.227" v="1219"/>
          <ac:grpSpMkLst>
            <pc:docMk/>
            <pc:sldMk cId="3746157313" sldId="340"/>
            <ac:grpSpMk id="29" creationId="{A983C515-3EDC-B786-C9E4-682F2849FDC5}"/>
          </ac:grpSpMkLst>
        </pc:grpChg>
        <pc:grpChg chg="del mod">
          <ac:chgData name="Hasibul Islam" userId="7a1954ca182d2d6d" providerId="LiveId" clId="{995A19FD-4E52-41C7-8512-DE18AAA68460}" dt="2023-02-18T04:42:51.572" v="439"/>
          <ac:grpSpMkLst>
            <pc:docMk/>
            <pc:sldMk cId="3746157313" sldId="340"/>
            <ac:grpSpMk id="32" creationId="{4F75289C-AE78-4A7B-F6D9-9E7640D94E43}"/>
          </ac:grpSpMkLst>
        </pc:grpChg>
        <pc:grpChg chg="del mod">
          <ac:chgData name="Hasibul Islam" userId="7a1954ca182d2d6d" providerId="LiveId" clId="{995A19FD-4E52-41C7-8512-DE18AAA68460}" dt="2023-02-18T04:42:57.278" v="444"/>
          <ac:grpSpMkLst>
            <pc:docMk/>
            <pc:sldMk cId="3746157313" sldId="340"/>
            <ac:grpSpMk id="34" creationId="{7E331D3E-BC04-6925-15A0-D79E78A326F4}"/>
          </ac:grpSpMkLst>
        </pc:grpChg>
        <pc:grpChg chg="del mod">
          <ac:chgData name="Hasibul Islam" userId="7a1954ca182d2d6d" providerId="LiveId" clId="{995A19FD-4E52-41C7-8512-DE18AAA68460}" dt="2023-02-20T02:30:51.431" v="1217"/>
          <ac:grpSpMkLst>
            <pc:docMk/>
            <pc:sldMk cId="3746157313" sldId="340"/>
            <ac:grpSpMk id="39" creationId="{81A420EF-81BD-0202-7B83-4A8400488506}"/>
          </ac:grpSpMkLst>
        </pc:grpChg>
        <pc:inkChg chg="add del mod">
          <ac:chgData name="Hasibul Islam" userId="7a1954ca182d2d6d" providerId="LiveId" clId="{995A19FD-4E52-41C7-8512-DE18AAA68460}" dt="2023-02-20T02:30:41.497" v="1202"/>
          <ac:inkMkLst>
            <pc:docMk/>
            <pc:sldMk cId="3746157313" sldId="340"/>
            <ac:inkMk id="2" creationId="{B3C7B366-12E3-D75B-40A9-8F0917029627}"/>
          </ac:inkMkLst>
        </pc:inkChg>
        <pc:inkChg chg="add del mod">
          <ac:chgData name="Hasibul Islam" userId="7a1954ca182d2d6d" providerId="LiveId" clId="{995A19FD-4E52-41C7-8512-DE18AAA68460}" dt="2023-02-20T02:30:41.053" v="1201"/>
          <ac:inkMkLst>
            <pc:docMk/>
            <pc:sldMk cId="3746157313" sldId="340"/>
            <ac:inkMk id="3" creationId="{E49A8663-01A1-871E-A1AB-9563B53E25CE}"/>
          </ac:inkMkLst>
        </pc:inkChg>
        <pc:inkChg chg="add del">
          <ac:chgData name="Hasibul Islam" userId="7a1954ca182d2d6d" providerId="LiveId" clId="{995A19FD-4E52-41C7-8512-DE18AAA68460}" dt="2023-02-20T02:30:40.014" v="1200"/>
          <ac:inkMkLst>
            <pc:docMk/>
            <pc:sldMk cId="3746157313" sldId="340"/>
            <ac:inkMk id="5" creationId="{B3066324-580A-8166-A114-374D8C2DA71D}"/>
          </ac:inkMkLst>
        </pc:inkChg>
        <pc:inkChg chg="add del mod">
          <ac:chgData name="Hasibul Islam" userId="7a1954ca182d2d6d" providerId="LiveId" clId="{995A19FD-4E52-41C7-8512-DE18AAA68460}" dt="2023-02-20T02:30:39.137" v="1199"/>
          <ac:inkMkLst>
            <pc:docMk/>
            <pc:sldMk cId="3746157313" sldId="340"/>
            <ac:inkMk id="6" creationId="{85AD6F19-7CA5-D2C4-7902-E30524DEFB45}"/>
          </ac:inkMkLst>
        </pc:inkChg>
        <pc:inkChg chg="add del mod">
          <ac:chgData name="Hasibul Islam" userId="7a1954ca182d2d6d" providerId="LiveId" clId="{995A19FD-4E52-41C7-8512-DE18AAA68460}" dt="2023-02-18T04:42:07.274" v="416"/>
          <ac:inkMkLst>
            <pc:docMk/>
            <pc:sldMk cId="3746157313" sldId="340"/>
            <ac:inkMk id="7" creationId="{BA270668-AC2A-F4CF-288F-720DC7543B13}"/>
          </ac:inkMkLst>
        </pc:inkChg>
        <pc:inkChg chg="add del">
          <ac:chgData name="Hasibul Islam" userId="7a1954ca182d2d6d" providerId="LiveId" clId="{995A19FD-4E52-41C7-8512-DE18AAA68460}" dt="2023-02-20T02:30:38.752" v="1198"/>
          <ac:inkMkLst>
            <pc:docMk/>
            <pc:sldMk cId="3746157313" sldId="340"/>
            <ac:inkMk id="12" creationId="{96FFC899-BFE3-72E3-FBEC-B760A75D0E75}"/>
          </ac:inkMkLst>
        </pc:inkChg>
        <pc:inkChg chg="add del">
          <ac:chgData name="Hasibul Islam" userId="7a1954ca182d2d6d" providerId="LiveId" clId="{995A19FD-4E52-41C7-8512-DE18AAA68460}" dt="2023-02-20T02:30:42.439" v="1204"/>
          <ac:inkMkLst>
            <pc:docMk/>
            <pc:sldMk cId="3746157313" sldId="340"/>
            <ac:inkMk id="13" creationId="{6B990133-AD08-7A74-837B-67C60736A44A}"/>
          </ac:inkMkLst>
        </pc:inkChg>
        <pc:inkChg chg="add del mod">
          <ac:chgData name="Hasibul Islam" userId="7a1954ca182d2d6d" providerId="LiveId" clId="{995A19FD-4E52-41C7-8512-DE18AAA68460}" dt="2023-02-20T02:30:41.963" v="1203"/>
          <ac:inkMkLst>
            <pc:docMk/>
            <pc:sldMk cId="3746157313" sldId="340"/>
            <ac:inkMk id="14" creationId="{E1991D06-F0CA-EDFB-E88F-0A4A04D27F86}"/>
          </ac:inkMkLst>
        </pc:inkChg>
        <pc:inkChg chg="add del mod">
          <ac:chgData name="Hasibul Islam" userId="7a1954ca182d2d6d" providerId="LiveId" clId="{995A19FD-4E52-41C7-8512-DE18AAA68460}" dt="2023-02-20T02:30:48.803" v="1211"/>
          <ac:inkMkLst>
            <pc:docMk/>
            <pc:sldMk cId="3746157313" sldId="340"/>
            <ac:inkMk id="15" creationId="{CFAD8676-D771-87BE-A94C-CFC74B4709CA}"/>
          </ac:inkMkLst>
        </pc:inkChg>
        <pc:inkChg chg="add del mod">
          <ac:chgData name="Hasibul Islam" userId="7a1954ca182d2d6d" providerId="LiveId" clId="{995A19FD-4E52-41C7-8512-DE18AAA68460}" dt="2023-02-20T02:30:46.372" v="1205"/>
          <ac:inkMkLst>
            <pc:docMk/>
            <pc:sldMk cId="3746157313" sldId="340"/>
            <ac:inkMk id="17" creationId="{3738C957-DDAF-2DBE-2A73-722B00EAA05A}"/>
          </ac:inkMkLst>
        </pc:inkChg>
        <pc:inkChg chg="add del mod">
          <ac:chgData name="Hasibul Islam" userId="7a1954ca182d2d6d" providerId="LiveId" clId="{995A19FD-4E52-41C7-8512-DE18AAA68460}" dt="2023-02-20T02:30:46.373" v="1206"/>
          <ac:inkMkLst>
            <pc:docMk/>
            <pc:sldMk cId="3746157313" sldId="340"/>
            <ac:inkMk id="18" creationId="{FD2D37C8-7085-89B1-D4BB-021995342448}"/>
          </ac:inkMkLst>
        </pc:inkChg>
        <pc:inkChg chg="add del mod">
          <ac:chgData name="Hasibul Islam" userId="7a1954ca182d2d6d" providerId="LiveId" clId="{995A19FD-4E52-41C7-8512-DE18AAA68460}" dt="2023-02-20T02:30:47.154" v="1207"/>
          <ac:inkMkLst>
            <pc:docMk/>
            <pc:sldMk cId="3746157313" sldId="340"/>
            <ac:inkMk id="20" creationId="{A4AB0A92-FB8A-2D36-D8ED-A706AE798C7C}"/>
          </ac:inkMkLst>
        </pc:inkChg>
        <pc:inkChg chg="add del mod">
          <ac:chgData name="Hasibul Islam" userId="7a1954ca182d2d6d" providerId="LiveId" clId="{995A19FD-4E52-41C7-8512-DE18AAA68460}" dt="2023-02-20T02:30:47.155" v="1208"/>
          <ac:inkMkLst>
            <pc:docMk/>
            <pc:sldMk cId="3746157313" sldId="340"/>
            <ac:inkMk id="21" creationId="{D6D95478-04B4-115D-0C2E-0AED3F00A64F}"/>
          </ac:inkMkLst>
        </pc:inkChg>
        <pc:inkChg chg="add del mod">
          <ac:chgData name="Hasibul Islam" userId="7a1954ca182d2d6d" providerId="LiveId" clId="{995A19FD-4E52-41C7-8512-DE18AAA68460}" dt="2023-02-20T02:30:47.574" v="1209"/>
          <ac:inkMkLst>
            <pc:docMk/>
            <pc:sldMk cId="3746157313" sldId="340"/>
            <ac:inkMk id="23" creationId="{CC6B00B7-0883-A1AE-A7D5-14C1EB519C4B}"/>
          </ac:inkMkLst>
        </pc:inkChg>
        <pc:inkChg chg="add del mod">
          <ac:chgData name="Hasibul Islam" userId="7a1954ca182d2d6d" providerId="LiveId" clId="{995A19FD-4E52-41C7-8512-DE18AAA68460}" dt="2023-02-20T02:30:47.987" v="1210"/>
          <ac:inkMkLst>
            <pc:docMk/>
            <pc:sldMk cId="3746157313" sldId="340"/>
            <ac:inkMk id="25" creationId="{23FD988C-C069-07D1-AB1D-1604982D18D8}"/>
          </ac:inkMkLst>
        </pc:inkChg>
        <pc:inkChg chg="add del mod">
          <ac:chgData name="Hasibul Islam" userId="7a1954ca182d2d6d" providerId="LiveId" clId="{995A19FD-4E52-41C7-8512-DE18AAA68460}" dt="2023-02-20T02:30:53.728" v="1220"/>
          <ac:inkMkLst>
            <pc:docMk/>
            <pc:sldMk cId="3746157313" sldId="340"/>
            <ac:inkMk id="27" creationId="{D8DC7A48-0A9F-F8EC-21DF-E8EDDF4AD84E}"/>
          </ac:inkMkLst>
        </pc:inkChg>
        <pc:inkChg chg="add del mod">
          <ac:chgData name="Hasibul Islam" userId="7a1954ca182d2d6d" providerId="LiveId" clId="{995A19FD-4E52-41C7-8512-DE18AAA68460}" dt="2023-02-20T02:30:53.227" v="1219"/>
          <ac:inkMkLst>
            <pc:docMk/>
            <pc:sldMk cId="3746157313" sldId="340"/>
            <ac:inkMk id="28" creationId="{D99FE9FC-75F8-CCAD-A695-09986043573C}"/>
          </ac:inkMkLst>
        </pc:inkChg>
        <pc:inkChg chg="add del mod">
          <ac:chgData name="Hasibul Islam" userId="7a1954ca182d2d6d" providerId="LiveId" clId="{995A19FD-4E52-41C7-8512-DE18AAA68460}" dt="2023-02-20T02:30:50.376" v="1213"/>
          <ac:inkMkLst>
            <pc:docMk/>
            <pc:sldMk cId="3746157313" sldId="340"/>
            <ac:inkMk id="30" creationId="{5B965692-ADEB-7BD9-C29E-1E9B322361CC}"/>
          </ac:inkMkLst>
        </pc:inkChg>
        <pc:inkChg chg="add del mod">
          <ac:chgData name="Hasibul Islam" userId="7a1954ca182d2d6d" providerId="LiveId" clId="{995A19FD-4E52-41C7-8512-DE18AAA68460}" dt="2023-02-20T02:30:50.984" v="1214"/>
          <ac:inkMkLst>
            <pc:docMk/>
            <pc:sldMk cId="3746157313" sldId="340"/>
            <ac:inkMk id="31" creationId="{09E64158-C8CA-9ECD-E487-4F5A7E9F7081}"/>
          </ac:inkMkLst>
        </pc:inkChg>
        <pc:inkChg chg="add del mod">
          <ac:chgData name="Hasibul Islam" userId="7a1954ca182d2d6d" providerId="LiveId" clId="{995A19FD-4E52-41C7-8512-DE18AAA68460}" dt="2023-02-20T02:30:49.660" v="1212"/>
          <ac:inkMkLst>
            <pc:docMk/>
            <pc:sldMk cId="3746157313" sldId="340"/>
            <ac:inkMk id="33" creationId="{DA6C2AC4-344E-EFD1-7903-457F5D00C35D}"/>
          </ac:inkMkLst>
        </pc:inkChg>
        <pc:inkChg chg="add del mod">
          <ac:chgData name="Hasibul Islam" userId="7a1954ca182d2d6d" providerId="LiveId" clId="{995A19FD-4E52-41C7-8512-DE18AAA68460}" dt="2023-02-20T02:30:50.985" v="1215"/>
          <ac:inkMkLst>
            <pc:docMk/>
            <pc:sldMk cId="3746157313" sldId="340"/>
            <ac:inkMk id="35" creationId="{46C91FCE-0DF2-474B-899B-5E90634ABE0E}"/>
          </ac:inkMkLst>
        </pc:inkChg>
        <pc:inkChg chg="add del mod">
          <ac:chgData name="Hasibul Islam" userId="7a1954ca182d2d6d" providerId="LiveId" clId="{995A19FD-4E52-41C7-8512-DE18AAA68460}" dt="2023-02-20T02:30:51.431" v="1217"/>
          <ac:inkMkLst>
            <pc:docMk/>
            <pc:sldMk cId="3746157313" sldId="340"/>
            <ac:inkMk id="36" creationId="{0536538C-263A-52DA-88A9-531F193D29F6}"/>
          </ac:inkMkLst>
        </pc:inkChg>
        <pc:inkChg chg="add del mod">
          <ac:chgData name="Hasibul Islam" userId="7a1954ca182d2d6d" providerId="LiveId" clId="{995A19FD-4E52-41C7-8512-DE18AAA68460}" dt="2023-02-20T02:30:51.431" v="1216"/>
          <ac:inkMkLst>
            <pc:docMk/>
            <pc:sldMk cId="3746157313" sldId="340"/>
            <ac:inkMk id="37" creationId="{6AEED3D6-A7ED-8B47-8C19-B4E8274246E5}"/>
          </ac:inkMkLst>
        </pc:inkChg>
        <pc:inkChg chg="add del mod">
          <ac:chgData name="Hasibul Islam" userId="7a1954ca182d2d6d" providerId="LiveId" clId="{995A19FD-4E52-41C7-8512-DE18AAA68460}" dt="2023-02-20T02:30:52.134" v="1218"/>
          <ac:inkMkLst>
            <pc:docMk/>
            <pc:sldMk cId="3746157313" sldId="340"/>
            <ac:inkMk id="38" creationId="{C711E41E-C443-A282-1148-073AF56D4C61}"/>
          </ac:inkMkLst>
        </pc:inkChg>
      </pc:sldChg>
      <pc:sldChg chg="addSp mod">
        <pc:chgData name="Hasibul Islam" userId="7a1954ca182d2d6d" providerId="LiveId" clId="{995A19FD-4E52-41C7-8512-DE18AAA68460}" dt="2023-03-03T09:10:32.113" v="1340" actId="9405"/>
        <pc:sldMkLst>
          <pc:docMk/>
          <pc:sldMk cId="1644041687" sldId="343"/>
        </pc:sldMkLst>
        <pc:inkChg chg="add">
          <ac:chgData name="Hasibul Islam" userId="7a1954ca182d2d6d" providerId="LiveId" clId="{995A19FD-4E52-41C7-8512-DE18AAA68460}" dt="2023-03-03T09:10:28.092" v="1339" actId="9405"/>
          <ac:inkMkLst>
            <pc:docMk/>
            <pc:sldMk cId="1644041687" sldId="343"/>
            <ac:inkMk id="2" creationId="{80335142-3218-D3E5-8DC7-B9BA0AC0CA90}"/>
          </ac:inkMkLst>
        </pc:inkChg>
        <pc:inkChg chg="add">
          <ac:chgData name="Hasibul Islam" userId="7a1954ca182d2d6d" providerId="LiveId" clId="{995A19FD-4E52-41C7-8512-DE18AAA68460}" dt="2023-03-03T09:10:32.113" v="1340" actId="9405"/>
          <ac:inkMkLst>
            <pc:docMk/>
            <pc:sldMk cId="1644041687" sldId="343"/>
            <ac:inkMk id="7" creationId="{0C37F6AC-B1FF-6632-0509-CBDC04A0B77B}"/>
          </ac:inkMkLst>
        </pc:inkChg>
      </pc:sldChg>
      <pc:sldChg chg="addSp delSp modSp mod">
        <pc:chgData name="Hasibul Islam" userId="7a1954ca182d2d6d" providerId="LiveId" clId="{995A19FD-4E52-41C7-8512-DE18AAA68460}" dt="2023-02-20T02:31:43.358" v="1228"/>
        <pc:sldMkLst>
          <pc:docMk/>
          <pc:sldMk cId="246321618" sldId="345"/>
        </pc:sldMkLst>
        <pc:grpChg chg="del mod">
          <ac:chgData name="Hasibul Islam" userId="7a1954ca182d2d6d" providerId="LiveId" clId="{995A19FD-4E52-41C7-8512-DE18AAA68460}" dt="2023-02-20T02:31:42.202" v="1226"/>
          <ac:grpSpMkLst>
            <pc:docMk/>
            <pc:sldMk cId="246321618" sldId="345"/>
            <ac:grpSpMk id="6" creationId="{9CFE39E3-66E8-0D0B-8804-C562E1386DE9}"/>
          </ac:grpSpMkLst>
        </pc:grpChg>
        <pc:inkChg chg="add del mod">
          <ac:chgData name="Hasibul Islam" userId="7a1954ca182d2d6d" providerId="LiveId" clId="{995A19FD-4E52-41C7-8512-DE18AAA68460}" dt="2023-02-20T02:31:42.202" v="1226"/>
          <ac:inkMkLst>
            <pc:docMk/>
            <pc:sldMk cId="246321618" sldId="345"/>
            <ac:inkMk id="3" creationId="{5432FAB9-2BC8-CA61-F686-3AF697786589}"/>
          </ac:inkMkLst>
        </pc:inkChg>
        <pc:inkChg chg="add del mod">
          <ac:chgData name="Hasibul Islam" userId="7a1954ca182d2d6d" providerId="LiveId" clId="{995A19FD-4E52-41C7-8512-DE18AAA68460}" dt="2023-02-20T02:31:43.358" v="1228"/>
          <ac:inkMkLst>
            <pc:docMk/>
            <pc:sldMk cId="246321618" sldId="345"/>
            <ac:inkMk id="5" creationId="{07412C11-7408-8B94-7838-E75320FAF3E2}"/>
          </ac:inkMkLst>
        </pc:inkChg>
        <pc:inkChg chg="add del">
          <ac:chgData name="Hasibul Islam" userId="7a1954ca182d2d6d" providerId="LiveId" clId="{995A19FD-4E52-41C7-8512-DE18AAA68460}" dt="2023-02-20T02:31:42.662" v="1227"/>
          <ac:inkMkLst>
            <pc:docMk/>
            <pc:sldMk cId="246321618" sldId="345"/>
            <ac:inkMk id="7" creationId="{9A73EAB5-8472-BE64-3719-23848BCF37A2}"/>
          </ac:inkMkLst>
        </pc:inkChg>
      </pc:sldChg>
      <pc:sldChg chg="addSp delSp modSp mod">
        <pc:chgData name="Hasibul Islam" userId="7a1954ca182d2d6d" providerId="LiveId" clId="{995A19FD-4E52-41C7-8512-DE18AAA68460}" dt="2023-02-20T02:32:04.228" v="1253"/>
        <pc:sldMkLst>
          <pc:docMk/>
          <pc:sldMk cId="1828947011" sldId="347"/>
        </pc:sldMkLst>
        <pc:spChg chg="add mod">
          <ac:chgData name="Hasibul Islam" userId="7a1954ca182d2d6d" providerId="LiveId" clId="{995A19FD-4E52-41C7-8512-DE18AAA68460}" dt="2023-02-18T05:04:01.355" v="687" actId="20577"/>
          <ac:spMkLst>
            <pc:docMk/>
            <pc:sldMk cId="1828947011" sldId="347"/>
            <ac:spMk id="39" creationId="{0B0EADEE-5D90-CA35-A3FC-3DC560157F2F}"/>
          </ac:spMkLst>
        </pc:spChg>
        <pc:grpChg chg="del mod">
          <ac:chgData name="Hasibul Islam" userId="7a1954ca182d2d6d" providerId="LiveId" clId="{995A19FD-4E52-41C7-8512-DE18AAA68460}" dt="2023-02-20T02:31:49.897" v="1233"/>
          <ac:grpSpMkLst>
            <pc:docMk/>
            <pc:sldMk cId="1828947011" sldId="347"/>
            <ac:grpSpMk id="12" creationId="{A1C6E0DE-5B34-AD4D-D22A-BB8F495C232D}"/>
          </ac:grpSpMkLst>
        </pc:grpChg>
        <pc:grpChg chg="del mod">
          <ac:chgData name="Hasibul Islam" userId="7a1954ca182d2d6d" providerId="LiveId" clId="{995A19FD-4E52-41C7-8512-DE18AAA68460}" dt="2023-02-18T04:57:40.721" v="625"/>
          <ac:grpSpMkLst>
            <pc:docMk/>
            <pc:sldMk cId="1828947011" sldId="347"/>
            <ac:grpSpMk id="16" creationId="{75057D54-894B-1B9F-F81D-5F670460A5E6}"/>
          </ac:grpSpMkLst>
        </pc:grpChg>
        <pc:grpChg chg="del mod">
          <ac:chgData name="Hasibul Islam" userId="7a1954ca182d2d6d" providerId="LiveId" clId="{995A19FD-4E52-41C7-8512-DE18AAA68460}" dt="2023-02-18T04:57:47.006" v="631"/>
          <ac:grpSpMkLst>
            <pc:docMk/>
            <pc:sldMk cId="1828947011" sldId="347"/>
            <ac:grpSpMk id="20" creationId="{78AC513D-4998-82A4-5D50-F62FE5A2D68A}"/>
          </ac:grpSpMkLst>
        </pc:grpChg>
        <pc:grpChg chg="del mod">
          <ac:chgData name="Hasibul Islam" userId="7a1954ca182d2d6d" providerId="LiveId" clId="{995A19FD-4E52-41C7-8512-DE18AAA68460}" dt="2023-02-18T04:57:48.925" v="634"/>
          <ac:grpSpMkLst>
            <pc:docMk/>
            <pc:sldMk cId="1828947011" sldId="347"/>
            <ac:grpSpMk id="26" creationId="{18CB76CE-DDAC-B294-4325-FF8FF5DAA3A8}"/>
          </ac:grpSpMkLst>
        </pc:grpChg>
        <pc:grpChg chg="del mod">
          <ac:chgData name="Hasibul Islam" userId="7a1954ca182d2d6d" providerId="LiveId" clId="{995A19FD-4E52-41C7-8512-DE18AAA68460}" dt="2023-02-18T04:57:52.073" v="637"/>
          <ac:grpSpMkLst>
            <pc:docMk/>
            <pc:sldMk cId="1828947011" sldId="347"/>
            <ac:grpSpMk id="29" creationId="{992B2408-751F-6508-3D00-C6777453D329}"/>
          </ac:grpSpMkLst>
        </pc:grpChg>
        <pc:grpChg chg="del mod">
          <ac:chgData name="Hasibul Islam" userId="7a1954ca182d2d6d" providerId="LiveId" clId="{995A19FD-4E52-41C7-8512-DE18AAA68460}" dt="2023-02-18T04:57:53.656" v="639"/>
          <ac:grpSpMkLst>
            <pc:docMk/>
            <pc:sldMk cId="1828947011" sldId="347"/>
            <ac:grpSpMk id="32" creationId="{D0593811-D6E4-E28A-AFBD-815FE3B3B463}"/>
          </ac:grpSpMkLst>
        </pc:grpChg>
        <pc:grpChg chg="del mod">
          <ac:chgData name="Hasibul Islam" userId="7a1954ca182d2d6d" providerId="LiveId" clId="{995A19FD-4E52-41C7-8512-DE18AAA68460}" dt="2023-02-18T04:57:58.444" v="642"/>
          <ac:grpSpMkLst>
            <pc:docMk/>
            <pc:sldMk cId="1828947011" sldId="347"/>
            <ac:grpSpMk id="34" creationId="{B347F32B-2199-C1F1-7F1C-431B6C6941E5}"/>
          </ac:grpSpMkLst>
        </pc:grpChg>
        <pc:grpChg chg="del mod">
          <ac:chgData name="Hasibul Islam" userId="7a1954ca182d2d6d" providerId="LiveId" clId="{995A19FD-4E52-41C7-8512-DE18AAA68460}" dt="2023-02-20T02:32:04.228" v="1253"/>
          <ac:grpSpMkLst>
            <pc:docMk/>
            <pc:sldMk cId="1828947011" sldId="347"/>
            <ac:grpSpMk id="37" creationId="{74E44516-509A-E8D5-1EE2-177AD19CFB10}"/>
          </ac:grpSpMkLst>
        </pc:grpChg>
        <pc:inkChg chg="add del">
          <ac:chgData name="Hasibul Islam" userId="7a1954ca182d2d6d" providerId="LiveId" clId="{995A19FD-4E52-41C7-8512-DE18AAA68460}" dt="2023-02-20T02:31:50.403" v="1234"/>
          <ac:inkMkLst>
            <pc:docMk/>
            <pc:sldMk cId="1828947011" sldId="347"/>
            <ac:inkMk id="2" creationId="{92FCE367-62D0-D3DF-C595-B25CC2CCD6C3}"/>
          </ac:inkMkLst>
        </pc:inkChg>
        <pc:inkChg chg="add del">
          <ac:chgData name="Hasibul Islam" userId="7a1954ca182d2d6d" providerId="LiveId" clId="{995A19FD-4E52-41C7-8512-DE18AAA68460}" dt="2023-02-20T02:31:50.928" v="1235"/>
          <ac:inkMkLst>
            <pc:docMk/>
            <pc:sldMk cId="1828947011" sldId="347"/>
            <ac:inkMk id="3" creationId="{2CDDC3D8-3AD6-D853-954C-D9655D3F4D30}"/>
          </ac:inkMkLst>
        </pc:inkChg>
        <pc:inkChg chg="add del mod">
          <ac:chgData name="Hasibul Islam" userId="7a1954ca182d2d6d" providerId="LiveId" clId="{995A19FD-4E52-41C7-8512-DE18AAA68460}" dt="2023-02-20T02:31:49.028" v="1232"/>
          <ac:inkMkLst>
            <pc:docMk/>
            <pc:sldMk cId="1828947011" sldId="347"/>
            <ac:inkMk id="6" creationId="{A80658E6-518F-64C0-1FB6-85B2298F0AF8}"/>
          </ac:inkMkLst>
        </pc:inkChg>
        <pc:inkChg chg="add del mod">
          <ac:chgData name="Hasibul Islam" userId="7a1954ca182d2d6d" providerId="LiveId" clId="{995A19FD-4E52-41C7-8512-DE18AAA68460}" dt="2023-02-20T02:31:49.897" v="1233"/>
          <ac:inkMkLst>
            <pc:docMk/>
            <pc:sldMk cId="1828947011" sldId="347"/>
            <ac:inkMk id="7" creationId="{F48A3114-4D8F-B645-0942-D2E331D79C47}"/>
          </ac:inkMkLst>
        </pc:inkChg>
        <pc:inkChg chg="add del mod">
          <ac:chgData name="Hasibul Islam" userId="7a1954ca182d2d6d" providerId="LiveId" clId="{995A19FD-4E52-41C7-8512-DE18AAA68460}" dt="2023-02-20T02:31:51.602" v="1236"/>
          <ac:inkMkLst>
            <pc:docMk/>
            <pc:sldMk cId="1828947011" sldId="347"/>
            <ac:inkMk id="11" creationId="{2BB73465-FC80-F64A-5302-D8D354CA6BE8}"/>
          </ac:inkMkLst>
        </pc:inkChg>
        <pc:inkChg chg="add del mod">
          <ac:chgData name="Hasibul Islam" userId="7a1954ca182d2d6d" providerId="LiveId" clId="{995A19FD-4E52-41C7-8512-DE18AAA68460}" dt="2023-02-20T02:31:52.475" v="1237"/>
          <ac:inkMkLst>
            <pc:docMk/>
            <pc:sldMk cId="1828947011" sldId="347"/>
            <ac:inkMk id="13" creationId="{2C554BAE-E178-C02E-1F39-AACF25EFBEB1}"/>
          </ac:inkMkLst>
        </pc:inkChg>
        <pc:inkChg chg="add del mod">
          <ac:chgData name="Hasibul Islam" userId="7a1954ca182d2d6d" providerId="LiveId" clId="{995A19FD-4E52-41C7-8512-DE18AAA68460}" dt="2023-02-20T02:31:52.941" v="1238"/>
          <ac:inkMkLst>
            <pc:docMk/>
            <pc:sldMk cId="1828947011" sldId="347"/>
            <ac:inkMk id="14" creationId="{22C11EBD-1D0E-EEE8-8DE0-E8208492C586}"/>
          </ac:inkMkLst>
        </pc:inkChg>
        <pc:inkChg chg="add del mod">
          <ac:chgData name="Hasibul Islam" userId="7a1954ca182d2d6d" providerId="LiveId" clId="{995A19FD-4E52-41C7-8512-DE18AAA68460}" dt="2023-02-20T02:31:53.508" v="1240"/>
          <ac:inkMkLst>
            <pc:docMk/>
            <pc:sldMk cId="1828947011" sldId="347"/>
            <ac:inkMk id="15" creationId="{AA232623-0875-3ADD-63B2-E4D59929B6B8}"/>
          </ac:inkMkLst>
        </pc:inkChg>
        <pc:inkChg chg="add del mod">
          <ac:chgData name="Hasibul Islam" userId="7a1954ca182d2d6d" providerId="LiveId" clId="{995A19FD-4E52-41C7-8512-DE18AAA68460}" dt="2023-02-20T02:31:53.508" v="1239"/>
          <ac:inkMkLst>
            <pc:docMk/>
            <pc:sldMk cId="1828947011" sldId="347"/>
            <ac:inkMk id="17" creationId="{AE86A08B-849D-1831-9B3B-D587AD395443}"/>
          </ac:inkMkLst>
        </pc:inkChg>
        <pc:inkChg chg="add del mod">
          <ac:chgData name="Hasibul Islam" userId="7a1954ca182d2d6d" providerId="LiveId" clId="{995A19FD-4E52-41C7-8512-DE18AAA68460}" dt="2023-02-20T02:31:57.115" v="1244"/>
          <ac:inkMkLst>
            <pc:docMk/>
            <pc:sldMk cId="1828947011" sldId="347"/>
            <ac:inkMk id="18" creationId="{02ECA92C-7497-5305-A0F9-AF452B673132}"/>
          </ac:inkMkLst>
        </pc:inkChg>
        <pc:inkChg chg="add del mod">
          <ac:chgData name="Hasibul Islam" userId="7a1954ca182d2d6d" providerId="LiveId" clId="{995A19FD-4E52-41C7-8512-DE18AAA68460}" dt="2023-02-20T02:31:57.979" v="1245"/>
          <ac:inkMkLst>
            <pc:docMk/>
            <pc:sldMk cId="1828947011" sldId="347"/>
            <ac:inkMk id="19" creationId="{E860EA4C-CBFA-F70E-35F3-1736822D6A49}"/>
          </ac:inkMkLst>
        </pc:inkChg>
        <pc:inkChg chg="add del mod">
          <ac:chgData name="Hasibul Islam" userId="7a1954ca182d2d6d" providerId="LiveId" clId="{995A19FD-4E52-41C7-8512-DE18AAA68460}" dt="2023-02-20T02:31:56.361" v="1243"/>
          <ac:inkMkLst>
            <pc:docMk/>
            <pc:sldMk cId="1828947011" sldId="347"/>
            <ac:inkMk id="21" creationId="{F5E28813-FB9D-8F62-076B-88321CC6A53F}"/>
          </ac:inkMkLst>
        </pc:inkChg>
        <pc:inkChg chg="add del mod">
          <ac:chgData name="Hasibul Islam" userId="7a1954ca182d2d6d" providerId="LiveId" clId="{995A19FD-4E52-41C7-8512-DE18AAA68460}" dt="2023-02-20T02:31:55.600" v="1242"/>
          <ac:inkMkLst>
            <pc:docMk/>
            <pc:sldMk cId="1828947011" sldId="347"/>
            <ac:inkMk id="22" creationId="{372FDC72-F1A0-DDE0-9879-A531F5890175}"/>
          </ac:inkMkLst>
        </pc:inkChg>
        <pc:inkChg chg="add del mod">
          <ac:chgData name="Hasibul Islam" userId="7a1954ca182d2d6d" providerId="LiveId" clId="{995A19FD-4E52-41C7-8512-DE18AAA68460}" dt="2023-02-20T02:31:54.307" v="1241"/>
          <ac:inkMkLst>
            <pc:docMk/>
            <pc:sldMk cId="1828947011" sldId="347"/>
            <ac:inkMk id="23" creationId="{02D85C1D-0B79-8B11-AB8C-F993530C03DB}"/>
          </ac:inkMkLst>
        </pc:inkChg>
        <pc:inkChg chg="add del mod">
          <ac:chgData name="Hasibul Islam" userId="7a1954ca182d2d6d" providerId="LiveId" clId="{995A19FD-4E52-41C7-8512-DE18AAA68460}" dt="2023-02-20T02:31:58.670" v="1246"/>
          <ac:inkMkLst>
            <pc:docMk/>
            <pc:sldMk cId="1828947011" sldId="347"/>
            <ac:inkMk id="24" creationId="{9F32D93A-65DB-8180-4F0A-D9EE1810A6F9}"/>
          </ac:inkMkLst>
        </pc:inkChg>
        <pc:inkChg chg="add mod">
          <ac:chgData name="Hasibul Islam" userId="7a1954ca182d2d6d" providerId="LiveId" clId="{995A19FD-4E52-41C7-8512-DE18AAA68460}" dt="2023-02-20T02:32:04.228" v="1253"/>
          <ac:inkMkLst>
            <pc:docMk/>
            <pc:sldMk cId="1828947011" sldId="347"/>
            <ac:inkMk id="25" creationId="{2EC906C7-E3A3-3C6D-78D5-680FE76AABD6}"/>
          </ac:inkMkLst>
        </pc:inkChg>
        <pc:inkChg chg="add del mod">
          <ac:chgData name="Hasibul Islam" userId="7a1954ca182d2d6d" providerId="LiveId" clId="{995A19FD-4E52-41C7-8512-DE18AAA68460}" dt="2023-02-20T02:32:03.575" v="1252"/>
          <ac:inkMkLst>
            <pc:docMk/>
            <pc:sldMk cId="1828947011" sldId="347"/>
            <ac:inkMk id="27" creationId="{1EC25D6C-F51C-EC08-2740-875D851E85D8}"/>
          </ac:inkMkLst>
        </pc:inkChg>
        <pc:inkChg chg="add del mod">
          <ac:chgData name="Hasibul Islam" userId="7a1954ca182d2d6d" providerId="LiveId" clId="{995A19FD-4E52-41C7-8512-DE18AAA68460}" dt="2023-02-20T02:32:04.228" v="1253"/>
          <ac:inkMkLst>
            <pc:docMk/>
            <pc:sldMk cId="1828947011" sldId="347"/>
            <ac:inkMk id="28" creationId="{12A99C29-20DB-C5DD-3BBE-C6CE2A26E512}"/>
          </ac:inkMkLst>
        </pc:inkChg>
        <pc:inkChg chg="add del mod">
          <ac:chgData name="Hasibul Islam" userId="7a1954ca182d2d6d" providerId="LiveId" clId="{995A19FD-4E52-41C7-8512-DE18AAA68460}" dt="2023-02-20T02:31:59.268" v="1247"/>
          <ac:inkMkLst>
            <pc:docMk/>
            <pc:sldMk cId="1828947011" sldId="347"/>
            <ac:inkMk id="30" creationId="{4AE721C6-6994-FB13-F6A1-44269CE8CB4D}"/>
          </ac:inkMkLst>
        </pc:inkChg>
        <pc:inkChg chg="add del mod">
          <ac:chgData name="Hasibul Islam" userId="7a1954ca182d2d6d" providerId="LiveId" clId="{995A19FD-4E52-41C7-8512-DE18AAA68460}" dt="2023-02-20T02:31:59.983" v="1248"/>
          <ac:inkMkLst>
            <pc:docMk/>
            <pc:sldMk cId="1828947011" sldId="347"/>
            <ac:inkMk id="31" creationId="{C6ED2AFF-73D4-27BC-9031-E51BA2193CA7}"/>
          </ac:inkMkLst>
        </pc:inkChg>
        <pc:inkChg chg="add del mod">
          <ac:chgData name="Hasibul Islam" userId="7a1954ca182d2d6d" providerId="LiveId" clId="{995A19FD-4E52-41C7-8512-DE18AAA68460}" dt="2023-02-20T02:32:00.688" v="1249"/>
          <ac:inkMkLst>
            <pc:docMk/>
            <pc:sldMk cId="1828947011" sldId="347"/>
            <ac:inkMk id="33" creationId="{06FB8D94-4700-762B-9F39-93E0D7A2BA58}"/>
          </ac:inkMkLst>
        </pc:inkChg>
        <pc:inkChg chg="add del mod">
          <ac:chgData name="Hasibul Islam" userId="7a1954ca182d2d6d" providerId="LiveId" clId="{995A19FD-4E52-41C7-8512-DE18AAA68460}" dt="2023-02-20T02:32:01.228" v="1250"/>
          <ac:inkMkLst>
            <pc:docMk/>
            <pc:sldMk cId="1828947011" sldId="347"/>
            <ac:inkMk id="35" creationId="{1131E70A-A818-678F-4F55-1D5A7D4B55E0}"/>
          </ac:inkMkLst>
        </pc:inkChg>
        <pc:inkChg chg="add del mod">
          <ac:chgData name="Hasibul Islam" userId="7a1954ca182d2d6d" providerId="LiveId" clId="{995A19FD-4E52-41C7-8512-DE18AAA68460}" dt="2023-02-20T02:32:02.713" v="1251"/>
          <ac:inkMkLst>
            <pc:docMk/>
            <pc:sldMk cId="1828947011" sldId="347"/>
            <ac:inkMk id="36" creationId="{0F493437-ADE9-1619-9F9F-E7C34CA91707}"/>
          </ac:inkMkLst>
        </pc:inkChg>
        <pc:inkChg chg="add">
          <ac:chgData name="Hasibul Islam" userId="7a1954ca182d2d6d" providerId="LiveId" clId="{995A19FD-4E52-41C7-8512-DE18AAA68460}" dt="2023-02-18T05:02:45.549" v="643" actId="9405"/>
          <ac:inkMkLst>
            <pc:docMk/>
            <pc:sldMk cId="1828947011" sldId="347"/>
            <ac:inkMk id="38" creationId="{01AC1275-089B-08F5-96F1-67D421C94519}"/>
          </ac:inkMkLst>
        </pc:inkChg>
        <pc:inkChg chg="add del">
          <ac:chgData name="Hasibul Islam" userId="7a1954ca182d2d6d" providerId="LiveId" clId="{995A19FD-4E52-41C7-8512-DE18AAA68460}" dt="2023-02-20T02:31:46.991" v="1230"/>
          <ac:inkMkLst>
            <pc:docMk/>
            <pc:sldMk cId="1828947011" sldId="347"/>
            <ac:inkMk id="40" creationId="{E74BCC96-C6C7-56C6-4AF6-E70E6D92FE45}"/>
          </ac:inkMkLst>
        </pc:inkChg>
        <pc:inkChg chg="add del">
          <ac:chgData name="Hasibul Islam" userId="7a1954ca182d2d6d" providerId="LiveId" clId="{995A19FD-4E52-41C7-8512-DE18AAA68460}" dt="2023-02-20T02:31:46.990" v="1229"/>
          <ac:inkMkLst>
            <pc:docMk/>
            <pc:sldMk cId="1828947011" sldId="347"/>
            <ac:inkMk id="41" creationId="{7EF93B58-DD2D-9174-3BD8-458C38F71E32}"/>
          </ac:inkMkLst>
        </pc:inkChg>
        <pc:inkChg chg="add del">
          <ac:chgData name="Hasibul Islam" userId="7a1954ca182d2d6d" providerId="LiveId" clId="{995A19FD-4E52-41C7-8512-DE18AAA68460}" dt="2023-02-20T02:31:47.968" v="1231"/>
          <ac:inkMkLst>
            <pc:docMk/>
            <pc:sldMk cId="1828947011" sldId="347"/>
            <ac:inkMk id="42" creationId="{7A1C60E7-7699-B057-A2AD-B41EB49E56BA}"/>
          </ac:inkMkLst>
        </pc:inkChg>
      </pc:sldChg>
      <pc:sldChg chg="addSp delSp modSp mod">
        <pc:chgData name="Hasibul Islam" userId="7a1954ca182d2d6d" providerId="LiveId" clId="{995A19FD-4E52-41C7-8512-DE18AAA68460}" dt="2023-02-20T02:32:26.594" v="1265"/>
        <pc:sldMkLst>
          <pc:docMk/>
          <pc:sldMk cId="3322191743" sldId="351"/>
        </pc:sldMkLst>
        <pc:spChg chg="add mod">
          <ac:chgData name="Hasibul Islam" userId="7a1954ca182d2d6d" providerId="LiveId" clId="{995A19FD-4E52-41C7-8512-DE18AAA68460}" dt="2023-02-18T06:30:12.457" v="1096" actId="403"/>
          <ac:spMkLst>
            <pc:docMk/>
            <pc:sldMk cId="3322191743" sldId="351"/>
            <ac:spMk id="27" creationId="{EE654155-3A43-E099-3B3D-B7C1376CA2DB}"/>
          </ac:spMkLst>
        </pc:spChg>
        <pc:grpChg chg="del mod">
          <ac:chgData name="Hasibul Islam" userId="7a1954ca182d2d6d" providerId="LiveId" clId="{995A19FD-4E52-41C7-8512-DE18AAA68460}" dt="2023-02-20T02:32:26.593" v="1264"/>
          <ac:grpSpMkLst>
            <pc:docMk/>
            <pc:sldMk cId="3322191743" sldId="351"/>
            <ac:grpSpMk id="6" creationId="{0D3F101B-D623-B539-F8C5-A6ED535DAF02}"/>
          </ac:grpSpMkLst>
        </pc:grpChg>
        <pc:grpChg chg="del mod">
          <ac:chgData name="Hasibul Islam" userId="7a1954ca182d2d6d" providerId="LiveId" clId="{995A19FD-4E52-41C7-8512-DE18AAA68460}" dt="2023-02-18T05:12:07.453" v="725"/>
          <ac:grpSpMkLst>
            <pc:docMk/>
            <pc:sldMk cId="3322191743" sldId="351"/>
            <ac:grpSpMk id="12" creationId="{5D6AB279-E64B-CDB7-CBC2-FA46FFE60B5A}"/>
          </ac:grpSpMkLst>
        </pc:grpChg>
        <pc:grpChg chg="del mod">
          <ac:chgData name="Hasibul Islam" userId="7a1954ca182d2d6d" providerId="LiveId" clId="{995A19FD-4E52-41C7-8512-DE18AAA68460}" dt="2023-02-20T02:32:25.861" v="1262"/>
          <ac:grpSpMkLst>
            <pc:docMk/>
            <pc:sldMk cId="3322191743" sldId="351"/>
            <ac:grpSpMk id="18" creationId="{A958745D-90A3-60A4-E3B2-6C419279861A}"/>
          </ac:grpSpMkLst>
        </pc:grpChg>
        <pc:grpChg chg="del mod">
          <ac:chgData name="Hasibul Islam" userId="7a1954ca182d2d6d" providerId="LiveId" clId="{995A19FD-4E52-41C7-8512-DE18AAA68460}" dt="2023-02-18T05:12:15.802" v="730"/>
          <ac:grpSpMkLst>
            <pc:docMk/>
            <pc:sldMk cId="3322191743" sldId="351"/>
            <ac:grpSpMk id="22" creationId="{3F5E33C1-8B09-7889-6C3B-456DB9DB4287}"/>
          </ac:grpSpMkLst>
        </pc:grpChg>
        <pc:grpChg chg="del mod">
          <ac:chgData name="Hasibul Islam" userId="7a1954ca182d2d6d" providerId="LiveId" clId="{995A19FD-4E52-41C7-8512-DE18AAA68460}" dt="2023-02-20T02:32:22.404" v="1254"/>
          <ac:grpSpMkLst>
            <pc:docMk/>
            <pc:sldMk cId="3322191743" sldId="351"/>
            <ac:grpSpMk id="26" creationId="{0F30BE39-C73F-338C-7899-CA6FFEBD8CFE}"/>
          </ac:grpSpMkLst>
        </pc:grpChg>
        <pc:inkChg chg="add del mod">
          <ac:chgData name="Hasibul Islam" userId="7a1954ca182d2d6d" providerId="LiveId" clId="{995A19FD-4E52-41C7-8512-DE18AAA68460}" dt="2023-02-20T02:32:26.594" v="1265"/>
          <ac:inkMkLst>
            <pc:docMk/>
            <pc:sldMk cId="3322191743" sldId="351"/>
            <ac:inkMk id="2" creationId="{04522CE6-6865-589F-665B-A68384D7B747}"/>
          </ac:inkMkLst>
        </pc:inkChg>
        <pc:inkChg chg="add del mod">
          <ac:chgData name="Hasibul Islam" userId="7a1954ca182d2d6d" providerId="LiveId" clId="{995A19FD-4E52-41C7-8512-DE18AAA68460}" dt="2023-02-20T02:32:26.593" v="1264"/>
          <ac:inkMkLst>
            <pc:docMk/>
            <pc:sldMk cId="3322191743" sldId="351"/>
            <ac:inkMk id="5" creationId="{447C95A6-0988-F935-7C69-8EF71FFE2A01}"/>
          </ac:inkMkLst>
        </pc:inkChg>
        <pc:inkChg chg="add del mod">
          <ac:chgData name="Hasibul Islam" userId="7a1954ca182d2d6d" providerId="LiveId" clId="{995A19FD-4E52-41C7-8512-DE18AAA68460}" dt="2023-02-20T02:32:24.211" v="1258"/>
          <ac:inkMkLst>
            <pc:docMk/>
            <pc:sldMk cId="3322191743" sldId="351"/>
            <ac:inkMk id="7" creationId="{3F252AE0-7B1F-6270-2442-2DA3706A090C}"/>
          </ac:inkMkLst>
        </pc:inkChg>
        <pc:inkChg chg="add del mod">
          <ac:chgData name="Hasibul Islam" userId="7a1954ca182d2d6d" providerId="LiveId" clId="{995A19FD-4E52-41C7-8512-DE18AAA68460}" dt="2023-02-20T02:32:25.291" v="1261"/>
          <ac:inkMkLst>
            <pc:docMk/>
            <pc:sldMk cId="3322191743" sldId="351"/>
            <ac:inkMk id="9" creationId="{3C3A03F9-0AC3-153A-B835-5E64A5B777DE}"/>
          </ac:inkMkLst>
        </pc:inkChg>
        <pc:inkChg chg="add del mod">
          <ac:chgData name="Hasibul Islam" userId="7a1954ca182d2d6d" providerId="LiveId" clId="{995A19FD-4E52-41C7-8512-DE18AAA68460}" dt="2023-02-20T02:32:24.810" v="1260"/>
          <ac:inkMkLst>
            <pc:docMk/>
            <pc:sldMk cId="3322191743" sldId="351"/>
            <ac:inkMk id="11" creationId="{87D3CFEC-A1DC-DC83-23EB-5B2404D15BE0}"/>
          </ac:inkMkLst>
        </pc:inkChg>
        <pc:inkChg chg="add del mod">
          <ac:chgData name="Hasibul Islam" userId="7a1954ca182d2d6d" providerId="LiveId" clId="{995A19FD-4E52-41C7-8512-DE18AAA68460}" dt="2023-02-20T02:32:24.808" v="1259"/>
          <ac:inkMkLst>
            <pc:docMk/>
            <pc:sldMk cId="3322191743" sldId="351"/>
            <ac:inkMk id="14" creationId="{1044BCF7-606B-1D47-EF62-A84B819B1F49}"/>
          </ac:inkMkLst>
        </pc:inkChg>
        <pc:inkChg chg="add del mod">
          <ac:chgData name="Hasibul Islam" userId="7a1954ca182d2d6d" providerId="LiveId" clId="{995A19FD-4E52-41C7-8512-DE18AAA68460}" dt="2023-02-20T02:32:25.863" v="1263"/>
          <ac:inkMkLst>
            <pc:docMk/>
            <pc:sldMk cId="3322191743" sldId="351"/>
            <ac:inkMk id="16" creationId="{5A12AFC4-5083-ED41-2C86-54D56789B2E9}"/>
          </ac:inkMkLst>
        </pc:inkChg>
        <pc:inkChg chg="add del mod">
          <ac:chgData name="Hasibul Islam" userId="7a1954ca182d2d6d" providerId="LiveId" clId="{995A19FD-4E52-41C7-8512-DE18AAA68460}" dt="2023-02-20T02:32:25.861" v="1262"/>
          <ac:inkMkLst>
            <pc:docMk/>
            <pc:sldMk cId="3322191743" sldId="351"/>
            <ac:inkMk id="17" creationId="{C9763B78-0E01-8DF7-71D3-B772604A0F40}"/>
          </ac:inkMkLst>
        </pc:inkChg>
        <pc:inkChg chg="add del">
          <ac:chgData name="Hasibul Islam" userId="7a1954ca182d2d6d" providerId="LiveId" clId="{995A19FD-4E52-41C7-8512-DE18AAA68460}" dt="2023-02-20T02:32:23.826" v="1257"/>
          <ac:inkMkLst>
            <pc:docMk/>
            <pc:sldMk cId="3322191743" sldId="351"/>
            <ac:inkMk id="19" creationId="{ACF52E2F-BDEC-829C-82EF-8707DE578A1A}"/>
          </ac:inkMkLst>
        </pc:inkChg>
        <pc:inkChg chg="add del mod">
          <ac:chgData name="Hasibul Islam" userId="7a1954ca182d2d6d" providerId="LiveId" clId="{995A19FD-4E52-41C7-8512-DE18AAA68460}" dt="2023-02-18T05:12:15.802" v="730"/>
          <ac:inkMkLst>
            <pc:docMk/>
            <pc:sldMk cId="3322191743" sldId="351"/>
            <ac:inkMk id="20" creationId="{35D99C89-5CDF-69A6-D3DD-F827E9C4C35E}"/>
          </ac:inkMkLst>
        </pc:inkChg>
        <pc:inkChg chg="add del mod">
          <ac:chgData name="Hasibul Islam" userId="7a1954ca182d2d6d" providerId="LiveId" clId="{995A19FD-4E52-41C7-8512-DE18AAA68460}" dt="2023-02-18T05:12:16.457" v="731"/>
          <ac:inkMkLst>
            <pc:docMk/>
            <pc:sldMk cId="3322191743" sldId="351"/>
            <ac:inkMk id="21" creationId="{1A720CC0-4A89-C9F5-5C1A-D80156CB9FA7}"/>
          </ac:inkMkLst>
        </pc:inkChg>
        <pc:inkChg chg="add del">
          <ac:chgData name="Hasibul Islam" userId="7a1954ca182d2d6d" providerId="LiveId" clId="{995A19FD-4E52-41C7-8512-DE18AAA68460}" dt="2023-02-20T02:32:23.314" v="1256"/>
          <ac:inkMkLst>
            <pc:docMk/>
            <pc:sldMk cId="3322191743" sldId="351"/>
            <ac:inkMk id="23" creationId="{61821984-5F20-8BAF-C8DC-FB7B56B7F7C4}"/>
          </ac:inkMkLst>
        </pc:inkChg>
        <pc:inkChg chg="add del mod">
          <ac:chgData name="Hasibul Islam" userId="7a1954ca182d2d6d" providerId="LiveId" clId="{995A19FD-4E52-41C7-8512-DE18AAA68460}" dt="2023-02-20T02:32:22.404" v="1254"/>
          <ac:inkMkLst>
            <pc:docMk/>
            <pc:sldMk cId="3322191743" sldId="351"/>
            <ac:inkMk id="24" creationId="{BFC7B585-2CC6-AF35-B2C7-9DA3AF73906A}"/>
          </ac:inkMkLst>
        </pc:inkChg>
        <pc:inkChg chg="add del mod">
          <ac:chgData name="Hasibul Islam" userId="7a1954ca182d2d6d" providerId="LiveId" clId="{995A19FD-4E52-41C7-8512-DE18AAA68460}" dt="2023-02-20T02:32:22.405" v="1255"/>
          <ac:inkMkLst>
            <pc:docMk/>
            <pc:sldMk cId="3322191743" sldId="351"/>
            <ac:inkMk id="25" creationId="{581E2EDA-33A3-80A2-C845-8C2AFC0C7567}"/>
          </ac:inkMkLst>
        </pc:inkChg>
      </pc:sldChg>
      <pc:sldChg chg="addSp delSp modSp mod">
        <pc:chgData name="Hasibul Islam" userId="7a1954ca182d2d6d" providerId="LiveId" clId="{995A19FD-4E52-41C7-8512-DE18AAA68460}" dt="2023-02-20T02:32:44.579" v="1284"/>
        <pc:sldMkLst>
          <pc:docMk/>
          <pc:sldMk cId="59599391" sldId="352"/>
        </pc:sldMkLst>
        <pc:spChg chg="add mod">
          <ac:chgData name="Hasibul Islam" userId="7a1954ca182d2d6d" providerId="LiveId" clId="{995A19FD-4E52-41C7-8512-DE18AAA68460}" dt="2023-02-18T05:18:12.148" v="798" actId="1076"/>
          <ac:spMkLst>
            <pc:docMk/>
            <pc:sldMk cId="59599391" sldId="352"/>
            <ac:spMk id="41" creationId="{E115F422-D865-6894-3CD0-7F6789A5D8DE}"/>
          </ac:spMkLst>
        </pc:spChg>
        <pc:spChg chg="add mod">
          <ac:chgData name="Hasibul Islam" userId="7a1954ca182d2d6d" providerId="LiveId" clId="{995A19FD-4E52-41C7-8512-DE18AAA68460}" dt="2023-02-18T05:18:07.936" v="797" actId="1076"/>
          <ac:spMkLst>
            <pc:docMk/>
            <pc:sldMk cId="59599391" sldId="352"/>
            <ac:spMk id="42" creationId="{9A80A855-1F3E-C60E-8EFA-A019797FD5CF}"/>
          </ac:spMkLst>
        </pc:spChg>
        <pc:grpChg chg="mod">
          <ac:chgData name="Hasibul Islam" userId="7a1954ca182d2d6d" providerId="LiveId" clId="{995A19FD-4E52-41C7-8512-DE18AAA68460}" dt="2023-02-18T05:11:02.065" v="699"/>
          <ac:grpSpMkLst>
            <pc:docMk/>
            <pc:sldMk cId="59599391" sldId="352"/>
            <ac:grpSpMk id="15" creationId="{EA1F7B4B-54F1-C263-42EE-CB7A1CC18E52}"/>
          </ac:grpSpMkLst>
        </pc:grpChg>
        <pc:grpChg chg="mod">
          <ac:chgData name="Hasibul Islam" userId="7a1954ca182d2d6d" providerId="LiveId" clId="{995A19FD-4E52-41C7-8512-DE18AAA68460}" dt="2023-02-18T05:11:08.035" v="702"/>
          <ac:grpSpMkLst>
            <pc:docMk/>
            <pc:sldMk cId="59599391" sldId="352"/>
            <ac:grpSpMk id="18" creationId="{F6059407-1933-23B6-872D-DCF19130C224}"/>
          </ac:grpSpMkLst>
        </pc:grpChg>
        <pc:grpChg chg="del mod">
          <ac:chgData name="Hasibul Islam" userId="7a1954ca182d2d6d" providerId="LiveId" clId="{995A19FD-4E52-41C7-8512-DE18AAA68460}" dt="2023-02-20T02:32:35.634" v="1275"/>
          <ac:grpSpMkLst>
            <pc:docMk/>
            <pc:sldMk cId="59599391" sldId="352"/>
            <ac:grpSpMk id="30" creationId="{14EF780E-B04A-2273-8D10-4B1F14F08E59}"/>
          </ac:grpSpMkLst>
        </pc:grpChg>
        <pc:inkChg chg="add del">
          <ac:chgData name="Hasibul Islam" userId="7a1954ca182d2d6d" providerId="LiveId" clId="{995A19FD-4E52-41C7-8512-DE18AAA68460}" dt="2023-02-20T02:32:39.272" v="1280"/>
          <ac:inkMkLst>
            <pc:docMk/>
            <pc:sldMk cId="59599391" sldId="352"/>
            <ac:inkMk id="2" creationId="{1C45F228-6A5C-11D9-E710-92B54728595A}"/>
          </ac:inkMkLst>
        </pc:inkChg>
        <pc:inkChg chg="add">
          <ac:chgData name="Hasibul Islam" userId="7a1954ca182d2d6d" providerId="LiveId" clId="{995A19FD-4E52-41C7-8512-DE18AAA68460}" dt="2023-02-18T05:10:26.969" v="692" actId="9405"/>
          <ac:inkMkLst>
            <pc:docMk/>
            <pc:sldMk cId="59599391" sldId="352"/>
            <ac:inkMk id="3" creationId="{6C26CC7B-E215-446C-9322-FDFA07E47AD9}"/>
          </ac:inkMkLst>
        </pc:inkChg>
        <pc:inkChg chg="add">
          <ac:chgData name="Hasibul Islam" userId="7a1954ca182d2d6d" providerId="LiveId" clId="{995A19FD-4E52-41C7-8512-DE18AAA68460}" dt="2023-02-18T05:10:29.094" v="693" actId="9405"/>
          <ac:inkMkLst>
            <pc:docMk/>
            <pc:sldMk cId="59599391" sldId="352"/>
            <ac:inkMk id="7" creationId="{89ABA27F-E4EB-7A0D-BA48-97B83837F764}"/>
          </ac:inkMkLst>
        </pc:inkChg>
        <pc:inkChg chg="add del">
          <ac:chgData name="Hasibul Islam" userId="7a1954ca182d2d6d" providerId="LiveId" clId="{995A19FD-4E52-41C7-8512-DE18AAA68460}" dt="2023-02-20T02:32:42.402" v="1282"/>
          <ac:inkMkLst>
            <pc:docMk/>
            <pc:sldMk cId="59599391" sldId="352"/>
            <ac:inkMk id="9" creationId="{E9B732D2-D042-115B-969E-008DCC1AE4BA}"/>
          </ac:inkMkLst>
        </pc:inkChg>
        <pc:inkChg chg="add del">
          <ac:chgData name="Hasibul Islam" userId="7a1954ca182d2d6d" providerId="LiveId" clId="{995A19FD-4E52-41C7-8512-DE18AAA68460}" dt="2023-02-20T02:32:43.697" v="1283"/>
          <ac:inkMkLst>
            <pc:docMk/>
            <pc:sldMk cId="59599391" sldId="352"/>
            <ac:inkMk id="11" creationId="{249F8FFA-050E-5FFF-3D12-9C1F72CC8DBF}"/>
          </ac:inkMkLst>
        </pc:inkChg>
        <pc:inkChg chg="add">
          <ac:chgData name="Hasibul Islam" userId="7a1954ca182d2d6d" providerId="LiveId" clId="{995A19FD-4E52-41C7-8512-DE18AAA68460}" dt="2023-02-18T05:10:37.725" v="696" actId="9405"/>
          <ac:inkMkLst>
            <pc:docMk/>
            <pc:sldMk cId="59599391" sldId="352"/>
            <ac:inkMk id="12" creationId="{701F3868-83D3-D2B2-6D78-69EA23C65BFD}"/>
          </ac:inkMkLst>
        </pc:inkChg>
        <pc:inkChg chg="add mod">
          <ac:chgData name="Hasibul Islam" userId="7a1954ca182d2d6d" providerId="LiveId" clId="{995A19FD-4E52-41C7-8512-DE18AAA68460}" dt="2023-02-18T05:11:02.065" v="699"/>
          <ac:inkMkLst>
            <pc:docMk/>
            <pc:sldMk cId="59599391" sldId="352"/>
            <ac:inkMk id="13" creationId="{6A64F06D-2383-2B47-5BC8-7EBCB521914C}"/>
          </ac:inkMkLst>
        </pc:inkChg>
        <pc:inkChg chg="add mod">
          <ac:chgData name="Hasibul Islam" userId="7a1954ca182d2d6d" providerId="LiveId" clId="{995A19FD-4E52-41C7-8512-DE18AAA68460}" dt="2023-02-18T05:11:02.065" v="699"/>
          <ac:inkMkLst>
            <pc:docMk/>
            <pc:sldMk cId="59599391" sldId="352"/>
            <ac:inkMk id="14" creationId="{6C914E9B-DDEE-6550-7987-AF29ECE5D93B}"/>
          </ac:inkMkLst>
        </pc:inkChg>
        <pc:inkChg chg="add mod">
          <ac:chgData name="Hasibul Islam" userId="7a1954ca182d2d6d" providerId="LiveId" clId="{995A19FD-4E52-41C7-8512-DE18AAA68460}" dt="2023-02-18T05:11:08.035" v="702"/>
          <ac:inkMkLst>
            <pc:docMk/>
            <pc:sldMk cId="59599391" sldId="352"/>
            <ac:inkMk id="16" creationId="{828EFB55-28ED-61B4-FC6E-3E0F1387295E}"/>
          </ac:inkMkLst>
        </pc:inkChg>
        <pc:inkChg chg="add mod">
          <ac:chgData name="Hasibul Islam" userId="7a1954ca182d2d6d" providerId="LiveId" clId="{995A19FD-4E52-41C7-8512-DE18AAA68460}" dt="2023-02-18T05:11:08.035" v="702"/>
          <ac:inkMkLst>
            <pc:docMk/>
            <pc:sldMk cId="59599391" sldId="352"/>
            <ac:inkMk id="17" creationId="{A106451C-CA78-C1C9-16DD-36CDB2648FC2}"/>
          </ac:inkMkLst>
        </pc:inkChg>
        <pc:inkChg chg="add del mod">
          <ac:chgData name="Hasibul Islam" userId="7a1954ca182d2d6d" providerId="LiveId" clId="{995A19FD-4E52-41C7-8512-DE18AAA68460}" dt="2023-02-20T02:32:33.250" v="1270"/>
          <ac:inkMkLst>
            <pc:docMk/>
            <pc:sldMk cId="59599391" sldId="352"/>
            <ac:inkMk id="19" creationId="{3C371929-9007-C166-86F9-E96E0ECA5851}"/>
          </ac:inkMkLst>
        </pc:inkChg>
        <pc:inkChg chg="add mod">
          <ac:chgData name="Hasibul Islam" userId="7a1954ca182d2d6d" providerId="LiveId" clId="{995A19FD-4E52-41C7-8512-DE18AAA68460}" dt="2023-02-20T02:32:35.634" v="1275"/>
          <ac:inkMkLst>
            <pc:docMk/>
            <pc:sldMk cId="59599391" sldId="352"/>
            <ac:inkMk id="20" creationId="{7C222045-FA2C-71EA-66EC-E8771E85C3C1}"/>
          </ac:inkMkLst>
        </pc:inkChg>
        <pc:inkChg chg="add del mod">
          <ac:chgData name="Hasibul Islam" userId="7a1954ca182d2d6d" providerId="LiveId" clId="{995A19FD-4E52-41C7-8512-DE18AAA68460}" dt="2023-02-20T02:32:33.252" v="1271"/>
          <ac:inkMkLst>
            <pc:docMk/>
            <pc:sldMk cId="59599391" sldId="352"/>
            <ac:inkMk id="21" creationId="{9BA1F64D-BA49-591C-DFC5-78C46D810D93}"/>
          </ac:inkMkLst>
        </pc:inkChg>
        <pc:inkChg chg="add del mod">
          <ac:chgData name="Hasibul Islam" userId="7a1954ca182d2d6d" providerId="LiveId" clId="{995A19FD-4E52-41C7-8512-DE18AAA68460}" dt="2023-02-20T02:32:32.292" v="1269"/>
          <ac:inkMkLst>
            <pc:docMk/>
            <pc:sldMk cId="59599391" sldId="352"/>
            <ac:inkMk id="22" creationId="{F1C52922-5424-22A3-FE84-AEDA9B960E6D}"/>
          </ac:inkMkLst>
        </pc:inkChg>
        <pc:inkChg chg="add del mod">
          <ac:chgData name="Hasibul Islam" userId="7a1954ca182d2d6d" providerId="LiveId" clId="{995A19FD-4E52-41C7-8512-DE18AAA68460}" dt="2023-02-20T02:32:32.291" v="1268"/>
          <ac:inkMkLst>
            <pc:docMk/>
            <pc:sldMk cId="59599391" sldId="352"/>
            <ac:inkMk id="23" creationId="{AD5D8AA2-EFBA-A241-1D86-42B62140F168}"/>
          </ac:inkMkLst>
        </pc:inkChg>
        <pc:inkChg chg="add del mod">
          <ac:chgData name="Hasibul Islam" userId="7a1954ca182d2d6d" providerId="LiveId" clId="{995A19FD-4E52-41C7-8512-DE18AAA68460}" dt="2023-02-20T02:32:31.903" v="1267"/>
          <ac:inkMkLst>
            <pc:docMk/>
            <pc:sldMk cId="59599391" sldId="352"/>
            <ac:inkMk id="24" creationId="{C4AE8F42-1965-AD5D-128D-6A67F3C9D314}"/>
          </ac:inkMkLst>
        </pc:inkChg>
        <pc:inkChg chg="add del mod">
          <ac:chgData name="Hasibul Islam" userId="7a1954ca182d2d6d" providerId="LiveId" clId="{995A19FD-4E52-41C7-8512-DE18AAA68460}" dt="2023-02-20T02:32:31.522" v="1266"/>
          <ac:inkMkLst>
            <pc:docMk/>
            <pc:sldMk cId="59599391" sldId="352"/>
            <ac:inkMk id="25" creationId="{78161758-C7D8-F46C-3545-F11463A7F9D8}"/>
          </ac:inkMkLst>
        </pc:inkChg>
        <pc:inkChg chg="add del mod">
          <ac:chgData name="Hasibul Islam" userId="7a1954ca182d2d6d" providerId="LiveId" clId="{995A19FD-4E52-41C7-8512-DE18AAA68460}" dt="2023-02-20T02:32:34.530" v="1273"/>
          <ac:inkMkLst>
            <pc:docMk/>
            <pc:sldMk cId="59599391" sldId="352"/>
            <ac:inkMk id="26" creationId="{92F7D1D9-E880-7627-E9F1-BAC7A8029457}"/>
          </ac:inkMkLst>
        </pc:inkChg>
        <pc:inkChg chg="add del mod">
          <ac:chgData name="Hasibul Islam" userId="7a1954ca182d2d6d" providerId="LiveId" clId="{995A19FD-4E52-41C7-8512-DE18AAA68460}" dt="2023-02-20T02:32:33.894" v="1272"/>
          <ac:inkMkLst>
            <pc:docMk/>
            <pc:sldMk cId="59599391" sldId="352"/>
            <ac:inkMk id="27" creationId="{1139700D-7A95-03EF-5963-656AB1D69FB3}"/>
          </ac:inkMkLst>
        </pc:inkChg>
        <pc:inkChg chg="add del mod">
          <ac:chgData name="Hasibul Islam" userId="7a1954ca182d2d6d" providerId="LiveId" clId="{995A19FD-4E52-41C7-8512-DE18AAA68460}" dt="2023-02-20T02:32:35.212" v="1274"/>
          <ac:inkMkLst>
            <pc:docMk/>
            <pc:sldMk cId="59599391" sldId="352"/>
            <ac:inkMk id="28" creationId="{B9EE2505-B854-61BF-9D29-0501C071056C}"/>
          </ac:inkMkLst>
        </pc:inkChg>
        <pc:inkChg chg="add del mod">
          <ac:chgData name="Hasibul Islam" userId="7a1954ca182d2d6d" providerId="LiveId" clId="{995A19FD-4E52-41C7-8512-DE18AAA68460}" dt="2023-02-20T02:32:35.634" v="1275"/>
          <ac:inkMkLst>
            <pc:docMk/>
            <pc:sldMk cId="59599391" sldId="352"/>
            <ac:inkMk id="29" creationId="{F7D1D52F-4FEB-7415-8718-84E09E7CE712}"/>
          </ac:inkMkLst>
        </pc:inkChg>
        <pc:inkChg chg="add">
          <ac:chgData name="Hasibul Islam" userId="7a1954ca182d2d6d" providerId="LiveId" clId="{995A19FD-4E52-41C7-8512-DE18AAA68460}" dt="2023-02-18T05:13:10.457" v="736" actId="9405"/>
          <ac:inkMkLst>
            <pc:docMk/>
            <pc:sldMk cId="59599391" sldId="352"/>
            <ac:inkMk id="31" creationId="{6F4A9465-FA2C-535C-6E61-CFB218476335}"/>
          </ac:inkMkLst>
        </pc:inkChg>
        <pc:inkChg chg="add">
          <ac:chgData name="Hasibul Islam" userId="7a1954ca182d2d6d" providerId="LiveId" clId="{995A19FD-4E52-41C7-8512-DE18AAA68460}" dt="2023-02-18T05:13:11.422" v="737" actId="9405"/>
          <ac:inkMkLst>
            <pc:docMk/>
            <pc:sldMk cId="59599391" sldId="352"/>
            <ac:inkMk id="32" creationId="{9BD0929A-12AF-F920-71D2-4CD31E988E55}"/>
          </ac:inkMkLst>
        </pc:inkChg>
        <pc:inkChg chg="add del">
          <ac:chgData name="Hasibul Islam" userId="7a1954ca182d2d6d" providerId="LiveId" clId="{995A19FD-4E52-41C7-8512-DE18AAA68460}" dt="2023-02-20T02:32:37.604" v="1277"/>
          <ac:inkMkLst>
            <pc:docMk/>
            <pc:sldMk cId="59599391" sldId="352"/>
            <ac:inkMk id="33" creationId="{3C99623A-84F3-4BD4-7F75-5B68E3270888}"/>
          </ac:inkMkLst>
        </pc:inkChg>
        <pc:inkChg chg="add del">
          <ac:chgData name="Hasibul Islam" userId="7a1954ca182d2d6d" providerId="LiveId" clId="{995A19FD-4E52-41C7-8512-DE18AAA68460}" dt="2023-02-20T02:32:37.139" v="1276"/>
          <ac:inkMkLst>
            <pc:docMk/>
            <pc:sldMk cId="59599391" sldId="352"/>
            <ac:inkMk id="34" creationId="{EA42F039-746D-17CE-8F6C-8B41292F6CB8}"/>
          </ac:inkMkLst>
        </pc:inkChg>
        <pc:inkChg chg="add del">
          <ac:chgData name="Hasibul Islam" userId="7a1954ca182d2d6d" providerId="LiveId" clId="{995A19FD-4E52-41C7-8512-DE18AAA68460}" dt="2023-02-20T02:32:38.423" v="1278"/>
          <ac:inkMkLst>
            <pc:docMk/>
            <pc:sldMk cId="59599391" sldId="352"/>
            <ac:inkMk id="35" creationId="{41F9802B-609B-FA4B-980E-9FD2125F3DA2}"/>
          </ac:inkMkLst>
        </pc:inkChg>
        <pc:inkChg chg="add del">
          <ac:chgData name="Hasibul Islam" userId="7a1954ca182d2d6d" providerId="LiveId" clId="{995A19FD-4E52-41C7-8512-DE18AAA68460}" dt="2023-02-20T02:32:40.414" v="1281"/>
          <ac:inkMkLst>
            <pc:docMk/>
            <pc:sldMk cId="59599391" sldId="352"/>
            <ac:inkMk id="36" creationId="{99611A92-9855-D804-AF3C-B8E2FCB586FD}"/>
          </ac:inkMkLst>
        </pc:inkChg>
        <pc:inkChg chg="add">
          <ac:chgData name="Hasibul Islam" userId="7a1954ca182d2d6d" providerId="LiveId" clId="{995A19FD-4E52-41C7-8512-DE18AAA68460}" dt="2023-02-18T05:13:43.343" v="742" actId="9405"/>
          <ac:inkMkLst>
            <pc:docMk/>
            <pc:sldMk cId="59599391" sldId="352"/>
            <ac:inkMk id="37" creationId="{799DF03C-21FB-FB6F-F184-7C611F0D6A5A}"/>
          </ac:inkMkLst>
        </pc:inkChg>
        <pc:inkChg chg="add">
          <ac:chgData name="Hasibul Islam" userId="7a1954ca182d2d6d" providerId="LiveId" clId="{995A19FD-4E52-41C7-8512-DE18AAA68460}" dt="2023-02-18T05:13:44.126" v="743" actId="9405"/>
          <ac:inkMkLst>
            <pc:docMk/>
            <pc:sldMk cId="59599391" sldId="352"/>
            <ac:inkMk id="38" creationId="{2C67B132-E35C-60BF-9524-C100D4BA971B}"/>
          </ac:inkMkLst>
        </pc:inkChg>
        <pc:inkChg chg="add">
          <ac:chgData name="Hasibul Islam" userId="7a1954ca182d2d6d" providerId="LiveId" clId="{995A19FD-4E52-41C7-8512-DE18AAA68460}" dt="2023-02-18T05:13:44.991" v="744" actId="9405"/>
          <ac:inkMkLst>
            <pc:docMk/>
            <pc:sldMk cId="59599391" sldId="352"/>
            <ac:inkMk id="39" creationId="{7769B667-996E-AC1F-C396-A5534281F9A0}"/>
          </ac:inkMkLst>
        </pc:inkChg>
        <pc:inkChg chg="add">
          <ac:chgData name="Hasibul Islam" userId="7a1954ca182d2d6d" providerId="LiveId" clId="{995A19FD-4E52-41C7-8512-DE18AAA68460}" dt="2023-02-18T05:13:45.888" v="745" actId="9405"/>
          <ac:inkMkLst>
            <pc:docMk/>
            <pc:sldMk cId="59599391" sldId="352"/>
            <ac:inkMk id="40" creationId="{DFF4AC48-7DA4-850D-2FAD-E5F56BA83EB7}"/>
          </ac:inkMkLst>
        </pc:inkChg>
        <pc:inkChg chg="add del">
          <ac:chgData name="Hasibul Islam" userId="7a1954ca182d2d6d" providerId="LiveId" clId="{995A19FD-4E52-41C7-8512-DE18AAA68460}" dt="2023-02-20T02:32:38.426" v="1279"/>
          <ac:inkMkLst>
            <pc:docMk/>
            <pc:sldMk cId="59599391" sldId="352"/>
            <ac:inkMk id="43" creationId="{2A205378-FC0F-92FA-F514-63FB124CB9B2}"/>
          </ac:inkMkLst>
        </pc:inkChg>
        <pc:inkChg chg="add">
          <ac:chgData name="Hasibul Islam" userId="7a1954ca182d2d6d" providerId="LiveId" clId="{995A19FD-4E52-41C7-8512-DE18AAA68460}" dt="2023-02-18T06:39:36.438" v="1110" actId="9405"/>
          <ac:inkMkLst>
            <pc:docMk/>
            <pc:sldMk cId="59599391" sldId="352"/>
            <ac:inkMk id="44" creationId="{EBFF79A1-08BD-66B5-7075-E70A895A7C8B}"/>
          </ac:inkMkLst>
        </pc:inkChg>
        <pc:inkChg chg="add del">
          <ac:chgData name="Hasibul Islam" userId="7a1954ca182d2d6d" providerId="LiveId" clId="{995A19FD-4E52-41C7-8512-DE18AAA68460}" dt="2023-02-20T02:32:44.579" v="1284"/>
          <ac:inkMkLst>
            <pc:docMk/>
            <pc:sldMk cId="59599391" sldId="352"/>
            <ac:inkMk id="45" creationId="{E8751669-13B7-4330-F1FB-CBF1A3307AE7}"/>
          </ac:inkMkLst>
        </pc:inkChg>
      </pc:sldChg>
      <pc:sldChg chg="addSp delSp modSp mod">
        <pc:chgData name="Hasibul Islam" userId="7a1954ca182d2d6d" providerId="LiveId" clId="{995A19FD-4E52-41C7-8512-DE18AAA68460}" dt="2023-02-20T02:32:54.479" v="1289"/>
        <pc:sldMkLst>
          <pc:docMk/>
          <pc:sldMk cId="193265695" sldId="354"/>
        </pc:sldMkLst>
        <pc:spChg chg="add mod">
          <ac:chgData name="Hasibul Islam" userId="7a1954ca182d2d6d" providerId="LiveId" clId="{995A19FD-4E52-41C7-8512-DE18AAA68460}" dt="2023-02-18T05:15:36.964" v="778" actId="14100"/>
          <ac:spMkLst>
            <pc:docMk/>
            <pc:sldMk cId="193265695" sldId="354"/>
            <ac:spMk id="12" creationId="{F6F0941A-3E2B-950A-8B57-D4FFF3EB371C}"/>
          </ac:spMkLst>
        </pc:spChg>
        <pc:grpChg chg="del mod">
          <ac:chgData name="Hasibul Islam" userId="7a1954ca182d2d6d" providerId="LiveId" clId="{995A19FD-4E52-41C7-8512-DE18AAA68460}" dt="2023-02-20T02:32:52.454" v="1287"/>
          <ac:grpSpMkLst>
            <pc:docMk/>
            <pc:sldMk cId="193265695" sldId="354"/>
            <ac:grpSpMk id="11" creationId="{E1BABC0C-1009-A000-668C-F20AB0B14E37}"/>
          </ac:grpSpMkLst>
        </pc:grpChg>
        <pc:inkChg chg="add del">
          <ac:chgData name="Hasibul Islam" userId="7a1954ca182d2d6d" providerId="LiveId" clId="{995A19FD-4E52-41C7-8512-DE18AAA68460}" dt="2023-02-18T05:14:02.453" v="747"/>
          <ac:inkMkLst>
            <pc:docMk/>
            <pc:sldMk cId="193265695" sldId="354"/>
            <ac:inkMk id="2" creationId="{9EFB8252-B81A-37A3-F6A4-6D4EF6D2C1BC}"/>
          </ac:inkMkLst>
        </pc:inkChg>
        <pc:inkChg chg="add del">
          <ac:chgData name="Hasibul Islam" userId="7a1954ca182d2d6d" providerId="LiveId" clId="{995A19FD-4E52-41C7-8512-DE18AAA68460}" dt="2023-02-20T02:32:50.742" v="1286"/>
          <ac:inkMkLst>
            <pc:docMk/>
            <pc:sldMk cId="193265695" sldId="354"/>
            <ac:inkMk id="5" creationId="{95F4466F-225A-B515-CA99-9D8A9719F7B2}"/>
          </ac:inkMkLst>
        </pc:inkChg>
        <pc:inkChg chg="add del">
          <ac:chgData name="Hasibul Islam" userId="7a1954ca182d2d6d" providerId="LiveId" clId="{995A19FD-4E52-41C7-8512-DE18AAA68460}" dt="2023-02-20T02:32:50.742" v="1285"/>
          <ac:inkMkLst>
            <pc:docMk/>
            <pc:sldMk cId="193265695" sldId="354"/>
            <ac:inkMk id="6" creationId="{AC9BF828-EA3E-9367-F69F-A2B43AF67044}"/>
          </ac:inkMkLst>
        </pc:inkChg>
        <pc:inkChg chg="add mod">
          <ac:chgData name="Hasibul Islam" userId="7a1954ca182d2d6d" providerId="LiveId" clId="{995A19FD-4E52-41C7-8512-DE18AAA68460}" dt="2023-02-20T02:32:52.454" v="1287"/>
          <ac:inkMkLst>
            <pc:docMk/>
            <pc:sldMk cId="193265695" sldId="354"/>
            <ac:inkMk id="7" creationId="{D472DE3B-F694-994F-F18E-39E03A2EC2E5}"/>
          </ac:inkMkLst>
        </pc:inkChg>
        <pc:inkChg chg="add del mod">
          <ac:chgData name="Hasibul Islam" userId="7a1954ca182d2d6d" providerId="LiveId" clId="{995A19FD-4E52-41C7-8512-DE18AAA68460}" dt="2023-02-20T02:32:52.454" v="1287"/>
          <ac:inkMkLst>
            <pc:docMk/>
            <pc:sldMk cId="193265695" sldId="354"/>
            <ac:inkMk id="9" creationId="{0D5D6884-DD28-BF63-94AC-DD3714459307}"/>
          </ac:inkMkLst>
        </pc:inkChg>
        <pc:inkChg chg="add del">
          <ac:chgData name="Hasibul Islam" userId="7a1954ca182d2d6d" providerId="LiveId" clId="{995A19FD-4E52-41C7-8512-DE18AAA68460}" dt="2023-02-20T02:32:53.223" v="1288"/>
          <ac:inkMkLst>
            <pc:docMk/>
            <pc:sldMk cId="193265695" sldId="354"/>
            <ac:inkMk id="13" creationId="{4D45D43D-AF19-F2AA-1DA3-797AA2FB3548}"/>
          </ac:inkMkLst>
        </pc:inkChg>
        <pc:inkChg chg="add del">
          <ac:chgData name="Hasibul Islam" userId="7a1954ca182d2d6d" providerId="LiveId" clId="{995A19FD-4E52-41C7-8512-DE18AAA68460}" dt="2023-02-20T02:32:54.479" v="1289"/>
          <ac:inkMkLst>
            <pc:docMk/>
            <pc:sldMk cId="193265695" sldId="354"/>
            <ac:inkMk id="14" creationId="{A81B4864-6D42-0798-090F-9E100DA5100D}"/>
          </ac:inkMkLst>
        </pc:inkChg>
        <pc:inkChg chg="add">
          <ac:chgData name="Hasibul Islam" userId="7a1954ca182d2d6d" providerId="LiveId" clId="{995A19FD-4E52-41C7-8512-DE18AAA68460}" dt="2023-02-18T05:17:16.040" v="781" actId="9405"/>
          <ac:inkMkLst>
            <pc:docMk/>
            <pc:sldMk cId="193265695" sldId="354"/>
            <ac:inkMk id="15" creationId="{ED4DEFDA-5F76-596D-C7B4-1E8DDD05C576}"/>
          </ac:inkMkLst>
        </pc:inkChg>
        <pc:inkChg chg="add">
          <ac:chgData name="Hasibul Islam" userId="7a1954ca182d2d6d" providerId="LiveId" clId="{995A19FD-4E52-41C7-8512-DE18AAA68460}" dt="2023-02-18T05:17:18.606" v="782" actId="9405"/>
          <ac:inkMkLst>
            <pc:docMk/>
            <pc:sldMk cId="193265695" sldId="354"/>
            <ac:inkMk id="16" creationId="{9DD80576-47E8-C991-3F9D-916519DCEB77}"/>
          </ac:inkMkLst>
        </pc:inkChg>
      </pc:sldChg>
      <pc:sldChg chg="addSp delSp modSp mod">
        <pc:chgData name="Hasibul Islam" userId="7a1954ca182d2d6d" providerId="LiveId" clId="{995A19FD-4E52-41C7-8512-DE18AAA68460}" dt="2023-02-20T02:29:23.400" v="1162"/>
        <pc:sldMkLst>
          <pc:docMk/>
          <pc:sldMk cId="3298391544" sldId="360"/>
        </pc:sldMkLst>
        <pc:grpChg chg="del mod">
          <ac:chgData name="Hasibul Islam" userId="7a1954ca182d2d6d" providerId="LiveId" clId="{995A19FD-4E52-41C7-8512-DE18AAA68460}" dt="2023-02-16T04:03:58.570" v="260"/>
          <ac:grpSpMkLst>
            <pc:docMk/>
            <pc:sldMk cId="3298391544" sldId="360"/>
            <ac:grpSpMk id="11" creationId="{B7F5A1DF-2DE0-9A14-AB1E-6525F6709619}"/>
          </ac:grpSpMkLst>
        </pc:grpChg>
        <pc:grpChg chg="del mod">
          <ac:chgData name="Hasibul Islam" userId="7a1954ca182d2d6d" providerId="LiveId" clId="{995A19FD-4E52-41C7-8512-DE18AAA68460}" dt="2023-02-16T04:04:05.484" v="262"/>
          <ac:grpSpMkLst>
            <pc:docMk/>
            <pc:sldMk cId="3298391544" sldId="360"/>
            <ac:grpSpMk id="14" creationId="{BE5DA62C-7688-2130-AF2F-A0DED5680E30}"/>
          </ac:grpSpMkLst>
        </pc:grpChg>
        <pc:grpChg chg="del mod">
          <ac:chgData name="Hasibul Islam" userId="7a1954ca182d2d6d" providerId="LiveId" clId="{995A19FD-4E52-41C7-8512-DE18AAA68460}" dt="2023-02-20T02:29:17.210" v="1152"/>
          <ac:grpSpMkLst>
            <pc:docMk/>
            <pc:sldMk cId="3298391544" sldId="360"/>
            <ac:grpSpMk id="16" creationId="{9818392A-4B1E-499F-AE6B-501034B3B32E}"/>
          </ac:grpSpMkLst>
        </pc:grpChg>
        <pc:grpChg chg="del mod">
          <ac:chgData name="Hasibul Islam" userId="7a1954ca182d2d6d" providerId="LiveId" clId="{995A19FD-4E52-41C7-8512-DE18AAA68460}" dt="2023-02-16T04:05:41.705" v="272"/>
          <ac:grpSpMkLst>
            <pc:docMk/>
            <pc:sldMk cId="3298391544" sldId="360"/>
            <ac:grpSpMk id="23" creationId="{C8069457-5BC2-DB69-3D52-4725FC8DDBF6}"/>
          </ac:grpSpMkLst>
        </pc:grpChg>
        <pc:grpChg chg="del mod">
          <ac:chgData name="Hasibul Islam" userId="7a1954ca182d2d6d" providerId="LiveId" clId="{995A19FD-4E52-41C7-8512-DE18AAA68460}" dt="2023-02-20T02:29:22.823" v="1161"/>
          <ac:grpSpMkLst>
            <pc:docMk/>
            <pc:sldMk cId="3298391544" sldId="360"/>
            <ac:grpSpMk id="26" creationId="{79F8B9BD-B152-0672-A58F-18E225A6C05B}"/>
          </ac:grpSpMkLst>
        </pc:grpChg>
        <pc:inkChg chg="add del">
          <ac:chgData name="Hasibul Islam" userId="7a1954ca182d2d6d" providerId="LiveId" clId="{995A19FD-4E52-41C7-8512-DE18AAA68460}" dt="2023-02-20T02:29:18.113" v="1154"/>
          <ac:inkMkLst>
            <pc:docMk/>
            <pc:sldMk cId="3298391544" sldId="360"/>
            <ac:inkMk id="2" creationId="{561A3834-9709-4294-D16D-AC9AA1B21570}"/>
          </ac:inkMkLst>
        </pc:inkChg>
        <pc:inkChg chg="add del mod">
          <ac:chgData name="Hasibul Islam" userId="7a1954ca182d2d6d" providerId="LiveId" clId="{995A19FD-4E52-41C7-8512-DE18AAA68460}" dt="2023-02-20T02:29:14.862" v="1149"/>
          <ac:inkMkLst>
            <pc:docMk/>
            <pc:sldMk cId="3298391544" sldId="360"/>
            <ac:inkMk id="3" creationId="{D03E4D21-8C00-282D-8165-462A4CD858FA}"/>
          </ac:inkMkLst>
        </pc:inkChg>
        <pc:inkChg chg="add del mod">
          <ac:chgData name="Hasibul Islam" userId="7a1954ca182d2d6d" providerId="LiveId" clId="{995A19FD-4E52-41C7-8512-DE18AAA68460}" dt="2023-02-20T02:29:13.216" v="1147"/>
          <ac:inkMkLst>
            <pc:docMk/>
            <pc:sldMk cId="3298391544" sldId="360"/>
            <ac:inkMk id="5" creationId="{AEED2D29-7E18-AFD8-3C2F-CC0BC9AA49DC}"/>
          </ac:inkMkLst>
        </pc:inkChg>
        <pc:inkChg chg="add del mod">
          <ac:chgData name="Hasibul Islam" userId="7a1954ca182d2d6d" providerId="LiveId" clId="{995A19FD-4E52-41C7-8512-DE18AAA68460}" dt="2023-02-20T02:29:15.345" v="1150"/>
          <ac:inkMkLst>
            <pc:docMk/>
            <pc:sldMk cId="3298391544" sldId="360"/>
            <ac:inkMk id="6" creationId="{42C410B5-87FF-820B-95F8-D5E1E18FC844}"/>
          </ac:inkMkLst>
        </pc:inkChg>
        <pc:inkChg chg="add del mod">
          <ac:chgData name="Hasibul Islam" userId="7a1954ca182d2d6d" providerId="LiveId" clId="{995A19FD-4E52-41C7-8512-DE18AAA68460}" dt="2023-02-20T02:29:18.800" v="1155"/>
          <ac:inkMkLst>
            <pc:docMk/>
            <pc:sldMk cId="3298391544" sldId="360"/>
            <ac:inkMk id="7" creationId="{487C3B6B-F871-9554-94AE-3613B7EC19E3}"/>
          </ac:inkMkLst>
        </pc:inkChg>
        <pc:inkChg chg="add del mod">
          <ac:chgData name="Hasibul Islam" userId="7a1954ca182d2d6d" providerId="LiveId" clId="{995A19FD-4E52-41C7-8512-DE18AAA68460}" dt="2023-02-20T02:29:15.790" v="1151"/>
          <ac:inkMkLst>
            <pc:docMk/>
            <pc:sldMk cId="3298391544" sldId="360"/>
            <ac:inkMk id="12" creationId="{C651D277-FE3F-0AB3-3178-DD73475D6397}"/>
          </ac:inkMkLst>
        </pc:inkChg>
        <pc:inkChg chg="add del mod">
          <ac:chgData name="Hasibul Islam" userId="7a1954ca182d2d6d" providerId="LiveId" clId="{995A19FD-4E52-41C7-8512-DE18AAA68460}" dt="2023-02-20T02:29:18.112" v="1153"/>
          <ac:inkMkLst>
            <pc:docMk/>
            <pc:sldMk cId="3298391544" sldId="360"/>
            <ac:inkMk id="13" creationId="{4C798FD6-F679-1C9C-6772-BFC00DFAFF96}"/>
          </ac:inkMkLst>
        </pc:inkChg>
        <pc:inkChg chg="add del mod">
          <ac:chgData name="Hasibul Islam" userId="7a1954ca182d2d6d" providerId="LiveId" clId="{995A19FD-4E52-41C7-8512-DE18AAA68460}" dt="2023-02-20T02:29:17.210" v="1152"/>
          <ac:inkMkLst>
            <pc:docMk/>
            <pc:sldMk cId="3298391544" sldId="360"/>
            <ac:inkMk id="15" creationId="{0FA56D4A-0CC6-BF80-DCDA-652053C224FD}"/>
          </ac:inkMkLst>
        </pc:inkChg>
        <pc:inkChg chg="add del">
          <ac:chgData name="Hasibul Islam" userId="7a1954ca182d2d6d" providerId="LiveId" clId="{995A19FD-4E52-41C7-8512-DE18AAA68460}" dt="2023-02-20T02:29:19.512" v="1156"/>
          <ac:inkMkLst>
            <pc:docMk/>
            <pc:sldMk cId="3298391544" sldId="360"/>
            <ac:inkMk id="17" creationId="{7C3111BF-1072-78CE-8E2D-03BB1FF3938F}"/>
          </ac:inkMkLst>
        </pc:inkChg>
        <pc:inkChg chg="add del">
          <ac:chgData name="Hasibul Islam" userId="7a1954ca182d2d6d" providerId="LiveId" clId="{995A19FD-4E52-41C7-8512-DE18AAA68460}" dt="2023-02-20T02:29:19.956" v="1157"/>
          <ac:inkMkLst>
            <pc:docMk/>
            <pc:sldMk cId="3298391544" sldId="360"/>
            <ac:inkMk id="18" creationId="{AE5C1B4D-DEBA-4D20-6018-908C4D0092CC}"/>
          </ac:inkMkLst>
        </pc:inkChg>
        <pc:inkChg chg="add del">
          <ac:chgData name="Hasibul Islam" userId="7a1954ca182d2d6d" providerId="LiveId" clId="{995A19FD-4E52-41C7-8512-DE18AAA68460}" dt="2023-02-20T02:29:20.756" v="1158"/>
          <ac:inkMkLst>
            <pc:docMk/>
            <pc:sldMk cId="3298391544" sldId="360"/>
            <ac:inkMk id="19" creationId="{B550233A-ED4D-3032-0E02-EBF4247E942F}"/>
          </ac:inkMkLst>
        </pc:inkChg>
        <pc:inkChg chg="add del">
          <ac:chgData name="Hasibul Islam" userId="7a1954ca182d2d6d" providerId="LiveId" clId="{995A19FD-4E52-41C7-8512-DE18AAA68460}" dt="2023-02-20T02:29:14.204" v="1148"/>
          <ac:inkMkLst>
            <pc:docMk/>
            <pc:sldMk cId="3298391544" sldId="360"/>
            <ac:inkMk id="20" creationId="{3868AD2B-F54E-C7D4-11EE-48B7FFC8C3BC}"/>
          </ac:inkMkLst>
        </pc:inkChg>
        <pc:inkChg chg="add del mod">
          <ac:chgData name="Hasibul Islam" userId="7a1954ca182d2d6d" providerId="LiveId" clId="{995A19FD-4E52-41C7-8512-DE18AAA68460}" dt="2023-02-20T02:29:21.647" v="1159"/>
          <ac:inkMkLst>
            <pc:docMk/>
            <pc:sldMk cId="3298391544" sldId="360"/>
            <ac:inkMk id="21" creationId="{E9E71AC2-C608-B03A-0684-7714BDDBECC5}"/>
          </ac:inkMkLst>
        </pc:inkChg>
        <pc:inkChg chg="add del mod">
          <ac:chgData name="Hasibul Islam" userId="7a1954ca182d2d6d" providerId="LiveId" clId="{995A19FD-4E52-41C7-8512-DE18AAA68460}" dt="2023-02-20T02:29:22.119" v="1160"/>
          <ac:inkMkLst>
            <pc:docMk/>
            <pc:sldMk cId="3298391544" sldId="360"/>
            <ac:inkMk id="22" creationId="{89789D24-7D23-10B7-716A-D2DC01C18D47}"/>
          </ac:inkMkLst>
        </pc:inkChg>
        <pc:inkChg chg="add del mod">
          <ac:chgData name="Hasibul Islam" userId="7a1954ca182d2d6d" providerId="LiveId" clId="{995A19FD-4E52-41C7-8512-DE18AAA68460}" dt="2023-02-20T02:29:22.823" v="1161"/>
          <ac:inkMkLst>
            <pc:docMk/>
            <pc:sldMk cId="3298391544" sldId="360"/>
            <ac:inkMk id="24" creationId="{496943AA-12FC-1363-7AA5-1E4377073E92}"/>
          </ac:inkMkLst>
        </pc:inkChg>
        <pc:inkChg chg="add del mod">
          <ac:chgData name="Hasibul Islam" userId="7a1954ca182d2d6d" providerId="LiveId" clId="{995A19FD-4E52-41C7-8512-DE18AAA68460}" dt="2023-02-20T02:29:23.400" v="1162"/>
          <ac:inkMkLst>
            <pc:docMk/>
            <pc:sldMk cId="3298391544" sldId="360"/>
            <ac:inkMk id="25" creationId="{6E15FEB8-F007-854E-3F78-94C18B0A63D5}"/>
          </ac:inkMkLst>
        </pc:inkChg>
      </pc:sldChg>
      <pc:sldChg chg="addSp delSp modSp new del mod">
        <pc:chgData name="Hasibul Islam" userId="7a1954ca182d2d6d" providerId="LiveId" clId="{995A19FD-4E52-41C7-8512-DE18AAA68460}" dt="2023-02-20T02:30:32.291" v="1197" actId="2696"/>
        <pc:sldMkLst>
          <pc:docMk/>
          <pc:sldMk cId="241687856" sldId="362"/>
        </pc:sldMkLst>
        <pc:spChg chg="mod">
          <ac:chgData name="Hasibul Islam" userId="7a1954ca182d2d6d" providerId="LiveId" clId="{995A19FD-4E52-41C7-8512-DE18AAA68460}" dt="2023-02-16T02:56:05.745" v="51" actId="20577"/>
          <ac:spMkLst>
            <pc:docMk/>
            <pc:sldMk cId="241687856" sldId="362"/>
            <ac:spMk id="2" creationId="{B9ECE6D0-3FD4-C848-C1C2-D951C797DBA5}"/>
          </ac:spMkLst>
        </pc:spChg>
        <pc:spChg chg="del">
          <ac:chgData name="Hasibul Islam" userId="7a1954ca182d2d6d" providerId="LiveId" clId="{995A19FD-4E52-41C7-8512-DE18AAA68460}" dt="2023-02-16T02:56:09.269" v="52" actId="478"/>
          <ac:spMkLst>
            <pc:docMk/>
            <pc:sldMk cId="241687856" sldId="362"/>
            <ac:spMk id="3" creationId="{0E06CFBA-644E-AE29-B014-1F84F5BF45E5}"/>
          </ac:spMkLst>
        </pc:spChg>
        <pc:grpChg chg="del mod">
          <ac:chgData name="Hasibul Islam" userId="7a1954ca182d2d6d" providerId="LiveId" clId="{995A19FD-4E52-41C7-8512-DE18AAA68460}" dt="2023-02-16T04:24:18.079" v="409"/>
          <ac:grpSpMkLst>
            <pc:docMk/>
            <pc:sldMk cId="241687856" sldId="362"/>
            <ac:grpSpMk id="16" creationId="{46AB0AE4-6FE1-17E0-C42D-668CD10BF3B3}"/>
          </ac:grpSpMkLst>
        </pc:grpChg>
        <pc:grpChg chg="del mod">
          <ac:chgData name="Hasibul Islam" userId="7a1954ca182d2d6d" providerId="LiveId" clId="{995A19FD-4E52-41C7-8512-DE18AAA68460}" dt="2023-02-20T02:30:21.961" v="1194"/>
          <ac:grpSpMkLst>
            <pc:docMk/>
            <pc:sldMk cId="241687856" sldId="362"/>
            <ac:grpSpMk id="18" creationId="{56A89E99-F49E-F189-A383-F33727D96D0D}"/>
          </ac:grpSpMkLst>
        </pc:grpChg>
        <pc:picChg chg="add mod">
          <ac:chgData name="Hasibul Islam" userId="7a1954ca182d2d6d" providerId="LiveId" clId="{995A19FD-4E52-41C7-8512-DE18AAA68460}" dt="2023-02-16T02:56:28.215" v="55" actId="14100"/>
          <ac:picMkLst>
            <pc:docMk/>
            <pc:sldMk cId="241687856" sldId="362"/>
            <ac:picMk id="5" creationId="{1AEBD3F3-1838-F2E2-D4F3-E70BA3F02D0A}"/>
          </ac:picMkLst>
        </pc:picChg>
        <pc:inkChg chg="add">
          <ac:chgData name="Hasibul Islam" userId="7a1954ca182d2d6d" providerId="LiveId" clId="{995A19FD-4E52-41C7-8512-DE18AAA68460}" dt="2023-02-16T02:55:54.285" v="29" actId="9405"/>
          <ac:inkMkLst>
            <pc:docMk/>
            <pc:sldMk cId="241687856" sldId="362"/>
            <ac:inkMk id="4" creationId="{D13AC8E9-5E7F-07DF-F205-65EBBAA86005}"/>
          </ac:inkMkLst>
        </pc:inkChg>
        <pc:inkChg chg="add del">
          <ac:chgData name="Hasibul Islam" userId="7a1954ca182d2d6d" providerId="LiveId" clId="{995A19FD-4E52-41C7-8512-DE18AAA68460}" dt="2023-02-16T02:56:45.527" v="57"/>
          <ac:inkMkLst>
            <pc:docMk/>
            <pc:sldMk cId="241687856" sldId="362"/>
            <ac:inkMk id="6" creationId="{D3ABE9F5-2925-C97B-DF51-3E9F8546AC58}"/>
          </ac:inkMkLst>
        </pc:inkChg>
        <pc:inkChg chg="add del">
          <ac:chgData name="Hasibul Islam" userId="7a1954ca182d2d6d" providerId="LiveId" clId="{995A19FD-4E52-41C7-8512-DE18AAA68460}" dt="2023-02-16T02:57:12.550" v="63"/>
          <ac:inkMkLst>
            <pc:docMk/>
            <pc:sldMk cId="241687856" sldId="362"/>
            <ac:inkMk id="7" creationId="{F53C9EB8-6827-45E7-82BC-D8D4DF1B84D6}"/>
          </ac:inkMkLst>
        </pc:inkChg>
        <pc:inkChg chg="add del">
          <ac:chgData name="Hasibul Islam" userId="7a1954ca182d2d6d" providerId="LiveId" clId="{995A19FD-4E52-41C7-8512-DE18AAA68460}" dt="2023-02-16T02:57:11.395" v="61"/>
          <ac:inkMkLst>
            <pc:docMk/>
            <pc:sldMk cId="241687856" sldId="362"/>
            <ac:inkMk id="8" creationId="{290E67A8-756E-FBD0-F669-98848843836E}"/>
          </ac:inkMkLst>
        </pc:inkChg>
        <pc:inkChg chg="add del">
          <ac:chgData name="Hasibul Islam" userId="7a1954ca182d2d6d" providerId="LiveId" clId="{995A19FD-4E52-41C7-8512-DE18AAA68460}" dt="2023-02-16T02:57:11.911" v="62"/>
          <ac:inkMkLst>
            <pc:docMk/>
            <pc:sldMk cId="241687856" sldId="362"/>
            <ac:inkMk id="9" creationId="{DBA7661C-5972-6CE7-ECB2-047D04232E01}"/>
          </ac:inkMkLst>
        </pc:inkChg>
        <pc:inkChg chg="add del">
          <ac:chgData name="Hasibul Islam" userId="7a1954ca182d2d6d" providerId="LiveId" clId="{995A19FD-4E52-41C7-8512-DE18AAA68460}" dt="2023-02-20T02:30:18.957" v="1192"/>
          <ac:inkMkLst>
            <pc:docMk/>
            <pc:sldMk cId="241687856" sldId="362"/>
            <ac:inkMk id="10" creationId="{C0AF5CD3-2E97-B0FA-537A-005A012707CE}"/>
          </ac:inkMkLst>
        </pc:inkChg>
        <pc:inkChg chg="add del">
          <ac:chgData name="Hasibul Islam" userId="7a1954ca182d2d6d" providerId="LiveId" clId="{995A19FD-4E52-41C7-8512-DE18AAA68460}" dt="2023-02-20T02:30:17.546" v="1190"/>
          <ac:inkMkLst>
            <pc:docMk/>
            <pc:sldMk cId="241687856" sldId="362"/>
            <ac:inkMk id="11" creationId="{D98F6378-782F-1916-5523-46B381E2BD9E}"/>
          </ac:inkMkLst>
        </pc:inkChg>
        <pc:inkChg chg="add del">
          <ac:chgData name="Hasibul Islam" userId="7a1954ca182d2d6d" providerId="LiveId" clId="{995A19FD-4E52-41C7-8512-DE18AAA68460}" dt="2023-02-20T02:30:23.908" v="1196"/>
          <ac:inkMkLst>
            <pc:docMk/>
            <pc:sldMk cId="241687856" sldId="362"/>
            <ac:inkMk id="12" creationId="{57A995A7-CDAC-A9DE-6EDE-CBBDA70460E6}"/>
          </ac:inkMkLst>
        </pc:inkChg>
        <pc:inkChg chg="add del mod">
          <ac:chgData name="Hasibul Islam" userId="7a1954ca182d2d6d" providerId="LiveId" clId="{995A19FD-4E52-41C7-8512-DE18AAA68460}" dt="2023-02-20T02:30:18.091" v="1191"/>
          <ac:inkMkLst>
            <pc:docMk/>
            <pc:sldMk cId="241687856" sldId="362"/>
            <ac:inkMk id="13" creationId="{B8CCD459-19B1-E5A7-8859-DACC788D9C73}"/>
          </ac:inkMkLst>
        </pc:inkChg>
        <pc:inkChg chg="add del mod">
          <ac:chgData name="Hasibul Islam" userId="7a1954ca182d2d6d" providerId="LiveId" clId="{995A19FD-4E52-41C7-8512-DE18AAA68460}" dt="2023-02-20T02:30:20.938" v="1193"/>
          <ac:inkMkLst>
            <pc:docMk/>
            <pc:sldMk cId="241687856" sldId="362"/>
            <ac:inkMk id="14" creationId="{140F6E22-1A33-108A-E152-DD935B1AEFBE}"/>
          </ac:inkMkLst>
        </pc:inkChg>
        <pc:inkChg chg="add del mod">
          <ac:chgData name="Hasibul Islam" userId="7a1954ca182d2d6d" providerId="LiveId" clId="{995A19FD-4E52-41C7-8512-DE18AAA68460}" dt="2023-02-20T02:30:23.466" v="1195"/>
          <ac:inkMkLst>
            <pc:docMk/>
            <pc:sldMk cId="241687856" sldId="362"/>
            <ac:inkMk id="15" creationId="{2F1C42C2-C56A-FB35-25B7-3C95A7596E56}"/>
          </ac:inkMkLst>
        </pc:inkChg>
        <pc:inkChg chg="add del mod">
          <ac:chgData name="Hasibul Islam" userId="7a1954ca182d2d6d" providerId="LiveId" clId="{995A19FD-4E52-41C7-8512-DE18AAA68460}" dt="2023-02-20T02:30:21.961" v="1194"/>
          <ac:inkMkLst>
            <pc:docMk/>
            <pc:sldMk cId="241687856" sldId="362"/>
            <ac:inkMk id="17" creationId="{0C65B3D3-F1CA-3F23-0130-95B874EC1183}"/>
          </ac:inkMkLst>
        </pc:inkChg>
      </pc:sldChg>
      <pc:sldChg chg="addSp delSp modSp new del mod">
        <pc:chgData name="Hasibul Islam" userId="7a1954ca182d2d6d" providerId="LiveId" clId="{995A19FD-4E52-41C7-8512-DE18AAA68460}" dt="2023-02-16T02:41:38.092" v="27" actId="47"/>
        <pc:sldMkLst>
          <pc:docMk/>
          <pc:sldMk cId="1966790154" sldId="362"/>
        </pc:sldMkLst>
        <pc:spChg chg="del">
          <ac:chgData name="Hasibul Islam" userId="7a1954ca182d2d6d" providerId="LiveId" clId="{995A19FD-4E52-41C7-8512-DE18AAA68460}" dt="2023-02-16T02:38:31.021" v="1" actId="478"/>
          <ac:spMkLst>
            <pc:docMk/>
            <pc:sldMk cId="1966790154" sldId="362"/>
            <ac:spMk id="2" creationId="{DAAC88DA-2DEE-9681-0089-C4FB1EE9E2B8}"/>
          </ac:spMkLst>
        </pc:spChg>
        <pc:spChg chg="del">
          <ac:chgData name="Hasibul Islam" userId="7a1954ca182d2d6d" providerId="LiveId" clId="{995A19FD-4E52-41C7-8512-DE18AAA68460}" dt="2023-02-16T02:38:33.969" v="2" actId="478"/>
          <ac:spMkLst>
            <pc:docMk/>
            <pc:sldMk cId="1966790154" sldId="362"/>
            <ac:spMk id="3" creationId="{DF50CF95-906B-B0E1-0D3A-5B5CD95C0FA0}"/>
          </ac:spMkLst>
        </pc:spChg>
        <pc:grpChg chg="mod">
          <ac:chgData name="Hasibul Islam" userId="7a1954ca182d2d6d" providerId="LiveId" clId="{995A19FD-4E52-41C7-8512-DE18AAA68460}" dt="2023-02-16T02:40:12.134" v="9"/>
          <ac:grpSpMkLst>
            <pc:docMk/>
            <pc:sldMk cId="1966790154" sldId="362"/>
            <ac:grpSpMk id="8" creationId="{D5614472-5E20-4BFD-B92E-857C36233D63}"/>
          </ac:grpSpMkLst>
        </pc:grpChg>
        <pc:grpChg chg="del mod">
          <ac:chgData name="Hasibul Islam" userId="7a1954ca182d2d6d" providerId="LiveId" clId="{995A19FD-4E52-41C7-8512-DE18AAA68460}" dt="2023-02-16T02:40:39.516" v="20"/>
          <ac:grpSpMkLst>
            <pc:docMk/>
            <pc:sldMk cId="1966790154" sldId="362"/>
            <ac:grpSpMk id="15" creationId="{C41810E4-2945-8E3B-0C85-D1245B0A6897}"/>
          </ac:grpSpMkLst>
        </pc:grpChg>
        <pc:grpChg chg="mod">
          <ac:chgData name="Hasibul Islam" userId="7a1954ca182d2d6d" providerId="LiveId" clId="{995A19FD-4E52-41C7-8512-DE18AAA68460}" dt="2023-02-16T02:40:39.516" v="20"/>
          <ac:grpSpMkLst>
            <pc:docMk/>
            <pc:sldMk cId="1966790154" sldId="362"/>
            <ac:grpSpMk id="19" creationId="{1775EECC-ADAC-F50B-4BE6-AA45ED74DCDE}"/>
          </ac:grpSpMkLst>
        </pc:grpChg>
        <pc:grpChg chg="mod">
          <ac:chgData name="Hasibul Islam" userId="7a1954ca182d2d6d" providerId="LiveId" clId="{995A19FD-4E52-41C7-8512-DE18AAA68460}" dt="2023-02-16T02:40:43.622" v="23"/>
          <ac:grpSpMkLst>
            <pc:docMk/>
            <pc:sldMk cId="1966790154" sldId="362"/>
            <ac:grpSpMk id="22" creationId="{AB170360-2528-0F33-1A62-9D6DC81B7002}"/>
          </ac:grpSpMkLst>
        </pc:grpChg>
        <pc:grpChg chg="mod">
          <ac:chgData name="Hasibul Islam" userId="7a1954ca182d2d6d" providerId="LiveId" clId="{995A19FD-4E52-41C7-8512-DE18AAA68460}" dt="2023-02-16T02:41:03.279" v="26"/>
          <ac:grpSpMkLst>
            <pc:docMk/>
            <pc:sldMk cId="1966790154" sldId="362"/>
            <ac:grpSpMk id="25" creationId="{51992D23-FF34-CFC5-B2C3-A77A49F24EDB}"/>
          </ac:grpSpMkLst>
        </pc:grpChg>
        <pc:inkChg chg="add del">
          <ac:chgData name="Hasibul Islam" userId="7a1954ca182d2d6d" providerId="LiveId" clId="{995A19FD-4E52-41C7-8512-DE18AAA68460}" dt="2023-02-16T02:38:47.135" v="4" actId="478"/>
          <ac:inkMkLst>
            <pc:docMk/>
            <pc:sldMk cId="1966790154" sldId="362"/>
            <ac:inkMk id="4" creationId="{9506A7E8-8C0F-3BFF-9598-97826B6C6B6C}"/>
          </ac:inkMkLst>
        </pc:inkChg>
        <pc:inkChg chg="add del">
          <ac:chgData name="Hasibul Islam" userId="7a1954ca182d2d6d" providerId="LiveId" clId="{995A19FD-4E52-41C7-8512-DE18AAA68460}" dt="2023-02-16T02:39:54.273" v="6"/>
          <ac:inkMkLst>
            <pc:docMk/>
            <pc:sldMk cId="1966790154" sldId="362"/>
            <ac:inkMk id="5" creationId="{3B22272E-8915-3733-4B32-D58FB421FF55}"/>
          </ac:inkMkLst>
        </pc:inkChg>
        <pc:inkChg chg="add mod">
          <ac:chgData name="Hasibul Islam" userId="7a1954ca182d2d6d" providerId="LiveId" clId="{995A19FD-4E52-41C7-8512-DE18AAA68460}" dt="2023-02-16T02:40:12.134" v="9"/>
          <ac:inkMkLst>
            <pc:docMk/>
            <pc:sldMk cId="1966790154" sldId="362"/>
            <ac:inkMk id="6" creationId="{4907FA90-86BA-D019-ECC1-3622EC314A5B}"/>
          </ac:inkMkLst>
        </pc:inkChg>
        <pc:inkChg chg="add mod">
          <ac:chgData name="Hasibul Islam" userId="7a1954ca182d2d6d" providerId="LiveId" clId="{995A19FD-4E52-41C7-8512-DE18AAA68460}" dt="2023-02-16T02:40:12.134" v="9"/>
          <ac:inkMkLst>
            <pc:docMk/>
            <pc:sldMk cId="1966790154" sldId="362"/>
            <ac:inkMk id="7" creationId="{C7053B5A-52E4-E12D-BC2A-0BC7A5FFDCF8}"/>
          </ac:inkMkLst>
        </pc:inkChg>
        <pc:inkChg chg="add mod">
          <ac:chgData name="Hasibul Islam" userId="7a1954ca182d2d6d" providerId="LiveId" clId="{995A19FD-4E52-41C7-8512-DE18AAA68460}" dt="2023-02-16T02:40:39.516" v="20"/>
          <ac:inkMkLst>
            <pc:docMk/>
            <pc:sldMk cId="1966790154" sldId="362"/>
            <ac:inkMk id="9" creationId="{97CDA0B3-5CC8-032E-53B1-F6FC8C7C840A}"/>
          </ac:inkMkLst>
        </pc:inkChg>
        <pc:inkChg chg="add mod">
          <ac:chgData name="Hasibul Islam" userId="7a1954ca182d2d6d" providerId="LiveId" clId="{995A19FD-4E52-41C7-8512-DE18AAA68460}" dt="2023-02-16T02:40:39.516" v="20"/>
          <ac:inkMkLst>
            <pc:docMk/>
            <pc:sldMk cId="1966790154" sldId="362"/>
            <ac:inkMk id="10" creationId="{D7643979-9B8F-2CFD-EBCB-0F4F99118DC4}"/>
          </ac:inkMkLst>
        </pc:inkChg>
        <pc:inkChg chg="add">
          <ac:chgData name="Hasibul Islam" userId="7a1954ca182d2d6d" providerId="LiveId" clId="{995A19FD-4E52-41C7-8512-DE18AAA68460}" dt="2023-02-16T02:40:21.433" v="12" actId="9405"/>
          <ac:inkMkLst>
            <pc:docMk/>
            <pc:sldMk cId="1966790154" sldId="362"/>
            <ac:inkMk id="11" creationId="{F467E7AE-B9EF-E173-1343-3F3765144060}"/>
          </ac:inkMkLst>
        </pc:inkChg>
        <pc:inkChg chg="add mod">
          <ac:chgData name="Hasibul Islam" userId="7a1954ca182d2d6d" providerId="LiveId" clId="{995A19FD-4E52-41C7-8512-DE18AAA68460}" dt="2023-02-16T02:40:39.516" v="20"/>
          <ac:inkMkLst>
            <pc:docMk/>
            <pc:sldMk cId="1966790154" sldId="362"/>
            <ac:inkMk id="12" creationId="{5EEBC44D-A7E7-FDDD-CEB3-976710FAC21A}"/>
          </ac:inkMkLst>
        </pc:inkChg>
        <pc:inkChg chg="add mod">
          <ac:chgData name="Hasibul Islam" userId="7a1954ca182d2d6d" providerId="LiveId" clId="{995A19FD-4E52-41C7-8512-DE18AAA68460}" dt="2023-02-16T02:40:39.516" v="20"/>
          <ac:inkMkLst>
            <pc:docMk/>
            <pc:sldMk cId="1966790154" sldId="362"/>
            <ac:inkMk id="13" creationId="{C7D9493D-1736-00CE-6E42-76FAFAF6EC6D}"/>
          </ac:inkMkLst>
        </pc:inkChg>
        <pc:inkChg chg="add mod">
          <ac:chgData name="Hasibul Islam" userId="7a1954ca182d2d6d" providerId="LiveId" clId="{995A19FD-4E52-41C7-8512-DE18AAA68460}" dt="2023-02-16T02:40:39.516" v="20"/>
          <ac:inkMkLst>
            <pc:docMk/>
            <pc:sldMk cId="1966790154" sldId="362"/>
            <ac:inkMk id="14" creationId="{583DAEA3-A344-C598-3415-ECEAF2F5DA7E}"/>
          </ac:inkMkLst>
        </pc:inkChg>
        <pc:inkChg chg="add mod">
          <ac:chgData name="Hasibul Islam" userId="7a1954ca182d2d6d" providerId="LiveId" clId="{995A19FD-4E52-41C7-8512-DE18AAA68460}" dt="2023-02-16T02:40:39.516" v="20"/>
          <ac:inkMkLst>
            <pc:docMk/>
            <pc:sldMk cId="1966790154" sldId="362"/>
            <ac:inkMk id="16" creationId="{D2E7B81F-491F-F235-D6C5-10417BBD5FF1}"/>
          </ac:inkMkLst>
        </pc:inkChg>
        <pc:inkChg chg="add mod">
          <ac:chgData name="Hasibul Islam" userId="7a1954ca182d2d6d" providerId="LiveId" clId="{995A19FD-4E52-41C7-8512-DE18AAA68460}" dt="2023-02-16T02:40:39.516" v="20"/>
          <ac:inkMkLst>
            <pc:docMk/>
            <pc:sldMk cId="1966790154" sldId="362"/>
            <ac:inkMk id="17" creationId="{96BAA9F2-AE24-49BA-6ACC-2F6367B66426}"/>
          </ac:inkMkLst>
        </pc:inkChg>
        <pc:inkChg chg="add mod">
          <ac:chgData name="Hasibul Islam" userId="7a1954ca182d2d6d" providerId="LiveId" clId="{995A19FD-4E52-41C7-8512-DE18AAA68460}" dt="2023-02-16T02:40:39.516" v="20"/>
          <ac:inkMkLst>
            <pc:docMk/>
            <pc:sldMk cId="1966790154" sldId="362"/>
            <ac:inkMk id="18" creationId="{EFF6855F-62A6-26EB-DCB1-6713DFB0D976}"/>
          </ac:inkMkLst>
        </pc:inkChg>
        <pc:inkChg chg="add mod">
          <ac:chgData name="Hasibul Islam" userId="7a1954ca182d2d6d" providerId="LiveId" clId="{995A19FD-4E52-41C7-8512-DE18AAA68460}" dt="2023-02-16T02:40:43.622" v="23"/>
          <ac:inkMkLst>
            <pc:docMk/>
            <pc:sldMk cId="1966790154" sldId="362"/>
            <ac:inkMk id="20" creationId="{9CFEDB4E-1421-D4C4-04A8-EE4D6E41848F}"/>
          </ac:inkMkLst>
        </pc:inkChg>
        <pc:inkChg chg="add mod">
          <ac:chgData name="Hasibul Islam" userId="7a1954ca182d2d6d" providerId="LiveId" clId="{995A19FD-4E52-41C7-8512-DE18AAA68460}" dt="2023-02-16T02:40:43.622" v="23"/>
          <ac:inkMkLst>
            <pc:docMk/>
            <pc:sldMk cId="1966790154" sldId="362"/>
            <ac:inkMk id="21" creationId="{534EA049-08BA-FA59-AC96-420E224C6F75}"/>
          </ac:inkMkLst>
        </pc:inkChg>
        <pc:inkChg chg="add mod">
          <ac:chgData name="Hasibul Islam" userId="7a1954ca182d2d6d" providerId="LiveId" clId="{995A19FD-4E52-41C7-8512-DE18AAA68460}" dt="2023-02-16T02:41:03.279" v="26"/>
          <ac:inkMkLst>
            <pc:docMk/>
            <pc:sldMk cId="1966790154" sldId="362"/>
            <ac:inkMk id="23" creationId="{8832E047-AE4B-2367-DFAF-48EE1A42AE2C}"/>
          </ac:inkMkLst>
        </pc:inkChg>
        <pc:inkChg chg="add mod">
          <ac:chgData name="Hasibul Islam" userId="7a1954ca182d2d6d" providerId="LiveId" clId="{995A19FD-4E52-41C7-8512-DE18AAA68460}" dt="2023-02-16T02:41:03.279" v="26"/>
          <ac:inkMkLst>
            <pc:docMk/>
            <pc:sldMk cId="1966790154" sldId="362"/>
            <ac:inkMk id="24" creationId="{3B3972CE-A315-E0C8-6E08-3A0E095D22EB}"/>
          </ac:inkMkLst>
        </pc:inkChg>
      </pc:sldChg>
      <pc:sldChg chg="addSp delSp modSp new del mod ord setBg setClrOvrMap">
        <pc:chgData name="Hasibul Islam" userId="7a1954ca182d2d6d" providerId="LiveId" clId="{995A19FD-4E52-41C7-8512-DE18AAA68460}" dt="2023-02-28T03:48:32.745" v="1337" actId="47"/>
        <pc:sldMkLst>
          <pc:docMk/>
          <pc:sldMk cId="2837856662" sldId="362"/>
        </pc:sldMkLst>
        <pc:spChg chg="add del mod">
          <ac:chgData name="Hasibul Islam" userId="7a1954ca182d2d6d" providerId="LiveId" clId="{995A19FD-4E52-41C7-8512-DE18AAA68460}" dt="2023-02-27T04:18:57.316" v="1323" actId="20577"/>
          <ac:spMkLst>
            <pc:docMk/>
            <pc:sldMk cId="2837856662" sldId="362"/>
            <ac:spMk id="2" creationId="{91C1466F-E573-C4F6-37A5-71AA93A29E60}"/>
          </ac:spMkLst>
        </pc:spChg>
        <pc:spChg chg="del">
          <ac:chgData name="Hasibul Islam" userId="7a1954ca182d2d6d" providerId="LiveId" clId="{995A19FD-4E52-41C7-8512-DE18AAA68460}" dt="2023-02-27T04:18:29.294" v="1296" actId="22"/>
          <ac:spMkLst>
            <pc:docMk/>
            <pc:sldMk cId="2837856662" sldId="362"/>
            <ac:spMk id="3" creationId="{B7042BC8-A914-C939-D1F9-B0257896E67A}"/>
          </ac:spMkLst>
        </pc:spChg>
        <pc:spChg chg="add del mod">
          <ac:chgData name="Hasibul Islam" userId="7a1954ca182d2d6d" providerId="LiveId" clId="{995A19FD-4E52-41C7-8512-DE18AAA68460}" dt="2023-02-27T04:19:01.355" v="1324" actId="478"/>
          <ac:spMkLst>
            <pc:docMk/>
            <pc:sldMk cId="2837856662" sldId="362"/>
            <ac:spMk id="6" creationId="{3843E83B-22F3-A96D-0000-AEE7BE81E0F0}"/>
          </ac:spMkLst>
        </pc:spChg>
        <pc:spChg chg="add mod">
          <ac:chgData name="Hasibul Islam" userId="7a1954ca182d2d6d" providerId="LiveId" clId="{995A19FD-4E52-41C7-8512-DE18AAA68460}" dt="2023-02-27T04:19:36.787" v="1327" actId="478"/>
          <ac:spMkLst>
            <pc:docMk/>
            <pc:sldMk cId="2837856662" sldId="362"/>
            <ac:spMk id="8" creationId="{275884A2-38D3-82D9-057A-7A3773CC7317}"/>
          </ac:spMkLst>
        </pc:spChg>
        <pc:spChg chg="add del">
          <ac:chgData name="Hasibul Islam" userId="7a1954ca182d2d6d" providerId="LiveId" clId="{995A19FD-4E52-41C7-8512-DE18AAA68460}" dt="2023-02-27T04:18:40.777" v="1301" actId="26606"/>
          <ac:spMkLst>
            <pc:docMk/>
            <pc:sldMk cId="2837856662" sldId="362"/>
            <ac:spMk id="10" creationId="{1E94681D-2A4C-4A8D-B9B5-31D440D0328D}"/>
          </ac:spMkLst>
        </pc:spChg>
        <pc:spChg chg="add del">
          <ac:chgData name="Hasibul Islam" userId="7a1954ca182d2d6d" providerId="LiveId" clId="{995A19FD-4E52-41C7-8512-DE18AAA68460}" dt="2023-02-27T04:18:40.777" v="1301" actId="26606"/>
          <ac:spMkLst>
            <pc:docMk/>
            <pc:sldMk cId="2837856662" sldId="362"/>
            <ac:spMk id="12" creationId="{4EC7E010-C712-408D-9787-0842AFC9F4BB}"/>
          </ac:spMkLst>
        </pc:spChg>
        <pc:spChg chg="add mod">
          <ac:chgData name="Hasibul Islam" userId="7a1954ca182d2d6d" providerId="LiveId" clId="{995A19FD-4E52-41C7-8512-DE18AAA68460}" dt="2023-02-27T04:20:13.063" v="1334" actId="2085"/>
          <ac:spMkLst>
            <pc:docMk/>
            <pc:sldMk cId="2837856662" sldId="362"/>
            <ac:spMk id="13" creationId="{C1B6CCE6-9C35-F174-BA59-7CB212CA1643}"/>
          </ac:spMkLst>
        </pc:spChg>
        <pc:spChg chg="add del">
          <ac:chgData name="Hasibul Islam" userId="7a1954ca182d2d6d" providerId="LiveId" clId="{995A19FD-4E52-41C7-8512-DE18AAA68460}" dt="2023-02-27T04:18:40.777" v="1301" actId="26606"/>
          <ac:spMkLst>
            <pc:docMk/>
            <pc:sldMk cId="2837856662" sldId="362"/>
            <ac:spMk id="14" creationId="{0503FCEF-A9BA-4991-9220-E36615FB8B53}"/>
          </ac:spMkLst>
        </pc:spChg>
        <pc:spChg chg="add del">
          <ac:chgData name="Hasibul Islam" userId="7a1954ca182d2d6d" providerId="LiveId" clId="{995A19FD-4E52-41C7-8512-DE18AAA68460}" dt="2023-02-27T04:18:40.777" v="1301" actId="26606"/>
          <ac:spMkLst>
            <pc:docMk/>
            <pc:sldMk cId="2837856662" sldId="362"/>
            <ac:spMk id="16" creationId="{A069235B-22DB-4231-8291-D64DA2CDEB4E}"/>
          </ac:spMkLst>
        </pc:spChg>
        <pc:picChg chg="add del mod ord">
          <ac:chgData name="Hasibul Islam" userId="7a1954ca182d2d6d" providerId="LiveId" clId="{995A19FD-4E52-41C7-8512-DE18AAA68460}" dt="2023-02-27T04:19:36.787" v="1327" actId="478"/>
          <ac:picMkLst>
            <pc:docMk/>
            <pc:sldMk cId="2837856662" sldId="362"/>
            <ac:picMk id="5" creationId="{CDE3223F-3F4E-5A7B-9D98-FA42096DBDD5}"/>
          </ac:picMkLst>
        </pc:picChg>
        <pc:picChg chg="add mod">
          <ac:chgData name="Hasibul Islam" userId="7a1954ca182d2d6d" providerId="LiveId" clId="{995A19FD-4E52-41C7-8512-DE18AAA68460}" dt="2023-02-27T04:19:46.314" v="1331" actId="14100"/>
          <ac:picMkLst>
            <pc:docMk/>
            <pc:sldMk cId="2837856662" sldId="362"/>
            <ac:picMk id="11" creationId="{7577F3E1-CDE6-79F2-C22A-D6600427E3BB}"/>
          </ac:picMkLst>
        </pc:picChg>
      </pc:sldChg>
      <pc:sldChg chg="addSp delSp new del mod">
        <pc:chgData name="Hasibul Islam" userId="7a1954ca182d2d6d" providerId="LiveId" clId="{995A19FD-4E52-41C7-8512-DE18AAA68460}" dt="2023-02-20T02:33:04.343" v="1290" actId="2696"/>
        <pc:sldMkLst>
          <pc:docMk/>
          <pc:sldMk cId="2522876138" sldId="363"/>
        </pc:sldMkLst>
        <pc:spChg chg="del">
          <ac:chgData name="Hasibul Islam" userId="7a1954ca182d2d6d" providerId="LiveId" clId="{995A19FD-4E52-41C7-8512-DE18AAA68460}" dt="2023-02-16T03:37:36.716" v="65" actId="478"/>
          <ac:spMkLst>
            <pc:docMk/>
            <pc:sldMk cId="2522876138" sldId="363"/>
            <ac:spMk id="2" creationId="{59D14EDF-0C49-5EF2-5E25-D5E3B95E7FC6}"/>
          </ac:spMkLst>
        </pc:spChg>
        <pc:spChg chg="del">
          <ac:chgData name="Hasibul Islam" userId="7a1954ca182d2d6d" providerId="LiveId" clId="{995A19FD-4E52-41C7-8512-DE18AAA68460}" dt="2023-02-16T03:37:38.873" v="66" actId="478"/>
          <ac:spMkLst>
            <pc:docMk/>
            <pc:sldMk cId="2522876138" sldId="363"/>
            <ac:spMk id="3" creationId="{8CE5B8E4-F438-E8C2-40A3-A67AB2874E29}"/>
          </ac:spMkLst>
        </pc:spChg>
        <pc:inkChg chg="add">
          <ac:chgData name="Hasibul Islam" userId="7a1954ca182d2d6d" providerId="LiveId" clId="{995A19FD-4E52-41C7-8512-DE18AAA68460}" dt="2023-02-16T03:37:51.659" v="67" actId="9405"/>
          <ac:inkMkLst>
            <pc:docMk/>
            <pc:sldMk cId="2522876138" sldId="363"/>
            <ac:inkMk id="4" creationId="{BD58E3EB-C347-40C3-7931-E3E2CB9AAFCE}"/>
          </ac:inkMkLst>
        </pc:inkChg>
        <pc:inkChg chg="add">
          <ac:chgData name="Hasibul Islam" userId="7a1954ca182d2d6d" providerId="LiveId" clId="{995A19FD-4E52-41C7-8512-DE18AAA68460}" dt="2023-02-16T03:38:02.378" v="68" actId="9405"/>
          <ac:inkMkLst>
            <pc:docMk/>
            <pc:sldMk cId="2522876138" sldId="363"/>
            <ac:inkMk id="5" creationId="{A90B0B3A-A6B3-AD10-4605-35D5BEEEDF30}"/>
          </ac:inkMkLst>
        </pc:inkChg>
        <pc:inkChg chg="add">
          <ac:chgData name="Hasibul Islam" userId="7a1954ca182d2d6d" providerId="LiveId" clId="{995A19FD-4E52-41C7-8512-DE18AAA68460}" dt="2023-02-16T03:38:06.793" v="69" actId="9405"/>
          <ac:inkMkLst>
            <pc:docMk/>
            <pc:sldMk cId="2522876138" sldId="363"/>
            <ac:inkMk id="6" creationId="{D417382D-2D35-DC0F-1434-C3BB3D3043E7}"/>
          </ac:inkMkLst>
        </pc:inkChg>
        <pc:inkChg chg="add">
          <ac:chgData name="Hasibul Islam" userId="7a1954ca182d2d6d" providerId="LiveId" clId="{995A19FD-4E52-41C7-8512-DE18AAA68460}" dt="2023-02-16T03:38:11.222" v="70" actId="9405"/>
          <ac:inkMkLst>
            <pc:docMk/>
            <pc:sldMk cId="2522876138" sldId="363"/>
            <ac:inkMk id="7" creationId="{AFE9277B-5B74-BD27-F309-151CA6A32914}"/>
          </ac:inkMkLst>
        </pc:inkChg>
        <pc:inkChg chg="add">
          <ac:chgData name="Hasibul Islam" userId="7a1954ca182d2d6d" providerId="LiveId" clId="{995A19FD-4E52-41C7-8512-DE18AAA68460}" dt="2023-02-16T03:38:17.751" v="71" actId="9405"/>
          <ac:inkMkLst>
            <pc:docMk/>
            <pc:sldMk cId="2522876138" sldId="363"/>
            <ac:inkMk id="8" creationId="{2F73F048-FA49-E609-64A6-74812053506B}"/>
          </ac:inkMkLst>
        </pc:inkChg>
        <pc:inkChg chg="add">
          <ac:chgData name="Hasibul Islam" userId="7a1954ca182d2d6d" providerId="LiveId" clId="{995A19FD-4E52-41C7-8512-DE18AAA68460}" dt="2023-02-16T03:39:10.950" v="72" actId="9405"/>
          <ac:inkMkLst>
            <pc:docMk/>
            <pc:sldMk cId="2522876138" sldId="363"/>
            <ac:inkMk id="9" creationId="{EA3A04C9-E5B3-46D3-D31D-D4D348056B55}"/>
          </ac:inkMkLst>
        </pc:inkChg>
        <pc:inkChg chg="add del">
          <ac:chgData name="Hasibul Islam" userId="7a1954ca182d2d6d" providerId="LiveId" clId="{995A19FD-4E52-41C7-8512-DE18AAA68460}" dt="2023-02-16T03:40:35.138" v="74"/>
          <ac:inkMkLst>
            <pc:docMk/>
            <pc:sldMk cId="2522876138" sldId="363"/>
            <ac:inkMk id="10" creationId="{E0FD4566-6B05-C375-DB9B-85EDA564E18C}"/>
          </ac:inkMkLst>
        </pc:inkChg>
        <pc:inkChg chg="add">
          <ac:chgData name="Hasibul Islam" userId="7a1954ca182d2d6d" providerId="LiveId" clId="{995A19FD-4E52-41C7-8512-DE18AAA68460}" dt="2023-02-16T03:40:43.615" v="75" actId="9405"/>
          <ac:inkMkLst>
            <pc:docMk/>
            <pc:sldMk cId="2522876138" sldId="363"/>
            <ac:inkMk id="11" creationId="{B2AC84D7-2A2F-35A5-A1AC-EB0CB95F882C}"/>
          </ac:inkMkLst>
        </pc:inkChg>
        <pc:inkChg chg="add">
          <ac:chgData name="Hasibul Islam" userId="7a1954ca182d2d6d" providerId="LiveId" clId="{995A19FD-4E52-41C7-8512-DE18AAA68460}" dt="2023-02-16T03:40:50.142" v="76" actId="9405"/>
          <ac:inkMkLst>
            <pc:docMk/>
            <pc:sldMk cId="2522876138" sldId="363"/>
            <ac:inkMk id="12" creationId="{47FD5E89-DA9C-FD39-60E8-9E469FF3765B}"/>
          </ac:inkMkLst>
        </pc:inkChg>
        <pc:inkChg chg="add">
          <ac:chgData name="Hasibul Islam" userId="7a1954ca182d2d6d" providerId="LiveId" clId="{995A19FD-4E52-41C7-8512-DE18AAA68460}" dt="2023-02-16T03:41:55.275" v="77" actId="9405"/>
          <ac:inkMkLst>
            <pc:docMk/>
            <pc:sldMk cId="2522876138" sldId="363"/>
            <ac:inkMk id="13" creationId="{AF29E95D-DE9A-7756-F240-0CC3036CBE12}"/>
          </ac:inkMkLst>
        </pc:inkChg>
        <pc:inkChg chg="add">
          <ac:chgData name="Hasibul Islam" userId="7a1954ca182d2d6d" providerId="LiveId" clId="{995A19FD-4E52-41C7-8512-DE18AAA68460}" dt="2023-02-16T03:42:24.323" v="78" actId="9405"/>
          <ac:inkMkLst>
            <pc:docMk/>
            <pc:sldMk cId="2522876138" sldId="363"/>
            <ac:inkMk id="14" creationId="{6033EC7A-E7BD-E1ED-B0FF-EDA30AACB45D}"/>
          </ac:inkMkLst>
        </pc:inkChg>
      </pc:sldChg>
      <pc:sldChg chg="addSp delSp modSp new del mod">
        <pc:chgData name="Hasibul Islam" userId="7a1954ca182d2d6d" providerId="LiveId" clId="{995A19FD-4E52-41C7-8512-DE18AAA68460}" dt="2023-02-20T02:33:09.261" v="1291" actId="2696"/>
        <pc:sldMkLst>
          <pc:docMk/>
          <pc:sldMk cId="3097614451" sldId="364"/>
        </pc:sldMkLst>
        <pc:spChg chg="del">
          <ac:chgData name="Hasibul Islam" userId="7a1954ca182d2d6d" providerId="LiveId" clId="{995A19FD-4E52-41C7-8512-DE18AAA68460}" dt="2023-02-16T03:48:26.834" v="82" actId="478"/>
          <ac:spMkLst>
            <pc:docMk/>
            <pc:sldMk cId="3097614451" sldId="364"/>
            <ac:spMk id="2" creationId="{33AA1F76-8328-078A-4909-7295405242AD}"/>
          </ac:spMkLst>
        </pc:spChg>
        <pc:spChg chg="del">
          <ac:chgData name="Hasibul Islam" userId="7a1954ca182d2d6d" providerId="LiveId" clId="{995A19FD-4E52-41C7-8512-DE18AAA68460}" dt="2023-02-16T03:48:32.510" v="85" actId="478"/>
          <ac:spMkLst>
            <pc:docMk/>
            <pc:sldMk cId="3097614451" sldId="364"/>
            <ac:spMk id="3" creationId="{9AE2A9CA-B68B-0748-39B4-674ACBF328AC}"/>
          </ac:spMkLst>
        </pc:spChg>
        <pc:grpChg chg="del mod">
          <ac:chgData name="Hasibul Islam" userId="7a1954ca182d2d6d" providerId="LiveId" clId="{995A19FD-4E52-41C7-8512-DE18AAA68460}" dt="2023-02-16T03:49:09.319" v="94"/>
          <ac:grpSpMkLst>
            <pc:docMk/>
            <pc:sldMk cId="3097614451" sldId="364"/>
            <ac:grpSpMk id="12" creationId="{C4314FFB-663F-D9CD-F925-AA0FF6D50DBC}"/>
          </ac:grpSpMkLst>
        </pc:grpChg>
        <pc:grpChg chg="mod">
          <ac:chgData name="Hasibul Islam" userId="7a1954ca182d2d6d" providerId="LiveId" clId="{995A19FD-4E52-41C7-8512-DE18AAA68460}" dt="2023-02-16T03:49:09.319" v="94"/>
          <ac:grpSpMkLst>
            <pc:docMk/>
            <pc:sldMk cId="3097614451" sldId="364"/>
            <ac:grpSpMk id="16" creationId="{173799D3-524C-6D0B-E868-DF0AB541AB54}"/>
          </ac:grpSpMkLst>
        </pc:grpChg>
        <pc:inkChg chg="add">
          <ac:chgData name="Hasibul Islam" userId="7a1954ca182d2d6d" providerId="LiveId" clId="{995A19FD-4E52-41C7-8512-DE18AAA68460}" dt="2023-02-16T03:48:24.987" v="80" actId="9405"/>
          <ac:inkMkLst>
            <pc:docMk/>
            <pc:sldMk cId="3097614451" sldId="364"/>
            <ac:inkMk id="4" creationId="{9A3414EF-768E-4C14-9397-F50F2D7A4DEB}"/>
          </ac:inkMkLst>
        </pc:inkChg>
        <pc:inkChg chg="add">
          <ac:chgData name="Hasibul Islam" userId="7a1954ca182d2d6d" providerId="LiveId" clId="{995A19FD-4E52-41C7-8512-DE18AAA68460}" dt="2023-02-16T03:48:26.298" v="81" actId="9405"/>
          <ac:inkMkLst>
            <pc:docMk/>
            <pc:sldMk cId="3097614451" sldId="364"/>
            <ac:inkMk id="5" creationId="{CB3822F6-7306-62EB-B4BC-C9F84DD99097}"/>
          </ac:inkMkLst>
        </pc:inkChg>
        <pc:inkChg chg="add">
          <ac:chgData name="Hasibul Islam" userId="7a1954ca182d2d6d" providerId="LiveId" clId="{995A19FD-4E52-41C7-8512-DE18AAA68460}" dt="2023-02-16T03:48:28.222" v="83" actId="9405"/>
          <ac:inkMkLst>
            <pc:docMk/>
            <pc:sldMk cId="3097614451" sldId="364"/>
            <ac:inkMk id="6" creationId="{7798D89F-6235-0426-2324-2F3EEF3278FF}"/>
          </ac:inkMkLst>
        </pc:inkChg>
        <pc:inkChg chg="add">
          <ac:chgData name="Hasibul Islam" userId="7a1954ca182d2d6d" providerId="LiveId" clId="{995A19FD-4E52-41C7-8512-DE18AAA68460}" dt="2023-02-16T03:48:29.146" v="84" actId="9405"/>
          <ac:inkMkLst>
            <pc:docMk/>
            <pc:sldMk cId="3097614451" sldId="364"/>
            <ac:inkMk id="7" creationId="{2BD87609-8253-8ED1-42DB-B24EF53AA12F}"/>
          </ac:inkMkLst>
        </pc:inkChg>
        <pc:inkChg chg="add">
          <ac:chgData name="Hasibul Islam" userId="7a1954ca182d2d6d" providerId="LiveId" clId="{995A19FD-4E52-41C7-8512-DE18AAA68460}" dt="2023-02-16T03:49:03.030" v="86" actId="9405"/>
          <ac:inkMkLst>
            <pc:docMk/>
            <pc:sldMk cId="3097614451" sldId="364"/>
            <ac:inkMk id="8" creationId="{AD4C0A27-ED98-AEFF-BC94-439E54269A20}"/>
          </ac:inkMkLst>
        </pc:inkChg>
        <pc:inkChg chg="add mod">
          <ac:chgData name="Hasibul Islam" userId="7a1954ca182d2d6d" providerId="LiveId" clId="{995A19FD-4E52-41C7-8512-DE18AAA68460}" dt="2023-02-16T03:49:09.319" v="94"/>
          <ac:inkMkLst>
            <pc:docMk/>
            <pc:sldMk cId="3097614451" sldId="364"/>
            <ac:inkMk id="9" creationId="{C5EC5DA5-010D-978C-A005-A11F7B39FA02}"/>
          </ac:inkMkLst>
        </pc:inkChg>
        <pc:inkChg chg="add mod">
          <ac:chgData name="Hasibul Islam" userId="7a1954ca182d2d6d" providerId="LiveId" clId="{995A19FD-4E52-41C7-8512-DE18AAA68460}" dt="2023-02-16T03:49:09.319" v="94"/>
          <ac:inkMkLst>
            <pc:docMk/>
            <pc:sldMk cId="3097614451" sldId="364"/>
            <ac:inkMk id="10" creationId="{9B328A3D-1845-BEF0-00FC-4F44E6D51FE0}"/>
          </ac:inkMkLst>
        </pc:inkChg>
        <pc:inkChg chg="add mod">
          <ac:chgData name="Hasibul Islam" userId="7a1954ca182d2d6d" providerId="LiveId" clId="{995A19FD-4E52-41C7-8512-DE18AAA68460}" dt="2023-02-16T03:49:09.319" v="94"/>
          <ac:inkMkLst>
            <pc:docMk/>
            <pc:sldMk cId="3097614451" sldId="364"/>
            <ac:inkMk id="11" creationId="{A16D2048-398F-B5C8-9A37-BBEEBEB97CD4}"/>
          </ac:inkMkLst>
        </pc:inkChg>
        <pc:inkChg chg="add mod">
          <ac:chgData name="Hasibul Islam" userId="7a1954ca182d2d6d" providerId="LiveId" clId="{995A19FD-4E52-41C7-8512-DE18AAA68460}" dt="2023-02-16T03:49:09.319" v="94"/>
          <ac:inkMkLst>
            <pc:docMk/>
            <pc:sldMk cId="3097614451" sldId="364"/>
            <ac:inkMk id="13" creationId="{F4BB0C9F-F43E-F163-B020-C78EE683E3EB}"/>
          </ac:inkMkLst>
        </pc:inkChg>
        <pc:inkChg chg="add">
          <ac:chgData name="Hasibul Islam" userId="7a1954ca182d2d6d" providerId="LiveId" clId="{995A19FD-4E52-41C7-8512-DE18AAA68460}" dt="2023-02-16T03:49:07.783" v="92" actId="9405"/>
          <ac:inkMkLst>
            <pc:docMk/>
            <pc:sldMk cId="3097614451" sldId="364"/>
            <ac:inkMk id="14" creationId="{7DB54049-283A-DB77-2437-E5AEF2BD844D}"/>
          </ac:inkMkLst>
        </pc:inkChg>
        <pc:inkChg chg="add mod">
          <ac:chgData name="Hasibul Islam" userId="7a1954ca182d2d6d" providerId="LiveId" clId="{995A19FD-4E52-41C7-8512-DE18AAA68460}" dt="2023-02-16T03:49:09.319" v="94"/>
          <ac:inkMkLst>
            <pc:docMk/>
            <pc:sldMk cId="3097614451" sldId="364"/>
            <ac:inkMk id="15" creationId="{2D5FD953-CFB3-11FB-C2B9-1BC37670096D}"/>
          </ac:inkMkLst>
        </pc:inkChg>
        <pc:inkChg chg="add">
          <ac:chgData name="Hasibul Islam" userId="7a1954ca182d2d6d" providerId="LiveId" clId="{995A19FD-4E52-41C7-8512-DE18AAA68460}" dt="2023-02-16T03:49:14.239" v="95" actId="9405"/>
          <ac:inkMkLst>
            <pc:docMk/>
            <pc:sldMk cId="3097614451" sldId="364"/>
            <ac:inkMk id="17" creationId="{3E4540AC-8862-ABBA-2065-11740841EAB0}"/>
          </ac:inkMkLst>
        </pc:inkChg>
        <pc:inkChg chg="add">
          <ac:chgData name="Hasibul Islam" userId="7a1954ca182d2d6d" providerId="LiveId" clId="{995A19FD-4E52-41C7-8512-DE18AAA68460}" dt="2023-02-16T03:49:21.220" v="96" actId="9405"/>
          <ac:inkMkLst>
            <pc:docMk/>
            <pc:sldMk cId="3097614451" sldId="364"/>
            <ac:inkMk id="18" creationId="{45999C90-3E69-D346-6272-783B9BD322E0}"/>
          </ac:inkMkLst>
        </pc:inkChg>
        <pc:inkChg chg="add">
          <ac:chgData name="Hasibul Islam" userId="7a1954ca182d2d6d" providerId="LiveId" clId="{995A19FD-4E52-41C7-8512-DE18AAA68460}" dt="2023-02-16T03:58:47.326" v="232" actId="9405"/>
          <ac:inkMkLst>
            <pc:docMk/>
            <pc:sldMk cId="3097614451" sldId="364"/>
            <ac:inkMk id="19" creationId="{DB795F53-C177-AC2E-F9C0-9E41DC318A91}"/>
          </ac:inkMkLst>
        </pc:inkChg>
        <pc:inkChg chg="add">
          <ac:chgData name="Hasibul Islam" userId="7a1954ca182d2d6d" providerId="LiveId" clId="{995A19FD-4E52-41C7-8512-DE18AAA68460}" dt="2023-02-16T03:58:50.834" v="233" actId="9405"/>
          <ac:inkMkLst>
            <pc:docMk/>
            <pc:sldMk cId="3097614451" sldId="364"/>
            <ac:inkMk id="20" creationId="{1CB560B1-298E-2C18-5BFF-619142965938}"/>
          </ac:inkMkLst>
        </pc:inkChg>
        <pc:inkChg chg="add">
          <ac:chgData name="Hasibul Islam" userId="7a1954ca182d2d6d" providerId="LiveId" clId="{995A19FD-4E52-41C7-8512-DE18AAA68460}" dt="2023-02-16T03:59:25.808" v="234" actId="9405"/>
          <ac:inkMkLst>
            <pc:docMk/>
            <pc:sldMk cId="3097614451" sldId="364"/>
            <ac:inkMk id="21" creationId="{6635FC87-E931-07F5-EB31-1BC99B08B29A}"/>
          </ac:inkMkLst>
        </pc:inkChg>
        <pc:inkChg chg="add">
          <ac:chgData name="Hasibul Islam" userId="7a1954ca182d2d6d" providerId="LiveId" clId="{995A19FD-4E52-41C7-8512-DE18AAA68460}" dt="2023-02-16T03:59:28.974" v="235" actId="9405"/>
          <ac:inkMkLst>
            <pc:docMk/>
            <pc:sldMk cId="3097614451" sldId="364"/>
            <ac:inkMk id="22" creationId="{0FF4A7F6-F454-8E6A-276A-A19771A9F6B0}"/>
          </ac:inkMkLst>
        </pc:inkChg>
        <pc:inkChg chg="add">
          <ac:chgData name="Hasibul Islam" userId="7a1954ca182d2d6d" providerId="LiveId" clId="{995A19FD-4E52-41C7-8512-DE18AAA68460}" dt="2023-02-16T04:00:53.505" v="236" actId="9405"/>
          <ac:inkMkLst>
            <pc:docMk/>
            <pc:sldMk cId="3097614451" sldId="364"/>
            <ac:inkMk id="23" creationId="{05F67DB1-0EBD-9DFD-9584-9DEDF363F995}"/>
          </ac:inkMkLst>
        </pc:inkChg>
      </pc:sldChg>
      <pc:sldChg chg="addSp delSp modSp new del mod">
        <pc:chgData name="Hasibul Islam" userId="7a1954ca182d2d6d" providerId="LiveId" clId="{995A19FD-4E52-41C7-8512-DE18AAA68460}" dt="2023-02-20T02:33:11.834" v="1292" actId="2696"/>
        <pc:sldMkLst>
          <pc:docMk/>
          <pc:sldMk cId="295804437" sldId="365"/>
        </pc:sldMkLst>
        <pc:spChg chg="del">
          <ac:chgData name="Hasibul Islam" userId="7a1954ca182d2d6d" providerId="LiveId" clId="{995A19FD-4E52-41C7-8512-DE18AAA68460}" dt="2023-02-16T03:54:00.910" v="101" actId="478"/>
          <ac:spMkLst>
            <pc:docMk/>
            <pc:sldMk cId="295804437" sldId="365"/>
            <ac:spMk id="2" creationId="{135D30C3-A981-E248-6A87-2F916BC386F7}"/>
          </ac:spMkLst>
        </pc:spChg>
        <pc:spChg chg="mod">
          <ac:chgData name="Hasibul Islam" userId="7a1954ca182d2d6d" providerId="LiveId" clId="{995A19FD-4E52-41C7-8512-DE18AAA68460}" dt="2023-02-16T03:56:08.650" v="231" actId="20577"/>
          <ac:spMkLst>
            <pc:docMk/>
            <pc:sldMk cId="295804437" sldId="365"/>
            <ac:spMk id="3" creationId="{BFE65EC7-8BA5-4DCB-4121-7B37B3126A92}"/>
          </ac:spMkLst>
        </pc:spChg>
        <pc:inkChg chg="add">
          <ac:chgData name="Hasibul Islam" userId="7a1954ca182d2d6d" providerId="LiveId" clId="{995A19FD-4E52-41C7-8512-DE18AAA68460}" dt="2023-02-16T03:53:58.056" v="98" actId="9405"/>
          <ac:inkMkLst>
            <pc:docMk/>
            <pc:sldMk cId="295804437" sldId="365"/>
            <ac:inkMk id="4" creationId="{118066A2-A6A2-CA9D-EF0E-D777F60B468E}"/>
          </ac:inkMkLst>
        </pc:inkChg>
        <pc:inkChg chg="add">
          <ac:chgData name="Hasibul Islam" userId="7a1954ca182d2d6d" providerId="LiveId" clId="{995A19FD-4E52-41C7-8512-DE18AAA68460}" dt="2023-02-16T03:53:58.796" v="99" actId="9405"/>
          <ac:inkMkLst>
            <pc:docMk/>
            <pc:sldMk cId="295804437" sldId="365"/>
            <ac:inkMk id="5" creationId="{AD1D938C-1E99-A382-54E6-6BACD55FEE0B}"/>
          </ac:inkMkLst>
        </pc:inkChg>
        <pc:inkChg chg="add">
          <ac:chgData name="Hasibul Islam" userId="7a1954ca182d2d6d" providerId="LiveId" clId="{995A19FD-4E52-41C7-8512-DE18AAA68460}" dt="2023-02-16T03:53:59.394" v="100" actId="9405"/>
          <ac:inkMkLst>
            <pc:docMk/>
            <pc:sldMk cId="295804437" sldId="365"/>
            <ac:inkMk id="6" creationId="{C9DCD252-01AD-C704-FB89-29918039FD37}"/>
          </ac:inkMkLst>
        </pc:inkChg>
        <pc:inkChg chg="add">
          <ac:chgData name="Hasibul Islam" userId="7a1954ca182d2d6d" providerId="LiveId" clId="{995A19FD-4E52-41C7-8512-DE18AAA68460}" dt="2023-02-16T03:54:02.245" v="102" actId="9405"/>
          <ac:inkMkLst>
            <pc:docMk/>
            <pc:sldMk cId="295804437" sldId="365"/>
            <ac:inkMk id="7" creationId="{9D61BD1C-7BFF-9A5B-70DC-E80DF880BC5E}"/>
          </ac:inkMkLst>
        </pc:inkChg>
        <pc:inkChg chg="add">
          <ac:chgData name="Hasibul Islam" userId="7a1954ca182d2d6d" providerId="LiveId" clId="{995A19FD-4E52-41C7-8512-DE18AAA68460}" dt="2023-02-16T03:54:05.224" v="103" actId="9405"/>
          <ac:inkMkLst>
            <pc:docMk/>
            <pc:sldMk cId="295804437" sldId="365"/>
            <ac:inkMk id="8" creationId="{C7256F6F-BDC5-3C86-66B4-96F9FE386C33}"/>
          </ac:inkMkLst>
        </pc:inkChg>
        <pc:inkChg chg="add">
          <ac:chgData name="Hasibul Islam" userId="7a1954ca182d2d6d" providerId="LiveId" clId="{995A19FD-4E52-41C7-8512-DE18AAA68460}" dt="2023-02-16T03:54:05.832" v="104" actId="9405"/>
          <ac:inkMkLst>
            <pc:docMk/>
            <pc:sldMk cId="295804437" sldId="365"/>
            <ac:inkMk id="9" creationId="{C1441720-2AF7-2D8F-3E49-D6CC576CD424}"/>
          </ac:inkMkLst>
        </pc:inkChg>
      </pc:sldChg>
      <pc:sldChg chg="addSp delSp modSp new del mod">
        <pc:chgData name="Hasibul Islam" userId="7a1954ca182d2d6d" providerId="LiveId" clId="{995A19FD-4E52-41C7-8512-DE18AAA68460}" dt="2023-02-20T02:33:13.922" v="1293" actId="2696"/>
        <pc:sldMkLst>
          <pc:docMk/>
          <pc:sldMk cId="4109142981" sldId="366"/>
        </pc:sldMkLst>
        <pc:spChg chg="mod">
          <ac:chgData name="Hasibul Islam" userId="7a1954ca182d2d6d" providerId="LiveId" clId="{995A19FD-4E52-41C7-8512-DE18AAA68460}" dt="2023-02-16T04:21:43.809" v="399" actId="20577"/>
          <ac:spMkLst>
            <pc:docMk/>
            <pc:sldMk cId="4109142981" sldId="366"/>
            <ac:spMk id="2" creationId="{D370DA28-ECA9-E25A-9BC6-67D155462DB7}"/>
          </ac:spMkLst>
        </pc:spChg>
        <pc:spChg chg="del">
          <ac:chgData name="Hasibul Islam" userId="7a1954ca182d2d6d" providerId="LiveId" clId="{995A19FD-4E52-41C7-8512-DE18AAA68460}" dt="2023-02-16T04:13:40.733" v="316" actId="478"/>
          <ac:spMkLst>
            <pc:docMk/>
            <pc:sldMk cId="4109142981" sldId="366"/>
            <ac:spMk id="3" creationId="{594655F2-EF6A-14D2-3CD6-CEBF2CE40440}"/>
          </ac:spMkLst>
        </pc:spChg>
        <pc:grpChg chg="del mod">
          <ac:chgData name="Hasibul Islam" userId="7a1954ca182d2d6d" providerId="LiveId" clId="{995A19FD-4E52-41C7-8512-DE18AAA68460}" dt="2023-02-16T04:13:48.927" v="321"/>
          <ac:grpSpMkLst>
            <pc:docMk/>
            <pc:sldMk cId="4109142981" sldId="366"/>
            <ac:grpSpMk id="8" creationId="{8E7A1701-B38D-DC91-F80E-5EC1ADD31260}"/>
          </ac:grpSpMkLst>
        </pc:grpChg>
        <pc:grpChg chg="del mod">
          <ac:chgData name="Hasibul Islam" userId="7a1954ca182d2d6d" providerId="LiveId" clId="{995A19FD-4E52-41C7-8512-DE18AAA68460}" dt="2023-02-16T04:13:52.363" v="323"/>
          <ac:grpSpMkLst>
            <pc:docMk/>
            <pc:sldMk cId="4109142981" sldId="366"/>
            <ac:grpSpMk id="10" creationId="{E8581DD8-46C4-9D6C-890A-1140AC2269DB}"/>
          </ac:grpSpMkLst>
        </pc:grpChg>
        <pc:grpChg chg="mod">
          <ac:chgData name="Hasibul Islam" userId="7a1954ca182d2d6d" providerId="LiveId" clId="{995A19FD-4E52-41C7-8512-DE18AAA68460}" dt="2023-02-16T04:13:52.363" v="323"/>
          <ac:grpSpMkLst>
            <pc:docMk/>
            <pc:sldMk cId="4109142981" sldId="366"/>
            <ac:grpSpMk id="12" creationId="{8BFDE3EE-BA26-5AA4-C5A3-EDB9DDEBE35D}"/>
          </ac:grpSpMkLst>
        </pc:grpChg>
        <pc:grpChg chg="del mod">
          <ac:chgData name="Hasibul Islam" userId="7a1954ca182d2d6d" providerId="LiveId" clId="{995A19FD-4E52-41C7-8512-DE18AAA68460}" dt="2023-02-16T04:15:18.403" v="335"/>
          <ac:grpSpMkLst>
            <pc:docMk/>
            <pc:sldMk cId="4109142981" sldId="366"/>
            <ac:grpSpMk id="20" creationId="{975B90F2-72C5-576F-24F3-CE4B71071310}"/>
          </ac:grpSpMkLst>
        </pc:grpChg>
        <pc:grpChg chg="del mod">
          <ac:chgData name="Hasibul Islam" userId="7a1954ca182d2d6d" providerId="LiveId" clId="{995A19FD-4E52-41C7-8512-DE18AAA68460}" dt="2023-02-16T04:21:06.490" v="378"/>
          <ac:grpSpMkLst>
            <pc:docMk/>
            <pc:sldMk cId="4109142981" sldId="366"/>
            <ac:grpSpMk id="23" creationId="{1D7F692B-539E-86F2-97E6-F5A3ED5AB31F}"/>
          </ac:grpSpMkLst>
        </pc:grpChg>
        <pc:grpChg chg="del mod">
          <ac:chgData name="Hasibul Islam" userId="7a1954ca182d2d6d" providerId="LiveId" clId="{995A19FD-4E52-41C7-8512-DE18AAA68460}" dt="2023-02-16T04:15:38.923" v="341"/>
          <ac:grpSpMkLst>
            <pc:docMk/>
            <pc:sldMk cId="4109142981" sldId="366"/>
            <ac:grpSpMk id="27" creationId="{6AEBBF92-6BFE-EB20-B1C2-CD595FF576D3}"/>
          </ac:grpSpMkLst>
        </pc:grpChg>
        <pc:grpChg chg="mod">
          <ac:chgData name="Hasibul Islam" userId="7a1954ca182d2d6d" providerId="LiveId" clId="{995A19FD-4E52-41C7-8512-DE18AAA68460}" dt="2023-02-16T04:15:38.923" v="341"/>
          <ac:grpSpMkLst>
            <pc:docMk/>
            <pc:sldMk cId="4109142981" sldId="366"/>
            <ac:grpSpMk id="29" creationId="{F5A701F6-FF04-D628-62CC-22E5794C894C}"/>
          </ac:grpSpMkLst>
        </pc:grpChg>
        <pc:grpChg chg="del mod">
          <ac:chgData name="Hasibul Islam" userId="7a1954ca182d2d6d" providerId="LiveId" clId="{995A19FD-4E52-41C7-8512-DE18AAA68460}" dt="2023-02-16T04:21:09.905" v="380"/>
          <ac:grpSpMkLst>
            <pc:docMk/>
            <pc:sldMk cId="4109142981" sldId="366"/>
            <ac:grpSpMk id="32" creationId="{10A74F43-25AD-71B6-2BC7-B69AF26B772C}"/>
          </ac:grpSpMkLst>
        </pc:grpChg>
        <pc:grpChg chg="del mod">
          <ac:chgData name="Hasibul Islam" userId="7a1954ca182d2d6d" providerId="LiveId" clId="{995A19FD-4E52-41C7-8512-DE18AAA68460}" dt="2023-02-16T04:21:12.996" v="382"/>
          <ac:grpSpMkLst>
            <pc:docMk/>
            <pc:sldMk cId="4109142981" sldId="366"/>
            <ac:grpSpMk id="34" creationId="{49E0D4E8-360D-F1A7-FBF2-F902B29C43CA}"/>
          </ac:grpSpMkLst>
        </pc:grpChg>
        <pc:grpChg chg="mod">
          <ac:chgData name="Hasibul Islam" userId="7a1954ca182d2d6d" providerId="LiveId" clId="{995A19FD-4E52-41C7-8512-DE18AAA68460}" dt="2023-02-16T04:21:12.996" v="382"/>
          <ac:grpSpMkLst>
            <pc:docMk/>
            <pc:sldMk cId="4109142981" sldId="366"/>
            <ac:grpSpMk id="36" creationId="{7F826D39-4C42-2B2A-08B0-3DC39413094E}"/>
          </ac:grpSpMkLst>
        </pc:grpChg>
        <pc:inkChg chg="add">
          <ac:chgData name="Hasibul Islam" userId="7a1954ca182d2d6d" providerId="LiveId" clId="{995A19FD-4E52-41C7-8512-DE18AAA68460}" dt="2023-02-16T04:13:31.037" v="314" actId="9405"/>
          <ac:inkMkLst>
            <pc:docMk/>
            <pc:sldMk cId="4109142981" sldId="366"/>
            <ac:inkMk id="4" creationId="{4647F0AF-1034-CD87-B707-FB8B4DBBDDA9}"/>
          </ac:inkMkLst>
        </pc:inkChg>
        <pc:inkChg chg="add">
          <ac:chgData name="Hasibul Islam" userId="7a1954ca182d2d6d" providerId="LiveId" clId="{995A19FD-4E52-41C7-8512-DE18AAA68460}" dt="2023-02-16T04:13:37.619" v="315" actId="9405"/>
          <ac:inkMkLst>
            <pc:docMk/>
            <pc:sldMk cId="4109142981" sldId="366"/>
            <ac:inkMk id="5" creationId="{B28FA050-B840-04E4-0CD5-C412D5884165}"/>
          </ac:inkMkLst>
        </pc:inkChg>
        <pc:inkChg chg="add mod">
          <ac:chgData name="Hasibul Islam" userId="7a1954ca182d2d6d" providerId="LiveId" clId="{995A19FD-4E52-41C7-8512-DE18AAA68460}" dt="2023-02-16T04:13:52.363" v="323"/>
          <ac:inkMkLst>
            <pc:docMk/>
            <pc:sldMk cId="4109142981" sldId="366"/>
            <ac:inkMk id="6" creationId="{D550C8B0-DFC7-93B8-ED07-F2D553C5AA7C}"/>
          </ac:inkMkLst>
        </pc:inkChg>
        <pc:inkChg chg="add mod">
          <ac:chgData name="Hasibul Islam" userId="7a1954ca182d2d6d" providerId="LiveId" clId="{995A19FD-4E52-41C7-8512-DE18AAA68460}" dt="2023-02-16T04:13:52.363" v="323"/>
          <ac:inkMkLst>
            <pc:docMk/>
            <pc:sldMk cId="4109142981" sldId="366"/>
            <ac:inkMk id="7" creationId="{DF2EA24B-724A-39D6-95DF-D289BD76B4B6}"/>
          </ac:inkMkLst>
        </pc:inkChg>
        <pc:inkChg chg="add mod">
          <ac:chgData name="Hasibul Islam" userId="7a1954ca182d2d6d" providerId="LiveId" clId="{995A19FD-4E52-41C7-8512-DE18AAA68460}" dt="2023-02-16T04:13:52.363" v="323"/>
          <ac:inkMkLst>
            <pc:docMk/>
            <pc:sldMk cId="4109142981" sldId="366"/>
            <ac:inkMk id="9" creationId="{35DB3FF0-963B-ED33-521F-7DB028785726}"/>
          </ac:inkMkLst>
        </pc:inkChg>
        <pc:inkChg chg="add mod">
          <ac:chgData name="Hasibul Islam" userId="7a1954ca182d2d6d" providerId="LiveId" clId="{995A19FD-4E52-41C7-8512-DE18AAA68460}" dt="2023-02-16T04:13:52.363" v="323"/>
          <ac:inkMkLst>
            <pc:docMk/>
            <pc:sldMk cId="4109142981" sldId="366"/>
            <ac:inkMk id="11" creationId="{0FBC11AD-3D21-BBD5-1B69-E3B8D1B70B68}"/>
          </ac:inkMkLst>
        </pc:inkChg>
        <pc:inkChg chg="add del">
          <ac:chgData name="Hasibul Islam" userId="7a1954ca182d2d6d" providerId="LiveId" clId="{995A19FD-4E52-41C7-8512-DE18AAA68460}" dt="2023-02-16T04:14:08.668" v="325"/>
          <ac:inkMkLst>
            <pc:docMk/>
            <pc:sldMk cId="4109142981" sldId="366"/>
            <ac:inkMk id="13" creationId="{A752CBA3-29F4-28BB-D2C1-1B618B61FDA8}"/>
          </ac:inkMkLst>
        </pc:inkChg>
        <pc:inkChg chg="add">
          <ac:chgData name="Hasibul Islam" userId="7a1954ca182d2d6d" providerId="LiveId" clId="{995A19FD-4E52-41C7-8512-DE18AAA68460}" dt="2023-02-16T04:14:15.494" v="326" actId="9405"/>
          <ac:inkMkLst>
            <pc:docMk/>
            <pc:sldMk cId="4109142981" sldId="366"/>
            <ac:inkMk id="14" creationId="{0DECA690-86A5-9652-DD12-02C5A5C3B9CD}"/>
          </ac:inkMkLst>
        </pc:inkChg>
        <pc:inkChg chg="add">
          <ac:chgData name="Hasibul Islam" userId="7a1954ca182d2d6d" providerId="LiveId" clId="{995A19FD-4E52-41C7-8512-DE18AAA68460}" dt="2023-02-16T04:14:28.805" v="327" actId="9405"/>
          <ac:inkMkLst>
            <pc:docMk/>
            <pc:sldMk cId="4109142981" sldId="366"/>
            <ac:inkMk id="15" creationId="{D9218B5B-E5F6-1A19-B0C2-9EC923A4F569}"/>
          </ac:inkMkLst>
        </pc:inkChg>
        <pc:inkChg chg="add mod">
          <ac:chgData name="Hasibul Islam" userId="7a1954ca182d2d6d" providerId="LiveId" clId="{995A19FD-4E52-41C7-8512-DE18AAA68460}" dt="2023-02-16T04:21:06.490" v="378"/>
          <ac:inkMkLst>
            <pc:docMk/>
            <pc:sldMk cId="4109142981" sldId="366"/>
            <ac:inkMk id="16" creationId="{C1D1964B-163D-E56A-CAF1-3EC83EFDA081}"/>
          </ac:inkMkLst>
        </pc:inkChg>
        <pc:inkChg chg="add mod">
          <ac:chgData name="Hasibul Islam" userId="7a1954ca182d2d6d" providerId="LiveId" clId="{995A19FD-4E52-41C7-8512-DE18AAA68460}" dt="2023-02-16T04:21:12.996" v="382"/>
          <ac:inkMkLst>
            <pc:docMk/>
            <pc:sldMk cId="4109142981" sldId="366"/>
            <ac:inkMk id="17" creationId="{889DCAF2-39F0-4AA8-E855-2C89E0139D22}"/>
          </ac:inkMkLst>
        </pc:inkChg>
        <pc:inkChg chg="add mod">
          <ac:chgData name="Hasibul Islam" userId="7a1954ca182d2d6d" providerId="LiveId" clId="{995A19FD-4E52-41C7-8512-DE18AAA68460}" dt="2023-02-16T04:21:12.996" v="382"/>
          <ac:inkMkLst>
            <pc:docMk/>
            <pc:sldMk cId="4109142981" sldId="366"/>
            <ac:inkMk id="18" creationId="{6CF108ED-5F1F-B74B-E760-E7E94D1FF90A}"/>
          </ac:inkMkLst>
        </pc:inkChg>
        <pc:inkChg chg="add mod">
          <ac:chgData name="Hasibul Islam" userId="7a1954ca182d2d6d" providerId="LiveId" clId="{995A19FD-4E52-41C7-8512-DE18AAA68460}" dt="2023-02-16T04:21:12.996" v="382"/>
          <ac:inkMkLst>
            <pc:docMk/>
            <pc:sldMk cId="4109142981" sldId="366"/>
            <ac:inkMk id="19" creationId="{668E4CC1-22E7-65C2-DE57-9F71C3119FC7}"/>
          </ac:inkMkLst>
        </pc:inkChg>
        <pc:inkChg chg="add">
          <ac:chgData name="Hasibul Islam" userId="7a1954ca182d2d6d" providerId="LiveId" clId="{995A19FD-4E52-41C7-8512-DE18AAA68460}" dt="2023-02-16T04:15:11.580" v="333" actId="9405"/>
          <ac:inkMkLst>
            <pc:docMk/>
            <pc:sldMk cId="4109142981" sldId="366"/>
            <ac:inkMk id="21" creationId="{BABB330D-B98C-4270-6548-BFE8FCDD0F53}"/>
          </ac:inkMkLst>
        </pc:inkChg>
        <pc:inkChg chg="add mod">
          <ac:chgData name="Hasibul Islam" userId="7a1954ca182d2d6d" providerId="LiveId" clId="{995A19FD-4E52-41C7-8512-DE18AAA68460}" dt="2023-02-16T04:21:06.490" v="378"/>
          <ac:inkMkLst>
            <pc:docMk/>
            <pc:sldMk cId="4109142981" sldId="366"/>
            <ac:inkMk id="22" creationId="{427F76F4-26F0-CCF7-4107-5775CCE79779}"/>
          </ac:inkMkLst>
        </pc:inkChg>
        <pc:inkChg chg="add">
          <ac:chgData name="Hasibul Islam" userId="7a1954ca182d2d6d" providerId="LiveId" clId="{995A19FD-4E52-41C7-8512-DE18AAA68460}" dt="2023-02-16T04:15:27.594" v="336" actId="9405"/>
          <ac:inkMkLst>
            <pc:docMk/>
            <pc:sldMk cId="4109142981" sldId="366"/>
            <ac:inkMk id="24" creationId="{B0A7819D-B061-5F5F-FF59-65CF62C8B1F8}"/>
          </ac:inkMkLst>
        </pc:inkChg>
        <pc:inkChg chg="add mod">
          <ac:chgData name="Hasibul Islam" userId="7a1954ca182d2d6d" providerId="LiveId" clId="{995A19FD-4E52-41C7-8512-DE18AAA68460}" dt="2023-02-16T04:15:38.923" v="341"/>
          <ac:inkMkLst>
            <pc:docMk/>
            <pc:sldMk cId="4109142981" sldId="366"/>
            <ac:inkMk id="25" creationId="{E65805A4-2641-2FCE-144E-496403F8BD9F}"/>
          </ac:inkMkLst>
        </pc:inkChg>
        <pc:inkChg chg="add mod">
          <ac:chgData name="Hasibul Islam" userId="7a1954ca182d2d6d" providerId="LiveId" clId="{995A19FD-4E52-41C7-8512-DE18AAA68460}" dt="2023-02-16T04:15:38.923" v="341"/>
          <ac:inkMkLst>
            <pc:docMk/>
            <pc:sldMk cId="4109142981" sldId="366"/>
            <ac:inkMk id="26" creationId="{13D0DF3E-26C0-5F69-ACA3-36407987C775}"/>
          </ac:inkMkLst>
        </pc:inkChg>
        <pc:inkChg chg="add mod">
          <ac:chgData name="Hasibul Islam" userId="7a1954ca182d2d6d" providerId="LiveId" clId="{995A19FD-4E52-41C7-8512-DE18AAA68460}" dt="2023-02-16T04:15:38.923" v="341"/>
          <ac:inkMkLst>
            <pc:docMk/>
            <pc:sldMk cId="4109142981" sldId="366"/>
            <ac:inkMk id="28" creationId="{21D7A144-65E4-7635-D7E0-D2DE88C5BD93}"/>
          </ac:inkMkLst>
        </pc:inkChg>
        <pc:inkChg chg="add">
          <ac:chgData name="Hasibul Islam" userId="7a1954ca182d2d6d" providerId="LiveId" clId="{995A19FD-4E52-41C7-8512-DE18AAA68460}" dt="2023-02-16T04:17:22.200" v="342" actId="9405"/>
          <ac:inkMkLst>
            <pc:docMk/>
            <pc:sldMk cId="4109142981" sldId="366"/>
            <ac:inkMk id="30" creationId="{46FD91CD-EAE8-E4BC-F9C7-6301A5711229}"/>
          </ac:inkMkLst>
        </pc:inkChg>
        <pc:inkChg chg="add mod">
          <ac:chgData name="Hasibul Islam" userId="7a1954ca182d2d6d" providerId="LiveId" clId="{995A19FD-4E52-41C7-8512-DE18AAA68460}" dt="2023-02-16T04:21:09.905" v="380"/>
          <ac:inkMkLst>
            <pc:docMk/>
            <pc:sldMk cId="4109142981" sldId="366"/>
            <ac:inkMk id="31" creationId="{83CCBD1D-7F79-83D9-5655-E4EF31904A27}"/>
          </ac:inkMkLst>
        </pc:inkChg>
        <pc:inkChg chg="add mod">
          <ac:chgData name="Hasibul Islam" userId="7a1954ca182d2d6d" providerId="LiveId" clId="{995A19FD-4E52-41C7-8512-DE18AAA68460}" dt="2023-02-16T04:21:12.996" v="382"/>
          <ac:inkMkLst>
            <pc:docMk/>
            <pc:sldMk cId="4109142981" sldId="366"/>
            <ac:inkMk id="33" creationId="{41749223-0D70-D2B6-E723-967DA00FC3CC}"/>
          </ac:inkMkLst>
        </pc:inkChg>
        <pc:inkChg chg="add mod">
          <ac:chgData name="Hasibul Islam" userId="7a1954ca182d2d6d" providerId="LiveId" clId="{995A19FD-4E52-41C7-8512-DE18AAA68460}" dt="2023-02-16T04:21:12.996" v="382"/>
          <ac:inkMkLst>
            <pc:docMk/>
            <pc:sldMk cId="4109142981" sldId="366"/>
            <ac:inkMk id="35" creationId="{AF70D829-B9D1-7768-AAA9-03BB81A98B78}"/>
          </ac:inkMkLst>
        </pc:inkChg>
        <pc:inkChg chg="add">
          <ac:chgData name="Hasibul Islam" userId="7a1954ca182d2d6d" providerId="LiveId" clId="{995A19FD-4E52-41C7-8512-DE18AAA68460}" dt="2023-02-16T04:21:14.841" v="383" actId="9405"/>
          <ac:inkMkLst>
            <pc:docMk/>
            <pc:sldMk cId="4109142981" sldId="366"/>
            <ac:inkMk id="37" creationId="{BA2A56C8-676D-BD5F-461C-6B4F2FAD0A6A}"/>
          </ac:inkMkLst>
        </pc:inkChg>
        <pc:inkChg chg="add">
          <ac:chgData name="Hasibul Islam" userId="7a1954ca182d2d6d" providerId="LiveId" clId="{995A19FD-4E52-41C7-8512-DE18AAA68460}" dt="2023-02-16T04:21:27.013" v="384" actId="9405"/>
          <ac:inkMkLst>
            <pc:docMk/>
            <pc:sldMk cId="4109142981" sldId="366"/>
            <ac:inkMk id="38" creationId="{90DB01F5-5255-A2F9-BEC6-DFA3C5660F77}"/>
          </ac:inkMkLst>
        </pc:inkChg>
      </pc:sldChg>
      <pc:sldChg chg="addSp delSp modSp new del mod">
        <pc:chgData name="Hasibul Islam" userId="7a1954ca182d2d6d" providerId="LiveId" clId="{995A19FD-4E52-41C7-8512-DE18AAA68460}" dt="2023-02-20T02:33:18.577" v="1294" actId="2696"/>
        <pc:sldMkLst>
          <pc:docMk/>
          <pc:sldMk cId="4022809259" sldId="367"/>
        </pc:sldMkLst>
        <pc:spChg chg="del mod">
          <ac:chgData name="Hasibul Islam" userId="7a1954ca182d2d6d" providerId="LiveId" clId="{995A19FD-4E52-41C7-8512-DE18AAA68460}" dt="2023-02-18T05:23:16.467" v="902" actId="478"/>
          <ac:spMkLst>
            <pc:docMk/>
            <pc:sldMk cId="4022809259" sldId="367"/>
            <ac:spMk id="2" creationId="{E9085598-7568-7269-40EA-8054D07BAB1E}"/>
          </ac:spMkLst>
        </pc:spChg>
        <pc:spChg chg="mod">
          <ac:chgData name="Hasibul Islam" userId="7a1954ca182d2d6d" providerId="LiveId" clId="{995A19FD-4E52-41C7-8512-DE18AAA68460}" dt="2023-02-18T06:45:10.927" v="1141" actId="20577"/>
          <ac:spMkLst>
            <pc:docMk/>
            <pc:sldMk cId="4022809259" sldId="367"/>
            <ac:spMk id="3" creationId="{14F9F05E-6756-B48C-5C1D-FF956ACC1973}"/>
          </ac:spMkLst>
        </pc:spChg>
        <pc:spChg chg="add mod">
          <ac:chgData name="Hasibul Islam" userId="7a1954ca182d2d6d" providerId="LiveId" clId="{995A19FD-4E52-41C7-8512-DE18AAA68460}" dt="2023-02-18T05:23:16.467" v="902" actId="478"/>
          <ac:spMkLst>
            <pc:docMk/>
            <pc:sldMk cId="4022809259" sldId="367"/>
            <ac:spMk id="13" creationId="{6F744919-5DA7-90D3-7EEE-5E7E21963F31}"/>
          </ac:spMkLst>
        </pc:spChg>
        <pc:grpChg chg="mod">
          <ac:chgData name="Hasibul Islam" userId="7a1954ca182d2d6d" providerId="LiveId" clId="{995A19FD-4E52-41C7-8512-DE18AAA68460}" dt="2023-02-16T04:18:19.717" v="347"/>
          <ac:grpSpMkLst>
            <pc:docMk/>
            <pc:sldMk cId="4022809259" sldId="367"/>
            <ac:grpSpMk id="7" creationId="{1F3BE87A-6249-9BA0-3E85-12D73B7D9EFB}"/>
          </ac:grpSpMkLst>
        </pc:grpChg>
        <pc:grpChg chg="mod">
          <ac:chgData name="Hasibul Islam" userId="7a1954ca182d2d6d" providerId="LiveId" clId="{995A19FD-4E52-41C7-8512-DE18AAA68460}" dt="2023-02-16T04:18:23.544" v="351"/>
          <ac:grpSpMkLst>
            <pc:docMk/>
            <pc:sldMk cId="4022809259" sldId="367"/>
            <ac:grpSpMk id="11" creationId="{6FA372BB-DE9C-4263-CA8C-BA3800A3AFB8}"/>
          </ac:grpSpMkLst>
        </pc:grpChg>
        <pc:inkChg chg="add">
          <ac:chgData name="Hasibul Islam" userId="7a1954ca182d2d6d" providerId="LiveId" clId="{995A19FD-4E52-41C7-8512-DE18AAA68460}" dt="2023-02-16T04:18:18.278" v="344" actId="9405"/>
          <ac:inkMkLst>
            <pc:docMk/>
            <pc:sldMk cId="4022809259" sldId="367"/>
            <ac:inkMk id="4" creationId="{713A1D50-F7B2-53D7-9B29-474FA78BDAE9}"/>
          </ac:inkMkLst>
        </pc:inkChg>
        <pc:inkChg chg="add mod">
          <ac:chgData name="Hasibul Islam" userId="7a1954ca182d2d6d" providerId="LiveId" clId="{995A19FD-4E52-41C7-8512-DE18AAA68460}" dt="2023-02-16T04:18:19.717" v="347"/>
          <ac:inkMkLst>
            <pc:docMk/>
            <pc:sldMk cId="4022809259" sldId="367"/>
            <ac:inkMk id="5" creationId="{E2D91579-FC0A-7FD5-6E58-9CF822542869}"/>
          </ac:inkMkLst>
        </pc:inkChg>
        <pc:inkChg chg="add mod">
          <ac:chgData name="Hasibul Islam" userId="7a1954ca182d2d6d" providerId="LiveId" clId="{995A19FD-4E52-41C7-8512-DE18AAA68460}" dt="2023-02-16T04:18:19.717" v="347"/>
          <ac:inkMkLst>
            <pc:docMk/>
            <pc:sldMk cId="4022809259" sldId="367"/>
            <ac:inkMk id="6" creationId="{13228BD0-82C1-638E-4088-C5A56338D180}"/>
          </ac:inkMkLst>
        </pc:inkChg>
        <pc:inkChg chg="add">
          <ac:chgData name="Hasibul Islam" userId="7a1954ca182d2d6d" providerId="LiveId" clId="{995A19FD-4E52-41C7-8512-DE18AAA68460}" dt="2023-02-16T04:18:21.955" v="348" actId="9405"/>
          <ac:inkMkLst>
            <pc:docMk/>
            <pc:sldMk cId="4022809259" sldId="367"/>
            <ac:inkMk id="8" creationId="{802D1C21-3A8A-2B53-0077-1CBEAAD5F18B}"/>
          </ac:inkMkLst>
        </pc:inkChg>
        <pc:inkChg chg="add mod">
          <ac:chgData name="Hasibul Islam" userId="7a1954ca182d2d6d" providerId="LiveId" clId="{995A19FD-4E52-41C7-8512-DE18AAA68460}" dt="2023-02-16T04:18:23.544" v="351"/>
          <ac:inkMkLst>
            <pc:docMk/>
            <pc:sldMk cId="4022809259" sldId="367"/>
            <ac:inkMk id="9" creationId="{7945CC78-8E48-8125-6200-A6D623B5FF84}"/>
          </ac:inkMkLst>
        </pc:inkChg>
        <pc:inkChg chg="add mod">
          <ac:chgData name="Hasibul Islam" userId="7a1954ca182d2d6d" providerId="LiveId" clId="{995A19FD-4E52-41C7-8512-DE18AAA68460}" dt="2023-02-16T04:18:23.544" v="351"/>
          <ac:inkMkLst>
            <pc:docMk/>
            <pc:sldMk cId="4022809259" sldId="367"/>
            <ac:inkMk id="10" creationId="{CAFA70DF-DEE8-9DFC-7FED-EA57EDDD17F7}"/>
          </ac:inkMkLst>
        </pc:inkChg>
        <pc:inkChg chg="add">
          <ac:chgData name="Hasibul Islam" userId="7a1954ca182d2d6d" providerId="LiveId" clId="{995A19FD-4E52-41C7-8512-DE18AAA68460}" dt="2023-02-18T06:39:58.361" v="1112" actId="9405"/>
          <ac:inkMkLst>
            <pc:docMk/>
            <pc:sldMk cId="4022809259" sldId="367"/>
            <ac:inkMk id="14" creationId="{CB27504F-23F8-092D-EABB-C4306368193A}"/>
          </ac:inkMkLst>
        </pc:inkChg>
        <pc:inkChg chg="add">
          <ac:chgData name="Hasibul Islam" userId="7a1954ca182d2d6d" providerId="LiveId" clId="{995A19FD-4E52-41C7-8512-DE18AAA68460}" dt="2023-02-18T06:40:06.814" v="1113" actId="9405"/>
          <ac:inkMkLst>
            <pc:docMk/>
            <pc:sldMk cId="4022809259" sldId="367"/>
            <ac:inkMk id="15" creationId="{078B3316-527C-27E7-F1AA-B8FC1CE569B0}"/>
          </ac:inkMkLst>
        </pc:inkChg>
        <pc:inkChg chg="add">
          <ac:chgData name="Hasibul Islam" userId="7a1954ca182d2d6d" providerId="LiveId" clId="{995A19FD-4E52-41C7-8512-DE18AAA68460}" dt="2023-02-18T06:40:14.866" v="1114" actId="9405"/>
          <ac:inkMkLst>
            <pc:docMk/>
            <pc:sldMk cId="4022809259" sldId="367"/>
            <ac:inkMk id="16" creationId="{DD2B25B4-150E-B14E-87AE-B90D2A5B4E93}"/>
          </ac:inkMkLst>
        </pc:inkChg>
        <pc:inkChg chg="add">
          <ac:chgData name="Hasibul Islam" userId="7a1954ca182d2d6d" providerId="LiveId" clId="{995A19FD-4E52-41C7-8512-DE18AAA68460}" dt="2023-02-18T06:40:31.731" v="1115" actId="9405"/>
          <ac:inkMkLst>
            <pc:docMk/>
            <pc:sldMk cId="4022809259" sldId="367"/>
            <ac:inkMk id="17" creationId="{5AC7DC3D-B95A-B0E4-34E2-FB74FA986EA5}"/>
          </ac:inkMkLst>
        </pc:inkChg>
        <pc:inkChg chg="add">
          <ac:chgData name="Hasibul Islam" userId="7a1954ca182d2d6d" providerId="LiveId" clId="{995A19FD-4E52-41C7-8512-DE18AAA68460}" dt="2023-02-18T06:41:01.597" v="1116" actId="9405"/>
          <ac:inkMkLst>
            <pc:docMk/>
            <pc:sldMk cId="4022809259" sldId="367"/>
            <ac:inkMk id="18" creationId="{3DC37D18-C4D7-4A57-2D80-4D3B9FE79881}"/>
          </ac:inkMkLst>
        </pc:inkChg>
        <pc:inkChg chg="add">
          <ac:chgData name="Hasibul Islam" userId="7a1954ca182d2d6d" providerId="LiveId" clId="{995A19FD-4E52-41C7-8512-DE18AAA68460}" dt="2023-02-18T06:41:09.160" v="1117" actId="9405"/>
          <ac:inkMkLst>
            <pc:docMk/>
            <pc:sldMk cId="4022809259" sldId="367"/>
            <ac:inkMk id="19" creationId="{48D1DF11-D381-CC33-25D8-A48A598AA815}"/>
          </ac:inkMkLst>
        </pc:inkChg>
        <pc:inkChg chg="add">
          <ac:chgData name="Hasibul Islam" userId="7a1954ca182d2d6d" providerId="LiveId" clId="{995A19FD-4E52-41C7-8512-DE18AAA68460}" dt="2023-02-18T06:41:22.743" v="1118" actId="9405"/>
          <ac:inkMkLst>
            <pc:docMk/>
            <pc:sldMk cId="4022809259" sldId="367"/>
            <ac:inkMk id="20" creationId="{7CD18B14-2F1C-B85D-F90D-A61E49DBDBA5}"/>
          </ac:inkMkLst>
        </pc:inkChg>
      </pc:sldChg>
    </pc:docChg>
  </pc:docChgLst>
  <pc:docChgLst>
    <pc:chgData name="Stanley Rodrick" userId="8969fbcc-7c96-46fb-a663-9e2e5920ff04" providerId="ADAL" clId="{FEF90851-0DBF-4E9C-BA5E-AF3F4CF1923C}"/>
    <pc:docChg chg="modSld modNotesMaster">
      <pc:chgData name="Stanley Rodrick" userId="8969fbcc-7c96-46fb-a663-9e2e5920ff04" providerId="ADAL" clId="{FEF90851-0DBF-4E9C-BA5E-AF3F4CF1923C}" dt="2022-10-20T10:18:20.626" v="1" actId="1076"/>
      <pc:docMkLst>
        <pc:docMk/>
      </pc:docMkLst>
      <pc:sldChg chg="modSp mod">
        <pc:chgData name="Stanley Rodrick" userId="8969fbcc-7c96-46fb-a663-9e2e5920ff04" providerId="ADAL" clId="{FEF90851-0DBF-4E9C-BA5E-AF3F4CF1923C}" dt="2022-10-20T10:18:20.626" v="1" actId="1076"/>
        <pc:sldMkLst>
          <pc:docMk/>
          <pc:sldMk cId="1736693185" sldId="257"/>
        </pc:sldMkLst>
        <pc:picChg chg="mod">
          <ac:chgData name="Stanley Rodrick" userId="8969fbcc-7c96-46fb-a663-9e2e5920ff04" providerId="ADAL" clId="{FEF90851-0DBF-4E9C-BA5E-AF3F4CF1923C}" dt="2022-10-20T10:18:20.626" v="1" actId="1076"/>
          <ac:picMkLst>
            <pc:docMk/>
            <pc:sldMk cId="1736693185" sldId="257"/>
            <ac:picMk id="5" creationId="{6D3BA21E-E6C8-4E14-8E53-C5DF567E9DFF}"/>
          </ac:picMkLst>
        </pc:picChg>
      </pc:sldChg>
    </pc:docChg>
  </pc:docChgLst>
  <pc:docChgLst>
    <pc:chgData name="Stanley Rodrick" userId="8969fbcc-7c96-46fb-a663-9e2e5920ff04" providerId="ADAL" clId="{8275DC83-B333-0345-84BE-AD86D0DD3E2A}"/>
    <pc:docChg chg="undo custSel addSld modSld">
      <pc:chgData name="Stanley Rodrick" userId="8969fbcc-7c96-46fb-a663-9e2e5920ff04" providerId="ADAL" clId="{8275DC83-B333-0345-84BE-AD86D0DD3E2A}" dt="2021-03-31T08:06:29.053" v="1766" actId="20577"/>
      <pc:docMkLst>
        <pc:docMk/>
      </pc:docMkLst>
      <pc:sldChg chg="modSp mod">
        <pc:chgData name="Stanley Rodrick" userId="8969fbcc-7c96-46fb-a663-9e2e5920ff04" providerId="ADAL" clId="{8275DC83-B333-0345-84BE-AD86D0DD3E2A}" dt="2021-03-26T14:55:41.532" v="0" actId="1076"/>
        <pc:sldMkLst>
          <pc:docMk/>
          <pc:sldMk cId="1736693185" sldId="257"/>
        </pc:sldMkLst>
        <pc:spChg chg="mod">
          <ac:chgData name="Stanley Rodrick" userId="8969fbcc-7c96-46fb-a663-9e2e5920ff04" providerId="ADAL" clId="{8275DC83-B333-0345-84BE-AD86D0DD3E2A}" dt="2021-03-26T14:55:41.532" v="0" actId="1076"/>
          <ac:spMkLst>
            <pc:docMk/>
            <pc:sldMk cId="1736693185" sldId="257"/>
            <ac:spMk id="10" creationId="{F7E99F20-30D1-4421-9EE9-117F8154899D}"/>
          </ac:spMkLst>
        </pc:spChg>
      </pc:sldChg>
      <pc:sldChg chg="modSp mod">
        <pc:chgData name="Stanley Rodrick" userId="8969fbcc-7c96-46fb-a663-9e2e5920ff04" providerId="ADAL" clId="{8275DC83-B333-0345-84BE-AD86D0DD3E2A}" dt="2021-03-26T15:11:28.916" v="92" actId="207"/>
        <pc:sldMkLst>
          <pc:docMk/>
          <pc:sldMk cId="2202241168" sldId="259"/>
        </pc:sldMkLst>
        <pc:spChg chg="mod">
          <ac:chgData name="Stanley Rodrick" userId="8969fbcc-7c96-46fb-a663-9e2e5920ff04" providerId="ADAL" clId="{8275DC83-B333-0345-84BE-AD86D0DD3E2A}" dt="2021-03-26T15:11:28.916" v="92" actId="207"/>
          <ac:spMkLst>
            <pc:docMk/>
            <pc:sldMk cId="2202241168" sldId="259"/>
            <ac:spMk id="5" creationId="{3FB79BCC-DB39-4648-B736-510F3A04E7E0}"/>
          </ac:spMkLst>
        </pc:spChg>
      </pc:sldChg>
      <pc:sldChg chg="modSp mod">
        <pc:chgData name="Stanley Rodrick" userId="8969fbcc-7c96-46fb-a663-9e2e5920ff04" providerId="ADAL" clId="{8275DC83-B333-0345-84BE-AD86D0DD3E2A}" dt="2021-03-26T15:12:30.005" v="102" actId="207"/>
        <pc:sldMkLst>
          <pc:docMk/>
          <pc:sldMk cId="2655564145" sldId="260"/>
        </pc:sldMkLst>
        <pc:spChg chg="mod">
          <ac:chgData name="Stanley Rodrick" userId="8969fbcc-7c96-46fb-a663-9e2e5920ff04" providerId="ADAL" clId="{8275DC83-B333-0345-84BE-AD86D0DD3E2A}" dt="2021-03-26T15:12:30.005" v="102" actId="207"/>
          <ac:spMkLst>
            <pc:docMk/>
            <pc:sldMk cId="2655564145" sldId="260"/>
            <ac:spMk id="5" creationId="{3FB79BCC-DB39-4648-B736-510F3A04E7E0}"/>
          </ac:spMkLst>
        </pc:spChg>
      </pc:sldChg>
      <pc:sldChg chg="modSp mod">
        <pc:chgData name="Stanley Rodrick" userId="8969fbcc-7c96-46fb-a663-9e2e5920ff04" providerId="ADAL" clId="{8275DC83-B333-0345-84BE-AD86D0DD3E2A}" dt="2021-03-26T14:57:19.554" v="11" actId="15"/>
        <pc:sldMkLst>
          <pc:docMk/>
          <pc:sldMk cId="3815457802" sldId="262"/>
        </pc:sldMkLst>
        <pc:spChg chg="mod">
          <ac:chgData name="Stanley Rodrick" userId="8969fbcc-7c96-46fb-a663-9e2e5920ff04" providerId="ADAL" clId="{8275DC83-B333-0345-84BE-AD86D0DD3E2A}" dt="2021-03-26T14:57:19.554" v="11" actId="15"/>
          <ac:spMkLst>
            <pc:docMk/>
            <pc:sldMk cId="3815457802" sldId="262"/>
            <ac:spMk id="5" creationId="{3FB79BCC-DB39-4648-B736-510F3A04E7E0}"/>
          </ac:spMkLst>
        </pc:spChg>
      </pc:sldChg>
      <pc:sldChg chg="modSp mod">
        <pc:chgData name="Stanley Rodrick" userId="8969fbcc-7c96-46fb-a663-9e2e5920ff04" providerId="ADAL" clId="{8275DC83-B333-0345-84BE-AD86D0DD3E2A}" dt="2021-03-26T15:04:43.226" v="61" actId="207"/>
        <pc:sldMkLst>
          <pc:docMk/>
          <pc:sldMk cId="1957492441" sldId="263"/>
        </pc:sldMkLst>
        <pc:spChg chg="mod">
          <ac:chgData name="Stanley Rodrick" userId="8969fbcc-7c96-46fb-a663-9e2e5920ff04" providerId="ADAL" clId="{8275DC83-B333-0345-84BE-AD86D0DD3E2A}" dt="2021-03-26T15:04:43.226" v="61" actId="207"/>
          <ac:spMkLst>
            <pc:docMk/>
            <pc:sldMk cId="1957492441" sldId="263"/>
            <ac:spMk id="5" creationId="{3FB79BCC-DB39-4648-B736-510F3A04E7E0}"/>
          </ac:spMkLst>
        </pc:spChg>
      </pc:sldChg>
      <pc:sldChg chg="addSp delSp modSp mod">
        <pc:chgData name="Stanley Rodrick" userId="8969fbcc-7c96-46fb-a663-9e2e5920ff04" providerId="ADAL" clId="{8275DC83-B333-0345-84BE-AD86D0DD3E2A}" dt="2021-03-26T15:12:59.738" v="108" actId="1076"/>
        <pc:sldMkLst>
          <pc:docMk/>
          <pc:sldMk cId="2316242758" sldId="264"/>
        </pc:sldMkLst>
        <pc:spChg chg="add del">
          <ac:chgData name="Stanley Rodrick" userId="8969fbcc-7c96-46fb-a663-9e2e5920ff04" providerId="ADAL" clId="{8275DC83-B333-0345-84BE-AD86D0DD3E2A}" dt="2021-03-26T15:02:22.283" v="37"/>
          <ac:spMkLst>
            <pc:docMk/>
            <pc:sldMk cId="2316242758" sldId="264"/>
            <ac:spMk id="2" creationId="{92C7AE0D-FF89-B844-94C2-F0601AA03739}"/>
          </ac:spMkLst>
        </pc:spChg>
        <pc:spChg chg="mod">
          <ac:chgData name="Stanley Rodrick" userId="8969fbcc-7c96-46fb-a663-9e2e5920ff04" providerId="ADAL" clId="{8275DC83-B333-0345-84BE-AD86D0DD3E2A}" dt="2021-03-26T15:12:50.588" v="104" actId="404"/>
          <ac:spMkLst>
            <pc:docMk/>
            <pc:sldMk cId="2316242758" sldId="264"/>
            <ac:spMk id="5" creationId="{3FB79BCC-DB39-4648-B736-510F3A04E7E0}"/>
          </ac:spMkLst>
        </pc:spChg>
        <pc:picChg chg="add mod">
          <ac:chgData name="Stanley Rodrick" userId="8969fbcc-7c96-46fb-a663-9e2e5920ff04" providerId="ADAL" clId="{8275DC83-B333-0345-84BE-AD86D0DD3E2A}" dt="2021-03-26T15:12:57.874" v="107" actId="1076"/>
          <ac:picMkLst>
            <pc:docMk/>
            <pc:sldMk cId="2316242758" sldId="264"/>
            <ac:picMk id="3" creationId="{E97C2775-8E76-BB42-B15A-95C83D70B2D0}"/>
          </ac:picMkLst>
        </pc:picChg>
        <pc:picChg chg="add mod">
          <ac:chgData name="Stanley Rodrick" userId="8969fbcc-7c96-46fb-a663-9e2e5920ff04" providerId="ADAL" clId="{8275DC83-B333-0345-84BE-AD86D0DD3E2A}" dt="2021-03-26T15:12:53.530" v="105" actId="1076"/>
          <ac:picMkLst>
            <pc:docMk/>
            <pc:sldMk cId="2316242758" sldId="264"/>
            <ac:picMk id="1026" creationId="{A0E73124-8036-C549-AD7D-6EB188F7E948}"/>
          </ac:picMkLst>
        </pc:picChg>
        <pc:picChg chg="add del">
          <ac:chgData name="Stanley Rodrick" userId="8969fbcc-7c96-46fb-a663-9e2e5920ff04" providerId="ADAL" clId="{8275DC83-B333-0345-84BE-AD86D0DD3E2A}" dt="2021-03-26T15:00:59.279" v="27"/>
          <ac:picMkLst>
            <pc:docMk/>
            <pc:sldMk cId="2316242758" sldId="264"/>
            <ac:picMk id="1028" creationId="{F6E765B9-5A9B-9842-8ABD-FB669D275DC2}"/>
          </ac:picMkLst>
        </pc:picChg>
        <pc:picChg chg="add mod">
          <ac:chgData name="Stanley Rodrick" userId="8969fbcc-7c96-46fb-a663-9e2e5920ff04" providerId="ADAL" clId="{8275DC83-B333-0345-84BE-AD86D0DD3E2A}" dt="2021-03-26T15:12:55.417" v="106" actId="1076"/>
          <ac:picMkLst>
            <pc:docMk/>
            <pc:sldMk cId="2316242758" sldId="264"/>
            <ac:picMk id="1030" creationId="{D74DFF03-2852-584F-B0A4-381C0C31FEAB}"/>
          </ac:picMkLst>
        </pc:picChg>
        <pc:picChg chg="add mod">
          <ac:chgData name="Stanley Rodrick" userId="8969fbcc-7c96-46fb-a663-9e2e5920ff04" providerId="ADAL" clId="{8275DC83-B333-0345-84BE-AD86D0DD3E2A}" dt="2021-03-26T15:12:59.738" v="108" actId="1076"/>
          <ac:picMkLst>
            <pc:docMk/>
            <pc:sldMk cId="2316242758" sldId="264"/>
            <ac:picMk id="1034" creationId="{7144C01D-C4E8-9146-8B32-CE101DD1776B}"/>
          </ac:picMkLst>
        </pc:picChg>
      </pc:sldChg>
      <pc:sldChg chg="modSp mod">
        <pc:chgData name="Stanley Rodrick" userId="8969fbcc-7c96-46fb-a663-9e2e5920ff04" providerId="ADAL" clId="{8275DC83-B333-0345-84BE-AD86D0DD3E2A}" dt="2021-03-26T15:12:44.466" v="103" actId="404"/>
        <pc:sldMkLst>
          <pc:docMk/>
          <pc:sldMk cId="4021417877" sldId="265"/>
        </pc:sldMkLst>
        <pc:spChg chg="mod">
          <ac:chgData name="Stanley Rodrick" userId="8969fbcc-7c96-46fb-a663-9e2e5920ff04" providerId="ADAL" clId="{8275DC83-B333-0345-84BE-AD86D0DD3E2A}" dt="2021-03-26T15:12:44.466" v="103" actId="404"/>
          <ac:spMkLst>
            <pc:docMk/>
            <pc:sldMk cId="4021417877" sldId="265"/>
            <ac:spMk id="5" creationId="{3FB79BCC-DB39-4648-B736-510F3A04E7E0}"/>
          </ac:spMkLst>
        </pc:spChg>
      </pc:sldChg>
      <pc:sldChg chg="modSp mod">
        <pc:chgData name="Stanley Rodrick" userId="8969fbcc-7c96-46fb-a663-9e2e5920ff04" providerId="ADAL" clId="{8275DC83-B333-0345-84BE-AD86D0DD3E2A}" dt="2021-03-26T15:09:56.715" v="77" actId="255"/>
        <pc:sldMkLst>
          <pc:docMk/>
          <pc:sldMk cId="455225976" sldId="266"/>
        </pc:sldMkLst>
        <pc:spChg chg="mod">
          <ac:chgData name="Stanley Rodrick" userId="8969fbcc-7c96-46fb-a663-9e2e5920ff04" providerId="ADAL" clId="{8275DC83-B333-0345-84BE-AD86D0DD3E2A}" dt="2021-03-26T15:09:56.715" v="77" actId="255"/>
          <ac:spMkLst>
            <pc:docMk/>
            <pc:sldMk cId="455225976" sldId="266"/>
            <ac:spMk id="5" creationId="{3FB79BCC-DB39-4648-B736-510F3A04E7E0}"/>
          </ac:spMkLst>
        </pc:spChg>
      </pc:sldChg>
      <pc:sldChg chg="addSp delSp modSp add mod">
        <pc:chgData name="Stanley Rodrick" userId="8969fbcc-7c96-46fb-a663-9e2e5920ff04" providerId="ADAL" clId="{8275DC83-B333-0345-84BE-AD86D0DD3E2A}" dt="2021-03-26T16:54:06.350" v="167" actId="313"/>
        <pc:sldMkLst>
          <pc:docMk/>
          <pc:sldMk cId="799889624" sldId="267"/>
        </pc:sldMkLst>
        <pc:spChg chg="add del mod">
          <ac:chgData name="Stanley Rodrick" userId="8969fbcc-7c96-46fb-a663-9e2e5920ff04" providerId="ADAL" clId="{8275DC83-B333-0345-84BE-AD86D0DD3E2A}" dt="2021-03-26T15:13:57.349" v="121"/>
          <ac:spMkLst>
            <pc:docMk/>
            <pc:sldMk cId="799889624" sldId="267"/>
            <ac:spMk id="2" creationId="{F31A9346-D1FC-A844-814A-CDDEDDD6DD4D}"/>
          </ac:spMkLst>
        </pc:spChg>
        <pc:spChg chg="add del mod">
          <ac:chgData name="Stanley Rodrick" userId="8969fbcc-7c96-46fb-a663-9e2e5920ff04" providerId="ADAL" clId="{8275DC83-B333-0345-84BE-AD86D0DD3E2A}" dt="2021-03-26T15:14:22.918" v="125" actId="478"/>
          <ac:spMkLst>
            <pc:docMk/>
            <pc:sldMk cId="799889624" sldId="267"/>
            <ac:spMk id="3" creationId="{C5A036CF-F143-6340-8183-9F66CD404CAC}"/>
          </ac:spMkLst>
        </pc:spChg>
        <pc:spChg chg="mod">
          <ac:chgData name="Stanley Rodrick" userId="8969fbcc-7c96-46fb-a663-9e2e5920ff04" providerId="ADAL" clId="{8275DC83-B333-0345-84BE-AD86D0DD3E2A}" dt="2021-03-26T15:13:31.368" v="117" actId="207"/>
          <ac:spMkLst>
            <pc:docMk/>
            <pc:sldMk cId="799889624" sldId="267"/>
            <ac:spMk id="5" creationId="{3FB79BCC-DB39-4648-B736-510F3A04E7E0}"/>
          </ac:spMkLst>
        </pc:spChg>
        <pc:spChg chg="add mod">
          <ac:chgData name="Stanley Rodrick" userId="8969fbcc-7c96-46fb-a663-9e2e5920ff04" providerId="ADAL" clId="{8275DC83-B333-0345-84BE-AD86D0DD3E2A}" dt="2021-03-26T16:54:06.350" v="167" actId="313"/>
          <ac:spMkLst>
            <pc:docMk/>
            <pc:sldMk cId="799889624" sldId="267"/>
            <ac:spMk id="6" creationId="{564929C7-1844-1347-A39E-BEBE39D4B356}"/>
          </ac:spMkLst>
        </pc:spChg>
      </pc:sldChg>
      <pc:sldChg chg="modSp add mod">
        <pc:chgData name="Stanley Rodrick" userId="8969fbcc-7c96-46fb-a663-9e2e5920ff04" providerId="ADAL" clId="{8275DC83-B333-0345-84BE-AD86D0DD3E2A}" dt="2021-03-26T16:58:04.603" v="200" actId="20577"/>
        <pc:sldMkLst>
          <pc:docMk/>
          <pc:sldMk cId="3019414358" sldId="268"/>
        </pc:sldMkLst>
        <pc:spChg chg="mod">
          <ac:chgData name="Stanley Rodrick" userId="8969fbcc-7c96-46fb-a663-9e2e5920ff04" providerId="ADAL" clId="{8275DC83-B333-0345-84BE-AD86D0DD3E2A}" dt="2021-03-26T16:58:04.603" v="200" actId="20577"/>
          <ac:spMkLst>
            <pc:docMk/>
            <pc:sldMk cId="3019414358" sldId="268"/>
            <ac:spMk id="6" creationId="{564929C7-1844-1347-A39E-BEBE39D4B356}"/>
          </ac:spMkLst>
        </pc:spChg>
      </pc:sldChg>
      <pc:sldChg chg="addSp delSp modSp add mod">
        <pc:chgData name="Stanley Rodrick" userId="8969fbcc-7c96-46fb-a663-9e2e5920ff04" providerId="ADAL" clId="{8275DC83-B333-0345-84BE-AD86D0DD3E2A}" dt="2021-03-26T17:02:42.179" v="213" actId="1076"/>
        <pc:sldMkLst>
          <pc:docMk/>
          <pc:sldMk cId="1800344593" sldId="269"/>
        </pc:sldMkLst>
        <pc:spChg chg="del">
          <ac:chgData name="Stanley Rodrick" userId="8969fbcc-7c96-46fb-a663-9e2e5920ff04" providerId="ADAL" clId="{8275DC83-B333-0345-84BE-AD86D0DD3E2A}" dt="2021-03-26T17:01:40.448" v="202" actId="478"/>
          <ac:spMkLst>
            <pc:docMk/>
            <pc:sldMk cId="1800344593" sldId="269"/>
            <ac:spMk id="6" creationId="{564929C7-1844-1347-A39E-BEBE39D4B356}"/>
          </ac:spMkLst>
        </pc:spChg>
        <pc:picChg chg="add mod">
          <ac:chgData name="Stanley Rodrick" userId="8969fbcc-7c96-46fb-a663-9e2e5920ff04" providerId="ADAL" clId="{8275DC83-B333-0345-84BE-AD86D0DD3E2A}" dt="2021-03-26T17:02:42.179" v="213" actId="1076"/>
          <ac:picMkLst>
            <pc:docMk/>
            <pc:sldMk cId="1800344593" sldId="269"/>
            <ac:picMk id="2050" creationId="{2ED515A6-2308-B843-8C9A-E0FADF9FDA9C}"/>
          </ac:picMkLst>
        </pc:picChg>
        <pc:picChg chg="add mod">
          <ac:chgData name="Stanley Rodrick" userId="8969fbcc-7c96-46fb-a663-9e2e5920ff04" providerId="ADAL" clId="{8275DC83-B333-0345-84BE-AD86D0DD3E2A}" dt="2021-03-26T17:02:38.556" v="211" actId="1076"/>
          <ac:picMkLst>
            <pc:docMk/>
            <pc:sldMk cId="1800344593" sldId="269"/>
            <ac:picMk id="2052" creationId="{AF61AC07-E42C-8C43-94AB-2103B70DD574}"/>
          </ac:picMkLst>
        </pc:picChg>
      </pc:sldChg>
      <pc:sldChg chg="modSp mod">
        <pc:chgData name="Stanley Rodrick" userId="8969fbcc-7c96-46fb-a663-9e2e5920ff04" providerId="ADAL" clId="{8275DC83-B333-0345-84BE-AD86D0DD3E2A}" dt="2021-03-28T04:38:23.399" v="517" actId="15"/>
        <pc:sldMkLst>
          <pc:docMk/>
          <pc:sldMk cId="3763955688" sldId="276"/>
        </pc:sldMkLst>
        <pc:spChg chg="mod">
          <ac:chgData name="Stanley Rodrick" userId="8969fbcc-7c96-46fb-a663-9e2e5920ff04" providerId="ADAL" clId="{8275DC83-B333-0345-84BE-AD86D0DD3E2A}" dt="2021-03-28T04:38:23.399" v="517" actId="15"/>
          <ac:spMkLst>
            <pc:docMk/>
            <pc:sldMk cId="3763955688" sldId="276"/>
            <ac:spMk id="5" creationId="{3FB79BCC-DB39-4648-B736-510F3A04E7E0}"/>
          </ac:spMkLst>
        </pc:spChg>
      </pc:sldChg>
      <pc:sldChg chg="modSp mod">
        <pc:chgData name="Stanley Rodrick" userId="8969fbcc-7c96-46fb-a663-9e2e5920ff04" providerId="ADAL" clId="{8275DC83-B333-0345-84BE-AD86D0DD3E2A}" dt="2021-03-28T04:29:27.839" v="215" actId="20577"/>
        <pc:sldMkLst>
          <pc:docMk/>
          <pc:sldMk cId="1872180062" sldId="280"/>
        </pc:sldMkLst>
        <pc:spChg chg="mod">
          <ac:chgData name="Stanley Rodrick" userId="8969fbcc-7c96-46fb-a663-9e2e5920ff04" providerId="ADAL" clId="{8275DC83-B333-0345-84BE-AD86D0DD3E2A}" dt="2021-03-28T04:29:27.839" v="215" actId="20577"/>
          <ac:spMkLst>
            <pc:docMk/>
            <pc:sldMk cId="1872180062" sldId="280"/>
            <ac:spMk id="5" creationId="{3FB79BCC-DB39-4648-B736-510F3A04E7E0}"/>
          </ac:spMkLst>
        </pc:spChg>
      </pc:sldChg>
      <pc:sldChg chg="add">
        <pc:chgData name="Stanley Rodrick" userId="8969fbcc-7c96-46fb-a663-9e2e5920ff04" providerId="ADAL" clId="{8275DC83-B333-0345-84BE-AD86D0DD3E2A}" dt="2021-03-28T04:38:32.316" v="518" actId="2890"/>
        <pc:sldMkLst>
          <pc:docMk/>
          <pc:sldMk cId="3314215604" sldId="289"/>
        </pc:sldMkLst>
      </pc:sldChg>
      <pc:sldChg chg="add">
        <pc:chgData name="Stanley Rodrick" userId="8969fbcc-7c96-46fb-a663-9e2e5920ff04" providerId="ADAL" clId="{8275DC83-B333-0345-84BE-AD86D0DD3E2A}" dt="2021-03-28T04:38:42.047" v="519" actId="2890"/>
        <pc:sldMkLst>
          <pc:docMk/>
          <pc:sldMk cId="3477503326" sldId="290"/>
        </pc:sldMkLst>
      </pc:sldChg>
      <pc:sldChg chg="addSp delSp modSp add mod">
        <pc:chgData name="Stanley Rodrick" userId="8969fbcc-7c96-46fb-a663-9e2e5920ff04" providerId="ADAL" clId="{8275DC83-B333-0345-84BE-AD86D0DD3E2A}" dt="2021-03-28T05:20:48.918" v="768" actId="14100"/>
        <pc:sldMkLst>
          <pc:docMk/>
          <pc:sldMk cId="1376258747" sldId="291"/>
        </pc:sldMkLst>
        <pc:spChg chg="add mod">
          <ac:chgData name="Stanley Rodrick" userId="8969fbcc-7c96-46fb-a663-9e2e5920ff04" providerId="ADAL" clId="{8275DC83-B333-0345-84BE-AD86D0DD3E2A}" dt="2021-03-28T04:43:12.764" v="555" actId="1076"/>
          <ac:spMkLst>
            <pc:docMk/>
            <pc:sldMk cId="1376258747" sldId="291"/>
            <ac:spMk id="2" creationId="{D248E98F-D79F-1740-8EF9-156A7194D85F}"/>
          </ac:spMkLst>
        </pc:spChg>
        <pc:spChg chg="add mod">
          <ac:chgData name="Stanley Rodrick" userId="8969fbcc-7c96-46fb-a663-9e2e5920ff04" providerId="ADAL" clId="{8275DC83-B333-0345-84BE-AD86D0DD3E2A}" dt="2021-03-28T05:14:45.149" v="661" actId="1076"/>
          <ac:spMkLst>
            <pc:docMk/>
            <pc:sldMk cId="1376258747" sldId="291"/>
            <ac:spMk id="3" creationId="{D6266892-471E-5D42-8A0B-07D1A33B9644}"/>
          </ac:spMkLst>
        </pc:spChg>
        <pc:spChg chg="mod">
          <ac:chgData name="Stanley Rodrick" userId="8969fbcc-7c96-46fb-a663-9e2e5920ff04" providerId="ADAL" clId="{8275DC83-B333-0345-84BE-AD86D0DD3E2A}" dt="2021-03-28T04:41:44.621" v="522" actId="20577"/>
          <ac:spMkLst>
            <pc:docMk/>
            <pc:sldMk cId="1376258747" sldId="291"/>
            <ac:spMk id="5" creationId="{3FB79BCC-DB39-4648-B736-510F3A04E7E0}"/>
          </ac:spMkLst>
        </pc:spChg>
        <pc:spChg chg="add del">
          <ac:chgData name="Stanley Rodrick" userId="8969fbcc-7c96-46fb-a663-9e2e5920ff04" providerId="ADAL" clId="{8275DC83-B333-0345-84BE-AD86D0DD3E2A}" dt="2021-03-28T05:13:17.020" v="648"/>
          <ac:spMkLst>
            <pc:docMk/>
            <pc:sldMk cId="1376258747" sldId="291"/>
            <ac:spMk id="6" creationId="{7D53A348-B9AB-FE44-B0ED-1E9265DB4AEF}"/>
          </ac:spMkLst>
        </pc:spChg>
        <pc:spChg chg="add mod">
          <ac:chgData name="Stanley Rodrick" userId="8969fbcc-7c96-46fb-a663-9e2e5920ff04" providerId="ADAL" clId="{8275DC83-B333-0345-84BE-AD86D0DD3E2A}" dt="2021-03-28T05:16:03.680" v="762" actId="1076"/>
          <ac:spMkLst>
            <pc:docMk/>
            <pc:sldMk cId="1376258747" sldId="291"/>
            <ac:spMk id="9" creationId="{0019724C-5A11-094A-B50E-5690F5B84105}"/>
          </ac:spMkLst>
        </pc:spChg>
        <pc:picChg chg="add mod">
          <ac:chgData name="Stanley Rodrick" userId="8969fbcc-7c96-46fb-a663-9e2e5920ff04" providerId="ADAL" clId="{8275DC83-B333-0345-84BE-AD86D0DD3E2A}" dt="2021-03-28T05:14:46.316" v="662" actId="1076"/>
          <ac:picMkLst>
            <pc:docMk/>
            <pc:sldMk cId="1376258747" sldId="291"/>
            <ac:picMk id="7" creationId="{3D5C4B5F-ACAA-0B41-B515-A20CBA517F2D}"/>
          </ac:picMkLst>
        </pc:picChg>
        <pc:picChg chg="add mod">
          <ac:chgData name="Stanley Rodrick" userId="8969fbcc-7c96-46fb-a663-9e2e5920ff04" providerId="ADAL" clId="{8275DC83-B333-0345-84BE-AD86D0DD3E2A}" dt="2021-03-28T05:14:39.995" v="658" actId="1076"/>
          <ac:picMkLst>
            <pc:docMk/>
            <pc:sldMk cId="1376258747" sldId="291"/>
            <ac:picMk id="1026" creationId="{7113EF98-3844-6049-A2D2-47026D5BCC2D}"/>
          </ac:picMkLst>
        </pc:picChg>
        <pc:picChg chg="add mod">
          <ac:chgData name="Stanley Rodrick" userId="8969fbcc-7c96-46fb-a663-9e2e5920ff04" providerId="ADAL" clId="{8275DC83-B333-0345-84BE-AD86D0DD3E2A}" dt="2021-03-28T05:14:43.101" v="660" actId="1076"/>
          <ac:picMkLst>
            <pc:docMk/>
            <pc:sldMk cId="1376258747" sldId="291"/>
            <ac:picMk id="1028" creationId="{E115A5F9-0474-0D4B-8431-0A6FE8EB42A1}"/>
          </ac:picMkLst>
        </pc:picChg>
        <pc:picChg chg="add mod">
          <ac:chgData name="Stanley Rodrick" userId="8969fbcc-7c96-46fb-a663-9e2e5920ff04" providerId="ADAL" clId="{8275DC83-B333-0345-84BE-AD86D0DD3E2A}" dt="2021-03-28T05:00:08.562" v="562" actId="14100"/>
          <ac:picMkLst>
            <pc:docMk/>
            <pc:sldMk cId="1376258747" sldId="291"/>
            <ac:picMk id="1030" creationId="{A1A2C979-B952-CE40-8366-C35FCAB95332}"/>
          </ac:picMkLst>
        </pc:picChg>
        <pc:picChg chg="add mod">
          <ac:chgData name="Stanley Rodrick" userId="8969fbcc-7c96-46fb-a663-9e2e5920ff04" providerId="ADAL" clId="{8275DC83-B333-0345-84BE-AD86D0DD3E2A}" dt="2021-03-28T05:14:41.523" v="659" actId="1076"/>
          <ac:picMkLst>
            <pc:docMk/>
            <pc:sldMk cId="1376258747" sldId="291"/>
            <ac:picMk id="1032" creationId="{67915859-36B7-C844-8CD6-7F1259382476}"/>
          </ac:picMkLst>
        </pc:picChg>
        <pc:picChg chg="add mod">
          <ac:chgData name="Stanley Rodrick" userId="8969fbcc-7c96-46fb-a663-9e2e5920ff04" providerId="ADAL" clId="{8275DC83-B333-0345-84BE-AD86D0DD3E2A}" dt="2021-03-28T05:14:55.044" v="667" actId="1076"/>
          <ac:picMkLst>
            <pc:docMk/>
            <pc:sldMk cId="1376258747" sldId="291"/>
            <ac:picMk id="1036" creationId="{8649D6B0-CF20-B649-B7E7-A6D94343AF6B}"/>
          </ac:picMkLst>
        </pc:picChg>
        <pc:picChg chg="add mod">
          <ac:chgData name="Stanley Rodrick" userId="8969fbcc-7c96-46fb-a663-9e2e5920ff04" providerId="ADAL" clId="{8275DC83-B333-0345-84BE-AD86D0DD3E2A}" dt="2021-03-28T05:20:48.918" v="768" actId="14100"/>
          <ac:picMkLst>
            <pc:docMk/>
            <pc:sldMk cId="1376258747" sldId="291"/>
            <ac:picMk id="1038" creationId="{40D4731B-4ED6-AD45-AD22-40890E94414F}"/>
          </ac:picMkLst>
        </pc:picChg>
      </pc:sldChg>
      <pc:sldChg chg="modSp add mod">
        <pc:chgData name="Stanley Rodrick" userId="8969fbcc-7c96-46fb-a663-9e2e5920ff04" providerId="ADAL" clId="{8275DC83-B333-0345-84BE-AD86D0DD3E2A}" dt="2021-03-28T06:08:36.642" v="1151" actId="207"/>
        <pc:sldMkLst>
          <pc:docMk/>
          <pc:sldMk cId="4005499799" sldId="292"/>
        </pc:sldMkLst>
        <pc:spChg chg="mod">
          <ac:chgData name="Stanley Rodrick" userId="8969fbcc-7c96-46fb-a663-9e2e5920ff04" providerId="ADAL" clId="{8275DC83-B333-0345-84BE-AD86D0DD3E2A}" dt="2021-03-28T06:08:36.642" v="1151" actId="207"/>
          <ac:spMkLst>
            <pc:docMk/>
            <pc:sldMk cId="4005499799" sldId="292"/>
            <ac:spMk id="4" creationId="{FCDAFD9B-F85A-4A41-816D-9F8E648A6ED5}"/>
          </ac:spMkLst>
        </pc:spChg>
        <pc:spChg chg="mod">
          <ac:chgData name="Stanley Rodrick" userId="8969fbcc-7c96-46fb-a663-9e2e5920ff04" providerId="ADAL" clId="{8275DC83-B333-0345-84BE-AD86D0DD3E2A}" dt="2021-03-28T06:08:30.422" v="1150" actId="20577"/>
          <ac:spMkLst>
            <pc:docMk/>
            <pc:sldMk cId="4005499799" sldId="292"/>
            <ac:spMk id="5" creationId="{3FB79BCC-DB39-4648-B736-510F3A04E7E0}"/>
          </ac:spMkLst>
        </pc:spChg>
      </pc:sldChg>
      <pc:sldChg chg="modSp add mod">
        <pc:chgData name="Stanley Rodrick" userId="8969fbcc-7c96-46fb-a663-9e2e5920ff04" providerId="ADAL" clId="{8275DC83-B333-0345-84BE-AD86D0DD3E2A}" dt="2021-03-28T06:50:12.372" v="1764" actId="255"/>
        <pc:sldMkLst>
          <pc:docMk/>
          <pc:sldMk cId="837129652" sldId="293"/>
        </pc:sldMkLst>
        <pc:spChg chg="mod">
          <ac:chgData name="Stanley Rodrick" userId="8969fbcc-7c96-46fb-a663-9e2e5920ff04" providerId="ADAL" clId="{8275DC83-B333-0345-84BE-AD86D0DD3E2A}" dt="2021-03-28T06:50:12.372" v="1764" actId="255"/>
          <ac:spMkLst>
            <pc:docMk/>
            <pc:sldMk cId="837129652" sldId="293"/>
            <ac:spMk id="5" creationId="{3FB79BCC-DB39-4648-B736-510F3A04E7E0}"/>
          </ac:spMkLst>
        </pc:spChg>
      </pc:sldChg>
      <pc:sldChg chg="modSp mod">
        <pc:chgData name="Stanley Rodrick" userId="8969fbcc-7c96-46fb-a663-9e2e5920ff04" providerId="ADAL" clId="{8275DC83-B333-0345-84BE-AD86D0DD3E2A}" dt="2021-03-31T08:06:29.053" v="1766" actId="20577"/>
        <pc:sldMkLst>
          <pc:docMk/>
          <pc:sldMk cId="544791426" sldId="298"/>
        </pc:sldMkLst>
        <pc:spChg chg="mod">
          <ac:chgData name="Stanley Rodrick" userId="8969fbcc-7c96-46fb-a663-9e2e5920ff04" providerId="ADAL" clId="{8275DC83-B333-0345-84BE-AD86D0DD3E2A}" dt="2021-03-31T08:06:29.053" v="1766" actId="20577"/>
          <ac:spMkLst>
            <pc:docMk/>
            <pc:sldMk cId="544791426" sldId="298"/>
            <ac:spMk id="5" creationId="{3FB79BCC-DB39-4648-B736-510F3A04E7E0}"/>
          </ac:spMkLst>
        </pc:spChg>
      </pc:sldChg>
    </pc:docChg>
  </pc:docChgLst>
  <pc:docChgLst>
    <pc:chgData name="Stanley Rodrick" userId="8969fbcc-7c96-46fb-a663-9e2e5920ff04" providerId="ADAL" clId="{6C7D9DC3-8B20-498D-AE36-EA68A18F7546}"/>
    <pc:docChg chg="custSel modSld">
      <pc:chgData name="Stanley Rodrick" userId="8969fbcc-7c96-46fb-a663-9e2e5920ff04" providerId="ADAL" clId="{6C7D9DC3-8B20-498D-AE36-EA68A18F7546}" dt="2022-01-22T17:40:29.374" v="15" actId="27636"/>
      <pc:docMkLst>
        <pc:docMk/>
      </pc:docMkLst>
      <pc:sldChg chg="modSp mod">
        <pc:chgData name="Stanley Rodrick" userId="8969fbcc-7c96-46fb-a663-9e2e5920ff04" providerId="ADAL" clId="{6C7D9DC3-8B20-498D-AE36-EA68A18F7546}" dt="2022-01-22T17:40:29.374" v="15" actId="27636"/>
        <pc:sldMkLst>
          <pc:docMk/>
          <pc:sldMk cId="1736693185" sldId="257"/>
        </pc:sldMkLst>
        <pc:spChg chg="mod">
          <ac:chgData name="Stanley Rodrick" userId="8969fbcc-7c96-46fb-a663-9e2e5920ff04" providerId="ADAL" clId="{6C7D9DC3-8B20-498D-AE36-EA68A18F7546}" dt="2022-01-22T17:40:29.374" v="15" actId="27636"/>
          <ac:spMkLst>
            <pc:docMk/>
            <pc:sldMk cId="1736693185" sldId="257"/>
            <ac:spMk id="9" creationId="{04167F68-2106-4F78-9F78-D82ADA0A5A85}"/>
          </ac:spMkLst>
        </pc:spChg>
      </pc:sldChg>
    </pc:docChg>
  </pc:docChgLst>
  <pc:docChgLst>
    <pc:chgData name="SHANTO DEBNATH" userId="S::22-47495-2@student.aiub.edu::e53e7739-fb06-459a-a414-40bd611de5f7" providerId="AD" clId="Web-{EEBFDDB9-A8E5-442D-B7C3-99D4353AC973}"/>
    <pc:docChg chg="modSld">
      <pc:chgData name="SHANTO DEBNATH" userId="S::22-47495-2@student.aiub.edu::e53e7739-fb06-459a-a414-40bd611de5f7" providerId="AD" clId="Web-{EEBFDDB9-A8E5-442D-B7C3-99D4353AC973}" dt="2025-11-04T14:39:29.200" v="1"/>
      <pc:docMkLst>
        <pc:docMk/>
      </pc:docMkLst>
      <pc:sldChg chg="modSp">
        <pc:chgData name="SHANTO DEBNATH" userId="S::22-47495-2@student.aiub.edu::e53e7739-fb06-459a-a414-40bd611de5f7" providerId="AD" clId="Web-{EEBFDDB9-A8E5-442D-B7C3-99D4353AC973}" dt="2025-11-04T14:39:29.200" v="1"/>
        <pc:sldMkLst>
          <pc:docMk/>
          <pc:sldMk cId="2987352522" sldId="350"/>
        </pc:sldMkLst>
        <pc:graphicFrameChg chg="modGraphic">
          <ac:chgData name="SHANTO DEBNATH" userId="S::22-47495-2@student.aiub.edu::e53e7739-fb06-459a-a414-40bd611de5f7" providerId="AD" clId="Web-{EEBFDDB9-A8E5-442D-B7C3-99D4353AC973}" dt="2025-11-04T14:39:29.200" v="1"/>
          <ac:graphicFrameMkLst>
            <pc:docMk/>
            <pc:sldMk cId="2987352522" sldId="350"/>
            <ac:graphicFrameMk id="2" creationId="{C79DD51B-44C6-43E7-3D3F-79189490AAF3}"/>
          </ac:graphicFrameMkLst>
        </pc:graphicFrameChg>
      </pc:sldChg>
    </pc:docChg>
  </pc:docChgLst>
  <pc:docChgLst>
    <pc:chgData name="Stanley Rodrick" userId="8969fbcc-7c96-46fb-a663-9e2e5920ff04" providerId="ADAL" clId="{5BB5B0A5-DD13-A344-A04C-7FD46DB068DE}"/>
    <pc:docChg chg="undo custSel addSld delSld modSld sldOrd">
      <pc:chgData name="Stanley Rodrick" userId="8969fbcc-7c96-46fb-a663-9e2e5920ff04" providerId="ADAL" clId="{5BB5B0A5-DD13-A344-A04C-7FD46DB068DE}" dt="2022-06-14T14:41:10.969" v="4069"/>
      <pc:docMkLst>
        <pc:docMk/>
      </pc:docMkLst>
      <pc:sldChg chg="modSp mod">
        <pc:chgData name="Stanley Rodrick" userId="8969fbcc-7c96-46fb-a663-9e2e5920ff04" providerId="ADAL" clId="{5BB5B0A5-DD13-A344-A04C-7FD46DB068DE}" dt="2022-06-11T13:35:50.694" v="18" actId="948"/>
        <pc:sldMkLst>
          <pc:docMk/>
          <pc:sldMk cId="1736693185" sldId="257"/>
        </pc:sldMkLst>
        <pc:spChg chg="mod">
          <ac:chgData name="Stanley Rodrick" userId="8969fbcc-7c96-46fb-a663-9e2e5920ff04" providerId="ADAL" clId="{5BB5B0A5-DD13-A344-A04C-7FD46DB068DE}" dt="2022-06-11T13:35:50.694" v="18" actId="948"/>
          <ac:spMkLst>
            <pc:docMk/>
            <pc:sldMk cId="1736693185" sldId="257"/>
            <ac:spMk id="2" creationId="{18C3B467-088C-4F3D-A9A7-105C4E1E20CD}"/>
          </ac:spMkLst>
        </pc:spChg>
        <pc:spChg chg="mod">
          <ac:chgData name="Stanley Rodrick" userId="8969fbcc-7c96-46fb-a663-9e2e5920ff04" providerId="ADAL" clId="{5BB5B0A5-DD13-A344-A04C-7FD46DB068DE}" dt="2022-06-11T13:35:35.410" v="16" actId="27636"/>
          <ac:spMkLst>
            <pc:docMk/>
            <pc:sldMk cId="1736693185" sldId="257"/>
            <ac:spMk id="9" creationId="{04167F68-2106-4F78-9F78-D82ADA0A5A85}"/>
          </ac:spMkLst>
        </pc:spChg>
        <pc:picChg chg="mod">
          <ac:chgData name="Stanley Rodrick" userId="8969fbcc-7c96-46fb-a663-9e2e5920ff04" providerId="ADAL" clId="{5BB5B0A5-DD13-A344-A04C-7FD46DB068DE}" dt="2022-06-11T13:35:37.708" v="17" actId="1076"/>
          <ac:picMkLst>
            <pc:docMk/>
            <pc:sldMk cId="1736693185" sldId="257"/>
            <ac:picMk id="5" creationId="{6D3BA21E-E6C8-4E14-8E53-C5DF567E9DFF}"/>
          </ac:picMkLst>
        </pc:picChg>
      </pc:sldChg>
      <pc:sldChg chg="delSp modSp mod">
        <pc:chgData name="Stanley Rodrick" userId="8969fbcc-7c96-46fb-a663-9e2e5920ff04" providerId="ADAL" clId="{5BB5B0A5-DD13-A344-A04C-7FD46DB068DE}" dt="2022-06-14T14:24:26.082" v="3551"/>
        <pc:sldMkLst>
          <pc:docMk/>
          <pc:sldMk cId="2202241168" sldId="259"/>
        </pc:sldMkLst>
        <pc:spChg chg="mod">
          <ac:chgData name="Stanley Rodrick" userId="8969fbcc-7c96-46fb-a663-9e2e5920ff04" providerId="ADAL" clId="{5BB5B0A5-DD13-A344-A04C-7FD46DB068DE}" dt="2022-06-11T13:36:15.649" v="19" actId="20577"/>
          <ac:spMkLst>
            <pc:docMk/>
            <pc:sldMk cId="2202241168" sldId="259"/>
            <ac:spMk id="4" creationId="{FCDAFD9B-F85A-4A41-816D-9F8E648A6ED5}"/>
          </ac:spMkLst>
        </pc:spChg>
        <pc:spChg chg="mod">
          <ac:chgData name="Stanley Rodrick" userId="8969fbcc-7c96-46fb-a663-9e2e5920ff04" providerId="ADAL" clId="{5BB5B0A5-DD13-A344-A04C-7FD46DB068DE}" dt="2022-06-14T14:24:26.082" v="3551"/>
          <ac:spMkLst>
            <pc:docMk/>
            <pc:sldMk cId="2202241168" sldId="259"/>
            <ac:spMk id="5" creationId="{3FB79BCC-DB39-4648-B736-510F3A04E7E0}"/>
          </ac:spMkLst>
        </pc:spChg>
        <pc:picChg chg="del">
          <ac:chgData name="Stanley Rodrick" userId="8969fbcc-7c96-46fb-a663-9e2e5920ff04" providerId="ADAL" clId="{5BB5B0A5-DD13-A344-A04C-7FD46DB068DE}" dt="2022-06-11T13:36:20.106" v="21" actId="478"/>
          <ac:picMkLst>
            <pc:docMk/>
            <pc:sldMk cId="2202241168" sldId="259"/>
            <ac:picMk id="14" creationId="{2A9D05C0-4E57-4F0A-83B3-6FD3377188E7}"/>
          </ac:picMkLst>
        </pc:picChg>
      </pc:sldChg>
      <pc:sldChg chg="del">
        <pc:chgData name="Stanley Rodrick" userId="8969fbcc-7c96-46fb-a663-9e2e5920ff04" providerId="ADAL" clId="{5BB5B0A5-DD13-A344-A04C-7FD46DB068DE}" dt="2022-06-11T13:38:07.837" v="47" actId="2696"/>
        <pc:sldMkLst>
          <pc:docMk/>
          <pc:sldMk cId="2655564145" sldId="260"/>
        </pc:sldMkLst>
      </pc:sldChg>
      <pc:sldChg chg="del">
        <pc:chgData name="Stanley Rodrick" userId="8969fbcc-7c96-46fb-a663-9e2e5920ff04" providerId="ADAL" clId="{5BB5B0A5-DD13-A344-A04C-7FD46DB068DE}" dt="2022-06-11T13:38:15.808" v="49" actId="2696"/>
        <pc:sldMkLst>
          <pc:docMk/>
          <pc:sldMk cId="3815457802" sldId="262"/>
        </pc:sldMkLst>
      </pc:sldChg>
      <pc:sldChg chg="del">
        <pc:chgData name="Stanley Rodrick" userId="8969fbcc-7c96-46fb-a663-9e2e5920ff04" providerId="ADAL" clId="{5BB5B0A5-DD13-A344-A04C-7FD46DB068DE}" dt="2022-06-11T13:38:21.388" v="50" actId="2696"/>
        <pc:sldMkLst>
          <pc:docMk/>
          <pc:sldMk cId="1957492441" sldId="263"/>
        </pc:sldMkLst>
      </pc:sldChg>
      <pc:sldChg chg="del">
        <pc:chgData name="Stanley Rodrick" userId="8969fbcc-7c96-46fb-a663-9e2e5920ff04" providerId="ADAL" clId="{5BB5B0A5-DD13-A344-A04C-7FD46DB068DE}" dt="2022-06-11T13:38:21.388" v="50" actId="2696"/>
        <pc:sldMkLst>
          <pc:docMk/>
          <pc:sldMk cId="2316242758" sldId="264"/>
        </pc:sldMkLst>
      </pc:sldChg>
      <pc:sldChg chg="del">
        <pc:chgData name="Stanley Rodrick" userId="8969fbcc-7c96-46fb-a663-9e2e5920ff04" providerId="ADAL" clId="{5BB5B0A5-DD13-A344-A04C-7FD46DB068DE}" dt="2022-06-11T13:38:21.388" v="50" actId="2696"/>
        <pc:sldMkLst>
          <pc:docMk/>
          <pc:sldMk cId="4021417877" sldId="265"/>
        </pc:sldMkLst>
      </pc:sldChg>
      <pc:sldChg chg="del">
        <pc:chgData name="Stanley Rodrick" userId="8969fbcc-7c96-46fb-a663-9e2e5920ff04" providerId="ADAL" clId="{5BB5B0A5-DD13-A344-A04C-7FD46DB068DE}" dt="2022-06-11T13:38:21.388" v="50" actId="2696"/>
        <pc:sldMkLst>
          <pc:docMk/>
          <pc:sldMk cId="455225976" sldId="266"/>
        </pc:sldMkLst>
      </pc:sldChg>
      <pc:sldChg chg="del">
        <pc:chgData name="Stanley Rodrick" userId="8969fbcc-7c96-46fb-a663-9e2e5920ff04" providerId="ADAL" clId="{5BB5B0A5-DD13-A344-A04C-7FD46DB068DE}" dt="2022-06-11T13:38:21.388" v="50" actId="2696"/>
        <pc:sldMkLst>
          <pc:docMk/>
          <pc:sldMk cId="799889624" sldId="267"/>
        </pc:sldMkLst>
      </pc:sldChg>
      <pc:sldChg chg="del">
        <pc:chgData name="Stanley Rodrick" userId="8969fbcc-7c96-46fb-a663-9e2e5920ff04" providerId="ADAL" clId="{5BB5B0A5-DD13-A344-A04C-7FD46DB068DE}" dt="2022-06-11T13:38:21.388" v="50" actId="2696"/>
        <pc:sldMkLst>
          <pc:docMk/>
          <pc:sldMk cId="3019414358" sldId="268"/>
        </pc:sldMkLst>
      </pc:sldChg>
      <pc:sldChg chg="del">
        <pc:chgData name="Stanley Rodrick" userId="8969fbcc-7c96-46fb-a663-9e2e5920ff04" providerId="ADAL" clId="{5BB5B0A5-DD13-A344-A04C-7FD46DB068DE}" dt="2022-06-11T13:38:21.388" v="50" actId="2696"/>
        <pc:sldMkLst>
          <pc:docMk/>
          <pc:sldMk cId="1800344593" sldId="269"/>
        </pc:sldMkLst>
      </pc:sldChg>
      <pc:sldChg chg="del">
        <pc:chgData name="Stanley Rodrick" userId="8969fbcc-7c96-46fb-a663-9e2e5920ff04" providerId="ADAL" clId="{5BB5B0A5-DD13-A344-A04C-7FD46DB068DE}" dt="2022-06-11T13:38:21.388" v="50" actId="2696"/>
        <pc:sldMkLst>
          <pc:docMk/>
          <pc:sldMk cId="1847491076" sldId="270"/>
        </pc:sldMkLst>
      </pc:sldChg>
      <pc:sldChg chg="del">
        <pc:chgData name="Stanley Rodrick" userId="8969fbcc-7c96-46fb-a663-9e2e5920ff04" providerId="ADAL" clId="{5BB5B0A5-DD13-A344-A04C-7FD46DB068DE}" dt="2022-06-11T13:38:21.388" v="50" actId="2696"/>
        <pc:sldMkLst>
          <pc:docMk/>
          <pc:sldMk cId="1684764316" sldId="271"/>
        </pc:sldMkLst>
      </pc:sldChg>
      <pc:sldChg chg="del">
        <pc:chgData name="Stanley Rodrick" userId="8969fbcc-7c96-46fb-a663-9e2e5920ff04" providerId="ADAL" clId="{5BB5B0A5-DD13-A344-A04C-7FD46DB068DE}" dt="2022-06-11T13:38:21.388" v="50" actId="2696"/>
        <pc:sldMkLst>
          <pc:docMk/>
          <pc:sldMk cId="3593374705" sldId="272"/>
        </pc:sldMkLst>
      </pc:sldChg>
      <pc:sldChg chg="del">
        <pc:chgData name="Stanley Rodrick" userId="8969fbcc-7c96-46fb-a663-9e2e5920ff04" providerId="ADAL" clId="{5BB5B0A5-DD13-A344-A04C-7FD46DB068DE}" dt="2022-06-11T13:38:21.388" v="50" actId="2696"/>
        <pc:sldMkLst>
          <pc:docMk/>
          <pc:sldMk cId="2441724443" sldId="273"/>
        </pc:sldMkLst>
      </pc:sldChg>
      <pc:sldChg chg="del">
        <pc:chgData name="Stanley Rodrick" userId="8969fbcc-7c96-46fb-a663-9e2e5920ff04" providerId="ADAL" clId="{5BB5B0A5-DD13-A344-A04C-7FD46DB068DE}" dt="2022-06-11T13:38:21.388" v="50" actId="2696"/>
        <pc:sldMkLst>
          <pc:docMk/>
          <pc:sldMk cId="2355159986" sldId="274"/>
        </pc:sldMkLst>
      </pc:sldChg>
      <pc:sldChg chg="del">
        <pc:chgData name="Stanley Rodrick" userId="8969fbcc-7c96-46fb-a663-9e2e5920ff04" providerId="ADAL" clId="{5BB5B0A5-DD13-A344-A04C-7FD46DB068DE}" dt="2022-06-11T13:38:21.388" v="50" actId="2696"/>
        <pc:sldMkLst>
          <pc:docMk/>
          <pc:sldMk cId="3516180941" sldId="275"/>
        </pc:sldMkLst>
      </pc:sldChg>
      <pc:sldChg chg="del">
        <pc:chgData name="Stanley Rodrick" userId="8969fbcc-7c96-46fb-a663-9e2e5920ff04" providerId="ADAL" clId="{5BB5B0A5-DD13-A344-A04C-7FD46DB068DE}" dt="2022-06-11T13:38:21.388" v="50" actId="2696"/>
        <pc:sldMkLst>
          <pc:docMk/>
          <pc:sldMk cId="3763955688" sldId="276"/>
        </pc:sldMkLst>
      </pc:sldChg>
      <pc:sldChg chg="del">
        <pc:chgData name="Stanley Rodrick" userId="8969fbcc-7c96-46fb-a663-9e2e5920ff04" providerId="ADAL" clId="{5BB5B0A5-DD13-A344-A04C-7FD46DB068DE}" dt="2022-06-11T13:38:21.388" v="50" actId="2696"/>
        <pc:sldMkLst>
          <pc:docMk/>
          <pc:sldMk cId="271597527" sldId="277"/>
        </pc:sldMkLst>
      </pc:sldChg>
      <pc:sldChg chg="del">
        <pc:chgData name="Stanley Rodrick" userId="8969fbcc-7c96-46fb-a663-9e2e5920ff04" providerId="ADAL" clId="{5BB5B0A5-DD13-A344-A04C-7FD46DB068DE}" dt="2022-06-11T13:38:29.165" v="51" actId="2696"/>
        <pc:sldMkLst>
          <pc:docMk/>
          <pc:sldMk cId="462308383" sldId="279"/>
        </pc:sldMkLst>
      </pc:sldChg>
      <pc:sldChg chg="del">
        <pc:chgData name="Stanley Rodrick" userId="8969fbcc-7c96-46fb-a663-9e2e5920ff04" providerId="ADAL" clId="{5BB5B0A5-DD13-A344-A04C-7FD46DB068DE}" dt="2022-06-11T13:38:29.165" v="51" actId="2696"/>
        <pc:sldMkLst>
          <pc:docMk/>
          <pc:sldMk cId="1872180062" sldId="280"/>
        </pc:sldMkLst>
      </pc:sldChg>
      <pc:sldChg chg="del">
        <pc:chgData name="Stanley Rodrick" userId="8969fbcc-7c96-46fb-a663-9e2e5920ff04" providerId="ADAL" clId="{5BB5B0A5-DD13-A344-A04C-7FD46DB068DE}" dt="2022-06-11T13:38:29.165" v="51" actId="2696"/>
        <pc:sldMkLst>
          <pc:docMk/>
          <pc:sldMk cId="2615781102" sldId="281"/>
        </pc:sldMkLst>
      </pc:sldChg>
      <pc:sldChg chg="del">
        <pc:chgData name="Stanley Rodrick" userId="8969fbcc-7c96-46fb-a663-9e2e5920ff04" providerId="ADAL" clId="{5BB5B0A5-DD13-A344-A04C-7FD46DB068DE}" dt="2022-06-11T13:38:29.165" v="51" actId="2696"/>
        <pc:sldMkLst>
          <pc:docMk/>
          <pc:sldMk cId="3114819304" sldId="282"/>
        </pc:sldMkLst>
      </pc:sldChg>
      <pc:sldChg chg="del">
        <pc:chgData name="Stanley Rodrick" userId="8969fbcc-7c96-46fb-a663-9e2e5920ff04" providerId="ADAL" clId="{5BB5B0A5-DD13-A344-A04C-7FD46DB068DE}" dt="2022-06-11T13:38:29.165" v="51" actId="2696"/>
        <pc:sldMkLst>
          <pc:docMk/>
          <pc:sldMk cId="220325919" sldId="283"/>
        </pc:sldMkLst>
      </pc:sldChg>
      <pc:sldChg chg="del">
        <pc:chgData name="Stanley Rodrick" userId="8969fbcc-7c96-46fb-a663-9e2e5920ff04" providerId="ADAL" clId="{5BB5B0A5-DD13-A344-A04C-7FD46DB068DE}" dt="2022-06-11T13:38:29.165" v="51" actId="2696"/>
        <pc:sldMkLst>
          <pc:docMk/>
          <pc:sldMk cId="2114120574" sldId="284"/>
        </pc:sldMkLst>
      </pc:sldChg>
      <pc:sldChg chg="del">
        <pc:chgData name="Stanley Rodrick" userId="8969fbcc-7c96-46fb-a663-9e2e5920ff04" providerId="ADAL" clId="{5BB5B0A5-DD13-A344-A04C-7FD46DB068DE}" dt="2022-06-11T13:38:29.165" v="51" actId="2696"/>
        <pc:sldMkLst>
          <pc:docMk/>
          <pc:sldMk cId="2960823580" sldId="285"/>
        </pc:sldMkLst>
      </pc:sldChg>
      <pc:sldChg chg="del">
        <pc:chgData name="Stanley Rodrick" userId="8969fbcc-7c96-46fb-a663-9e2e5920ff04" providerId="ADAL" clId="{5BB5B0A5-DD13-A344-A04C-7FD46DB068DE}" dt="2022-06-11T13:38:21.388" v="50" actId="2696"/>
        <pc:sldMkLst>
          <pc:docMk/>
          <pc:sldMk cId="1197004092" sldId="286"/>
        </pc:sldMkLst>
      </pc:sldChg>
      <pc:sldChg chg="del">
        <pc:chgData name="Stanley Rodrick" userId="8969fbcc-7c96-46fb-a663-9e2e5920ff04" providerId="ADAL" clId="{5BB5B0A5-DD13-A344-A04C-7FD46DB068DE}" dt="2022-06-11T13:38:21.388" v="50" actId="2696"/>
        <pc:sldMkLst>
          <pc:docMk/>
          <pc:sldMk cId="1552738337" sldId="287"/>
        </pc:sldMkLst>
      </pc:sldChg>
      <pc:sldChg chg="del">
        <pc:chgData name="Stanley Rodrick" userId="8969fbcc-7c96-46fb-a663-9e2e5920ff04" providerId="ADAL" clId="{5BB5B0A5-DD13-A344-A04C-7FD46DB068DE}" dt="2022-06-11T13:38:21.388" v="50" actId="2696"/>
        <pc:sldMkLst>
          <pc:docMk/>
          <pc:sldMk cId="810415690" sldId="288"/>
        </pc:sldMkLst>
      </pc:sldChg>
      <pc:sldChg chg="del">
        <pc:chgData name="Stanley Rodrick" userId="8969fbcc-7c96-46fb-a663-9e2e5920ff04" providerId="ADAL" clId="{5BB5B0A5-DD13-A344-A04C-7FD46DB068DE}" dt="2022-06-11T13:38:21.388" v="50" actId="2696"/>
        <pc:sldMkLst>
          <pc:docMk/>
          <pc:sldMk cId="1376258747" sldId="291"/>
        </pc:sldMkLst>
      </pc:sldChg>
      <pc:sldChg chg="del">
        <pc:chgData name="Stanley Rodrick" userId="8969fbcc-7c96-46fb-a663-9e2e5920ff04" providerId="ADAL" clId="{5BB5B0A5-DD13-A344-A04C-7FD46DB068DE}" dt="2022-06-11T13:38:29.165" v="51" actId="2696"/>
        <pc:sldMkLst>
          <pc:docMk/>
          <pc:sldMk cId="4005499799" sldId="292"/>
        </pc:sldMkLst>
      </pc:sldChg>
      <pc:sldChg chg="del">
        <pc:chgData name="Stanley Rodrick" userId="8969fbcc-7c96-46fb-a663-9e2e5920ff04" providerId="ADAL" clId="{5BB5B0A5-DD13-A344-A04C-7FD46DB068DE}" dt="2022-06-11T13:38:29.165" v="51" actId="2696"/>
        <pc:sldMkLst>
          <pc:docMk/>
          <pc:sldMk cId="837129652" sldId="293"/>
        </pc:sldMkLst>
      </pc:sldChg>
      <pc:sldChg chg="del">
        <pc:chgData name="Stanley Rodrick" userId="8969fbcc-7c96-46fb-a663-9e2e5920ff04" providerId="ADAL" clId="{5BB5B0A5-DD13-A344-A04C-7FD46DB068DE}" dt="2022-06-11T13:38:21.388" v="50" actId="2696"/>
        <pc:sldMkLst>
          <pc:docMk/>
          <pc:sldMk cId="3689968341" sldId="294"/>
        </pc:sldMkLst>
      </pc:sldChg>
      <pc:sldChg chg="del">
        <pc:chgData name="Stanley Rodrick" userId="8969fbcc-7c96-46fb-a663-9e2e5920ff04" providerId="ADAL" clId="{5BB5B0A5-DD13-A344-A04C-7FD46DB068DE}" dt="2022-06-11T13:38:29.165" v="51" actId="2696"/>
        <pc:sldMkLst>
          <pc:docMk/>
          <pc:sldMk cId="3201544648" sldId="295"/>
        </pc:sldMkLst>
      </pc:sldChg>
      <pc:sldChg chg="del">
        <pc:chgData name="Stanley Rodrick" userId="8969fbcc-7c96-46fb-a663-9e2e5920ff04" providerId="ADAL" clId="{5BB5B0A5-DD13-A344-A04C-7FD46DB068DE}" dt="2022-06-11T13:38:29.165" v="51" actId="2696"/>
        <pc:sldMkLst>
          <pc:docMk/>
          <pc:sldMk cId="4043651992" sldId="296"/>
        </pc:sldMkLst>
      </pc:sldChg>
      <pc:sldChg chg="del">
        <pc:chgData name="Stanley Rodrick" userId="8969fbcc-7c96-46fb-a663-9e2e5920ff04" providerId="ADAL" clId="{5BB5B0A5-DD13-A344-A04C-7FD46DB068DE}" dt="2022-06-11T13:38:29.165" v="51" actId="2696"/>
        <pc:sldMkLst>
          <pc:docMk/>
          <pc:sldMk cId="3693741902" sldId="297"/>
        </pc:sldMkLst>
      </pc:sldChg>
      <pc:sldChg chg="del">
        <pc:chgData name="Stanley Rodrick" userId="8969fbcc-7c96-46fb-a663-9e2e5920ff04" providerId="ADAL" clId="{5BB5B0A5-DD13-A344-A04C-7FD46DB068DE}" dt="2022-06-11T13:38:29.165" v="51" actId="2696"/>
        <pc:sldMkLst>
          <pc:docMk/>
          <pc:sldMk cId="544791426" sldId="298"/>
        </pc:sldMkLst>
      </pc:sldChg>
      <pc:sldChg chg="del">
        <pc:chgData name="Stanley Rodrick" userId="8969fbcc-7c96-46fb-a663-9e2e5920ff04" providerId="ADAL" clId="{5BB5B0A5-DD13-A344-A04C-7FD46DB068DE}" dt="2022-06-11T13:38:29.165" v="51" actId="2696"/>
        <pc:sldMkLst>
          <pc:docMk/>
          <pc:sldMk cId="1433707783" sldId="299"/>
        </pc:sldMkLst>
      </pc:sldChg>
      <pc:sldChg chg="del">
        <pc:chgData name="Stanley Rodrick" userId="8969fbcc-7c96-46fb-a663-9e2e5920ff04" providerId="ADAL" clId="{5BB5B0A5-DD13-A344-A04C-7FD46DB068DE}" dt="2022-06-11T13:38:29.165" v="51" actId="2696"/>
        <pc:sldMkLst>
          <pc:docMk/>
          <pc:sldMk cId="4117036814" sldId="300"/>
        </pc:sldMkLst>
      </pc:sldChg>
      <pc:sldChg chg="del">
        <pc:chgData name="Stanley Rodrick" userId="8969fbcc-7c96-46fb-a663-9e2e5920ff04" providerId="ADAL" clId="{5BB5B0A5-DD13-A344-A04C-7FD46DB068DE}" dt="2022-06-11T13:38:21.388" v="50" actId="2696"/>
        <pc:sldMkLst>
          <pc:docMk/>
          <pc:sldMk cId="1703142416" sldId="302"/>
        </pc:sldMkLst>
      </pc:sldChg>
      <pc:sldChg chg="del">
        <pc:chgData name="Stanley Rodrick" userId="8969fbcc-7c96-46fb-a663-9e2e5920ff04" providerId="ADAL" clId="{5BB5B0A5-DD13-A344-A04C-7FD46DB068DE}" dt="2022-06-11T13:38:15.808" v="49" actId="2696"/>
        <pc:sldMkLst>
          <pc:docMk/>
          <pc:sldMk cId="439900696" sldId="303"/>
        </pc:sldMkLst>
      </pc:sldChg>
      <pc:sldChg chg="del">
        <pc:chgData name="Stanley Rodrick" userId="8969fbcc-7c96-46fb-a663-9e2e5920ff04" providerId="ADAL" clId="{5BB5B0A5-DD13-A344-A04C-7FD46DB068DE}" dt="2022-06-11T13:38:15.808" v="49" actId="2696"/>
        <pc:sldMkLst>
          <pc:docMk/>
          <pc:sldMk cId="3707515114" sldId="304"/>
        </pc:sldMkLst>
      </pc:sldChg>
      <pc:sldChg chg="del">
        <pc:chgData name="Stanley Rodrick" userId="8969fbcc-7c96-46fb-a663-9e2e5920ff04" providerId="ADAL" clId="{5BB5B0A5-DD13-A344-A04C-7FD46DB068DE}" dt="2022-06-11T13:38:15.808" v="49" actId="2696"/>
        <pc:sldMkLst>
          <pc:docMk/>
          <pc:sldMk cId="1748769522" sldId="305"/>
        </pc:sldMkLst>
      </pc:sldChg>
      <pc:sldChg chg="modSp add mod">
        <pc:chgData name="Stanley Rodrick" userId="8969fbcc-7c96-46fb-a663-9e2e5920ff04" providerId="ADAL" clId="{5BB5B0A5-DD13-A344-A04C-7FD46DB068DE}" dt="2022-06-14T14:25:00.237" v="3560"/>
        <pc:sldMkLst>
          <pc:docMk/>
          <pc:sldMk cId="777468168" sldId="307"/>
        </pc:sldMkLst>
        <pc:spChg chg="mod">
          <ac:chgData name="Stanley Rodrick" userId="8969fbcc-7c96-46fb-a663-9e2e5920ff04" providerId="ADAL" clId="{5BB5B0A5-DD13-A344-A04C-7FD46DB068DE}" dt="2022-06-14T14:25:00.237" v="3560"/>
          <ac:spMkLst>
            <pc:docMk/>
            <pc:sldMk cId="777468168" sldId="307"/>
            <ac:spMk id="5" creationId="{3FB79BCC-DB39-4648-B736-510F3A04E7E0}"/>
          </ac:spMkLst>
        </pc:spChg>
      </pc:sldChg>
      <pc:sldChg chg="modSp add mod">
        <pc:chgData name="Stanley Rodrick" userId="8969fbcc-7c96-46fb-a663-9e2e5920ff04" providerId="ADAL" clId="{5BB5B0A5-DD13-A344-A04C-7FD46DB068DE}" dt="2022-06-14T14:25:51.325" v="3573" actId="207"/>
        <pc:sldMkLst>
          <pc:docMk/>
          <pc:sldMk cId="2436224028" sldId="308"/>
        </pc:sldMkLst>
        <pc:spChg chg="mod">
          <ac:chgData name="Stanley Rodrick" userId="8969fbcc-7c96-46fb-a663-9e2e5920ff04" providerId="ADAL" clId="{5BB5B0A5-DD13-A344-A04C-7FD46DB068DE}" dt="2022-06-14T14:25:51.325" v="3573" actId="207"/>
          <ac:spMkLst>
            <pc:docMk/>
            <pc:sldMk cId="2436224028" sldId="308"/>
            <ac:spMk id="5" creationId="{3FB79BCC-DB39-4648-B736-510F3A04E7E0}"/>
          </ac:spMkLst>
        </pc:spChg>
      </pc:sldChg>
      <pc:sldChg chg="modSp add mod">
        <pc:chgData name="Stanley Rodrick" userId="8969fbcc-7c96-46fb-a663-9e2e5920ff04" providerId="ADAL" clId="{5BB5B0A5-DD13-A344-A04C-7FD46DB068DE}" dt="2022-06-14T14:26:10.342" v="3578"/>
        <pc:sldMkLst>
          <pc:docMk/>
          <pc:sldMk cId="3462453480" sldId="309"/>
        </pc:sldMkLst>
        <pc:spChg chg="mod">
          <ac:chgData name="Stanley Rodrick" userId="8969fbcc-7c96-46fb-a663-9e2e5920ff04" providerId="ADAL" clId="{5BB5B0A5-DD13-A344-A04C-7FD46DB068DE}" dt="2022-06-14T14:26:10.342" v="3578"/>
          <ac:spMkLst>
            <pc:docMk/>
            <pc:sldMk cId="3462453480" sldId="309"/>
            <ac:spMk id="5" creationId="{3FB79BCC-DB39-4648-B736-510F3A04E7E0}"/>
          </ac:spMkLst>
        </pc:spChg>
      </pc:sldChg>
      <pc:sldChg chg="modSp add mod">
        <pc:chgData name="Stanley Rodrick" userId="8969fbcc-7c96-46fb-a663-9e2e5920ff04" providerId="ADAL" clId="{5BB5B0A5-DD13-A344-A04C-7FD46DB068DE}" dt="2022-06-14T14:26:34.620" v="3585" actId="255"/>
        <pc:sldMkLst>
          <pc:docMk/>
          <pc:sldMk cId="240294498" sldId="310"/>
        </pc:sldMkLst>
        <pc:spChg chg="mod">
          <ac:chgData name="Stanley Rodrick" userId="8969fbcc-7c96-46fb-a663-9e2e5920ff04" providerId="ADAL" clId="{5BB5B0A5-DD13-A344-A04C-7FD46DB068DE}" dt="2022-06-14T14:26:34.620" v="3585" actId="255"/>
          <ac:spMkLst>
            <pc:docMk/>
            <pc:sldMk cId="240294498" sldId="310"/>
            <ac:spMk id="5" creationId="{3FB79BCC-DB39-4648-B736-510F3A04E7E0}"/>
          </ac:spMkLst>
        </pc:spChg>
      </pc:sldChg>
      <pc:sldChg chg="modSp add mod">
        <pc:chgData name="Stanley Rodrick" userId="8969fbcc-7c96-46fb-a663-9e2e5920ff04" providerId="ADAL" clId="{5BB5B0A5-DD13-A344-A04C-7FD46DB068DE}" dt="2022-06-14T14:27:00.851" v="3596" actId="255"/>
        <pc:sldMkLst>
          <pc:docMk/>
          <pc:sldMk cId="960746307" sldId="311"/>
        </pc:sldMkLst>
        <pc:spChg chg="mod">
          <ac:chgData name="Stanley Rodrick" userId="8969fbcc-7c96-46fb-a663-9e2e5920ff04" providerId="ADAL" clId="{5BB5B0A5-DD13-A344-A04C-7FD46DB068DE}" dt="2022-06-14T14:27:00.851" v="3596" actId="255"/>
          <ac:spMkLst>
            <pc:docMk/>
            <pc:sldMk cId="960746307" sldId="311"/>
            <ac:spMk id="5" creationId="{3FB79BCC-DB39-4648-B736-510F3A04E7E0}"/>
          </ac:spMkLst>
        </pc:spChg>
      </pc:sldChg>
      <pc:sldChg chg="modSp add mod">
        <pc:chgData name="Stanley Rodrick" userId="8969fbcc-7c96-46fb-a663-9e2e5920ff04" providerId="ADAL" clId="{5BB5B0A5-DD13-A344-A04C-7FD46DB068DE}" dt="2022-06-14T14:27:11.789" v="3598"/>
        <pc:sldMkLst>
          <pc:docMk/>
          <pc:sldMk cId="4135697448" sldId="312"/>
        </pc:sldMkLst>
        <pc:spChg chg="mod">
          <ac:chgData name="Stanley Rodrick" userId="8969fbcc-7c96-46fb-a663-9e2e5920ff04" providerId="ADAL" clId="{5BB5B0A5-DD13-A344-A04C-7FD46DB068DE}" dt="2022-06-14T14:27:11.789" v="3598"/>
          <ac:spMkLst>
            <pc:docMk/>
            <pc:sldMk cId="4135697448" sldId="312"/>
            <ac:spMk id="5" creationId="{3FB79BCC-DB39-4648-B736-510F3A04E7E0}"/>
          </ac:spMkLst>
        </pc:spChg>
      </pc:sldChg>
      <pc:sldChg chg="modSp add mod">
        <pc:chgData name="Stanley Rodrick" userId="8969fbcc-7c96-46fb-a663-9e2e5920ff04" providerId="ADAL" clId="{5BB5B0A5-DD13-A344-A04C-7FD46DB068DE}" dt="2022-06-14T14:29:35.018" v="3623" actId="207"/>
        <pc:sldMkLst>
          <pc:docMk/>
          <pc:sldMk cId="692449632" sldId="313"/>
        </pc:sldMkLst>
        <pc:spChg chg="mod">
          <ac:chgData name="Stanley Rodrick" userId="8969fbcc-7c96-46fb-a663-9e2e5920ff04" providerId="ADAL" clId="{5BB5B0A5-DD13-A344-A04C-7FD46DB068DE}" dt="2022-06-14T14:29:35.018" v="3623" actId="207"/>
          <ac:spMkLst>
            <pc:docMk/>
            <pc:sldMk cId="692449632" sldId="313"/>
            <ac:spMk id="5" creationId="{3FB79BCC-DB39-4648-B736-510F3A04E7E0}"/>
          </ac:spMkLst>
        </pc:spChg>
      </pc:sldChg>
      <pc:sldChg chg="modSp add mod">
        <pc:chgData name="Stanley Rodrick" userId="8969fbcc-7c96-46fb-a663-9e2e5920ff04" providerId="ADAL" clId="{5BB5B0A5-DD13-A344-A04C-7FD46DB068DE}" dt="2022-06-14T14:29:46.607" v="3627"/>
        <pc:sldMkLst>
          <pc:docMk/>
          <pc:sldMk cId="695617708" sldId="314"/>
        </pc:sldMkLst>
        <pc:spChg chg="mod">
          <ac:chgData name="Stanley Rodrick" userId="8969fbcc-7c96-46fb-a663-9e2e5920ff04" providerId="ADAL" clId="{5BB5B0A5-DD13-A344-A04C-7FD46DB068DE}" dt="2022-06-11T13:49:58.165" v="217" actId="207"/>
          <ac:spMkLst>
            <pc:docMk/>
            <pc:sldMk cId="695617708" sldId="314"/>
            <ac:spMk id="4" creationId="{FCDAFD9B-F85A-4A41-816D-9F8E648A6ED5}"/>
          </ac:spMkLst>
        </pc:spChg>
        <pc:spChg chg="mod">
          <ac:chgData name="Stanley Rodrick" userId="8969fbcc-7c96-46fb-a663-9e2e5920ff04" providerId="ADAL" clId="{5BB5B0A5-DD13-A344-A04C-7FD46DB068DE}" dt="2022-06-14T14:29:46.607" v="3627"/>
          <ac:spMkLst>
            <pc:docMk/>
            <pc:sldMk cId="695617708" sldId="314"/>
            <ac:spMk id="5" creationId="{3FB79BCC-DB39-4648-B736-510F3A04E7E0}"/>
          </ac:spMkLst>
        </pc:spChg>
      </pc:sldChg>
      <pc:sldChg chg="modSp add mod">
        <pc:chgData name="Stanley Rodrick" userId="8969fbcc-7c96-46fb-a663-9e2e5920ff04" providerId="ADAL" clId="{5BB5B0A5-DD13-A344-A04C-7FD46DB068DE}" dt="2022-06-14T14:30:03.953" v="3632"/>
        <pc:sldMkLst>
          <pc:docMk/>
          <pc:sldMk cId="2879804140" sldId="315"/>
        </pc:sldMkLst>
        <pc:spChg chg="mod">
          <ac:chgData name="Stanley Rodrick" userId="8969fbcc-7c96-46fb-a663-9e2e5920ff04" providerId="ADAL" clId="{5BB5B0A5-DD13-A344-A04C-7FD46DB068DE}" dt="2022-06-14T14:30:03.953" v="3632"/>
          <ac:spMkLst>
            <pc:docMk/>
            <pc:sldMk cId="2879804140" sldId="315"/>
            <ac:spMk id="5" creationId="{3FB79BCC-DB39-4648-B736-510F3A04E7E0}"/>
          </ac:spMkLst>
        </pc:spChg>
      </pc:sldChg>
      <pc:sldChg chg="modSp add mod">
        <pc:chgData name="Stanley Rodrick" userId="8969fbcc-7c96-46fb-a663-9e2e5920ff04" providerId="ADAL" clId="{5BB5B0A5-DD13-A344-A04C-7FD46DB068DE}" dt="2022-06-14T14:30:20.937" v="3637" actId="20577"/>
        <pc:sldMkLst>
          <pc:docMk/>
          <pc:sldMk cId="88014323" sldId="316"/>
        </pc:sldMkLst>
        <pc:spChg chg="mod">
          <ac:chgData name="Stanley Rodrick" userId="8969fbcc-7c96-46fb-a663-9e2e5920ff04" providerId="ADAL" clId="{5BB5B0A5-DD13-A344-A04C-7FD46DB068DE}" dt="2022-06-11T13:52:08.800" v="253" actId="207"/>
          <ac:spMkLst>
            <pc:docMk/>
            <pc:sldMk cId="88014323" sldId="316"/>
            <ac:spMk id="4" creationId="{FCDAFD9B-F85A-4A41-816D-9F8E648A6ED5}"/>
          </ac:spMkLst>
        </pc:spChg>
        <pc:spChg chg="mod">
          <ac:chgData name="Stanley Rodrick" userId="8969fbcc-7c96-46fb-a663-9e2e5920ff04" providerId="ADAL" clId="{5BB5B0A5-DD13-A344-A04C-7FD46DB068DE}" dt="2022-06-14T14:30:20.937" v="3637" actId="20577"/>
          <ac:spMkLst>
            <pc:docMk/>
            <pc:sldMk cId="88014323" sldId="316"/>
            <ac:spMk id="5" creationId="{3FB79BCC-DB39-4648-B736-510F3A04E7E0}"/>
          </ac:spMkLst>
        </pc:spChg>
      </pc:sldChg>
      <pc:sldChg chg="modSp add mod">
        <pc:chgData name="Stanley Rodrick" userId="8969fbcc-7c96-46fb-a663-9e2e5920ff04" providerId="ADAL" clId="{5BB5B0A5-DD13-A344-A04C-7FD46DB068DE}" dt="2022-06-14T14:30:30.495" v="3640"/>
        <pc:sldMkLst>
          <pc:docMk/>
          <pc:sldMk cId="588020167" sldId="317"/>
        </pc:sldMkLst>
        <pc:spChg chg="mod">
          <ac:chgData name="Stanley Rodrick" userId="8969fbcc-7c96-46fb-a663-9e2e5920ff04" providerId="ADAL" clId="{5BB5B0A5-DD13-A344-A04C-7FD46DB068DE}" dt="2022-06-14T14:30:30.495" v="3640"/>
          <ac:spMkLst>
            <pc:docMk/>
            <pc:sldMk cId="588020167" sldId="317"/>
            <ac:spMk id="5" creationId="{3FB79BCC-DB39-4648-B736-510F3A04E7E0}"/>
          </ac:spMkLst>
        </pc:spChg>
      </pc:sldChg>
      <pc:sldChg chg="modSp add mod">
        <pc:chgData name="Stanley Rodrick" userId="8969fbcc-7c96-46fb-a663-9e2e5920ff04" providerId="ADAL" clId="{5BB5B0A5-DD13-A344-A04C-7FD46DB068DE}" dt="2022-06-14T14:30:36.004" v="3642"/>
        <pc:sldMkLst>
          <pc:docMk/>
          <pc:sldMk cId="3793747222" sldId="318"/>
        </pc:sldMkLst>
        <pc:spChg chg="mod">
          <ac:chgData name="Stanley Rodrick" userId="8969fbcc-7c96-46fb-a663-9e2e5920ff04" providerId="ADAL" clId="{5BB5B0A5-DD13-A344-A04C-7FD46DB068DE}" dt="2022-06-14T14:30:36.004" v="3642"/>
          <ac:spMkLst>
            <pc:docMk/>
            <pc:sldMk cId="3793747222" sldId="318"/>
            <ac:spMk id="5" creationId="{3FB79BCC-DB39-4648-B736-510F3A04E7E0}"/>
          </ac:spMkLst>
        </pc:spChg>
      </pc:sldChg>
      <pc:sldChg chg="modSp add mod">
        <pc:chgData name="Stanley Rodrick" userId="8969fbcc-7c96-46fb-a663-9e2e5920ff04" providerId="ADAL" clId="{5BB5B0A5-DD13-A344-A04C-7FD46DB068DE}" dt="2022-06-14T14:31:12.423" v="3653"/>
        <pc:sldMkLst>
          <pc:docMk/>
          <pc:sldMk cId="1179841985" sldId="319"/>
        </pc:sldMkLst>
        <pc:spChg chg="mod">
          <ac:chgData name="Stanley Rodrick" userId="8969fbcc-7c96-46fb-a663-9e2e5920ff04" providerId="ADAL" clId="{5BB5B0A5-DD13-A344-A04C-7FD46DB068DE}" dt="2022-06-11T14:01:48.919" v="333" actId="207"/>
          <ac:spMkLst>
            <pc:docMk/>
            <pc:sldMk cId="1179841985" sldId="319"/>
            <ac:spMk id="4" creationId="{FCDAFD9B-F85A-4A41-816D-9F8E648A6ED5}"/>
          </ac:spMkLst>
        </pc:spChg>
        <pc:spChg chg="mod">
          <ac:chgData name="Stanley Rodrick" userId="8969fbcc-7c96-46fb-a663-9e2e5920ff04" providerId="ADAL" clId="{5BB5B0A5-DD13-A344-A04C-7FD46DB068DE}" dt="2022-06-14T14:31:12.423" v="3653"/>
          <ac:spMkLst>
            <pc:docMk/>
            <pc:sldMk cId="1179841985" sldId="319"/>
            <ac:spMk id="5" creationId="{3FB79BCC-DB39-4648-B736-510F3A04E7E0}"/>
          </ac:spMkLst>
        </pc:spChg>
      </pc:sldChg>
      <pc:sldChg chg="modSp add mod">
        <pc:chgData name="Stanley Rodrick" userId="8969fbcc-7c96-46fb-a663-9e2e5920ff04" providerId="ADAL" clId="{5BB5B0A5-DD13-A344-A04C-7FD46DB068DE}" dt="2022-06-14T14:31:21.567" v="3657" actId="20577"/>
        <pc:sldMkLst>
          <pc:docMk/>
          <pc:sldMk cId="2666104505" sldId="320"/>
        </pc:sldMkLst>
        <pc:spChg chg="mod">
          <ac:chgData name="Stanley Rodrick" userId="8969fbcc-7c96-46fb-a663-9e2e5920ff04" providerId="ADAL" clId="{5BB5B0A5-DD13-A344-A04C-7FD46DB068DE}" dt="2022-06-14T14:31:21.567" v="3657" actId="20577"/>
          <ac:spMkLst>
            <pc:docMk/>
            <pc:sldMk cId="2666104505" sldId="320"/>
            <ac:spMk id="5" creationId="{3FB79BCC-DB39-4648-B736-510F3A04E7E0}"/>
          </ac:spMkLst>
        </pc:spChg>
      </pc:sldChg>
      <pc:sldChg chg="modSp add mod">
        <pc:chgData name="Stanley Rodrick" userId="8969fbcc-7c96-46fb-a663-9e2e5920ff04" providerId="ADAL" clId="{5BB5B0A5-DD13-A344-A04C-7FD46DB068DE}" dt="2022-06-14T14:31:26.871" v="3658"/>
        <pc:sldMkLst>
          <pc:docMk/>
          <pc:sldMk cId="1364145708" sldId="321"/>
        </pc:sldMkLst>
        <pc:spChg chg="mod">
          <ac:chgData name="Stanley Rodrick" userId="8969fbcc-7c96-46fb-a663-9e2e5920ff04" providerId="ADAL" clId="{5BB5B0A5-DD13-A344-A04C-7FD46DB068DE}" dt="2022-06-14T14:31:26.871" v="3658"/>
          <ac:spMkLst>
            <pc:docMk/>
            <pc:sldMk cId="1364145708" sldId="321"/>
            <ac:spMk id="5" creationId="{3FB79BCC-DB39-4648-B736-510F3A04E7E0}"/>
          </ac:spMkLst>
        </pc:spChg>
      </pc:sldChg>
      <pc:sldChg chg="modSp add mod">
        <pc:chgData name="Stanley Rodrick" userId="8969fbcc-7c96-46fb-a663-9e2e5920ff04" providerId="ADAL" clId="{5BB5B0A5-DD13-A344-A04C-7FD46DB068DE}" dt="2022-06-14T14:31:30.741" v="3659"/>
        <pc:sldMkLst>
          <pc:docMk/>
          <pc:sldMk cId="2363687405" sldId="322"/>
        </pc:sldMkLst>
        <pc:spChg chg="mod">
          <ac:chgData name="Stanley Rodrick" userId="8969fbcc-7c96-46fb-a663-9e2e5920ff04" providerId="ADAL" clId="{5BB5B0A5-DD13-A344-A04C-7FD46DB068DE}" dt="2022-06-14T14:31:30.741" v="3659"/>
          <ac:spMkLst>
            <pc:docMk/>
            <pc:sldMk cId="2363687405" sldId="322"/>
            <ac:spMk id="5" creationId="{3FB79BCC-DB39-4648-B736-510F3A04E7E0}"/>
          </ac:spMkLst>
        </pc:spChg>
      </pc:sldChg>
      <pc:sldChg chg="modSp add mod">
        <pc:chgData name="Stanley Rodrick" userId="8969fbcc-7c96-46fb-a663-9e2e5920ff04" providerId="ADAL" clId="{5BB5B0A5-DD13-A344-A04C-7FD46DB068DE}" dt="2022-06-14T14:32:08.745" v="3676"/>
        <pc:sldMkLst>
          <pc:docMk/>
          <pc:sldMk cId="1194912911" sldId="323"/>
        </pc:sldMkLst>
        <pc:spChg chg="mod">
          <ac:chgData name="Stanley Rodrick" userId="8969fbcc-7c96-46fb-a663-9e2e5920ff04" providerId="ADAL" clId="{5BB5B0A5-DD13-A344-A04C-7FD46DB068DE}" dt="2022-06-14T14:31:51.905" v="3663" actId="1076"/>
          <ac:spMkLst>
            <pc:docMk/>
            <pc:sldMk cId="1194912911" sldId="323"/>
            <ac:spMk id="4" creationId="{FCDAFD9B-F85A-4A41-816D-9F8E648A6ED5}"/>
          </ac:spMkLst>
        </pc:spChg>
        <pc:spChg chg="mod">
          <ac:chgData name="Stanley Rodrick" userId="8969fbcc-7c96-46fb-a663-9e2e5920ff04" providerId="ADAL" clId="{5BB5B0A5-DD13-A344-A04C-7FD46DB068DE}" dt="2022-06-14T14:32:08.745" v="3676"/>
          <ac:spMkLst>
            <pc:docMk/>
            <pc:sldMk cId="1194912911" sldId="323"/>
            <ac:spMk id="5" creationId="{3FB79BCC-DB39-4648-B736-510F3A04E7E0}"/>
          </ac:spMkLst>
        </pc:spChg>
      </pc:sldChg>
      <pc:sldChg chg="addSp delSp modSp add mod ord">
        <pc:chgData name="Stanley Rodrick" userId="8969fbcc-7c96-46fb-a663-9e2e5920ff04" providerId="ADAL" clId="{5BB5B0A5-DD13-A344-A04C-7FD46DB068DE}" dt="2022-06-11T14:15:37.157" v="509" actId="21"/>
        <pc:sldMkLst>
          <pc:docMk/>
          <pc:sldMk cId="686821762" sldId="324"/>
        </pc:sldMkLst>
        <pc:spChg chg="mod">
          <ac:chgData name="Stanley Rodrick" userId="8969fbcc-7c96-46fb-a663-9e2e5920ff04" providerId="ADAL" clId="{5BB5B0A5-DD13-A344-A04C-7FD46DB068DE}" dt="2022-06-11T14:13:51.085" v="499" actId="207"/>
          <ac:spMkLst>
            <pc:docMk/>
            <pc:sldMk cId="686821762" sldId="324"/>
            <ac:spMk id="5" creationId="{3FB79BCC-DB39-4648-B736-510F3A04E7E0}"/>
          </ac:spMkLst>
        </pc:spChg>
        <pc:picChg chg="add del mod">
          <ac:chgData name="Stanley Rodrick" userId="8969fbcc-7c96-46fb-a663-9e2e5920ff04" providerId="ADAL" clId="{5BB5B0A5-DD13-A344-A04C-7FD46DB068DE}" dt="2022-06-11T14:15:37.157" v="509" actId="21"/>
          <ac:picMkLst>
            <pc:docMk/>
            <pc:sldMk cId="686821762" sldId="324"/>
            <ac:picMk id="3" creationId="{77C14B32-443F-11C9-0D9B-B35211D517AB}"/>
          </ac:picMkLst>
        </pc:picChg>
      </pc:sldChg>
      <pc:sldChg chg="modSp add mod ord">
        <pc:chgData name="Stanley Rodrick" userId="8969fbcc-7c96-46fb-a663-9e2e5920ff04" providerId="ADAL" clId="{5BB5B0A5-DD13-A344-A04C-7FD46DB068DE}" dt="2022-06-11T14:14:05.034" v="503" actId="207"/>
        <pc:sldMkLst>
          <pc:docMk/>
          <pc:sldMk cId="2384276568" sldId="325"/>
        </pc:sldMkLst>
        <pc:spChg chg="mod">
          <ac:chgData name="Stanley Rodrick" userId="8969fbcc-7c96-46fb-a663-9e2e5920ff04" providerId="ADAL" clId="{5BB5B0A5-DD13-A344-A04C-7FD46DB068DE}" dt="2022-06-11T14:14:05.034" v="503" actId="207"/>
          <ac:spMkLst>
            <pc:docMk/>
            <pc:sldMk cId="2384276568" sldId="325"/>
            <ac:spMk id="5" creationId="{3FB79BCC-DB39-4648-B736-510F3A04E7E0}"/>
          </ac:spMkLst>
        </pc:spChg>
      </pc:sldChg>
      <pc:sldChg chg="addSp delSp modSp add mod">
        <pc:chgData name="Stanley Rodrick" userId="8969fbcc-7c96-46fb-a663-9e2e5920ff04" providerId="ADAL" clId="{5BB5B0A5-DD13-A344-A04C-7FD46DB068DE}" dt="2022-06-11T14:17:50.063" v="539"/>
        <pc:sldMkLst>
          <pc:docMk/>
          <pc:sldMk cId="2094272613" sldId="326"/>
        </pc:sldMkLst>
        <pc:spChg chg="del">
          <ac:chgData name="Stanley Rodrick" userId="8969fbcc-7c96-46fb-a663-9e2e5920ff04" providerId="ADAL" clId="{5BB5B0A5-DD13-A344-A04C-7FD46DB068DE}" dt="2022-06-11T14:14:44.994" v="505" actId="478"/>
          <ac:spMkLst>
            <pc:docMk/>
            <pc:sldMk cId="2094272613" sldId="326"/>
            <ac:spMk id="5" creationId="{3FB79BCC-DB39-4648-B736-510F3A04E7E0}"/>
          </ac:spMkLst>
        </pc:spChg>
        <pc:spChg chg="mod">
          <ac:chgData name="Stanley Rodrick" userId="8969fbcc-7c96-46fb-a663-9e2e5920ff04" providerId="ADAL" clId="{5BB5B0A5-DD13-A344-A04C-7FD46DB068DE}" dt="2022-06-11T14:14:46.358" v="506"/>
          <ac:spMkLst>
            <pc:docMk/>
            <pc:sldMk cId="2094272613" sldId="326"/>
            <ac:spMk id="7" creationId="{74A4E3F4-890C-7DD4-811B-A3CC5CDA1828}"/>
          </ac:spMkLst>
        </pc:spChg>
        <pc:spChg chg="mod">
          <ac:chgData name="Stanley Rodrick" userId="8969fbcc-7c96-46fb-a663-9e2e5920ff04" providerId="ADAL" clId="{5BB5B0A5-DD13-A344-A04C-7FD46DB068DE}" dt="2022-06-11T14:14:46.358" v="506"/>
          <ac:spMkLst>
            <pc:docMk/>
            <pc:sldMk cId="2094272613" sldId="326"/>
            <ac:spMk id="9" creationId="{66A6A61D-EB6B-F022-F5E9-597E8F2A1AE0}"/>
          </ac:spMkLst>
        </pc:spChg>
        <pc:spChg chg="mod">
          <ac:chgData name="Stanley Rodrick" userId="8969fbcc-7c96-46fb-a663-9e2e5920ff04" providerId="ADAL" clId="{5BB5B0A5-DD13-A344-A04C-7FD46DB068DE}" dt="2022-06-11T14:14:46.358" v="506"/>
          <ac:spMkLst>
            <pc:docMk/>
            <pc:sldMk cId="2094272613" sldId="326"/>
            <ac:spMk id="11" creationId="{9269118F-F27E-ED78-0217-7C82EFE17F5C}"/>
          </ac:spMkLst>
        </pc:spChg>
        <pc:spChg chg="add del mod">
          <ac:chgData name="Stanley Rodrick" userId="8969fbcc-7c96-46fb-a663-9e2e5920ff04" providerId="ADAL" clId="{5BB5B0A5-DD13-A344-A04C-7FD46DB068DE}" dt="2022-06-11T14:17:50.063" v="539"/>
          <ac:spMkLst>
            <pc:docMk/>
            <pc:sldMk cId="2094272613" sldId="326"/>
            <ac:spMk id="15" creationId="{549F1F6E-1415-6364-E0F9-E360E8D17382}"/>
          </ac:spMkLst>
        </pc:spChg>
        <pc:grpChg chg="add del mod">
          <ac:chgData name="Stanley Rodrick" userId="8969fbcc-7c96-46fb-a663-9e2e5920ff04" providerId="ADAL" clId="{5BB5B0A5-DD13-A344-A04C-7FD46DB068DE}" dt="2022-06-11T14:14:49.189" v="507"/>
          <ac:grpSpMkLst>
            <pc:docMk/>
            <pc:sldMk cId="2094272613" sldId="326"/>
            <ac:grpSpMk id="6" creationId="{8D8BF88D-35BB-CAC6-9564-2C421BCA59EC}"/>
          </ac:grpSpMkLst>
        </pc:grpChg>
        <pc:picChg chg="add mod">
          <ac:chgData name="Stanley Rodrick" userId="8969fbcc-7c96-46fb-a663-9e2e5920ff04" providerId="ADAL" clId="{5BB5B0A5-DD13-A344-A04C-7FD46DB068DE}" dt="2022-06-11T14:17:15.994" v="528" actId="1076"/>
          <ac:picMkLst>
            <pc:docMk/>
            <pc:sldMk cId="2094272613" sldId="326"/>
            <ac:picMk id="3" creationId="{5B29250C-BE11-92E4-2B96-6728A568A19E}"/>
          </ac:picMkLst>
        </pc:picChg>
        <pc:picChg chg="add del mod">
          <ac:chgData name="Stanley Rodrick" userId="8969fbcc-7c96-46fb-a663-9e2e5920ff04" providerId="ADAL" clId="{5BB5B0A5-DD13-A344-A04C-7FD46DB068DE}" dt="2022-06-11T14:16:00.956" v="513" actId="478"/>
          <ac:picMkLst>
            <pc:docMk/>
            <pc:sldMk cId="2094272613" sldId="326"/>
            <ac:picMk id="12" creationId="{544CFC52-5ED0-607A-C5DC-F9AE746C4991}"/>
          </ac:picMkLst>
        </pc:picChg>
        <pc:picChg chg="add mod">
          <ac:chgData name="Stanley Rodrick" userId="8969fbcc-7c96-46fb-a663-9e2e5920ff04" providerId="ADAL" clId="{5BB5B0A5-DD13-A344-A04C-7FD46DB068DE}" dt="2022-06-11T14:17:21.305" v="529" actId="1076"/>
          <ac:picMkLst>
            <pc:docMk/>
            <pc:sldMk cId="2094272613" sldId="326"/>
            <ac:picMk id="14" creationId="{5BBC1517-EF4A-2009-FB53-36719E142EE1}"/>
          </ac:picMkLst>
        </pc:picChg>
        <pc:picChg chg="add mod">
          <ac:chgData name="Stanley Rodrick" userId="8969fbcc-7c96-46fb-a663-9e2e5920ff04" providerId="ADAL" clId="{5BB5B0A5-DD13-A344-A04C-7FD46DB068DE}" dt="2022-06-11T14:17:49.079" v="537" actId="14100"/>
          <ac:picMkLst>
            <pc:docMk/>
            <pc:sldMk cId="2094272613" sldId="326"/>
            <ac:picMk id="17" creationId="{AF91C960-5ABE-B445-D8A2-805EE5FC61E7}"/>
          </ac:picMkLst>
        </pc:picChg>
      </pc:sldChg>
      <pc:sldChg chg="addSp delSp modSp add mod">
        <pc:chgData name="Stanley Rodrick" userId="8969fbcc-7c96-46fb-a663-9e2e5920ff04" providerId="ADAL" clId="{5BB5B0A5-DD13-A344-A04C-7FD46DB068DE}" dt="2022-06-14T14:32:16.060" v="3677"/>
        <pc:sldMkLst>
          <pc:docMk/>
          <pc:sldMk cId="247974316" sldId="327"/>
        </pc:sldMkLst>
        <pc:spChg chg="add mod">
          <ac:chgData name="Stanley Rodrick" userId="8969fbcc-7c96-46fb-a663-9e2e5920ff04" providerId="ADAL" clId="{5BB5B0A5-DD13-A344-A04C-7FD46DB068DE}" dt="2022-06-14T14:32:16.060" v="3677"/>
          <ac:spMkLst>
            <pc:docMk/>
            <pc:sldMk cId="247974316" sldId="327"/>
            <ac:spMk id="9" creationId="{A0BBE89A-BC9A-136C-B504-005805BD3330}"/>
          </ac:spMkLst>
        </pc:spChg>
        <pc:picChg chg="del">
          <ac:chgData name="Stanley Rodrick" userId="8969fbcc-7c96-46fb-a663-9e2e5920ff04" providerId="ADAL" clId="{5BB5B0A5-DD13-A344-A04C-7FD46DB068DE}" dt="2022-06-11T14:17:58.674" v="541" actId="478"/>
          <ac:picMkLst>
            <pc:docMk/>
            <pc:sldMk cId="247974316" sldId="327"/>
            <ac:picMk id="3" creationId="{5B29250C-BE11-92E4-2B96-6728A568A19E}"/>
          </ac:picMkLst>
        </pc:picChg>
        <pc:picChg chg="del">
          <ac:chgData name="Stanley Rodrick" userId="8969fbcc-7c96-46fb-a663-9e2e5920ff04" providerId="ADAL" clId="{5BB5B0A5-DD13-A344-A04C-7FD46DB068DE}" dt="2022-06-11T14:17:59.178" v="542" actId="478"/>
          <ac:picMkLst>
            <pc:docMk/>
            <pc:sldMk cId="247974316" sldId="327"/>
            <ac:picMk id="14" creationId="{5BBC1517-EF4A-2009-FB53-36719E142EE1}"/>
          </ac:picMkLst>
        </pc:picChg>
        <pc:picChg chg="del">
          <ac:chgData name="Stanley Rodrick" userId="8969fbcc-7c96-46fb-a663-9e2e5920ff04" providerId="ADAL" clId="{5BB5B0A5-DD13-A344-A04C-7FD46DB068DE}" dt="2022-06-11T14:17:59.667" v="543" actId="478"/>
          <ac:picMkLst>
            <pc:docMk/>
            <pc:sldMk cId="247974316" sldId="327"/>
            <ac:picMk id="17" creationId="{AF91C960-5ABE-B445-D8A2-805EE5FC61E7}"/>
          </ac:picMkLst>
        </pc:picChg>
      </pc:sldChg>
      <pc:sldChg chg="modSp add mod">
        <pc:chgData name="Stanley Rodrick" userId="8969fbcc-7c96-46fb-a663-9e2e5920ff04" providerId="ADAL" clId="{5BB5B0A5-DD13-A344-A04C-7FD46DB068DE}" dt="2022-06-11T14:23:03.238" v="647" actId="113"/>
        <pc:sldMkLst>
          <pc:docMk/>
          <pc:sldMk cId="112929818" sldId="328"/>
        </pc:sldMkLst>
        <pc:spChg chg="mod">
          <ac:chgData name="Stanley Rodrick" userId="8969fbcc-7c96-46fb-a663-9e2e5920ff04" providerId="ADAL" clId="{5BB5B0A5-DD13-A344-A04C-7FD46DB068DE}" dt="2022-06-11T14:23:03.238" v="647" actId="113"/>
          <ac:spMkLst>
            <pc:docMk/>
            <pc:sldMk cId="112929818" sldId="328"/>
            <ac:spMk id="9" creationId="{A0BBE89A-BC9A-136C-B504-005805BD3330}"/>
          </ac:spMkLst>
        </pc:spChg>
      </pc:sldChg>
      <pc:sldChg chg="modSp add mod">
        <pc:chgData name="Stanley Rodrick" userId="8969fbcc-7c96-46fb-a663-9e2e5920ff04" providerId="ADAL" clId="{5BB5B0A5-DD13-A344-A04C-7FD46DB068DE}" dt="2022-06-14T14:32:30.093" v="3680"/>
        <pc:sldMkLst>
          <pc:docMk/>
          <pc:sldMk cId="2688854595" sldId="329"/>
        </pc:sldMkLst>
        <pc:spChg chg="mod">
          <ac:chgData name="Stanley Rodrick" userId="8969fbcc-7c96-46fb-a663-9e2e5920ff04" providerId="ADAL" clId="{5BB5B0A5-DD13-A344-A04C-7FD46DB068DE}" dt="2022-06-11T14:24:34.152" v="650"/>
          <ac:spMkLst>
            <pc:docMk/>
            <pc:sldMk cId="2688854595" sldId="329"/>
            <ac:spMk id="4" creationId="{FCDAFD9B-F85A-4A41-816D-9F8E648A6ED5}"/>
          </ac:spMkLst>
        </pc:spChg>
        <pc:spChg chg="mod">
          <ac:chgData name="Stanley Rodrick" userId="8969fbcc-7c96-46fb-a663-9e2e5920ff04" providerId="ADAL" clId="{5BB5B0A5-DD13-A344-A04C-7FD46DB068DE}" dt="2022-06-14T14:32:30.093" v="3680"/>
          <ac:spMkLst>
            <pc:docMk/>
            <pc:sldMk cId="2688854595" sldId="329"/>
            <ac:spMk id="9" creationId="{A0BBE89A-BC9A-136C-B504-005805BD3330}"/>
          </ac:spMkLst>
        </pc:spChg>
      </pc:sldChg>
      <pc:sldChg chg="addSp delSp modSp add mod">
        <pc:chgData name="Stanley Rodrick" userId="8969fbcc-7c96-46fb-a663-9e2e5920ff04" providerId="ADAL" clId="{5BB5B0A5-DD13-A344-A04C-7FD46DB068DE}" dt="2022-06-14T14:32:36.307" v="3681"/>
        <pc:sldMkLst>
          <pc:docMk/>
          <pc:sldMk cId="2730675894" sldId="330"/>
        </pc:sldMkLst>
        <pc:spChg chg="mod">
          <ac:chgData name="Stanley Rodrick" userId="8969fbcc-7c96-46fb-a663-9e2e5920ff04" providerId="ADAL" clId="{5BB5B0A5-DD13-A344-A04C-7FD46DB068DE}" dt="2022-06-14T14:32:36.307" v="3681"/>
          <ac:spMkLst>
            <pc:docMk/>
            <pc:sldMk cId="2730675894" sldId="330"/>
            <ac:spMk id="9" creationId="{A0BBE89A-BC9A-136C-B504-005805BD3330}"/>
          </ac:spMkLst>
        </pc:spChg>
        <pc:picChg chg="add del mod">
          <ac:chgData name="Stanley Rodrick" userId="8969fbcc-7c96-46fb-a663-9e2e5920ff04" providerId="ADAL" clId="{5BB5B0A5-DD13-A344-A04C-7FD46DB068DE}" dt="2022-06-11T14:55:53.395" v="712" actId="478"/>
          <ac:picMkLst>
            <pc:docMk/>
            <pc:sldMk cId="2730675894" sldId="330"/>
            <ac:picMk id="3" creationId="{0C481AB0-BF32-36D8-9E73-7DA7EE3B6950}"/>
          </ac:picMkLst>
        </pc:picChg>
      </pc:sldChg>
      <pc:sldChg chg="addSp delSp modSp add mod">
        <pc:chgData name="Stanley Rodrick" userId="8969fbcc-7c96-46fb-a663-9e2e5920ff04" providerId="ADAL" clId="{5BB5B0A5-DD13-A344-A04C-7FD46DB068DE}" dt="2022-06-11T15:04:15.391" v="795" actId="1076"/>
        <pc:sldMkLst>
          <pc:docMk/>
          <pc:sldMk cId="3027822994" sldId="331"/>
        </pc:sldMkLst>
        <pc:spChg chg="add del mod">
          <ac:chgData name="Stanley Rodrick" userId="8969fbcc-7c96-46fb-a663-9e2e5920ff04" providerId="ADAL" clId="{5BB5B0A5-DD13-A344-A04C-7FD46DB068DE}" dt="2022-06-11T14:56:51.738" v="715" actId="478"/>
          <ac:spMkLst>
            <pc:docMk/>
            <pc:sldMk cId="3027822994" sldId="331"/>
            <ac:spMk id="2" creationId="{47E707A6-0249-6C9E-CFC5-6E5937F88D38}"/>
          </ac:spMkLst>
        </pc:spChg>
        <pc:spChg chg="add mod">
          <ac:chgData name="Stanley Rodrick" userId="8969fbcc-7c96-46fb-a663-9e2e5920ff04" providerId="ADAL" clId="{5BB5B0A5-DD13-A344-A04C-7FD46DB068DE}" dt="2022-06-11T15:04:02.235" v="794" actId="14100"/>
          <ac:spMkLst>
            <pc:docMk/>
            <pc:sldMk cId="3027822994" sldId="331"/>
            <ac:spMk id="7" creationId="{ED9C80F0-6355-1510-F268-102DA2B350D2}"/>
          </ac:spMkLst>
        </pc:spChg>
        <pc:spChg chg="add del mod">
          <ac:chgData name="Stanley Rodrick" userId="8969fbcc-7c96-46fb-a663-9e2e5920ff04" providerId="ADAL" clId="{5BB5B0A5-DD13-A344-A04C-7FD46DB068DE}" dt="2022-06-11T15:04:15.391" v="795" actId="1076"/>
          <ac:spMkLst>
            <pc:docMk/>
            <pc:sldMk cId="3027822994" sldId="331"/>
            <ac:spMk id="9" creationId="{A0BBE89A-BC9A-136C-B504-005805BD3330}"/>
          </ac:spMkLst>
        </pc:spChg>
        <pc:spChg chg="add mod">
          <ac:chgData name="Stanley Rodrick" userId="8969fbcc-7c96-46fb-a663-9e2e5920ff04" providerId="ADAL" clId="{5BB5B0A5-DD13-A344-A04C-7FD46DB068DE}" dt="2022-06-11T15:03:49.078" v="792" actId="14100"/>
          <ac:spMkLst>
            <pc:docMk/>
            <pc:sldMk cId="3027822994" sldId="331"/>
            <ac:spMk id="11" creationId="{F09CF74B-4DDB-47AE-E96A-D581DB9785F5}"/>
          </ac:spMkLst>
        </pc:spChg>
        <pc:spChg chg="add mod">
          <ac:chgData name="Stanley Rodrick" userId="8969fbcc-7c96-46fb-a663-9e2e5920ff04" providerId="ADAL" clId="{5BB5B0A5-DD13-A344-A04C-7FD46DB068DE}" dt="2022-06-11T15:03:06.282" v="782" actId="1076"/>
          <ac:spMkLst>
            <pc:docMk/>
            <pc:sldMk cId="3027822994" sldId="331"/>
            <ac:spMk id="12" creationId="{0950A364-92A2-75D1-869D-F1183267BCA1}"/>
          </ac:spMkLst>
        </pc:spChg>
        <pc:spChg chg="add mod">
          <ac:chgData name="Stanley Rodrick" userId="8969fbcc-7c96-46fb-a663-9e2e5920ff04" providerId="ADAL" clId="{5BB5B0A5-DD13-A344-A04C-7FD46DB068DE}" dt="2022-06-11T15:03:06.282" v="782" actId="1076"/>
          <ac:spMkLst>
            <pc:docMk/>
            <pc:sldMk cId="3027822994" sldId="331"/>
            <ac:spMk id="13" creationId="{93B31948-B732-5F61-8CA0-48B18179525F}"/>
          </ac:spMkLst>
        </pc:spChg>
        <pc:spChg chg="mod">
          <ac:chgData name="Stanley Rodrick" userId="8969fbcc-7c96-46fb-a663-9e2e5920ff04" providerId="ADAL" clId="{5BB5B0A5-DD13-A344-A04C-7FD46DB068DE}" dt="2022-06-11T15:03:06.282" v="782" actId="1076"/>
          <ac:spMkLst>
            <pc:docMk/>
            <pc:sldMk cId="3027822994" sldId="331"/>
            <ac:spMk id="15" creationId="{197930FE-03C3-8B8A-6545-9CE74E395D47}"/>
          </ac:spMkLst>
        </pc:spChg>
        <pc:spChg chg="mod">
          <ac:chgData name="Stanley Rodrick" userId="8969fbcc-7c96-46fb-a663-9e2e5920ff04" providerId="ADAL" clId="{5BB5B0A5-DD13-A344-A04C-7FD46DB068DE}" dt="2022-06-11T15:03:06.282" v="782" actId="1076"/>
          <ac:spMkLst>
            <pc:docMk/>
            <pc:sldMk cId="3027822994" sldId="331"/>
            <ac:spMk id="17" creationId="{10E07A88-798F-A974-3C44-34F9E15FC7A5}"/>
          </ac:spMkLst>
        </pc:spChg>
        <pc:spChg chg="mod">
          <ac:chgData name="Stanley Rodrick" userId="8969fbcc-7c96-46fb-a663-9e2e5920ff04" providerId="ADAL" clId="{5BB5B0A5-DD13-A344-A04C-7FD46DB068DE}" dt="2022-06-11T15:03:06.282" v="782" actId="1076"/>
          <ac:spMkLst>
            <pc:docMk/>
            <pc:sldMk cId="3027822994" sldId="331"/>
            <ac:spMk id="19" creationId="{8CF852B2-A747-A12B-8F3E-4F1592CB97A6}"/>
          </ac:spMkLst>
        </pc:spChg>
        <pc:spChg chg="mod">
          <ac:chgData name="Stanley Rodrick" userId="8969fbcc-7c96-46fb-a663-9e2e5920ff04" providerId="ADAL" clId="{5BB5B0A5-DD13-A344-A04C-7FD46DB068DE}" dt="2022-06-11T15:03:06.282" v="782" actId="1076"/>
          <ac:spMkLst>
            <pc:docMk/>
            <pc:sldMk cId="3027822994" sldId="331"/>
            <ac:spMk id="20" creationId="{976B01EC-16A5-86D9-1455-3EEDEEAC7C02}"/>
          </ac:spMkLst>
        </pc:spChg>
        <pc:spChg chg="add mod">
          <ac:chgData name="Stanley Rodrick" userId="8969fbcc-7c96-46fb-a663-9e2e5920ff04" providerId="ADAL" clId="{5BB5B0A5-DD13-A344-A04C-7FD46DB068DE}" dt="2022-06-11T15:03:06.282" v="782" actId="1076"/>
          <ac:spMkLst>
            <pc:docMk/>
            <pc:sldMk cId="3027822994" sldId="331"/>
            <ac:spMk id="21" creationId="{ACC280D9-D70F-C147-9A76-D027F4E40E00}"/>
          </ac:spMkLst>
        </pc:spChg>
        <pc:spChg chg="add mod">
          <ac:chgData name="Stanley Rodrick" userId="8969fbcc-7c96-46fb-a663-9e2e5920ff04" providerId="ADAL" clId="{5BB5B0A5-DD13-A344-A04C-7FD46DB068DE}" dt="2022-06-11T15:03:06.282" v="782" actId="1076"/>
          <ac:spMkLst>
            <pc:docMk/>
            <pc:sldMk cId="3027822994" sldId="331"/>
            <ac:spMk id="22" creationId="{DC01FD8C-D478-9FE6-B668-332789B91CB6}"/>
          </ac:spMkLst>
        </pc:spChg>
        <pc:spChg chg="add mod">
          <ac:chgData name="Stanley Rodrick" userId="8969fbcc-7c96-46fb-a663-9e2e5920ff04" providerId="ADAL" clId="{5BB5B0A5-DD13-A344-A04C-7FD46DB068DE}" dt="2022-06-11T15:03:06.282" v="782" actId="1076"/>
          <ac:spMkLst>
            <pc:docMk/>
            <pc:sldMk cId="3027822994" sldId="331"/>
            <ac:spMk id="23" creationId="{55455B77-6BB7-756B-580C-8F934197F251}"/>
          </ac:spMkLst>
        </pc:spChg>
        <pc:spChg chg="add mod">
          <ac:chgData name="Stanley Rodrick" userId="8969fbcc-7c96-46fb-a663-9e2e5920ff04" providerId="ADAL" clId="{5BB5B0A5-DD13-A344-A04C-7FD46DB068DE}" dt="2022-06-11T15:03:06.282" v="782" actId="1076"/>
          <ac:spMkLst>
            <pc:docMk/>
            <pc:sldMk cId="3027822994" sldId="331"/>
            <ac:spMk id="24" creationId="{517BA407-76AF-B3CF-3F01-C96E331C31CE}"/>
          </ac:spMkLst>
        </pc:spChg>
        <pc:grpChg chg="add mod">
          <ac:chgData name="Stanley Rodrick" userId="8969fbcc-7c96-46fb-a663-9e2e5920ff04" providerId="ADAL" clId="{5BB5B0A5-DD13-A344-A04C-7FD46DB068DE}" dt="2022-06-11T15:03:06.282" v="782" actId="1076"/>
          <ac:grpSpMkLst>
            <pc:docMk/>
            <pc:sldMk cId="3027822994" sldId="331"/>
            <ac:grpSpMk id="14" creationId="{584786A1-8D4D-3B88-19BE-0B1C5BF0E1D4}"/>
          </ac:grpSpMkLst>
        </pc:grpChg>
        <pc:grpChg chg="mod">
          <ac:chgData name="Stanley Rodrick" userId="8969fbcc-7c96-46fb-a663-9e2e5920ff04" providerId="ADAL" clId="{5BB5B0A5-DD13-A344-A04C-7FD46DB068DE}" dt="2022-06-11T15:03:06.282" v="782" actId="1076"/>
          <ac:grpSpMkLst>
            <pc:docMk/>
            <pc:sldMk cId="3027822994" sldId="331"/>
            <ac:grpSpMk id="16" creationId="{A46A1947-9FC4-97AC-1C87-A6AF2144960C}"/>
          </ac:grpSpMkLst>
        </pc:grpChg>
        <pc:grpChg chg="mod">
          <ac:chgData name="Stanley Rodrick" userId="8969fbcc-7c96-46fb-a663-9e2e5920ff04" providerId="ADAL" clId="{5BB5B0A5-DD13-A344-A04C-7FD46DB068DE}" dt="2022-06-11T15:03:06.282" v="782" actId="1076"/>
          <ac:grpSpMkLst>
            <pc:docMk/>
            <pc:sldMk cId="3027822994" sldId="331"/>
            <ac:grpSpMk id="18" creationId="{54994536-CB82-9482-FE92-E2E6541B5442}"/>
          </ac:grpSpMkLst>
        </pc:grpChg>
        <pc:picChg chg="del mod">
          <ac:chgData name="Stanley Rodrick" userId="8969fbcc-7c96-46fb-a663-9e2e5920ff04" providerId="ADAL" clId="{5BB5B0A5-DD13-A344-A04C-7FD46DB068DE}" dt="2022-06-11T15:01:38.968" v="763" actId="478"/>
          <ac:picMkLst>
            <pc:docMk/>
            <pc:sldMk cId="3027822994" sldId="331"/>
            <ac:picMk id="3" creationId="{0C481AB0-BF32-36D8-9E73-7DA7EE3B6950}"/>
          </ac:picMkLst>
        </pc:picChg>
        <pc:picChg chg="add del mod">
          <ac:chgData name="Stanley Rodrick" userId="8969fbcc-7c96-46fb-a663-9e2e5920ff04" providerId="ADAL" clId="{5BB5B0A5-DD13-A344-A04C-7FD46DB068DE}" dt="2022-06-11T15:01:38.038" v="762" actId="478"/>
          <ac:picMkLst>
            <pc:docMk/>
            <pc:sldMk cId="3027822994" sldId="331"/>
            <ac:picMk id="6" creationId="{BC902947-2082-0FBF-FF4B-A76BF6CE5BD4}"/>
          </ac:picMkLst>
        </pc:picChg>
      </pc:sldChg>
      <pc:sldChg chg="addSp delSp modSp add mod">
        <pc:chgData name="Stanley Rodrick" userId="8969fbcc-7c96-46fb-a663-9e2e5920ff04" providerId="ADAL" clId="{5BB5B0A5-DD13-A344-A04C-7FD46DB068DE}" dt="2022-06-11T15:00:29.992" v="761" actId="166"/>
        <pc:sldMkLst>
          <pc:docMk/>
          <pc:sldMk cId="3617175605" sldId="332"/>
        </pc:sldMkLst>
        <pc:spChg chg="add mod">
          <ac:chgData name="Stanley Rodrick" userId="8969fbcc-7c96-46fb-a663-9e2e5920ff04" providerId="ADAL" clId="{5BB5B0A5-DD13-A344-A04C-7FD46DB068DE}" dt="2022-06-11T14:59:15.054" v="748" actId="122"/>
          <ac:spMkLst>
            <pc:docMk/>
            <pc:sldMk cId="3617175605" sldId="332"/>
            <ac:spMk id="2" creationId="{104AE3CF-216F-55FD-F9A3-35B5FB9B153D}"/>
          </ac:spMkLst>
        </pc:spChg>
        <pc:spChg chg="del">
          <ac:chgData name="Stanley Rodrick" userId="8969fbcc-7c96-46fb-a663-9e2e5920ff04" providerId="ADAL" clId="{5BB5B0A5-DD13-A344-A04C-7FD46DB068DE}" dt="2022-06-11T14:58:32.608" v="738" actId="478"/>
          <ac:spMkLst>
            <pc:docMk/>
            <pc:sldMk cId="3617175605" sldId="332"/>
            <ac:spMk id="7" creationId="{ED9C80F0-6355-1510-F268-102DA2B350D2}"/>
          </ac:spMkLst>
        </pc:spChg>
        <pc:spChg chg="del">
          <ac:chgData name="Stanley Rodrick" userId="8969fbcc-7c96-46fb-a663-9e2e5920ff04" providerId="ADAL" clId="{5BB5B0A5-DD13-A344-A04C-7FD46DB068DE}" dt="2022-06-11T14:58:52.393" v="739" actId="478"/>
          <ac:spMkLst>
            <pc:docMk/>
            <pc:sldMk cId="3617175605" sldId="332"/>
            <ac:spMk id="9" creationId="{A0BBE89A-BC9A-136C-B504-005805BD3330}"/>
          </ac:spMkLst>
        </pc:spChg>
        <pc:picChg chg="del">
          <ac:chgData name="Stanley Rodrick" userId="8969fbcc-7c96-46fb-a663-9e2e5920ff04" providerId="ADAL" clId="{5BB5B0A5-DD13-A344-A04C-7FD46DB068DE}" dt="2022-06-11T14:58:30.867" v="737" actId="478"/>
          <ac:picMkLst>
            <pc:docMk/>
            <pc:sldMk cId="3617175605" sldId="332"/>
            <ac:picMk id="3" creationId="{0C481AB0-BF32-36D8-9E73-7DA7EE3B6950}"/>
          </ac:picMkLst>
        </pc:picChg>
        <pc:picChg chg="del">
          <ac:chgData name="Stanley Rodrick" userId="8969fbcc-7c96-46fb-a663-9e2e5920ff04" providerId="ADAL" clId="{5BB5B0A5-DD13-A344-A04C-7FD46DB068DE}" dt="2022-06-11T14:58:29.705" v="736" actId="478"/>
          <ac:picMkLst>
            <pc:docMk/>
            <pc:sldMk cId="3617175605" sldId="332"/>
            <ac:picMk id="6" creationId="{BC902947-2082-0FBF-FF4B-A76BF6CE5BD4}"/>
          </ac:picMkLst>
        </pc:picChg>
        <pc:picChg chg="add mod">
          <ac:chgData name="Stanley Rodrick" userId="8969fbcc-7c96-46fb-a663-9e2e5920ff04" providerId="ADAL" clId="{5BB5B0A5-DD13-A344-A04C-7FD46DB068DE}" dt="2022-06-11T15:00:29.992" v="761" actId="166"/>
          <ac:picMkLst>
            <pc:docMk/>
            <pc:sldMk cId="3617175605" sldId="332"/>
            <ac:picMk id="11" creationId="{25C7B02C-F75D-F0F5-F1F0-E0CC3A73EC29}"/>
          </ac:picMkLst>
        </pc:picChg>
        <pc:picChg chg="add mod">
          <ac:chgData name="Stanley Rodrick" userId="8969fbcc-7c96-46fb-a663-9e2e5920ff04" providerId="ADAL" clId="{5BB5B0A5-DD13-A344-A04C-7FD46DB068DE}" dt="2022-06-11T15:00:21.050" v="759" actId="1076"/>
          <ac:picMkLst>
            <pc:docMk/>
            <pc:sldMk cId="3617175605" sldId="332"/>
            <ac:picMk id="13" creationId="{1E5FE741-8434-0774-E575-1A0A6697FC50}"/>
          </ac:picMkLst>
        </pc:picChg>
      </pc:sldChg>
      <pc:sldChg chg="addSp delSp modSp add mod">
        <pc:chgData name="Stanley Rodrick" userId="8969fbcc-7c96-46fb-a663-9e2e5920ff04" providerId="ADAL" clId="{5BB5B0A5-DD13-A344-A04C-7FD46DB068DE}" dt="2022-06-14T14:33:05.892" v="3682"/>
        <pc:sldMkLst>
          <pc:docMk/>
          <pc:sldMk cId="982539597" sldId="333"/>
        </pc:sldMkLst>
        <pc:spChg chg="del">
          <ac:chgData name="Stanley Rodrick" userId="8969fbcc-7c96-46fb-a663-9e2e5920ff04" providerId="ADAL" clId="{5BB5B0A5-DD13-A344-A04C-7FD46DB068DE}" dt="2022-06-11T15:05:02.619" v="799" actId="478"/>
          <ac:spMkLst>
            <pc:docMk/>
            <pc:sldMk cId="982539597" sldId="333"/>
            <ac:spMk id="2" creationId="{104AE3CF-216F-55FD-F9A3-35B5FB9B153D}"/>
          </ac:spMkLst>
        </pc:spChg>
        <pc:spChg chg="add mod">
          <ac:chgData name="Stanley Rodrick" userId="8969fbcc-7c96-46fb-a663-9e2e5920ff04" providerId="ADAL" clId="{5BB5B0A5-DD13-A344-A04C-7FD46DB068DE}" dt="2022-06-14T14:33:05.892" v="3682"/>
          <ac:spMkLst>
            <pc:docMk/>
            <pc:sldMk cId="982539597" sldId="333"/>
            <ac:spMk id="9" creationId="{0A6E6387-E57D-8862-B8B7-45411F08F761}"/>
          </ac:spMkLst>
        </pc:spChg>
        <pc:picChg chg="add mod">
          <ac:chgData name="Stanley Rodrick" userId="8969fbcc-7c96-46fb-a663-9e2e5920ff04" providerId="ADAL" clId="{5BB5B0A5-DD13-A344-A04C-7FD46DB068DE}" dt="2022-06-11T15:50:42.943" v="825" actId="14100"/>
          <ac:picMkLst>
            <pc:docMk/>
            <pc:sldMk cId="982539597" sldId="333"/>
            <ac:picMk id="5" creationId="{DFCA0B54-F617-FC67-A1C6-1A92CE8047D3}"/>
          </ac:picMkLst>
        </pc:picChg>
        <pc:picChg chg="del">
          <ac:chgData name="Stanley Rodrick" userId="8969fbcc-7c96-46fb-a663-9e2e5920ff04" providerId="ADAL" clId="{5BB5B0A5-DD13-A344-A04C-7FD46DB068DE}" dt="2022-06-11T15:04:58.003" v="797" actId="478"/>
          <ac:picMkLst>
            <pc:docMk/>
            <pc:sldMk cId="982539597" sldId="333"/>
            <ac:picMk id="11" creationId="{25C7B02C-F75D-F0F5-F1F0-E0CC3A73EC29}"/>
          </ac:picMkLst>
        </pc:picChg>
        <pc:picChg chg="del">
          <ac:chgData name="Stanley Rodrick" userId="8969fbcc-7c96-46fb-a663-9e2e5920ff04" providerId="ADAL" clId="{5BB5B0A5-DD13-A344-A04C-7FD46DB068DE}" dt="2022-06-11T15:04:59.630" v="798" actId="478"/>
          <ac:picMkLst>
            <pc:docMk/>
            <pc:sldMk cId="982539597" sldId="333"/>
            <ac:picMk id="13" creationId="{1E5FE741-8434-0774-E575-1A0A6697FC50}"/>
          </ac:picMkLst>
        </pc:picChg>
      </pc:sldChg>
      <pc:sldChg chg="addSp delSp modSp add mod">
        <pc:chgData name="Stanley Rodrick" userId="8969fbcc-7c96-46fb-a663-9e2e5920ff04" providerId="ADAL" clId="{5BB5B0A5-DD13-A344-A04C-7FD46DB068DE}" dt="2022-06-14T14:33:13.966" v="3683"/>
        <pc:sldMkLst>
          <pc:docMk/>
          <pc:sldMk cId="2068212998" sldId="334"/>
        </pc:sldMkLst>
        <pc:spChg chg="add mod">
          <ac:chgData name="Stanley Rodrick" userId="8969fbcc-7c96-46fb-a663-9e2e5920ff04" providerId="ADAL" clId="{5BB5B0A5-DD13-A344-A04C-7FD46DB068DE}" dt="2022-06-11T15:57:23.698" v="942" actId="20577"/>
          <ac:spMkLst>
            <pc:docMk/>
            <pc:sldMk cId="2068212998" sldId="334"/>
            <ac:spMk id="7" creationId="{576EF2DE-D7DD-28AA-850E-C1A48867FAC8}"/>
          </ac:spMkLst>
        </pc:spChg>
        <pc:spChg chg="mod">
          <ac:chgData name="Stanley Rodrick" userId="8969fbcc-7c96-46fb-a663-9e2e5920ff04" providerId="ADAL" clId="{5BB5B0A5-DD13-A344-A04C-7FD46DB068DE}" dt="2022-06-14T14:33:13.966" v="3683"/>
          <ac:spMkLst>
            <pc:docMk/>
            <pc:sldMk cId="2068212998" sldId="334"/>
            <ac:spMk id="9" creationId="{0A6E6387-E57D-8862-B8B7-45411F08F761}"/>
          </ac:spMkLst>
        </pc:spChg>
        <pc:picChg chg="del">
          <ac:chgData name="Stanley Rodrick" userId="8969fbcc-7c96-46fb-a663-9e2e5920ff04" providerId="ADAL" clId="{5BB5B0A5-DD13-A344-A04C-7FD46DB068DE}" dt="2022-06-11T15:52:35.789" v="827" actId="478"/>
          <ac:picMkLst>
            <pc:docMk/>
            <pc:sldMk cId="2068212998" sldId="334"/>
            <ac:picMk id="5" creationId="{DFCA0B54-F617-FC67-A1C6-1A92CE8047D3}"/>
          </ac:picMkLst>
        </pc:picChg>
      </pc:sldChg>
      <pc:sldChg chg="addSp modSp add mod">
        <pc:chgData name="Stanley Rodrick" userId="8969fbcc-7c96-46fb-a663-9e2e5920ff04" providerId="ADAL" clId="{5BB5B0A5-DD13-A344-A04C-7FD46DB068DE}" dt="2022-06-14T14:33:18.784" v="3684"/>
        <pc:sldMkLst>
          <pc:docMk/>
          <pc:sldMk cId="989649555" sldId="335"/>
        </pc:sldMkLst>
        <pc:spChg chg="mod">
          <ac:chgData name="Stanley Rodrick" userId="8969fbcc-7c96-46fb-a663-9e2e5920ff04" providerId="ADAL" clId="{5BB5B0A5-DD13-A344-A04C-7FD46DB068DE}" dt="2022-06-11T16:00:42.778" v="970" actId="20577"/>
          <ac:spMkLst>
            <pc:docMk/>
            <pc:sldMk cId="989649555" sldId="335"/>
            <ac:spMk id="7" creationId="{576EF2DE-D7DD-28AA-850E-C1A48867FAC8}"/>
          </ac:spMkLst>
        </pc:spChg>
        <pc:spChg chg="mod">
          <ac:chgData name="Stanley Rodrick" userId="8969fbcc-7c96-46fb-a663-9e2e5920ff04" providerId="ADAL" clId="{5BB5B0A5-DD13-A344-A04C-7FD46DB068DE}" dt="2022-06-14T14:33:18.784" v="3684"/>
          <ac:spMkLst>
            <pc:docMk/>
            <pc:sldMk cId="989649555" sldId="335"/>
            <ac:spMk id="9" creationId="{0A6E6387-E57D-8862-B8B7-45411F08F761}"/>
          </ac:spMkLst>
        </pc:spChg>
        <pc:picChg chg="add mod">
          <ac:chgData name="Stanley Rodrick" userId="8969fbcc-7c96-46fb-a663-9e2e5920ff04" providerId="ADAL" clId="{5BB5B0A5-DD13-A344-A04C-7FD46DB068DE}" dt="2022-06-11T16:00:46.206" v="971" actId="1076"/>
          <ac:picMkLst>
            <pc:docMk/>
            <pc:sldMk cId="989649555" sldId="335"/>
            <ac:picMk id="3" creationId="{852BD118-6245-CFCD-7E6F-8F41A25181F0}"/>
          </ac:picMkLst>
        </pc:picChg>
      </pc:sldChg>
      <pc:sldChg chg="delSp modSp add mod ord">
        <pc:chgData name="Stanley Rodrick" userId="8969fbcc-7c96-46fb-a663-9e2e5920ff04" providerId="ADAL" clId="{5BB5B0A5-DD13-A344-A04C-7FD46DB068DE}" dt="2022-06-14T14:33:21.879" v="3685"/>
        <pc:sldMkLst>
          <pc:docMk/>
          <pc:sldMk cId="2568112798" sldId="336"/>
        </pc:sldMkLst>
        <pc:spChg chg="mod">
          <ac:chgData name="Stanley Rodrick" userId="8969fbcc-7c96-46fb-a663-9e2e5920ff04" providerId="ADAL" clId="{5BB5B0A5-DD13-A344-A04C-7FD46DB068DE}" dt="2022-06-14T14:33:21.879" v="3685"/>
          <ac:spMkLst>
            <pc:docMk/>
            <pc:sldMk cId="2568112798" sldId="336"/>
            <ac:spMk id="9" creationId="{0A6E6387-E57D-8862-B8B7-45411F08F761}"/>
          </ac:spMkLst>
        </pc:spChg>
        <pc:picChg chg="del">
          <ac:chgData name="Stanley Rodrick" userId="8969fbcc-7c96-46fb-a663-9e2e5920ff04" providerId="ADAL" clId="{5BB5B0A5-DD13-A344-A04C-7FD46DB068DE}" dt="2022-06-11T16:02:40.982" v="981" actId="478"/>
          <ac:picMkLst>
            <pc:docMk/>
            <pc:sldMk cId="2568112798" sldId="336"/>
            <ac:picMk id="5" creationId="{DFCA0B54-F617-FC67-A1C6-1A92CE8047D3}"/>
          </ac:picMkLst>
        </pc:picChg>
      </pc:sldChg>
      <pc:sldChg chg="addSp modSp add mod">
        <pc:chgData name="Stanley Rodrick" userId="8969fbcc-7c96-46fb-a663-9e2e5920ff04" providerId="ADAL" clId="{5BB5B0A5-DD13-A344-A04C-7FD46DB068DE}" dt="2022-06-14T14:33:55.517" v="3692"/>
        <pc:sldMkLst>
          <pc:docMk/>
          <pc:sldMk cId="1298115723" sldId="337"/>
        </pc:sldMkLst>
        <pc:spChg chg="mod">
          <ac:chgData name="Stanley Rodrick" userId="8969fbcc-7c96-46fb-a663-9e2e5920ff04" providerId="ADAL" clId="{5BB5B0A5-DD13-A344-A04C-7FD46DB068DE}" dt="2022-06-14T14:33:55.517" v="3692"/>
          <ac:spMkLst>
            <pc:docMk/>
            <pc:sldMk cId="1298115723" sldId="337"/>
            <ac:spMk id="9" creationId="{0A6E6387-E57D-8862-B8B7-45411F08F761}"/>
          </ac:spMkLst>
        </pc:spChg>
        <pc:picChg chg="add mod">
          <ac:chgData name="Stanley Rodrick" userId="8969fbcc-7c96-46fb-a663-9e2e5920ff04" providerId="ADAL" clId="{5BB5B0A5-DD13-A344-A04C-7FD46DB068DE}" dt="2022-06-11T16:16:55.534" v="1028" actId="1076"/>
          <ac:picMkLst>
            <pc:docMk/>
            <pc:sldMk cId="1298115723" sldId="337"/>
            <ac:picMk id="2" creationId="{3720D785-DAE4-3D14-0090-7AF28A4063F1}"/>
          </ac:picMkLst>
        </pc:picChg>
      </pc:sldChg>
      <pc:sldChg chg="addSp delSp modSp add mod ord">
        <pc:chgData name="Stanley Rodrick" userId="8969fbcc-7c96-46fb-a663-9e2e5920ff04" providerId="ADAL" clId="{5BB5B0A5-DD13-A344-A04C-7FD46DB068DE}" dt="2022-06-14T14:33:51.871" v="3691"/>
        <pc:sldMkLst>
          <pc:docMk/>
          <pc:sldMk cId="2887459807" sldId="338"/>
        </pc:sldMkLst>
        <pc:spChg chg="mod">
          <ac:chgData name="Stanley Rodrick" userId="8969fbcc-7c96-46fb-a663-9e2e5920ff04" providerId="ADAL" clId="{5BB5B0A5-DD13-A344-A04C-7FD46DB068DE}" dt="2022-06-14T14:33:51.871" v="3691"/>
          <ac:spMkLst>
            <pc:docMk/>
            <pc:sldMk cId="2887459807" sldId="338"/>
            <ac:spMk id="9" creationId="{0A6E6387-E57D-8862-B8B7-45411F08F761}"/>
          </ac:spMkLst>
        </pc:spChg>
        <pc:picChg chg="add del mod">
          <ac:chgData name="Stanley Rodrick" userId="8969fbcc-7c96-46fb-a663-9e2e5920ff04" providerId="ADAL" clId="{5BB5B0A5-DD13-A344-A04C-7FD46DB068DE}" dt="2022-06-13T16:45:07.958" v="1646"/>
          <ac:picMkLst>
            <pc:docMk/>
            <pc:sldMk cId="2887459807" sldId="338"/>
            <ac:picMk id="2" creationId="{CEF38B05-8BFB-9AFB-2979-E6E8651E5323}"/>
          </ac:picMkLst>
        </pc:picChg>
      </pc:sldChg>
      <pc:sldChg chg="modSp add mod">
        <pc:chgData name="Stanley Rodrick" userId="8969fbcc-7c96-46fb-a663-9e2e5920ff04" providerId="ADAL" clId="{5BB5B0A5-DD13-A344-A04C-7FD46DB068DE}" dt="2022-06-14T14:33:27.576" v="3686"/>
        <pc:sldMkLst>
          <pc:docMk/>
          <pc:sldMk cId="3875900550" sldId="339"/>
        </pc:sldMkLst>
        <pc:spChg chg="mod">
          <ac:chgData name="Stanley Rodrick" userId="8969fbcc-7c96-46fb-a663-9e2e5920ff04" providerId="ADAL" clId="{5BB5B0A5-DD13-A344-A04C-7FD46DB068DE}" dt="2022-06-14T14:33:27.576" v="3686"/>
          <ac:spMkLst>
            <pc:docMk/>
            <pc:sldMk cId="3875900550" sldId="339"/>
            <ac:spMk id="9" creationId="{0A6E6387-E57D-8862-B8B7-45411F08F761}"/>
          </ac:spMkLst>
        </pc:spChg>
      </pc:sldChg>
      <pc:sldChg chg="add del">
        <pc:chgData name="Stanley Rodrick" userId="8969fbcc-7c96-46fb-a663-9e2e5920ff04" providerId="ADAL" clId="{5BB5B0A5-DD13-A344-A04C-7FD46DB068DE}" dt="2022-06-13T16:17:47.537" v="1125" actId="2696"/>
        <pc:sldMkLst>
          <pc:docMk/>
          <pc:sldMk cId="3159730742" sldId="340"/>
        </pc:sldMkLst>
      </pc:sldChg>
      <pc:sldChg chg="modSp add mod ord">
        <pc:chgData name="Stanley Rodrick" userId="8969fbcc-7c96-46fb-a663-9e2e5920ff04" providerId="ADAL" clId="{5BB5B0A5-DD13-A344-A04C-7FD46DB068DE}" dt="2022-06-14T14:33:30.756" v="3687"/>
        <pc:sldMkLst>
          <pc:docMk/>
          <pc:sldMk cId="3746157313" sldId="340"/>
        </pc:sldMkLst>
        <pc:spChg chg="mod">
          <ac:chgData name="Stanley Rodrick" userId="8969fbcc-7c96-46fb-a663-9e2e5920ff04" providerId="ADAL" clId="{5BB5B0A5-DD13-A344-A04C-7FD46DB068DE}" dt="2022-06-14T14:33:30.756" v="3687"/>
          <ac:spMkLst>
            <pc:docMk/>
            <pc:sldMk cId="3746157313" sldId="340"/>
            <ac:spMk id="9" creationId="{0A6E6387-E57D-8862-B8B7-45411F08F761}"/>
          </ac:spMkLst>
        </pc:spChg>
      </pc:sldChg>
      <pc:sldChg chg="modSp add mod">
        <pc:chgData name="Stanley Rodrick" userId="8969fbcc-7c96-46fb-a663-9e2e5920ff04" providerId="ADAL" clId="{5BB5B0A5-DD13-A344-A04C-7FD46DB068DE}" dt="2022-06-14T14:33:47.641" v="3690" actId="1076"/>
        <pc:sldMkLst>
          <pc:docMk/>
          <pc:sldMk cId="874237251" sldId="341"/>
        </pc:sldMkLst>
        <pc:spChg chg="mod">
          <ac:chgData name="Stanley Rodrick" userId="8969fbcc-7c96-46fb-a663-9e2e5920ff04" providerId="ADAL" clId="{5BB5B0A5-DD13-A344-A04C-7FD46DB068DE}" dt="2022-06-14T14:33:47.641" v="3690" actId="1076"/>
          <ac:spMkLst>
            <pc:docMk/>
            <pc:sldMk cId="874237251" sldId="341"/>
            <ac:spMk id="4" creationId="{FCDAFD9B-F85A-4A41-816D-9F8E648A6ED5}"/>
          </ac:spMkLst>
        </pc:spChg>
        <pc:spChg chg="mod">
          <ac:chgData name="Stanley Rodrick" userId="8969fbcc-7c96-46fb-a663-9e2e5920ff04" providerId="ADAL" clId="{5BB5B0A5-DD13-A344-A04C-7FD46DB068DE}" dt="2022-06-14T14:33:45.155" v="3689" actId="1076"/>
          <ac:spMkLst>
            <pc:docMk/>
            <pc:sldMk cId="874237251" sldId="341"/>
            <ac:spMk id="9" creationId="{0A6E6387-E57D-8862-B8B7-45411F08F761}"/>
          </ac:spMkLst>
        </pc:spChg>
      </pc:sldChg>
      <pc:sldChg chg="addSp delSp modSp add mod">
        <pc:chgData name="Stanley Rodrick" userId="8969fbcc-7c96-46fb-a663-9e2e5920ff04" providerId="ADAL" clId="{5BB5B0A5-DD13-A344-A04C-7FD46DB068DE}" dt="2022-06-13T16:50:16.231" v="1652" actId="1076"/>
        <pc:sldMkLst>
          <pc:docMk/>
          <pc:sldMk cId="1008880895" sldId="342"/>
        </pc:sldMkLst>
        <pc:spChg chg="del mod">
          <ac:chgData name="Stanley Rodrick" userId="8969fbcc-7c96-46fb-a663-9e2e5920ff04" providerId="ADAL" clId="{5BB5B0A5-DD13-A344-A04C-7FD46DB068DE}" dt="2022-06-13T16:50:02.655" v="1650" actId="478"/>
          <ac:spMkLst>
            <pc:docMk/>
            <pc:sldMk cId="1008880895" sldId="342"/>
            <ac:spMk id="9" creationId="{0A6E6387-E57D-8862-B8B7-45411F08F761}"/>
          </ac:spMkLst>
        </pc:spChg>
        <pc:picChg chg="del">
          <ac:chgData name="Stanley Rodrick" userId="8969fbcc-7c96-46fb-a663-9e2e5920ff04" providerId="ADAL" clId="{5BB5B0A5-DD13-A344-A04C-7FD46DB068DE}" dt="2022-06-13T16:49:52.725" v="1648" actId="478"/>
          <ac:picMkLst>
            <pc:docMk/>
            <pc:sldMk cId="1008880895" sldId="342"/>
            <ac:picMk id="2" creationId="{3720D785-DAE4-3D14-0090-7AF28A4063F1}"/>
          </ac:picMkLst>
        </pc:picChg>
        <pc:picChg chg="add mod">
          <ac:chgData name="Stanley Rodrick" userId="8969fbcc-7c96-46fb-a663-9e2e5920ff04" providerId="ADAL" clId="{5BB5B0A5-DD13-A344-A04C-7FD46DB068DE}" dt="2022-06-13T16:50:16.231" v="1652" actId="1076"/>
          <ac:picMkLst>
            <pc:docMk/>
            <pc:sldMk cId="1008880895" sldId="342"/>
            <ac:picMk id="5" creationId="{D522C91C-2780-09B5-99B5-0D3A7E457F26}"/>
          </ac:picMkLst>
        </pc:picChg>
      </pc:sldChg>
      <pc:sldChg chg="addSp delSp modSp add mod">
        <pc:chgData name="Stanley Rodrick" userId="8969fbcc-7c96-46fb-a663-9e2e5920ff04" providerId="ADAL" clId="{5BB5B0A5-DD13-A344-A04C-7FD46DB068DE}" dt="2022-06-13T17:01:46.705" v="1707" actId="14100"/>
        <pc:sldMkLst>
          <pc:docMk/>
          <pc:sldMk cId="1644041687" sldId="343"/>
        </pc:sldMkLst>
        <pc:spChg chg="add del mod">
          <ac:chgData name="Stanley Rodrick" userId="8969fbcc-7c96-46fb-a663-9e2e5920ff04" providerId="ADAL" clId="{5BB5B0A5-DD13-A344-A04C-7FD46DB068DE}" dt="2022-06-13T16:53:11.859" v="1658" actId="478"/>
          <ac:spMkLst>
            <pc:docMk/>
            <pc:sldMk cId="1644041687" sldId="343"/>
            <ac:spMk id="2" creationId="{EE958B0D-C4DC-4C2D-2B9C-9917FF7FD8C6}"/>
          </ac:spMkLst>
        </pc:spChg>
        <pc:spChg chg="mod">
          <ac:chgData name="Stanley Rodrick" userId="8969fbcc-7c96-46fb-a663-9e2e5920ff04" providerId="ADAL" clId="{5BB5B0A5-DD13-A344-A04C-7FD46DB068DE}" dt="2022-06-13T16:59:28.672" v="1675" actId="1076"/>
          <ac:spMkLst>
            <pc:docMk/>
            <pc:sldMk cId="1644041687" sldId="343"/>
            <ac:spMk id="4" creationId="{FCDAFD9B-F85A-4A41-816D-9F8E648A6ED5}"/>
          </ac:spMkLst>
        </pc:spChg>
        <pc:spChg chg="add mod">
          <ac:chgData name="Stanley Rodrick" userId="8969fbcc-7c96-46fb-a663-9e2e5920ff04" providerId="ADAL" clId="{5BB5B0A5-DD13-A344-A04C-7FD46DB068DE}" dt="2022-06-13T17:00:32.344" v="1691" actId="1076"/>
          <ac:spMkLst>
            <pc:docMk/>
            <pc:sldMk cId="1644041687" sldId="343"/>
            <ac:spMk id="9" creationId="{90100AF6-B799-663A-6DF9-30BA5DC25D70}"/>
          </ac:spMkLst>
        </pc:spChg>
        <pc:spChg chg="add mod">
          <ac:chgData name="Stanley Rodrick" userId="8969fbcc-7c96-46fb-a663-9e2e5920ff04" providerId="ADAL" clId="{5BB5B0A5-DD13-A344-A04C-7FD46DB068DE}" dt="2022-06-13T17:00:44.933" v="1695" actId="1076"/>
          <ac:spMkLst>
            <pc:docMk/>
            <pc:sldMk cId="1644041687" sldId="343"/>
            <ac:spMk id="11" creationId="{162D97C6-8F03-772B-1A69-EF5D3D53893E}"/>
          </ac:spMkLst>
        </pc:spChg>
        <pc:picChg chg="add mod">
          <ac:chgData name="Stanley Rodrick" userId="8969fbcc-7c96-46fb-a663-9e2e5920ff04" providerId="ADAL" clId="{5BB5B0A5-DD13-A344-A04C-7FD46DB068DE}" dt="2022-06-13T16:59:48.555" v="1681" actId="1076"/>
          <ac:picMkLst>
            <pc:docMk/>
            <pc:sldMk cId="1644041687" sldId="343"/>
            <ac:picMk id="3" creationId="{6BF33766-B1C0-6952-13AE-9F24573B5264}"/>
          </ac:picMkLst>
        </pc:picChg>
        <pc:picChg chg="del">
          <ac:chgData name="Stanley Rodrick" userId="8969fbcc-7c96-46fb-a663-9e2e5920ff04" providerId="ADAL" clId="{5BB5B0A5-DD13-A344-A04C-7FD46DB068DE}" dt="2022-06-13T16:50:28.494" v="1654" actId="478"/>
          <ac:picMkLst>
            <pc:docMk/>
            <pc:sldMk cId="1644041687" sldId="343"/>
            <ac:picMk id="5" creationId="{D522C91C-2780-09B5-99B5-0D3A7E457F26}"/>
          </ac:picMkLst>
        </pc:picChg>
        <pc:picChg chg="add mod">
          <ac:chgData name="Stanley Rodrick" userId="8969fbcc-7c96-46fb-a663-9e2e5920ff04" providerId="ADAL" clId="{5BB5B0A5-DD13-A344-A04C-7FD46DB068DE}" dt="2022-06-13T16:59:42.016" v="1680" actId="14100"/>
          <ac:picMkLst>
            <pc:docMk/>
            <pc:sldMk cId="1644041687" sldId="343"/>
            <ac:picMk id="5" creationId="{DE21FE8E-E0B5-5444-38F9-5B075E30F65A}"/>
          </ac:picMkLst>
        </pc:picChg>
        <pc:picChg chg="add mod modCrop">
          <ac:chgData name="Stanley Rodrick" userId="8969fbcc-7c96-46fb-a663-9e2e5920ff04" providerId="ADAL" clId="{5BB5B0A5-DD13-A344-A04C-7FD46DB068DE}" dt="2022-06-13T16:59:30.236" v="1676" actId="1076"/>
          <ac:picMkLst>
            <pc:docMk/>
            <pc:sldMk cId="1644041687" sldId="343"/>
            <ac:picMk id="6" creationId="{7E36767A-AC6A-9054-0DD7-E3F2444FE922}"/>
          </ac:picMkLst>
        </pc:picChg>
        <pc:picChg chg="add mod">
          <ac:chgData name="Stanley Rodrick" userId="8969fbcc-7c96-46fb-a663-9e2e5920ff04" providerId="ADAL" clId="{5BB5B0A5-DD13-A344-A04C-7FD46DB068DE}" dt="2022-06-13T17:01:46.705" v="1707" actId="14100"/>
          <ac:picMkLst>
            <pc:docMk/>
            <pc:sldMk cId="1644041687" sldId="343"/>
            <ac:picMk id="12" creationId="{95FD5B49-0746-4894-F6C9-7AF632C0443F}"/>
          </ac:picMkLst>
        </pc:picChg>
      </pc:sldChg>
      <pc:sldChg chg="addSp delSp modSp add mod">
        <pc:chgData name="Stanley Rodrick" userId="8969fbcc-7c96-46fb-a663-9e2e5920ff04" providerId="ADAL" clId="{5BB5B0A5-DD13-A344-A04C-7FD46DB068DE}" dt="2022-06-13T17:02:36.060" v="1713" actId="1076"/>
        <pc:sldMkLst>
          <pc:docMk/>
          <pc:sldMk cId="2566879143" sldId="344"/>
        </pc:sldMkLst>
        <pc:spChg chg="del">
          <ac:chgData name="Stanley Rodrick" userId="8969fbcc-7c96-46fb-a663-9e2e5920ff04" providerId="ADAL" clId="{5BB5B0A5-DD13-A344-A04C-7FD46DB068DE}" dt="2022-06-13T17:01:27.470" v="1699" actId="478"/>
          <ac:spMkLst>
            <pc:docMk/>
            <pc:sldMk cId="2566879143" sldId="344"/>
            <ac:spMk id="9" creationId="{90100AF6-B799-663A-6DF9-30BA5DC25D70}"/>
          </ac:spMkLst>
        </pc:spChg>
        <pc:spChg chg="del">
          <ac:chgData name="Stanley Rodrick" userId="8969fbcc-7c96-46fb-a663-9e2e5920ff04" providerId="ADAL" clId="{5BB5B0A5-DD13-A344-A04C-7FD46DB068DE}" dt="2022-06-13T17:01:36.807" v="1703" actId="478"/>
          <ac:spMkLst>
            <pc:docMk/>
            <pc:sldMk cId="2566879143" sldId="344"/>
            <ac:spMk id="11" creationId="{162D97C6-8F03-772B-1A69-EF5D3D53893E}"/>
          </ac:spMkLst>
        </pc:spChg>
        <pc:picChg chg="del">
          <ac:chgData name="Stanley Rodrick" userId="8969fbcc-7c96-46fb-a663-9e2e5920ff04" providerId="ADAL" clId="{5BB5B0A5-DD13-A344-A04C-7FD46DB068DE}" dt="2022-06-13T17:01:34.909" v="1702" actId="478"/>
          <ac:picMkLst>
            <pc:docMk/>
            <pc:sldMk cId="2566879143" sldId="344"/>
            <ac:picMk id="3" creationId="{6BF33766-B1C0-6952-13AE-9F24573B5264}"/>
          </ac:picMkLst>
        </pc:picChg>
        <pc:picChg chg="del">
          <ac:chgData name="Stanley Rodrick" userId="8969fbcc-7c96-46fb-a663-9e2e5920ff04" providerId="ADAL" clId="{5BB5B0A5-DD13-A344-A04C-7FD46DB068DE}" dt="2022-06-13T17:01:24.982" v="1698" actId="478"/>
          <ac:picMkLst>
            <pc:docMk/>
            <pc:sldMk cId="2566879143" sldId="344"/>
            <ac:picMk id="5" creationId="{DE21FE8E-E0B5-5444-38F9-5B075E30F65A}"/>
          </ac:picMkLst>
        </pc:picChg>
        <pc:picChg chg="del mod">
          <ac:chgData name="Stanley Rodrick" userId="8969fbcc-7c96-46fb-a663-9e2e5920ff04" providerId="ADAL" clId="{5BB5B0A5-DD13-A344-A04C-7FD46DB068DE}" dt="2022-06-13T17:02:29.219" v="1711" actId="478"/>
          <ac:picMkLst>
            <pc:docMk/>
            <pc:sldMk cId="2566879143" sldId="344"/>
            <ac:picMk id="6" creationId="{7E36767A-AC6A-9054-0DD7-E3F2444FE922}"/>
          </ac:picMkLst>
        </pc:picChg>
        <pc:picChg chg="add del mod">
          <ac:chgData name="Stanley Rodrick" userId="8969fbcc-7c96-46fb-a663-9e2e5920ff04" providerId="ADAL" clId="{5BB5B0A5-DD13-A344-A04C-7FD46DB068DE}" dt="2022-06-13T17:01:40.074" v="1704" actId="21"/>
          <ac:picMkLst>
            <pc:docMk/>
            <pc:sldMk cId="2566879143" sldId="344"/>
            <ac:picMk id="7" creationId="{69F6436E-7645-686B-D621-19401B06ACF9}"/>
          </ac:picMkLst>
        </pc:picChg>
        <pc:picChg chg="add mod">
          <ac:chgData name="Stanley Rodrick" userId="8969fbcc-7c96-46fb-a663-9e2e5920ff04" providerId="ADAL" clId="{5BB5B0A5-DD13-A344-A04C-7FD46DB068DE}" dt="2022-06-13T17:02:36.060" v="1713" actId="1076"/>
          <ac:picMkLst>
            <pc:docMk/>
            <pc:sldMk cId="2566879143" sldId="344"/>
            <ac:picMk id="13" creationId="{D592441C-38B7-8F37-3ACF-FD2F4BA0AAC6}"/>
          </ac:picMkLst>
        </pc:picChg>
      </pc:sldChg>
      <pc:sldChg chg="addSp delSp modSp add mod">
        <pc:chgData name="Stanley Rodrick" userId="8969fbcc-7c96-46fb-a663-9e2e5920ff04" providerId="ADAL" clId="{5BB5B0A5-DD13-A344-A04C-7FD46DB068DE}" dt="2022-06-14T14:34:16" v="3696"/>
        <pc:sldMkLst>
          <pc:docMk/>
          <pc:sldMk cId="246321618" sldId="345"/>
        </pc:sldMkLst>
        <pc:spChg chg="add mod">
          <ac:chgData name="Stanley Rodrick" userId="8969fbcc-7c96-46fb-a663-9e2e5920ff04" providerId="ADAL" clId="{5BB5B0A5-DD13-A344-A04C-7FD46DB068DE}" dt="2022-06-14T14:34:16" v="3696"/>
          <ac:spMkLst>
            <pc:docMk/>
            <pc:sldMk cId="246321618" sldId="345"/>
            <ac:spMk id="2" creationId="{6955ECE8-38F0-8789-82B5-45E4AEBAD303}"/>
          </ac:spMkLst>
        </pc:spChg>
        <pc:spChg chg="mod">
          <ac:chgData name="Stanley Rodrick" userId="8969fbcc-7c96-46fb-a663-9e2e5920ff04" providerId="ADAL" clId="{5BB5B0A5-DD13-A344-A04C-7FD46DB068DE}" dt="2022-06-13T17:08:39.749" v="1772"/>
          <ac:spMkLst>
            <pc:docMk/>
            <pc:sldMk cId="246321618" sldId="345"/>
            <ac:spMk id="4" creationId="{FCDAFD9B-F85A-4A41-816D-9F8E648A6ED5}"/>
          </ac:spMkLst>
        </pc:spChg>
        <pc:picChg chg="del">
          <ac:chgData name="Stanley Rodrick" userId="8969fbcc-7c96-46fb-a663-9e2e5920ff04" providerId="ADAL" clId="{5BB5B0A5-DD13-A344-A04C-7FD46DB068DE}" dt="2022-06-13T17:08:16.553" v="1768" actId="478"/>
          <ac:picMkLst>
            <pc:docMk/>
            <pc:sldMk cId="246321618" sldId="345"/>
            <ac:picMk id="13" creationId="{D592441C-38B7-8F37-3ACF-FD2F4BA0AAC6}"/>
          </ac:picMkLst>
        </pc:picChg>
      </pc:sldChg>
      <pc:sldChg chg="addSp delSp modSp add mod">
        <pc:chgData name="Stanley Rodrick" userId="8969fbcc-7c96-46fb-a663-9e2e5920ff04" providerId="ADAL" clId="{5BB5B0A5-DD13-A344-A04C-7FD46DB068DE}" dt="2022-06-13T17:15:51.737" v="1827" actId="1076"/>
        <pc:sldMkLst>
          <pc:docMk/>
          <pc:sldMk cId="3558938694" sldId="346"/>
        </pc:sldMkLst>
        <pc:spChg chg="mod">
          <ac:chgData name="Stanley Rodrick" userId="8969fbcc-7c96-46fb-a663-9e2e5920ff04" providerId="ADAL" clId="{5BB5B0A5-DD13-A344-A04C-7FD46DB068DE}" dt="2022-06-13T17:10:37.387" v="1804" actId="20577"/>
          <ac:spMkLst>
            <pc:docMk/>
            <pc:sldMk cId="3558938694" sldId="346"/>
            <ac:spMk id="2" creationId="{6955ECE8-38F0-8789-82B5-45E4AEBAD303}"/>
          </ac:spMkLst>
        </pc:spChg>
        <pc:picChg chg="add del mod">
          <ac:chgData name="Stanley Rodrick" userId="8969fbcc-7c96-46fb-a663-9e2e5920ff04" providerId="ADAL" clId="{5BB5B0A5-DD13-A344-A04C-7FD46DB068DE}" dt="2022-06-13T17:15:26.182" v="1822" actId="478"/>
          <ac:picMkLst>
            <pc:docMk/>
            <pc:sldMk cId="3558938694" sldId="346"/>
            <ac:picMk id="5" creationId="{A8EDBE43-1CA1-99EB-6691-4CE996DA3500}"/>
          </ac:picMkLst>
        </pc:picChg>
        <pc:picChg chg="add del mod modCrop">
          <ac:chgData name="Stanley Rodrick" userId="8969fbcc-7c96-46fb-a663-9e2e5920ff04" providerId="ADAL" clId="{5BB5B0A5-DD13-A344-A04C-7FD46DB068DE}" dt="2022-06-13T17:15:23.852" v="1821"/>
          <ac:picMkLst>
            <pc:docMk/>
            <pc:sldMk cId="3558938694" sldId="346"/>
            <ac:picMk id="7" creationId="{ECA4D5DF-F2C5-F93B-3408-958704FFE850}"/>
          </ac:picMkLst>
        </pc:picChg>
        <pc:picChg chg="add mod">
          <ac:chgData name="Stanley Rodrick" userId="8969fbcc-7c96-46fb-a663-9e2e5920ff04" providerId="ADAL" clId="{5BB5B0A5-DD13-A344-A04C-7FD46DB068DE}" dt="2022-06-13T17:15:51.737" v="1827" actId="1076"/>
          <ac:picMkLst>
            <pc:docMk/>
            <pc:sldMk cId="3558938694" sldId="346"/>
            <ac:picMk id="11" creationId="{1E808EB3-1A9E-7074-6D4E-319CAFE46EAE}"/>
          </ac:picMkLst>
        </pc:picChg>
      </pc:sldChg>
      <pc:sldChg chg="addSp delSp modSp add mod">
        <pc:chgData name="Stanley Rodrick" userId="8969fbcc-7c96-46fb-a663-9e2e5920ff04" providerId="ADAL" clId="{5BB5B0A5-DD13-A344-A04C-7FD46DB068DE}" dt="2022-06-13T17:25:25.919" v="1844" actId="14100"/>
        <pc:sldMkLst>
          <pc:docMk/>
          <pc:sldMk cId="1828947011" sldId="347"/>
        </pc:sldMkLst>
        <pc:spChg chg="del">
          <ac:chgData name="Stanley Rodrick" userId="8969fbcc-7c96-46fb-a663-9e2e5920ff04" providerId="ADAL" clId="{5BB5B0A5-DD13-A344-A04C-7FD46DB068DE}" dt="2022-06-13T17:24:21.374" v="1830" actId="478"/>
          <ac:spMkLst>
            <pc:docMk/>
            <pc:sldMk cId="1828947011" sldId="347"/>
            <ac:spMk id="2" creationId="{6955ECE8-38F0-8789-82B5-45E4AEBAD303}"/>
          </ac:spMkLst>
        </pc:spChg>
        <pc:spChg chg="mod">
          <ac:chgData name="Stanley Rodrick" userId="8969fbcc-7c96-46fb-a663-9e2e5920ff04" providerId="ADAL" clId="{5BB5B0A5-DD13-A344-A04C-7FD46DB068DE}" dt="2022-06-13T17:24:41.432" v="1837" actId="404"/>
          <ac:spMkLst>
            <pc:docMk/>
            <pc:sldMk cId="1828947011" sldId="347"/>
            <ac:spMk id="4" creationId="{FCDAFD9B-F85A-4A41-816D-9F8E648A6ED5}"/>
          </ac:spMkLst>
        </pc:spChg>
        <pc:picChg chg="add mod">
          <ac:chgData name="Stanley Rodrick" userId="8969fbcc-7c96-46fb-a663-9e2e5920ff04" providerId="ADAL" clId="{5BB5B0A5-DD13-A344-A04C-7FD46DB068DE}" dt="2022-06-13T17:25:02.384" v="1839" actId="1076"/>
          <ac:picMkLst>
            <pc:docMk/>
            <pc:sldMk cId="1828947011" sldId="347"/>
            <ac:picMk id="5" creationId="{594F2F10-A2E5-25D1-A4BC-3EB06E2C2992}"/>
          </ac:picMkLst>
        </pc:picChg>
        <pc:picChg chg="add mod">
          <ac:chgData name="Stanley Rodrick" userId="8969fbcc-7c96-46fb-a663-9e2e5920ff04" providerId="ADAL" clId="{5BB5B0A5-DD13-A344-A04C-7FD46DB068DE}" dt="2022-06-13T17:25:25.919" v="1844" actId="14100"/>
          <ac:picMkLst>
            <pc:docMk/>
            <pc:sldMk cId="1828947011" sldId="347"/>
            <ac:picMk id="9" creationId="{4F72282E-D130-69C9-BC63-9E4A100C8664}"/>
          </ac:picMkLst>
        </pc:picChg>
        <pc:picChg chg="del">
          <ac:chgData name="Stanley Rodrick" userId="8969fbcc-7c96-46fb-a663-9e2e5920ff04" providerId="ADAL" clId="{5BB5B0A5-DD13-A344-A04C-7FD46DB068DE}" dt="2022-06-13T17:24:17.310" v="1829" actId="478"/>
          <ac:picMkLst>
            <pc:docMk/>
            <pc:sldMk cId="1828947011" sldId="347"/>
            <ac:picMk id="11" creationId="{1E808EB3-1A9E-7074-6D4E-319CAFE46EAE}"/>
          </ac:picMkLst>
        </pc:picChg>
      </pc:sldChg>
      <pc:sldChg chg="addSp delSp modSp add mod">
        <pc:chgData name="Stanley Rodrick" userId="8969fbcc-7c96-46fb-a663-9e2e5920ff04" providerId="ADAL" clId="{5BB5B0A5-DD13-A344-A04C-7FD46DB068DE}" dt="2022-06-13T17:29:21.368" v="1854" actId="962"/>
        <pc:sldMkLst>
          <pc:docMk/>
          <pc:sldMk cId="50071940" sldId="348"/>
        </pc:sldMkLst>
        <pc:picChg chg="add mod">
          <ac:chgData name="Stanley Rodrick" userId="8969fbcc-7c96-46fb-a663-9e2e5920ff04" providerId="ADAL" clId="{5BB5B0A5-DD13-A344-A04C-7FD46DB068DE}" dt="2022-06-13T17:29:21.368" v="1854" actId="962"/>
          <ac:picMkLst>
            <pc:docMk/>
            <pc:sldMk cId="50071940" sldId="348"/>
            <ac:picMk id="3" creationId="{45E4D501-4B87-E736-CEE5-7A56E18BB978}"/>
          </ac:picMkLst>
        </pc:picChg>
        <pc:picChg chg="del">
          <ac:chgData name="Stanley Rodrick" userId="8969fbcc-7c96-46fb-a663-9e2e5920ff04" providerId="ADAL" clId="{5BB5B0A5-DD13-A344-A04C-7FD46DB068DE}" dt="2022-06-13T17:29:04.206" v="1846" actId="478"/>
          <ac:picMkLst>
            <pc:docMk/>
            <pc:sldMk cId="50071940" sldId="348"/>
            <ac:picMk id="5" creationId="{594F2F10-A2E5-25D1-A4BC-3EB06E2C2992}"/>
          </ac:picMkLst>
        </pc:picChg>
        <pc:picChg chg="del">
          <ac:chgData name="Stanley Rodrick" userId="8969fbcc-7c96-46fb-a663-9e2e5920ff04" providerId="ADAL" clId="{5BB5B0A5-DD13-A344-A04C-7FD46DB068DE}" dt="2022-06-13T17:29:14.821" v="1849" actId="478"/>
          <ac:picMkLst>
            <pc:docMk/>
            <pc:sldMk cId="50071940" sldId="348"/>
            <ac:picMk id="9" creationId="{4F72282E-D130-69C9-BC63-9E4A100C8664}"/>
          </ac:picMkLst>
        </pc:picChg>
      </pc:sldChg>
      <pc:sldChg chg="addSp delSp modSp add mod">
        <pc:chgData name="Stanley Rodrick" userId="8969fbcc-7c96-46fb-a663-9e2e5920ff04" providerId="ADAL" clId="{5BB5B0A5-DD13-A344-A04C-7FD46DB068DE}" dt="2022-06-14T14:34:52.244" v="3697" actId="20577"/>
        <pc:sldMkLst>
          <pc:docMk/>
          <pc:sldMk cId="943988347" sldId="349"/>
        </pc:sldMkLst>
        <pc:spChg chg="add del mod">
          <ac:chgData name="Stanley Rodrick" userId="8969fbcc-7c96-46fb-a663-9e2e5920ff04" providerId="ADAL" clId="{5BB5B0A5-DD13-A344-A04C-7FD46DB068DE}" dt="2022-06-13T17:44:01.999" v="2088"/>
          <ac:spMkLst>
            <pc:docMk/>
            <pc:sldMk cId="943988347" sldId="349"/>
            <ac:spMk id="5" creationId="{8EAE3431-1BF9-AE34-8743-ADB9BEC2DD90}"/>
          </ac:spMkLst>
        </pc:spChg>
        <pc:spChg chg="add mod">
          <ac:chgData name="Stanley Rodrick" userId="8969fbcc-7c96-46fb-a663-9e2e5920ff04" providerId="ADAL" clId="{5BB5B0A5-DD13-A344-A04C-7FD46DB068DE}" dt="2022-06-13T17:30:49.716" v="1891" actId="207"/>
          <ac:spMkLst>
            <pc:docMk/>
            <pc:sldMk cId="943988347" sldId="349"/>
            <ac:spMk id="7" creationId="{FAAC289D-1BE6-49AF-5734-82E82C185125}"/>
          </ac:spMkLst>
        </pc:spChg>
        <pc:graphicFrameChg chg="add mod modGraphic">
          <ac:chgData name="Stanley Rodrick" userId="8969fbcc-7c96-46fb-a663-9e2e5920ff04" providerId="ADAL" clId="{5BB5B0A5-DD13-A344-A04C-7FD46DB068DE}" dt="2022-06-14T14:34:52.244" v="3697" actId="20577"/>
          <ac:graphicFrameMkLst>
            <pc:docMk/>
            <pc:sldMk cId="943988347" sldId="349"/>
            <ac:graphicFrameMk id="2" creationId="{C79DD51B-44C6-43E7-3D3F-79189490AAF3}"/>
          </ac:graphicFrameMkLst>
        </pc:graphicFrameChg>
        <pc:picChg chg="del">
          <ac:chgData name="Stanley Rodrick" userId="8969fbcc-7c96-46fb-a663-9e2e5920ff04" providerId="ADAL" clId="{5BB5B0A5-DD13-A344-A04C-7FD46DB068DE}" dt="2022-06-13T17:29:41.853" v="1856" actId="478"/>
          <ac:picMkLst>
            <pc:docMk/>
            <pc:sldMk cId="943988347" sldId="349"/>
            <ac:picMk id="3" creationId="{45E4D501-4B87-E736-CEE5-7A56E18BB978}"/>
          </ac:picMkLst>
        </pc:picChg>
      </pc:sldChg>
      <pc:sldChg chg="modSp add">
        <pc:chgData name="Stanley Rodrick" userId="8969fbcc-7c96-46fb-a663-9e2e5920ff04" providerId="ADAL" clId="{5BB5B0A5-DD13-A344-A04C-7FD46DB068DE}" dt="2022-06-14T14:34:59.089" v="3698"/>
        <pc:sldMkLst>
          <pc:docMk/>
          <pc:sldMk cId="2987352522" sldId="350"/>
        </pc:sldMkLst>
        <pc:graphicFrameChg chg="mod">
          <ac:chgData name="Stanley Rodrick" userId="8969fbcc-7c96-46fb-a663-9e2e5920ff04" providerId="ADAL" clId="{5BB5B0A5-DD13-A344-A04C-7FD46DB068DE}" dt="2022-06-14T14:34:59.089" v="3698"/>
          <ac:graphicFrameMkLst>
            <pc:docMk/>
            <pc:sldMk cId="2987352522" sldId="350"/>
            <ac:graphicFrameMk id="2" creationId="{C79DD51B-44C6-43E7-3D3F-79189490AAF3}"/>
          </ac:graphicFrameMkLst>
        </pc:graphicFrameChg>
      </pc:sldChg>
      <pc:sldChg chg="addSp delSp modSp add mod">
        <pc:chgData name="Stanley Rodrick" userId="8969fbcc-7c96-46fb-a663-9e2e5920ff04" providerId="ADAL" clId="{5BB5B0A5-DD13-A344-A04C-7FD46DB068DE}" dt="2022-06-13T17:57:21.910" v="2160" actId="1076"/>
        <pc:sldMkLst>
          <pc:docMk/>
          <pc:sldMk cId="3322191743" sldId="351"/>
        </pc:sldMkLst>
        <pc:spChg chg="add mod">
          <ac:chgData name="Stanley Rodrick" userId="8969fbcc-7c96-46fb-a663-9e2e5920ff04" providerId="ADAL" clId="{5BB5B0A5-DD13-A344-A04C-7FD46DB068DE}" dt="2022-06-13T17:51:38.544" v="2136" actId="255"/>
          <ac:spMkLst>
            <pc:docMk/>
            <pc:sldMk cId="3322191743" sldId="351"/>
            <ac:spMk id="3" creationId="{99EA3257-23B1-5467-9A08-02A41D55FC75}"/>
          </ac:spMkLst>
        </pc:spChg>
        <pc:spChg chg="mod">
          <ac:chgData name="Stanley Rodrick" userId="8969fbcc-7c96-46fb-a663-9e2e5920ff04" providerId="ADAL" clId="{5BB5B0A5-DD13-A344-A04C-7FD46DB068DE}" dt="2022-06-13T17:50:20.808" v="2120" actId="403"/>
          <ac:spMkLst>
            <pc:docMk/>
            <pc:sldMk cId="3322191743" sldId="351"/>
            <ac:spMk id="4" creationId="{FCDAFD9B-F85A-4A41-816D-9F8E648A6ED5}"/>
          </ac:spMkLst>
        </pc:spChg>
        <pc:spChg chg="del">
          <ac:chgData name="Stanley Rodrick" userId="8969fbcc-7c96-46fb-a663-9e2e5920ff04" providerId="ADAL" clId="{5BB5B0A5-DD13-A344-A04C-7FD46DB068DE}" dt="2022-06-13T17:50:06.901" v="2114" actId="478"/>
          <ac:spMkLst>
            <pc:docMk/>
            <pc:sldMk cId="3322191743" sldId="351"/>
            <ac:spMk id="7" creationId="{FAAC289D-1BE6-49AF-5734-82E82C185125}"/>
          </ac:spMkLst>
        </pc:spChg>
        <pc:graphicFrameChg chg="del">
          <ac:chgData name="Stanley Rodrick" userId="8969fbcc-7c96-46fb-a663-9e2e5920ff04" providerId="ADAL" clId="{5BB5B0A5-DD13-A344-A04C-7FD46DB068DE}" dt="2022-06-13T17:50:04.888" v="2113" actId="478"/>
          <ac:graphicFrameMkLst>
            <pc:docMk/>
            <pc:sldMk cId="3322191743" sldId="351"/>
            <ac:graphicFrameMk id="2" creationId="{C79DD51B-44C6-43E7-3D3F-79189490AAF3}"/>
          </ac:graphicFrameMkLst>
        </pc:graphicFrameChg>
        <pc:picChg chg="add del mod">
          <ac:chgData name="Stanley Rodrick" userId="8969fbcc-7c96-46fb-a663-9e2e5920ff04" providerId="ADAL" clId="{5BB5B0A5-DD13-A344-A04C-7FD46DB068DE}" dt="2022-06-13T17:56:14.261" v="2149" actId="478"/>
          <ac:picMkLst>
            <pc:docMk/>
            <pc:sldMk cId="3322191743" sldId="351"/>
            <ac:picMk id="6" creationId="{B2DD8AAF-BF38-713F-B116-5462E7EF0D73}"/>
          </ac:picMkLst>
        </pc:picChg>
        <pc:picChg chg="add del mod">
          <ac:chgData name="Stanley Rodrick" userId="8969fbcc-7c96-46fb-a663-9e2e5920ff04" providerId="ADAL" clId="{5BB5B0A5-DD13-A344-A04C-7FD46DB068DE}" dt="2022-06-13T17:56:34.525" v="2150" actId="478"/>
          <ac:picMkLst>
            <pc:docMk/>
            <pc:sldMk cId="3322191743" sldId="351"/>
            <ac:picMk id="11" creationId="{95D769C1-5872-1CA5-D69B-70E9FCAD649C}"/>
          </ac:picMkLst>
        </pc:picChg>
        <pc:picChg chg="add mod">
          <ac:chgData name="Stanley Rodrick" userId="8969fbcc-7c96-46fb-a663-9e2e5920ff04" providerId="ADAL" clId="{5BB5B0A5-DD13-A344-A04C-7FD46DB068DE}" dt="2022-06-13T17:56:56.474" v="2154" actId="1076"/>
          <ac:picMkLst>
            <pc:docMk/>
            <pc:sldMk cId="3322191743" sldId="351"/>
            <ac:picMk id="13" creationId="{D9E97306-5B6F-436F-302C-0FCC8A1595BD}"/>
          </ac:picMkLst>
        </pc:picChg>
        <pc:picChg chg="add mod">
          <ac:chgData name="Stanley Rodrick" userId="8969fbcc-7c96-46fb-a663-9e2e5920ff04" providerId="ADAL" clId="{5BB5B0A5-DD13-A344-A04C-7FD46DB068DE}" dt="2022-06-13T17:57:21.910" v="2160" actId="1076"/>
          <ac:picMkLst>
            <pc:docMk/>
            <pc:sldMk cId="3322191743" sldId="351"/>
            <ac:picMk id="15" creationId="{2B10B930-8228-7E02-5482-04ABF4E38FCE}"/>
          </ac:picMkLst>
        </pc:picChg>
      </pc:sldChg>
      <pc:sldChg chg="addSp delSp modSp add mod">
        <pc:chgData name="Stanley Rodrick" userId="8969fbcc-7c96-46fb-a663-9e2e5920ff04" providerId="ADAL" clId="{5BB5B0A5-DD13-A344-A04C-7FD46DB068DE}" dt="2022-06-13T17:58:27.081" v="2167" actId="1076"/>
        <pc:sldMkLst>
          <pc:docMk/>
          <pc:sldMk cId="59599391" sldId="352"/>
        </pc:sldMkLst>
        <pc:spChg chg="del">
          <ac:chgData name="Stanley Rodrick" userId="8969fbcc-7c96-46fb-a663-9e2e5920ff04" providerId="ADAL" clId="{5BB5B0A5-DD13-A344-A04C-7FD46DB068DE}" dt="2022-06-13T17:55:16.125" v="2140" actId="478"/>
          <ac:spMkLst>
            <pc:docMk/>
            <pc:sldMk cId="59599391" sldId="352"/>
            <ac:spMk id="3" creationId="{99EA3257-23B1-5467-9A08-02A41D55FC75}"/>
          </ac:spMkLst>
        </pc:spChg>
        <pc:picChg chg="add mod">
          <ac:chgData name="Stanley Rodrick" userId="8969fbcc-7c96-46fb-a663-9e2e5920ff04" providerId="ADAL" clId="{5BB5B0A5-DD13-A344-A04C-7FD46DB068DE}" dt="2022-06-13T17:58:27.081" v="2167" actId="1076"/>
          <ac:picMkLst>
            <pc:docMk/>
            <pc:sldMk cId="59599391" sldId="352"/>
            <ac:picMk id="5" creationId="{8B4F6D50-7E4F-4FF6-A729-7EC916C3E276}"/>
          </ac:picMkLst>
        </pc:picChg>
        <pc:picChg chg="mod">
          <ac:chgData name="Stanley Rodrick" userId="8969fbcc-7c96-46fb-a663-9e2e5920ff04" providerId="ADAL" clId="{5BB5B0A5-DD13-A344-A04C-7FD46DB068DE}" dt="2022-06-13T17:55:20.427" v="2141" actId="1076"/>
          <ac:picMkLst>
            <pc:docMk/>
            <pc:sldMk cId="59599391" sldId="352"/>
            <ac:picMk id="6" creationId="{B2DD8AAF-BF38-713F-B116-5462E7EF0D73}"/>
          </ac:picMkLst>
        </pc:picChg>
      </pc:sldChg>
      <pc:sldChg chg="addSp delSp modSp add mod">
        <pc:chgData name="Stanley Rodrick" userId="8969fbcc-7c96-46fb-a663-9e2e5920ff04" providerId="ADAL" clId="{5BB5B0A5-DD13-A344-A04C-7FD46DB068DE}" dt="2022-06-13T17:59:28.751" v="2173" actId="1076"/>
        <pc:sldMkLst>
          <pc:docMk/>
          <pc:sldMk cId="243248360" sldId="353"/>
        </pc:sldMkLst>
        <pc:picChg chg="add mod">
          <ac:chgData name="Stanley Rodrick" userId="8969fbcc-7c96-46fb-a663-9e2e5920ff04" providerId="ADAL" clId="{5BB5B0A5-DD13-A344-A04C-7FD46DB068DE}" dt="2022-06-13T17:59:28.751" v="2173" actId="1076"/>
          <ac:picMkLst>
            <pc:docMk/>
            <pc:sldMk cId="243248360" sldId="353"/>
            <ac:picMk id="3" creationId="{6B60043C-3848-B562-D4D8-85C0E049AC8F}"/>
          </ac:picMkLst>
        </pc:picChg>
        <pc:picChg chg="del">
          <ac:chgData name="Stanley Rodrick" userId="8969fbcc-7c96-46fb-a663-9e2e5920ff04" providerId="ADAL" clId="{5BB5B0A5-DD13-A344-A04C-7FD46DB068DE}" dt="2022-06-13T17:58:41.813" v="2169" actId="478"/>
          <ac:picMkLst>
            <pc:docMk/>
            <pc:sldMk cId="243248360" sldId="353"/>
            <ac:picMk id="5" creationId="{8B4F6D50-7E4F-4FF6-A729-7EC916C3E276}"/>
          </ac:picMkLst>
        </pc:picChg>
      </pc:sldChg>
      <pc:sldChg chg="addSp delSp modSp add mod">
        <pc:chgData name="Stanley Rodrick" userId="8969fbcc-7c96-46fb-a663-9e2e5920ff04" providerId="ADAL" clId="{5BB5B0A5-DD13-A344-A04C-7FD46DB068DE}" dt="2022-06-13T18:09:43.986" v="2178" actId="27614"/>
        <pc:sldMkLst>
          <pc:docMk/>
          <pc:sldMk cId="193265695" sldId="354"/>
        </pc:sldMkLst>
        <pc:picChg chg="del">
          <ac:chgData name="Stanley Rodrick" userId="8969fbcc-7c96-46fb-a663-9e2e5920ff04" providerId="ADAL" clId="{5BB5B0A5-DD13-A344-A04C-7FD46DB068DE}" dt="2022-06-13T17:59:42.702" v="2175" actId="478"/>
          <ac:picMkLst>
            <pc:docMk/>
            <pc:sldMk cId="193265695" sldId="354"/>
            <ac:picMk id="3" creationId="{6B60043C-3848-B562-D4D8-85C0E049AC8F}"/>
          </ac:picMkLst>
        </pc:picChg>
        <pc:picChg chg="add mod">
          <ac:chgData name="Stanley Rodrick" userId="8969fbcc-7c96-46fb-a663-9e2e5920ff04" providerId="ADAL" clId="{5BB5B0A5-DD13-A344-A04C-7FD46DB068DE}" dt="2022-06-13T18:09:43.986" v="2178" actId="27614"/>
          <ac:picMkLst>
            <pc:docMk/>
            <pc:sldMk cId="193265695" sldId="354"/>
            <ac:picMk id="3" creationId="{6D5A124E-EDAD-159F-BB7F-8511742E49A5}"/>
          </ac:picMkLst>
        </pc:picChg>
        <pc:picChg chg="del">
          <ac:chgData name="Stanley Rodrick" userId="8969fbcc-7c96-46fb-a663-9e2e5920ff04" providerId="ADAL" clId="{5BB5B0A5-DD13-A344-A04C-7FD46DB068DE}" dt="2022-06-13T17:59:44.406" v="2176" actId="478"/>
          <ac:picMkLst>
            <pc:docMk/>
            <pc:sldMk cId="193265695" sldId="354"/>
            <ac:picMk id="6" creationId="{B2DD8AAF-BF38-713F-B116-5462E7EF0D73}"/>
          </ac:picMkLst>
        </pc:picChg>
      </pc:sldChg>
      <pc:sldChg chg="addSp delSp modSp add mod">
        <pc:chgData name="Stanley Rodrick" userId="8969fbcc-7c96-46fb-a663-9e2e5920ff04" providerId="ADAL" clId="{5BB5B0A5-DD13-A344-A04C-7FD46DB068DE}" dt="2022-06-13T19:06:19.958" v="3163" actId="1076"/>
        <pc:sldMkLst>
          <pc:docMk/>
          <pc:sldMk cId="2784788119" sldId="355"/>
        </pc:sldMkLst>
        <pc:spChg chg="mod">
          <ac:chgData name="Stanley Rodrick" userId="8969fbcc-7c96-46fb-a663-9e2e5920ff04" providerId="ADAL" clId="{5BB5B0A5-DD13-A344-A04C-7FD46DB068DE}" dt="2022-06-13T19:06:19.958" v="3163" actId="1076"/>
          <ac:spMkLst>
            <pc:docMk/>
            <pc:sldMk cId="2784788119" sldId="355"/>
            <ac:spMk id="4" creationId="{FCDAFD9B-F85A-4A41-816D-9F8E648A6ED5}"/>
          </ac:spMkLst>
        </pc:spChg>
        <pc:graphicFrameChg chg="add mod modGraphic">
          <ac:chgData name="Stanley Rodrick" userId="8969fbcc-7c96-46fb-a663-9e2e5920ff04" providerId="ADAL" clId="{5BB5B0A5-DD13-A344-A04C-7FD46DB068DE}" dt="2022-06-13T18:25:21.582" v="2288" actId="1076"/>
          <ac:graphicFrameMkLst>
            <pc:docMk/>
            <pc:sldMk cId="2784788119" sldId="355"/>
            <ac:graphicFrameMk id="2" creationId="{9CBE5CA1-435B-5553-98A4-C9B315A462BE}"/>
          </ac:graphicFrameMkLst>
        </pc:graphicFrameChg>
        <pc:graphicFrameChg chg="add mod modGraphic">
          <ac:chgData name="Stanley Rodrick" userId="8969fbcc-7c96-46fb-a663-9e2e5920ff04" providerId="ADAL" clId="{5BB5B0A5-DD13-A344-A04C-7FD46DB068DE}" dt="2022-06-13T18:35:00.865" v="2428" actId="20577"/>
          <ac:graphicFrameMkLst>
            <pc:docMk/>
            <pc:sldMk cId="2784788119" sldId="355"/>
            <ac:graphicFrameMk id="5" creationId="{A1068A9C-DA44-55CB-BEAA-869C3D14A3A2}"/>
          </ac:graphicFrameMkLst>
        </pc:graphicFrameChg>
        <pc:picChg chg="del">
          <ac:chgData name="Stanley Rodrick" userId="8969fbcc-7c96-46fb-a663-9e2e5920ff04" providerId="ADAL" clId="{5BB5B0A5-DD13-A344-A04C-7FD46DB068DE}" dt="2022-06-13T18:13:02.614" v="2180" actId="478"/>
          <ac:picMkLst>
            <pc:docMk/>
            <pc:sldMk cId="2784788119" sldId="355"/>
            <ac:picMk id="3" creationId="{6D5A124E-EDAD-159F-BB7F-8511742E49A5}"/>
          </ac:picMkLst>
        </pc:picChg>
      </pc:sldChg>
      <pc:sldChg chg="addSp delSp modSp add mod">
        <pc:chgData name="Stanley Rodrick" userId="8969fbcc-7c96-46fb-a663-9e2e5920ff04" providerId="ADAL" clId="{5BB5B0A5-DD13-A344-A04C-7FD46DB068DE}" dt="2022-06-13T19:21:56.395" v="3546" actId="58"/>
        <pc:sldMkLst>
          <pc:docMk/>
          <pc:sldMk cId="2546598494" sldId="356"/>
        </pc:sldMkLst>
        <pc:spChg chg="add del mod">
          <ac:chgData name="Stanley Rodrick" userId="8969fbcc-7c96-46fb-a663-9e2e5920ff04" providerId="ADAL" clId="{5BB5B0A5-DD13-A344-A04C-7FD46DB068DE}" dt="2022-06-13T18:37:34.082" v="2475"/>
          <ac:spMkLst>
            <pc:docMk/>
            <pc:sldMk cId="2546598494" sldId="356"/>
            <ac:spMk id="3" creationId="{B982CF9F-5069-E3DA-E466-8642AD099941}"/>
          </ac:spMkLst>
        </pc:spChg>
        <pc:spChg chg="mod">
          <ac:chgData name="Stanley Rodrick" userId="8969fbcc-7c96-46fb-a663-9e2e5920ff04" providerId="ADAL" clId="{5BB5B0A5-DD13-A344-A04C-7FD46DB068DE}" dt="2022-06-13T19:06:30.774" v="3170" actId="20577"/>
          <ac:spMkLst>
            <pc:docMk/>
            <pc:sldMk cId="2546598494" sldId="356"/>
            <ac:spMk id="4" creationId="{FCDAFD9B-F85A-4A41-816D-9F8E648A6ED5}"/>
          </ac:spMkLst>
        </pc:spChg>
        <pc:spChg chg="add del mod">
          <ac:chgData name="Stanley Rodrick" userId="8969fbcc-7c96-46fb-a663-9e2e5920ff04" providerId="ADAL" clId="{5BB5B0A5-DD13-A344-A04C-7FD46DB068DE}" dt="2022-06-13T18:49:00.572" v="2770"/>
          <ac:spMkLst>
            <pc:docMk/>
            <pc:sldMk cId="2546598494" sldId="356"/>
            <ac:spMk id="6" creationId="{1E1AD697-C779-CD3C-EEFA-ED7FC3CAA032}"/>
          </ac:spMkLst>
        </pc:spChg>
        <pc:spChg chg="add mod">
          <ac:chgData name="Stanley Rodrick" userId="8969fbcc-7c96-46fb-a663-9e2e5920ff04" providerId="ADAL" clId="{5BB5B0A5-DD13-A344-A04C-7FD46DB068DE}" dt="2022-06-13T19:21:56.395" v="3546" actId="58"/>
          <ac:spMkLst>
            <pc:docMk/>
            <pc:sldMk cId="2546598494" sldId="356"/>
            <ac:spMk id="7" creationId="{4AC30E11-D172-CB71-558C-9B6ED7E61182}"/>
          </ac:spMkLst>
        </pc:spChg>
        <pc:graphicFrameChg chg="del">
          <ac:chgData name="Stanley Rodrick" userId="8969fbcc-7c96-46fb-a663-9e2e5920ff04" providerId="ADAL" clId="{5BB5B0A5-DD13-A344-A04C-7FD46DB068DE}" dt="2022-06-13T18:31:37.076" v="2371" actId="478"/>
          <ac:graphicFrameMkLst>
            <pc:docMk/>
            <pc:sldMk cId="2546598494" sldId="356"/>
            <ac:graphicFrameMk id="2" creationId="{9CBE5CA1-435B-5553-98A4-C9B315A462BE}"/>
          </ac:graphicFrameMkLst>
        </pc:graphicFrameChg>
        <pc:graphicFrameChg chg="del mod modGraphic">
          <ac:chgData name="Stanley Rodrick" userId="8969fbcc-7c96-46fb-a663-9e2e5920ff04" providerId="ADAL" clId="{5BB5B0A5-DD13-A344-A04C-7FD46DB068DE}" dt="2022-06-13T18:35:44.225" v="2429" actId="478"/>
          <ac:graphicFrameMkLst>
            <pc:docMk/>
            <pc:sldMk cId="2546598494" sldId="356"/>
            <ac:graphicFrameMk id="5" creationId="{A1068A9C-DA44-55CB-BEAA-869C3D14A3A2}"/>
          </ac:graphicFrameMkLst>
        </pc:graphicFrameChg>
        <pc:graphicFrameChg chg="add mod modGraphic">
          <ac:chgData name="Stanley Rodrick" userId="8969fbcc-7c96-46fb-a663-9e2e5920ff04" providerId="ADAL" clId="{5BB5B0A5-DD13-A344-A04C-7FD46DB068DE}" dt="2022-06-13T18:36:00.243" v="2436" actId="1076"/>
          <ac:graphicFrameMkLst>
            <pc:docMk/>
            <pc:sldMk cId="2546598494" sldId="356"/>
            <ac:graphicFrameMk id="11" creationId="{C8908171-AD1D-780E-4DE9-E0141E12DC34}"/>
          </ac:graphicFrameMkLst>
        </pc:graphicFrameChg>
        <pc:picChg chg="add del mod">
          <ac:chgData name="Stanley Rodrick" userId="8969fbcc-7c96-46fb-a663-9e2e5920ff04" providerId="ADAL" clId="{5BB5B0A5-DD13-A344-A04C-7FD46DB068DE}" dt="2022-06-13T18:51:16.022" v="2864" actId="478"/>
          <ac:picMkLst>
            <pc:docMk/>
            <pc:sldMk cId="2546598494" sldId="356"/>
            <ac:picMk id="9" creationId="{36394932-D11E-CA63-4F41-DEB28E7E5C3E}"/>
          </ac:picMkLst>
        </pc:picChg>
      </pc:sldChg>
      <pc:sldChg chg="addSp delSp modSp add mod">
        <pc:chgData name="Stanley Rodrick" userId="8969fbcc-7c96-46fb-a663-9e2e5920ff04" providerId="ADAL" clId="{5BB5B0A5-DD13-A344-A04C-7FD46DB068DE}" dt="2022-06-13T19:06:03.994" v="3154" actId="1076"/>
        <pc:sldMkLst>
          <pc:docMk/>
          <pc:sldMk cId="3244326348" sldId="357"/>
        </pc:sldMkLst>
        <pc:spChg chg="mod">
          <ac:chgData name="Stanley Rodrick" userId="8969fbcc-7c96-46fb-a663-9e2e5920ff04" providerId="ADAL" clId="{5BB5B0A5-DD13-A344-A04C-7FD46DB068DE}" dt="2022-06-13T19:06:03.994" v="3154" actId="1076"/>
          <ac:spMkLst>
            <pc:docMk/>
            <pc:sldMk cId="3244326348" sldId="357"/>
            <ac:spMk id="4" creationId="{FCDAFD9B-F85A-4A41-816D-9F8E648A6ED5}"/>
          </ac:spMkLst>
        </pc:spChg>
        <pc:spChg chg="del">
          <ac:chgData name="Stanley Rodrick" userId="8969fbcc-7c96-46fb-a663-9e2e5920ff04" providerId="ADAL" clId="{5BB5B0A5-DD13-A344-A04C-7FD46DB068DE}" dt="2022-06-13T18:54:06.989" v="2881" actId="478"/>
          <ac:spMkLst>
            <pc:docMk/>
            <pc:sldMk cId="3244326348" sldId="357"/>
            <ac:spMk id="7" creationId="{4AC30E11-D172-CB71-558C-9B6ED7E61182}"/>
          </ac:spMkLst>
        </pc:spChg>
        <pc:spChg chg="add mod">
          <ac:chgData name="Stanley Rodrick" userId="8969fbcc-7c96-46fb-a663-9e2e5920ff04" providerId="ADAL" clId="{5BB5B0A5-DD13-A344-A04C-7FD46DB068DE}" dt="2022-06-13T18:55:25.674" v="2984" actId="14100"/>
          <ac:spMkLst>
            <pc:docMk/>
            <pc:sldMk cId="3244326348" sldId="357"/>
            <ac:spMk id="9" creationId="{82E8F701-D1EE-40BC-9852-D09DBEEDE6CF}"/>
          </ac:spMkLst>
        </pc:spChg>
        <pc:graphicFrameChg chg="del">
          <ac:chgData name="Stanley Rodrick" userId="8969fbcc-7c96-46fb-a663-9e2e5920ff04" providerId="ADAL" clId="{5BB5B0A5-DD13-A344-A04C-7FD46DB068DE}" dt="2022-06-13T18:54:05.536" v="2880" actId="478"/>
          <ac:graphicFrameMkLst>
            <pc:docMk/>
            <pc:sldMk cId="3244326348" sldId="357"/>
            <ac:graphicFrameMk id="11" creationId="{C8908171-AD1D-780E-4DE9-E0141E12DC34}"/>
          </ac:graphicFrameMkLst>
        </pc:graphicFrameChg>
        <pc:graphicFrameChg chg="add mod modGraphic">
          <ac:chgData name="Stanley Rodrick" userId="8969fbcc-7c96-46fb-a663-9e2e5920ff04" providerId="ADAL" clId="{5BB5B0A5-DD13-A344-A04C-7FD46DB068DE}" dt="2022-06-13T18:56:08.793" v="2995" actId="1076"/>
          <ac:graphicFrameMkLst>
            <pc:docMk/>
            <pc:sldMk cId="3244326348" sldId="357"/>
            <ac:graphicFrameMk id="12" creationId="{FE205DF1-B937-6BFE-578D-70AE446F6ABF}"/>
          </ac:graphicFrameMkLst>
        </pc:graphicFrameChg>
      </pc:sldChg>
      <pc:sldChg chg="addSp delSp modSp add mod">
        <pc:chgData name="Stanley Rodrick" userId="8969fbcc-7c96-46fb-a663-9e2e5920ff04" providerId="ADAL" clId="{5BB5B0A5-DD13-A344-A04C-7FD46DB068DE}" dt="2022-06-13T19:06:10.333" v="3158" actId="20577"/>
        <pc:sldMkLst>
          <pc:docMk/>
          <pc:sldMk cId="3285402933" sldId="358"/>
        </pc:sldMkLst>
        <pc:spChg chg="add del mod">
          <ac:chgData name="Stanley Rodrick" userId="8969fbcc-7c96-46fb-a663-9e2e5920ff04" providerId="ADAL" clId="{5BB5B0A5-DD13-A344-A04C-7FD46DB068DE}" dt="2022-06-13T18:56:26.634" v="2998" actId="478"/>
          <ac:spMkLst>
            <pc:docMk/>
            <pc:sldMk cId="3285402933" sldId="358"/>
            <ac:spMk id="3" creationId="{B4BE49F2-CCA6-D935-799E-4B3F512852FD}"/>
          </ac:spMkLst>
        </pc:spChg>
        <pc:spChg chg="mod">
          <ac:chgData name="Stanley Rodrick" userId="8969fbcc-7c96-46fb-a663-9e2e5920ff04" providerId="ADAL" clId="{5BB5B0A5-DD13-A344-A04C-7FD46DB068DE}" dt="2022-06-13T19:06:10.333" v="3158" actId="20577"/>
          <ac:spMkLst>
            <pc:docMk/>
            <pc:sldMk cId="3285402933" sldId="358"/>
            <ac:spMk id="4" creationId="{FCDAFD9B-F85A-4A41-816D-9F8E648A6ED5}"/>
          </ac:spMkLst>
        </pc:spChg>
        <pc:spChg chg="add del mod">
          <ac:chgData name="Stanley Rodrick" userId="8969fbcc-7c96-46fb-a663-9e2e5920ff04" providerId="ADAL" clId="{5BB5B0A5-DD13-A344-A04C-7FD46DB068DE}" dt="2022-06-13T19:00:28.439" v="3093" actId="767"/>
          <ac:spMkLst>
            <pc:docMk/>
            <pc:sldMk cId="3285402933" sldId="358"/>
            <ac:spMk id="5" creationId="{199B02B8-9A5E-F5AE-2AB9-08A4B7318073}"/>
          </ac:spMkLst>
        </pc:spChg>
        <pc:spChg chg="del">
          <ac:chgData name="Stanley Rodrick" userId="8969fbcc-7c96-46fb-a663-9e2e5920ff04" providerId="ADAL" clId="{5BB5B0A5-DD13-A344-A04C-7FD46DB068DE}" dt="2022-06-13T18:56:25.053" v="2997" actId="478"/>
          <ac:spMkLst>
            <pc:docMk/>
            <pc:sldMk cId="3285402933" sldId="358"/>
            <ac:spMk id="9" creationId="{82E8F701-D1EE-40BC-9852-D09DBEEDE6CF}"/>
          </ac:spMkLst>
        </pc:spChg>
        <pc:graphicFrameChg chg="add mod modGraphic">
          <ac:chgData name="Stanley Rodrick" userId="8969fbcc-7c96-46fb-a663-9e2e5920ff04" providerId="ADAL" clId="{5BB5B0A5-DD13-A344-A04C-7FD46DB068DE}" dt="2022-06-13T19:05:53.838" v="3149" actId="1076"/>
          <ac:graphicFrameMkLst>
            <pc:docMk/>
            <pc:sldMk cId="3285402933" sldId="358"/>
            <ac:graphicFrameMk id="11" creationId="{60725432-A806-7451-4A0C-C159144585BB}"/>
          </ac:graphicFrameMkLst>
        </pc:graphicFrameChg>
        <pc:graphicFrameChg chg="del mod modGraphic">
          <ac:chgData name="Stanley Rodrick" userId="8969fbcc-7c96-46fb-a663-9e2e5920ff04" providerId="ADAL" clId="{5BB5B0A5-DD13-A344-A04C-7FD46DB068DE}" dt="2022-06-13T19:00:24.366" v="3090" actId="478"/>
          <ac:graphicFrameMkLst>
            <pc:docMk/>
            <pc:sldMk cId="3285402933" sldId="358"/>
            <ac:graphicFrameMk id="12" creationId="{FE205DF1-B937-6BFE-578D-70AE446F6ABF}"/>
          </ac:graphicFrameMkLst>
        </pc:graphicFrameChg>
      </pc:sldChg>
      <pc:sldChg chg="addSp modSp add mod">
        <pc:chgData name="Stanley Rodrick" userId="8969fbcc-7c96-46fb-a663-9e2e5920ff04" providerId="ADAL" clId="{5BB5B0A5-DD13-A344-A04C-7FD46DB068DE}" dt="2022-06-13T19:21:49.376" v="3545" actId="58"/>
        <pc:sldMkLst>
          <pc:docMk/>
          <pc:sldMk cId="186578168" sldId="359"/>
        </pc:sldMkLst>
        <pc:spChg chg="add mod">
          <ac:chgData name="Stanley Rodrick" userId="8969fbcc-7c96-46fb-a663-9e2e5920ff04" providerId="ADAL" clId="{5BB5B0A5-DD13-A344-A04C-7FD46DB068DE}" dt="2022-06-13T19:21:49.376" v="3545" actId="58"/>
          <ac:spMkLst>
            <pc:docMk/>
            <pc:sldMk cId="186578168" sldId="359"/>
            <ac:spMk id="6" creationId="{03D84675-B3F6-5E22-3D11-F767C26D0543}"/>
          </ac:spMkLst>
        </pc:spChg>
        <pc:graphicFrameChg chg="mod modGraphic">
          <ac:chgData name="Stanley Rodrick" userId="8969fbcc-7c96-46fb-a663-9e2e5920ff04" providerId="ADAL" clId="{5BB5B0A5-DD13-A344-A04C-7FD46DB068DE}" dt="2022-06-13T19:14:09.437" v="3345" actId="1076"/>
          <ac:graphicFrameMkLst>
            <pc:docMk/>
            <pc:sldMk cId="186578168" sldId="359"/>
            <ac:graphicFrameMk id="11" creationId="{60725432-A806-7451-4A0C-C159144585BB}"/>
          </ac:graphicFrameMkLst>
        </pc:graphicFrameChg>
      </pc:sldChg>
      <pc:sldChg chg="addSp delSp modSp add mod">
        <pc:chgData name="Stanley Rodrick" userId="8969fbcc-7c96-46fb-a663-9e2e5920ff04" providerId="ADAL" clId="{5BB5B0A5-DD13-A344-A04C-7FD46DB068DE}" dt="2022-06-14T14:41:10.969" v="4069"/>
        <pc:sldMkLst>
          <pc:docMk/>
          <pc:sldMk cId="3591671003" sldId="361"/>
        </pc:sldMkLst>
        <pc:spChg chg="add del mod">
          <ac:chgData name="Stanley Rodrick" userId="8969fbcc-7c96-46fb-a663-9e2e5920ff04" providerId="ADAL" clId="{5BB5B0A5-DD13-A344-A04C-7FD46DB068DE}" dt="2022-06-14T14:41:10.969" v="4069"/>
          <ac:spMkLst>
            <pc:docMk/>
            <pc:sldMk cId="3591671003" sldId="361"/>
            <ac:spMk id="3" creationId="{DD287D43-7FDA-CD0F-3E0E-F1CD2B3761E4}"/>
          </ac:spMkLst>
        </pc:spChg>
        <pc:spChg chg="mod">
          <ac:chgData name="Stanley Rodrick" userId="8969fbcc-7c96-46fb-a663-9e2e5920ff04" providerId="ADAL" clId="{5BB5B0A5-DD13-A344-A04C-7FD46DB068DE}" dt="2022-06-14T14:35:33.402" v="3707" actId="20577"/>
          <ac:spMkLst>
            <pc:docMk/>
            <pc:sldMk cId="3591671003" sldId="361"/>
            <ac:spMk id="7" creationId="{FAAC289D-1BE6-49AF-5734-82E82C185125}"/>
          </ac:spMkLst>
        </pc:spChg>
        <pc:spChg chg="mod">
          <ac:chgData name="Stanley Rodrick" userId="8969fbcc-7c96-46fb-a663-9e2e5920ff04" providerId="ADAL" clId="{5BB5B0A5-DD13-A344-A04C-7FD46DB068DE}" dt="2022-06-14T14:40:47.272" v="4065" actId="1076"/>
          <ac:spMkLst>
            <pc:docMk/>
            <pc:sldMk cId="3591671003" sldId="361"/>
            <ac:spMk id="9" creationId="{F2EF5A2D-E8CA-4D67-982A-FA37A8A11B6C}"/>
          </ac:spMkLst>
        </pc:spChg>
        <pc:spChg chg="add mod">
          <ac:chgData name="Stanley Rodrick" userId="8969fbcc-7c96-46fb-a663-9e2e5920ff04" providerId="ADAL" clId="{5BB5B0A5-DD13-A344-A04C-7FD46DB068DE}" dt="2022-06-14T14:40:33.992" v="4060" actId="404"/>
          <ac:spMkLst>
            <pc:docMk/>
            <pc:sldMk cId="3591671003" sldId="361"/>
            <ac:spMk id="11" creationId="{E328C2CA-EA72-0EF0-A5B7-061C7253C9EC}"/>
          </ac:spMkLst>
        </pc:spChg>
        <pc:spChg chg="add mod">
          <ac:chgData name="Stanley Rodrick" userId="8969fbcc-7c96-46fb-a663-9e2e5920ff04" providerId="ADAL" clId="{5BB5B0A5-DD13-A344-A04C-7FD46DB068DE}" dt="2022-06-14T14:40:44.074" v="4064" actId="1076"/>
          <ac:spMkLst>
            <pc:docMk/>
            <pc:sldMk cId="3591671003" sldId="361"/>
            <ac:spMk id="12" creationId="{BC9A1E9F-2C13-5ECF-1BBA-AADFF0509704}"/>
          </ac:spMkLst>
        </pc:spChg>
        <pc:spChg chg="add mod">
          <ac:chgData name="Stanley Rodrick" userId="8969fbcc-7c96-46fb-a663-9e2e5920ff04" providerId="ADAL" clId="{5BB5B0A5-DD13-A344-A04C-7FD46DB068DE}" dt="2022-06-14T14:40:58.588" v="4067" actId="313"/>
          <ac:spMkLst>
            <pc:docMk/>
            <pc:sldMk cId="3591671003" sldId="361"/>
            <ac:spMk id="13" creationId="{DC5857E6-63E3-D60A-93FD-5E6B4318D2F7}"/>
          </ac:spMkLst>
        </pc:spChg>
        <pc:graphicFrameChg chg="del">
          <ac:chgData name="Stanley Rodrick" userId="8969fbcc-7c96-46fb-a663-9e2e5920ff04" providerId="ADAL" clId="{5BB5B0A5-DD13-A344-A04C-7FD46DB068DE}" dt="2022-06-14T14:35:18.628" v="3700" actId="478"/>
          <ac:graphicFrameMkLst>
            <pc:docMk/>
            <pc:sldMk cId="3591671003" sldId="361"/>
            <ac:graphicFrameMk id="2" creationId="{C79DD51B-44C6-43E7-3D3F-79189490AAF3}"/>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6T04:02:03.045"/>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6T04:02:04.857"/>
    </inkml:context>
    <inkml:brush xml:id="br0">
      <inkml:brushProperty name="width" value="0.1" units="cm"/>
      <inkml:brushProperty name="height" value="0.1" units="cm"/>
      <inkml:brushProperty name="color" value="#AE198D"/>
      <inkml:brushProperty name="inkEffects" value="galaxy"/>
      <inkml:brushProperty name="anchorX" value="-1016"/>
      <inkml:brushProperty name="anchorY" value="-1016"/>
      <inkml:brushProperty name="scaleFactor" value="0.5"/>
    </inkml:brush>
  </inkml:definitions>
  <inkml:trace contextRef="#ctx0" brushRef="#br0">0 0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6T04:02:05.049"/>
    </inkml:context>
    <inkml:brush xml:id="br0">
      <inkml:brushProperty name="width" value="0.1" units="cm"/>
      <inkml:brushProperty name="height" value="0.1" units="cm"/>
      <inkml:brushProperty name="color" value="#AE198D"/>
      <inkml:brushProperty name="inkEffects" value="galaxy"/>
      <inkml:brushProperty name="anchorX" value="-2032"/>
      <inkml:brushProperty name="anchorY" value="-2032"/>
      <inkml:brushProperty name="scaleFactor" value="0.5"/>
    </inkml:brush>
  </inkml:definitions>
  <inkml:trace contextRef="#ctx0" brushRef="#br0">0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6T04:02:05.233"/>
    </inkml:context>
    <inkml:brush xml:id="br0">
      <inkml:brushProperty name="width" value="0.1" units="cm"/>
      <inkml:brushProperty name="height" value="0.1" units="cm"/>
      <inkml:brushProperty name="color" value="#AE198D"/>
      <inkml:brushProperty name="inkEffects" value="galaxy"/>
      <inkml:brushProperty name="anchorX" value="-3048"/>
      <inkml:brushProperty name="anchorY" value="-3048"/>
      <inkml:brushProperty name="scaleFactor" value="0.5"/>
    </inkml:brush>
  </inkml:definitions>
  <inkml:trace contextRef="#ctx0" brushRef="#br0">0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35.528"/>
    </inkml:context>
    <inkml:brush xml:id="br0">
      <inkml:brushProperty name="width" value="0.1" units="cm"/>
      <inkml:brushProperty name="height" value="0.1" units="cm"/>
      <inkml:brushProperty name="color" value="#AE198D"/>
      <inkml:brushProperty name="inkEffects" value="galaxy"/>
      <inkml:brushProperty name="anchorX" value="-51641.63672"/>
      <inkml:brushProperty name="anchorY" value="-31299.51367"/>
      <inkml:brushProperty name="scaleFactor" value="0.5"/>
    </inkml:brush>
  </inkml:definitions>
  <inkml:trace contextRef="#ctx0" brushRef="#br0">0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36.962"/>
    </inkml:context>
    <inkml:brush xml:id="br0">
      <inkml:brushProperty name="width" value="0.1" units="cm"/>
      <inkml:brushProperty name="height" value="0.1" units="cm"/>
      <inkml:brushProperty name="color" value="#AE198D"/>
      <inkml:brushProperty name="inkEffects" value="galaxy"/>
      <inkml:brushProperty name="anchorX" value="-52657.63672"/>
      <inkml:brushProperty name="anchorY" value="-32315.51367"/>
      <inkml:brushProperty name="scaleFactor" value="0.5"/>
    </inkml:brush>
  </inkml:definitions>
  <inkml:trace contextRef="#ctx0" brushRef="#br0">0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38.415"/>
    </inkml:context>
    <inkml:brush xml:id="br0">
      <inkml:brushProperty name="width" value="0.1" units="cm"/>
      <inkml:brushProperty name="height" value="0.1" units="cm"/>
      <inkml:brushProperty name="color" value="#AE198D"/>
      <inkml:brushProperty name="inkEffects" value="galaxy"/>
      <inkml:brushProperty name="anchorX" value="-53673.63672"/>
      <inkml:brushProperty name="anchorY" value="-33331.51172"/>
      <inkml:brushProperty name="scaleFactor" value="0.5"/>
    </inkml:brush>
  </inkml:definitions>
  <inkml:trace contextRef="#ctx0" brushRef="#br0">0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43.278"/>
    </inkml:context>
    <inkml:brush xml:id="br0">
      <inkml:brushProperty name="width" value="0.1" units="cm"/>
      <inkml:brushProperty name="height" value="0.1" units="cm"/>
      <inkml:brushProperty name="color" value="#AE198D"/>
      <inkml:brushProperty name="inkEffects" value="galaxy"/>
      <inkml:brushProperty name="anchorX" value="-54689.63672"/>
      <inkml:brushProperty name="anchorY" value="-34347.51172"/>
      <inkml:brushProperty name="scaleFactor" value="0.5"/>
    </inkml:brush>
  </inkml:definitions>
  <inkml:trace contextRef="#ctx0" brushRef="#br0">1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44.115"/>
    </inkml:context>
    <inkml:brush xml:id="br0">
      <inkml:brushProperty name="width" value="0.1" units="cm"/>
      <inkml:brushProperty name="height" value="0.1" units="cm"/>
      <inkml:brushProperty name="color" value="#AE198D"/>
      <inkml:brushProperty name="inkEffects" value="galaxy"/>
      <inkml:brushProperty name="anchorX" value="-55705.63672"/>
      <inkml:brushProperty name="anchorY" value="-35363.51172"/>
      <inkml:brushProperty name="scaleFactor" value="0.5"/>
    </inkml:brush>
  </inkml:definitions>
  <inkml:trace contextRef="#ctx0" brushRef="#br0">1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6:37:44.307"/>
    </inkml:context>
    <inkml:brush xml:id="br0">
      <inkml:brushProperty name="width" value="0.1" units="cm"/>
      <inkml:brushProperty name="height" value="0.1" units="cm"/>
      <inkml:brushProperty name="color" value="#AE198D"/>
      <inkml:brushProperty name="inkEffects" value="galaxy"/>
      <inkml:brushProperty name="anchorX" value="-56721.63672"/>
      <inkml:brushProperty name="anchorY" value="-36379.51172"/>
      <inkml:brushProperty name="scaleFactor" value="0.5"/>
    </inkml:brush>
  </inkml:definitions>
  <inkml:trace contextRef="#ctx0" brushRef="#br0">1 0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6T04:07:42.68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4:43:52.940"/>
    </inkml:context>
    <inkml:brush xml:id="br0">
      <inkml:brushProperty name="width" value="0.05" units="cm"/>
      <inkml:brushProperty name="height" value="0.05" units="cm"/>
      <inkml:brushProperty name="color" value="#E71224"/>
    </inkml:brush>
  </inkml:definitions>
  <inkml:trace contextRef="#ctx0" brushRef="#br0">1 1 24575,'0'6'0,"0"8"0,0 8 0,0 6 0,0 10 0,0 4 0,0 2 0,0-1 0,6-8 0,2-3 0,5-2 0,1-6-8191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4:45:13.887"/>
    </inkml:context>
    <inkml:brush xml:id="br0">
      <inkml:brushProperty name="width" value="0.1" units="cm"/>
      <inkml:brushProperty name="height" value="0.1" units="cm"/>
      <inkml:brushProperty name="color" value="#AE198D"/>
      <inkml:brushProperty name="inkEffects" value="galaxy"/>
      <inkml:brushProperty name="anchorX" value="-4308.43555"/>
      <inkml:brushProperty name="anchorY" value="-18187.85742"/>
      <inkml:brushProperty name="scaleFactor" value="0.5"/>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4:45:44.638"/>
    </inkml:context>
    <inkml:brush xml:id="br0">
      <inkml:brushProperty name="width" value="0.1" units="cm"/>
      <inkml:brushProperty name="height" value="0.1" units="cm"/>
      <inkml:brushProperty name="color" value="#AE198D"/>
      <inkml:brushProperty name="inkEffects" value="galaxy"/>
      <inkml:brushProperty name="anchorX" value="-5324.43555"/>
      <inkml:brushProperty name="anchorY" value="-19203.85742"/>
      <inkml:brushProperty name="scaleFactor" value="0.5"/>
    </inkml:brush>
  </inkml:definitions>
  <inkml:trace contextRef="#ctx0" brushRef="#br0">0 1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4:47:51.053"/>
    </inkml:context>
    <inkml:brush xml:id="br0">
      <inkml:brushProperty name="width" value="0.1" units="cm"/>
      <inkml:brushProperty name="height" value="0.1" units="cm"/>
      <inkml:brushProperty name="color" value="#AE198D"/>
      <inkml:brushProperty name="inkEffects" value="galaxy"/>
      <inkml:brushProperty name="anchorX" value="-9226.68457"/>
      <inkml:brushProperty name="anchorY" value="-20263.72461"/>
      <inkml:brushProperty name="scaleFactor" value="0.5"/>
    </inkml:brush>
  </inkml:definitions>
  <inkml:trace contextRef="#ctx0" brushRef="#br0">1 0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09:10:32.110"/>
    </inkml:context>
    <inkml:brush xml:id="br0">
      <inkml:brushProperty name="width" value="0.05" units="cm"/>
      <inkml:brushProperty name="height" value="0.05" units="cm"/>
      <inkml:brushProperty name="color" value="#E71224"/>
    </inkml:brush>
  </inkml:definitions>
  <inkml:trace contextRef="#ctx0" brushRef="#br0">0 0 24575,'0'3566'-1365,"0"-3527"-5461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4:57:46.414"/>
    </inkml:context>
    <inkml:brush xml:id="br0">
      <inkml:brushProperty name="width" value="0.05" units="cm"/>
      <inkml:brushProperty name="height" value="0.05" units="cm"/>
      <inkml:brushProperty name="color" value="#E71224"/>
    </inkml:brush>
  </inkml:definitions>
  <inkml:trace contextRef="#ctx0" brushRef="#br0">14 1 24575,'0'5'-9830,"0"10"8493,-6 0 5835,-1-1-6020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02:45.54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0:26.967"/>
    </inkml:context>
    <inkml:brush xml:id="br0">
      <inkml:brushProperty name="width" value="0.05" units="cm"/>
      <inkml:brushProperty name="height" value="0.05" units="cm"/>
      <inkml:brushProperty name="color" value="#E71224"/>
    </inkml:brush>
  </inkml:definitions>
  <inkml:trace contextRef="#ctx0" brushRef="#br0">0 729 24575,'0'-7'0,"0"-10"0,0-8 0,0-9 0,0-4 0,0-11 0,0-26 0,0-29 0,0-3 0,0 1 0,0 12 0,0 22-8191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0:29.093"/>
    </inkml:context>
    <inkml:brush xml:id="br0">
      <inkml:brushProperty name="width" value="0.05" units="cm"/>
      <inkml:brushProperty name="height" value="0.05" units="cm"/>
      <inkml:brushProperty name="color" value="#E71224"/>
    </inkml:brush>
  </inkml:definitions>
  <inkml:trace contextRef="#ctx0" brushRef="#br0">1 0 24575,'0'7'0,"0"10"0,0 8 0,7 8 0,2 6 0,0-4-8191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0:37.724"/>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1:35.252"/>
    </inkml:context>
    <inkml:brush xml:id="br0">
      <inkml:brushProperty name="width" value="0.05" units="cm"/>
      <inkml:brushProperty name="height" value="0.05" units="cm"/>
    </inkml:brush>
  </inkml:definitions>
  <inkml:trace contextRef="#ctx0" brushRef="#br0">0 44 24575,'0'-7'-9830,"0"-10"3277,0-2 14745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10.456"/>
    </inkml:context>
    <inkml:brush xml:id="br0">
      <inkml:brushProperty name="width" value="0.05" units="cm"/>
      <inkml:brushProperty name="height" value="0.05" units="cm"/>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11.421"/>
    </inkml:context>
    <inkml:brush xml:id="br0">
      <inkml:brushProperty name="width" value="0.05" units="cm"/>
      <inkml:brushProperty name="height" value="0.05" units="cm"/>
    </inkml:brush>
  </inkml:definitions>
  <inkml:trace contextRef="#ctx0" brushRef="#br0">1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43.342"/>
    </inkml:context>
    <inkml:brush xml:id="br0">
      <inkml:brushProperty name="width" value="0.05" units="cm"/>
      <inkml:brushProperty name="height" value="0.05" units="cm"/>
    </inkml:brush>
  </inkml:definitions>
  <inkml:trace contextRef="#ctx0" brushRef="#br0">0 0 24575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44.125"/>
    </inkml:context>
    <inkml:brush xml:id="br0">
      <inkml:brushProperty name="width" value="0.05" units="cm"/>
      <inkml:brushProperty name="height" value="0.05" units="cm"/>
    </inkml:brush>
  </inkml:definitions>
  <inkml:trace contextRef="#ctx0" brushRef="#br0">0 0 24575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44.989"/>
    </inkml:context>
    <inkml:brush xml:id="br0">
      <inkml:brushProperty name="width" value="0.05" units="cm"/>
      <inkml:brushProperty name="height" value="0.05" units="cm"/>
    </inkml:brush>
  </inkml:definitions>
  <inkml:trace contextRef="#ctx0" brushRef="#br0">1 0 24575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3:45.886"/>
    </inkml:context>
    <inkml:brush xml:id="br0">
      <inkml:brushProperty name="width" value="0.05" units="cm"/>
      <inkml:brushProperty name="height" value="0.05" units="cm"/>
    </inkml:brush>
  </inkml:definitions>
  <inkml:trace contextRef="#ctx0" brushRef="#br0">1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8T05:15:18.61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E4D82668-9622-574B-A802-081D4F2EEBBD}" type="datetimeFigureOut">
              <a:rPr lang="en-BD" smtClean="0"/>
              <a:t>11/04/2025</a:t>
            </a:fld>
            <a:endParaRPr lang="en-BD"/>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D5130B4-64AC-F94B-9604-4C702FE95C5B}" type="slidenum">
              <a:rPr lang="en-BD" smtClean="0"/>
              <a:t>‹#›</a:t>
            </a:fld>
            <a:endParaRPr lang="en-BD"/>
          </a:p>
        </p:txBody>
      </p:sp>
    </p:spTree>
    <p:extLst>
      <p:ext uri="{BB962C8B-B14F-4D97-AF65-F5344CB8AC3E}">
        <p14:creationId xmlns:p14="http://schemas.microsoft.com/office/powerpoint/2010/main" val="1911623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a:p>
        </p:txBody>
      </p:sp>
      <p:sp>
        <p:nvSpPr>
          <p:cNvPr id="4" name="Slide Number Placeholder 3"/>
          <p:cNvSpPr>
            <a:spLocks noGrp="1"/>
          </p:cNvSpPr>
          <p:nvPr>
            <p:ph type="sldNum" sz="quarter" idx="5"/>
          </p:nvPr>
        </p:nvSpPr>
        <p:spPr/>
        <p:txBody>
          <a:bodyPr/>
          <a:lstStyle/>
          <a:p>
            <a:fld id="{1D5130B4-64AC-F94B-9604-4C702FE95C5B}" type="slidenum">
              <a:rPr lang="en-BD" smtClean="0"/>
              <a:t>53</a:t>
            </a:fld>
            <a:endParaRPr lang="en-BD"/>
          </a:p>
        </p:txBody>
      </p:sp>
    </p:spTree>
    <p:extLst>
      <p:ext uri="{BB962C8B-B14F-4D97-AF65-F5344CB8AC3E}">
        <p14:creationId xmlns:p14="http://schemas.microsoft.com/office/powerpoint/2010/main" val="529709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a:p>
        </p:txBody>
      </p:sp>
      <p:sp>
        <p:nvSpPr>
          <p:cNvPr id="4" name="Slide Number Placeholder 3"/>
          <p:cNvSpPr>
            <a:spLocks noGrp="1"/>
          </p:cNvSpPr>
          <p:nvPr>
            <p:ph type="sldNum" sz="quarter" idx="5"/>
          </p:nvPr>
        </p:nvSpPr>
        <p:spPr/>
        <p:txBody>
          <a:bodyPr/>
          <a:lstStyle/>
          <a:p>
            <a:fld id="{1D5130B4-64AC-F94B-9604-4C702FE95C5B}" type="slidenum">
              <a:rPr lang="en-BD" smtClean="0"/>
              <a:t>54</a:t>
            </a:fld>
            <a:endParaRPr lang="en-BD"/>
          </a:p>
        </p:txBody>
      </p:sp>
    </p:spTree>
    <p:extLst>
      <p:ext uri="{BB962C8B-B14F-4D97-AF65-F5344CB8AC3E}">
        <p14:creationId xmlns:p14="http://schemas.microsoft.com/office/powerpoint/2010/main" val="855762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a:p>
        </p:txBody>
      </p:sp>
      <p:sp>
        <p:nvSpPr>
          <p:cNvPr id="4" name="Slide Number Placeholder 3"/>
          <p:cNvSpPr>
            <a:spLocks noGrp="1"/>
          </p:cNvSpPr>
          <p:nvPr>
            <p:ph type="sldNum" sz="quarter" idx="5"/>
          </p:nvPr>
        </p:nvSpPr>
        <p:spPr/>
        <p:txBody>
          <a:bodyPr/>
          <a:lstStyle/>
          <a:p>
            <a:fld id="{1D5130B4-64AC-F94B-9604-4C702FE95C5B}" type="slidenum">
              <a:rPr lang="en-BD" smtClean="0"/>
              <a:t>55</a:t>
            </a:fld>
            <a:endParaRPr lang="en-BD"/>
          </a:p>
        </p:txBody>
      </p:sp>
    </p:spTree>
    <p:extLst>
      <p:ext uri="{BB962C8B-B14F-4D97-AF65-F5344CB8AC3E}">
        <p14:creationId xmlns:p14="http://schemas.microsoft.com/office/powerpoint/2010/main" val="267895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a:p>
        </p:txBody>
      </p:sp>
      <p:sp>
        <p:nvSpPr>
          <p:cNvPr id="4" name="Slide Number Placeholder 3"/>
          <p:cNvSpPr>
            <a:spLocks noGrp="1"/>
          </p:cNvSpPr>
          <p:nvPr>
            <p:ph type="sldNum" sz="quarter" idx="5"/>
          </p:nvPr>
        </p:nvSpPr>
        <p:spPr/>
        <p:txBody>
          <a:bodyPr/>
          <a:lstStyle/>
          <a:p>
            <a:fld id="{1D5130B4-64AC-F94B-9604-4C702FE95C5B}" type="slidenum">
              <a:rPr lang="en-BD" smtClean="0"/>
              <a:t>56</a:t>
            </a:fld>
            <a:endParaRPr lang="en-BD"/>
          </a:p>
        </p:txBody>
      </p:sp>
    </p:spTree>
    <p:extLst>
      <p:ext uri="{BB962C8B-B14F-4D97-AF65-F5344CB8AC3E}">
        <p14:creationId xmlns:p14="http://schemas.microsoft.com/office/powerpoint/2010/main" val="4044606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a:p>
        </p:txBody>
      </p:sp>
      <p:sp>
        <p:nvSpPr>
          <p:cNvPr id="4" name="Slide Number Placeholder 3"/>
          <p:cNvSpPr>
            <a:spLocks noGrp="1"/>
          </p:cNvSpPr>
          <p:nvPr>
            <p:ph type="sldNum" sz="quarter" idx="5"/>
          </p:nvPr>
        </p:nvSpPr>
        <p:spPr/>
        <p:txBody>
          <a:bodyPr/>
          <a:lstStyle/>
          <a:p>
            <a:fld id="{1D5130B4-64AC-F94B-9604-4C702FE95C5B}" type="slidenum">
              <a:rPr lang="en-BD" smtClean="0"/>
              <a:t>57</a:t>
            </a:fld>
            <a:endParaRPr lang="en-BD"/>
          </a:p>
        </p:txBody>
      </p:sp>
    </p:spTree>
    <p:extLst>
      <p:ext uri="{BB962C8B-B14F-4D97-AF65-F5344CB8AC3E}">
        <p14:creationId xmlns:p14="http://schemas.microsoft.com/office/powerpoint/2010/main" val="761843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11/4/2025</a:t>
            </a:fld>
            <a:endParaRPr lang="en-US"/>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32B432-ACDA-4023-A761-2BAB76577B62}"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11/4/2025</a:t>
            </a:fld>
            <a:endParaRPr lang="en-US"/>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7F15D8-96D1-4781-BC50-CA8A088B2FE4}"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A96C99-B8F8-4528-BD05-0E16E943DC09}"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11/4/2025</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11/4/2025</a:t>
            </a:fld>
            <a:endParaRPr lang="en-US"/>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4F40B7-36AB-4376-BE14-EF7004D79BB9}"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87CAB8-DCAE-46A5-AADA-B3FAD11A54E0}"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10073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28255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710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06384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058864"/>
            <a:ext cx="5723467" cy="4941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34667" y="1058864"/>
            <a:ext cx="5725584" cy="4941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5510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8687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53095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363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41873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098875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91831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53976"/>
            <a:ext cx="3048000" cy="59467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53976"/>
            <a:ext cx="8940800" cy="5946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73959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53976"/>
            <a:ext cx="12192000" cy="917575"/>
          </a:xfrm>
        </p:spPr>
        <p:txBody>
          <a:bodyPr/>
          <a:lstStyle/>
          <a:p>
            <a:r>
              <a:rPr lang="en-US"/>
              <a:t>Click to edit Master title style</a:t>
            </a:r>
          </a:p>
        </p:txBody>
      </p:sp>
      <p:sp>
        <p:nvSpPr>
          <p:cNvPr id="3" name="Table Placeholder 2"/>
          <p:cNvSpPr>
            <a:spLocks noGrp="1"/>
          </p:cNvSpPr>
          <p:nvPr>
            <p:ph type="tbl" idx="1"/>
          </p:nvPr>
        </p:nvSpPr>
        <p:spPr>
          <a:xfrm>
            <a:off x="508000" y="1058864"/>
            <a:ext cx="11652251" cy="4941887"/>
          </a:xfrm>
        </p:spPr>
        <p:txBody>
          <a:bodyPr/>
          <a:lstStyle/>
          <a:p>
            <a:pPr lvl="0"/>
            <a:endParaRPr lang="en-US" noProof="0"/>
          </a:p>
        </p:txBody>
      </p:sp>
    </p:spTree>
    <p:extLst>
      <p:ext uri="{BB962C8B-B14F-4D97-AF65-F5344CB8AC3E}">
        <p14:creationId xmlns:p14="http://schemas.microsoft.com/office/powerpoint/2010/main" val="3362678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11/4/2025</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4817" y="1"/>
            <a:ext cx="12192000" cy="968375"/>
          </a:xfrm>
          <a:prstGeom prst="rect">
            <a:avLst/>
          </a:prstGeom>
          <a:gradFill rotWithShape="1">
            <a:gsLst>
              <a:gs pos="0">
                <a:srgbClr val="74B632">
                  <a:alpha val="35999"/>
                </a:srgbClr>
              </a:gs>
              <a:gs pos="100000">
                <a:srgbClr val="BCDD7B">
                  <a:alpha val="28998"/>
                </a:srgbClr>
              </a:gs>
            </a:gsLst>
            <a:lin ang="0" scaled="1"/>
          </a:gradFill>
          <a:ln w="9525">
            <a:noFill/>
            <a:miter lim="800000"/>
            <a:headEnd/>
            <a:tailEnd/>
          </a:ln>
        </p:spPr>
        <p:txBody>
          <a:bodyPr wrap="none" anchor="ctr"/>
          <a:lstStyle/>
          <a:p>
            <a:pPr eaLnBrk="1" hangingPunct="1">
              <a:defRPr/>
            </a:pPr>
            <a:endParaRPr lang="en-US" sz="1800">
              <a:latin typeface="Arial" charset="0"/>
            </a:endParaRPr>
          </a:p>
        </p:txBody>
      </p:sp>
      <p:sp>
        <p:nvSpPr>
          <p:cNvPr id="110595" name="AutoShape 3"/>
          <p:cNvSpPr>
            <a:spLocks noChangeArrowheads="1"/>
          </p:cNvSpPr>
          <p:nvPr/>
        </p:nvSpPr>
        <p:spPr bwMode="auto">
          <a:xfrm rot="1048392">
            <a:off x="194734" y="100013"/>
            <a:ext cx="5818717" cy="1817687"/>
          </a:xfrm>
          <a:custGeom>
            <a:avLst/>
            <a:gdLst>
              <a:gd name="G0" fmla="+- 10501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01"/>
              <a:gd name="G18" fmla="*/ 10501 1 2"/>
              <a:gd name="G19" fmla="+- G18 5400 0"/>
              <a:gd name="G20" fmla="cos G19 11796480"/>
              <a:gd name="G21" fmla="sin G19 11796480"/>
              <a:gd name="G22" fmla="+- G20 10800 0"/>
              <a:gd name="G23" fmla="+- G21 10800 0"/>
              <a:gd name="G24" fmla="+- 10800 0 G20"/>
              <a:gd name="G25" fmla="+- 10501 10800 0"/>
              <a:gd name="G26" fmla="?: G9 G17 G25"/>
              <a:gd name="G27" fmla="?: G9 0 21600"/>
              <a:gd name="G28" fmla="cos 10800 11796480"/>
              <a:gd name="G29" fmla="sin 10800 11796480"/>
              <a:gd name="G30" fmla="sin 10501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149 w 21600"/>
              <a:gd name="T15" fmla="*/ 10800 h 21600"/>
              <a:gd name="T16" fmla="*/ 10800 w 21600"/>
              <a:gd name="T17" fmla="*/ 299 h 21600"/>
              <a:gd name="T18" fmla="*/ 21451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rotWithShape="1">
            <a:gsLst>
              <a:gs pos="0">
                <a:schemeClr val="accent1"/>
              </a:gs>
              <a:gs pos="100000">
                <a:schemeClr val="accent1">
                  <a:gamma/>
                  <a:tint val="30196"/>
                  <a:invGamma/>
                </a:schemeClr>
              </a:gs>
            </a:gsLst>
            <a:lin ang="0" scaled="1"/>
          </a:gradFill>
          <a:ln w="9525">
            <a:noFill/>
            <a:miter lim="800000"/>
            <a:headEnd/>
            <a:tailEnd/>
          </a:ln>
          <a:effectLst/>
        </p:spPr>
        <p:txBody>
          <a:bodyPr wrap="none" anchor="ctr"/>
          <a:lstStyle/>
          <a:p>
            <a:pPr eaLnBrk="1" hangingPunct="1">
              <a:defRPr/>
            </a:pPr>
            <a:endParaRPr lang="en-US" sz="1800">
              <a:latin typeface="Arial" charset="0"/>
            </a:endParaRPr>
          </a:p>
        </p:txBody>
      </p:sp>
      <p:sp>
        <p:nvSpPr>
          <p:cNvPr id="1028" name="Oval 4"/>
          <p:cNvSpPr>
            <a:spLocks noChangeArrowheads="1"/>
          </p:cNvSpPr>
          <p:nvPr/>
        </p:nvSpPr>
        <p:spPr bwMode="auto">
          <a:xfrm>
            <a:off x="275167" y="244475"/>
            <a:ext cx="3655484" cy="1430338"/>
          </a:xfrm>
          <a:prstGeom prst="ellipse">
            <a:avLst/>
          </a:prstGeom>
          <a:noFill/>
          <a:ln w="9525">
            <a:solidFill>
              <a:schemeClr val="bg1"/>
            </a:solidFill>
            <a:round/>
            <a:headEnd/>
            <a:tailEnd/>
          </a:ln>
        </p:spPr>
        <p:txBody>
          <a:bodyPr wrap="none" anchor="ctr"/>
          <a:lstStyle/>
          <a:p>
            <a:pPr eaLnBrk="1" hangingPunct="1">
              <a:defRPr/>
            </a:pPr>
            <a:endParaRPr lang="en-US" sz="1800">
              <a:latin typeface="Arial" charset="0"/>
            </a:endParaRPr>
          </a:p>
        </p:txBody>
      </p:sp>
      <p:sp>
        <p:nvSpPr>
          <p:cNvPr id="1029" name="Arc 5"/>
          <p:cNvSpPr>
            <a:spLocks/>
          </p:cNvSpPr>
          <p:nvPr/>
        </p:nvSpPr>
        <p:spPr bwMode="auto">
          <a:xfrm flipV="1">
            <a:off x="232834" y="1455739"/>
            <a:ext cx="11899900" cy="3609975"/>
          </a:xfrm>
          <a:custGeom>
            <a:avLst/>
            <a:gdLst>
              <a:gd name="T0" fmla="*/ 0 w 21600"/>
              <a:gd name="T1" fmla="*/ 0 h 21600"/>
              <a:gd name="T2" fmla="*/ 8924925 w 21600"/>
              <a:gd name="T3" fmla="*/ 3609975 h 21600"/>
              <a:gd name="T4" fmla="*/ 0 w 21600"/>
              <a:gd name="T5" fmla="*/ 36099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76200">
            <a:solidFill>
              <a:srgbClr val="ECF3D9"/>
            </a:solidFill>
            <a:round/>
            <a:headEnd/>
            <a:tailEnd/>
          </a:ln>
        </p:spPr>
        <p:txBody>
          <a:bodyPr wrap="none" anchor="ctr"/>
          <a:lstStyle/>
          <a:p>
            <a:pPr>
              <a:defRPr/>
            </a:pPr>
            <a:endParaRPr lang="en-US" sz="1800">
              <a:latin typeface="Arial" charset="0"/>
            </a:endParaRPr>
          </a:p>
        </p:txBody>
      </p:sp>
      <p:sp>
        <p:nvSpPr>
          <p:cNvPr id="1030" name="Arc 6"/>
          <p:cNvSpPr>
            <a:spLocks/>
          </p:cNvSpPr>
          <p:nvPr/>
        </p:nvSpPr>
        <p:spPr bwMode="auto">
          <a:xfrm flipV="1">
            <a:off x="245534" y="1443039"/>
            <a:ext cx="11899900" cy="3609975"/>
          </a:xfrm>
          <a:custGeom>
            <a:avLst/>
            <a:gdLst>
              <a:gd name="T0" fmla="*/ 0 w 21600"/>
              <a:gd name="T1" fmla="*/ 0 h 21600"/>
              <a:gd name="T2" fmla="*/ 8924925 w 21600"/>
              <a:gd name="T3" fmla="*/ 3609975 h 21600"/>
              <a:gd name="T4" fmla="*/ 0 w 21600"/>
              <a:gd name="T5" fmla="*/ 36099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76200">
            <a:solidFill>
              <a:srgbClr val="FDF8F5"/>
            </a:solidFill>
            <a:round/>
            <a:headEnd/>
            <a:tailEnd/>
          </a:ln>
        </p:spPr>
        <p:txBody>
          <a:bodyPr wrap="none" anchor="ctr"/>
          <a:lstStyle/>
          <a:p>
            <a:pPr>
              <a:defRPr/>
            </a:pPr>
            <a:endParaRPr lang="en-US" sz="1800">
              <a:latin typeface="Arial" charset="0"/>
            </a:endParaRPr>
          </a:p>
        </p:txBody>
      </p:sp>
      <p:sp>
        <p:nvSpPr>
          <p:cNvPr id="1031" name="Rectangle 7"/>
          <p:cNvSpPr>
            <a:spLocks noChangeArrowheads="1"/>
          </p:cNvSpPr>
          <p:nvPr/>
        </p:nvSpPr>
        <p:spPr bwMode="auto">
          <a:xfrm>
            <a:off x="2117" y="1412875"/>
            <a:ext cx="262467" cy="3663950"/>
          </a:xfrm>
          <a:prstGeom prst="rect">
            <a:avLst/>
          </a:prstGeom>
          <a:gradFill rotWithShape="1">
            <a:gsLst>
              <a:gs pos="0">
                <a:schemeClr val="accent2"/>
              </a:gs>
              <a:gs pos="100000">
                <a:schemeClr val="bg1"/>
              </a:gs>
            </a:gsLst>
            <a:lin ang="5400000" scaled="1"/>
          </a:gradFill>
          <a:ln w="9525">
            <a:noFill/>
            <a:miter lim="800000"/>
            <a:headEnd/>
            <a:tailEnd/>
          </a:ln>
        </p:spPr>
        <p:txBody>
          <a:bodyPr wrap="none" anchor="ctr"/>
          <a:lstStyle/>
          <a:p>
            <a:pPr eaLnBrk="1" hangingPunct="1">
              <a:defRPr/>
            </a:pPr>
            <a:endParaRPr lang="en-US" sz="1800">
              <a:latin typeface="Arial" charset="0"/>
            </a:endParaRPr>
          </a:p>
        </p:txBody>
      </p:sp>
      <p:sp>
        <p:nvSpPr>
          <p:cNvPr id="1032" name="AutoShape 8"/>
          <p:cNvSpPr>
            <a:spLocks noChangeArrowheads="1"/>
          </p:cNvSpPr>
          <p:nvPr/>
        </p:nvSpPr>
        <p:spPr bwMode="auto">
          <a:xfrm rot="19091696" flipV="1">
            <a:off x="6182785" y="304801"/>
            <a:ext cx="5818716" cy="2371725"/>
          </a:xfrm>
          <a:custGeom>
            <a:avLst/>
            <a:gdLst>
              <a:gd name="T0" fmla="*/ 2182019 w 21600"/>
              <a:gd name="T1" fmla="*/ 0 h 21600"/>
              <a:gd name="T2" fmla="*/ 30104 w 21600"/>
              <a:gd name="T3" fmla="*/ 1185863 h 21600"/>
              <a:gd name="T4" fmla="*/ 2182019 w 21600"/>
              <a:gd name="T5" fmla="*/ 32831 h 21600"/>
              <a:gd name="T6" fmla="*/ 4333933 w 21600"/>
              <a:gd name="T7" fmla="*/ 1185863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w="9525">
            <a:noFill/>
            <a:miter lim="800000"/>
            <a:headEnd/>
            <a:tailEnd/>
          </a:ln>
        </p:spPr>
        <p:txBody>
          <a:bodyPr wrap="none" anchor="ctr"/>
          <a:lstStyle/>
          <a:p>
            <a:pPr>
              <a:defRPr/>
            </a:pPr>
            <a:endParaRPr lang="en-US" sz="1800">
              <a:latin typeface="Arial" charset="0"/>
            </a:endParaRPr>
          </a:p>
        </p:txBody>
      </p:sp>
      <p:sp>
        <p:nvSpPr>
          <p:cNvPr id="1033" name="AutoShape 9"/>
          <p:cNvSpPr>
            <a:spLocks noChangeArrowheads="1"/>
          </p:cNvSpPr>
          <p:nvPr/>
        </p:nvSpPr>
        <p:spPr bwMode="auto">
          <a:xfrm rot="18043304" flipV="1">
            <a:off x="6212681" y="5556"/>
            <a:ext cx="4364038" cy="3733800"/>
          </a:xfrm>
          <a:custGeom>
            <a:avLst/>
            <a:gdLst>
              <a:gd name="T0" fmla="*/ 2182019 w 21600"/>
              <a:gd name="T1" fmla="*/ 0 h 21600"/>
              <a:gd name="T2" fmla="*/ 30104 w 21600"/>
              <a:gd name="T3" fmla="*/ 1400175 h 21600"/>
              <a:gd name="T4" fmla="*/ 2182019 w 21600"/>
              <a:gd name="T5" fmla="*/ 38764 h 21600"/>
              <a:gd name="T6" fmla="*/ 4333934 w 21600"/>
              <a:gd name="T7" fmla="*/ 1400175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w="9525">
            <a:noFill/>
            <a:miter lim="800000"/>
            <a:headEnd/>
            <a:tailEnd/>
          </a:ln>
        </p:spPr>
        <p:txBody>
          <a:bodyPr wrap="none" anchor="ctr"/>
          <a:lstStyle/>
          <a:p>
            <a:pPr>
              <a:defRPr/>
            </a:pPr>
            <a:endParaRPr lang="en-US" sz="1800">
              <a:latin typeface="Arial" charset="0"/>
            </a:endParaRPr>
          </a:p>
        </p:txBody>
      </p:sp>
      <p:sp>
        <p:nvSpPr>
          <p:cNvPr id="110602" name="AutoShape 10"/>
          <p:cNvSpPr>
            <a:spLocks noChangeArrowheads="1"/>
          </p:cNvSpPr>
          <p:nvPr/>
        </p:nvSpPr>
        <p:spPr bwMode="auto">
          <a:xfrm>
            <a:off x="148167" y="9525"/>
            <a:ext cx="5818717" cy="1889125"/>
          </a:xfrm>
          <a:custGeom>
            <a:avLst/>
            <a:gdLst>
              <a:gd name="G0" fmla="+- 10501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01"/>
              <a:gd name="G18" fmla="*/ 10501 1 2"/>
              <a:gd name="G19" fmla="+- G18 5400 0"/>
              <a:gd name="G20" fmla="cos G19 11796480"/>
              <a:gd name="G21" fmla="sin G19 11796480"/>
              <a:gd name="G22" fmla="+- G20 10800 0"/>
              <a:gd name="G23" fmla="+- G21 10800 0"/>
              <a:gd name="G24" fmla="+- 10800 0 G20"/>
              <a:gd name="G25" fmla="+- 10501 10800 0"/>
              <a:gd name="G26" fmla="?: G9 G17 G25"/>
              <a:gd name="G27" fmla="?: G9 0 21600"/>
              <a:gd name="G28" fmla="cos 10800 11796480"/>
              <a:gd name="G29" fmla="sin 10800 11796480"/>
              <a:gd name="G30" fmla="sin 10501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149 w 21600"/>
              <a:gd name="T15" fmla="*/ 10800 h 21600"/>
              <a:gd name="T16" fmla="*/ 10800 w 21600"/>
              <a:gd name="T17" fmla="*/ 299 h 21600"/>
              <a:gd name="T18" fmla="*/ 21451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rotWithShape="1">
            <a:gsLst>
              <a:gs pos="0">
                <a:schemeClr val="accent1"/>
              </a:gs>
              <a:gs pos="100000">
                <a:schemeClr val="accent1">
                  <a:gamma/>
                  <a:tint val="30196"/>
                  <a:invGamma/>
                </a:schemeClr>
              </a:gs>
            </a:gsLst>
            <a:lin ang="0" scaled="1"/>
          </a:gradFill>
          <a:ln w="9525">
            <a:noFill/>
            <a:miter lim="800000"/>
            <a:headEnd/>
            <a:tailEnd/>
          </a:ln>
          <a:effectLst/>
        </p:spPr>
        <p:txBody>
          <a:bodyPr wrap="none" anchor="ctr"/>
          <a:lstStyle/>
          <a:p>
            <a:pPr eaLnBrk="1" hangingPunct="1">
              <a:defRPr/>
            </a:pPr>
            <a:endParaRPr lang="en-US" sz="1800">
              <a:latin typeface="Arial" charset="0"/>
            </a:endParaRPr>
          </a:p>
        </p:txBody>
      </p:sp>
      <p:sp>
        <p:nvSpPr>
          <p:cNvPr id="1035" name="Rectangle 11"/>
          <p:cNvSpPr>
            <a:spLocks noChangeArrowheads="1"/>
          </p:cNvSpPr>
          <p:nvPr/>
        </p:nvSpPr>
        <p:spPr bwMode="auto">
          <a:xfrm>
            <a:off x="14817" y="6351"/>
            <a:ext cx="277283" cy="1044575"/>
          </a:xfrm>
          <a:prstGeom prst="rect">
            <a:avLst/>
          </a:prstGeom>
          <a:gradFill rotWithShape="1">
            <a:gsLst>
              <a:gs pos="0">
                <a:schemeClr val="accent1"/>
              </a:gs>
              <a:gs pos="100000">
                <a:schemeClr val="hlink"/>
              </a:gs>
            </a:gsLst>
            <a:lin ang="5400000" scaled="1"/>
          </a:gradFill>
          <a:ln w="9525">
            <a:noFill/>
            <a:miter lim="800000"/>
            <a:headEnd/>
            <a:tailEnd/>
          </a:ln>
        </p:spPr>
        <p:txBody>
          <a:bodyPr wrap="none" anchor="ctr"/>
          <a:lstStyle/>
          <a:p>
            <a:pPr eaLnBrk="1" hangingPunct="1">
              <a:defRPr/>
            </a:pPr>
            <a:endParaRPr lang="en-US" sz="1800">
              <a:latin typeface="Arial" charset="0"/>
            </a:endParaRPr>
          </a:p>
        </p:txBody>
      </p:sp>
      <p:sp>
        <p:nvSpPr>
          <p:cNvPr id="1036" name="Rectangle 12"/>
          <p:cNvSpPr>
            <a:spLocks noChangeArrowheads="1"/>
          </p:cNvSpPr>
          <p:nvPr/>
        </p:nvSpPr>
        <p:spPr bwMode="auto">
          <a:xfrm>
            <a:off x="95252" y="969964"/>
            <a:ext cx="2239433" cy="71437"/>
          </a:xfrm>
          <a:prstGeom prst="rect">
            <a:avLst/>
          </a:prstGeom>
          <a:gradFill rotWithShape="1">
            <a:gsLst>
              <a:gs pos="0">
                <a:schemeClr val="hlink"/>
              </a:gs>
              <a:gs pos="100000">
                <a:srgbClr val="CEDE73"/>
              </a:gs>
            </a:gsLst>
            <a:lin ang="0" scaled="1"/>
          </a:gradFill>
          <a:ln w="9525">
            <a:noFill/>
            <a:miter lim="800000"/>
            <a:headEnd/>
            <a:tailEnd/>
          </a:ln>
        </p:spPr>
        <p:txBody>
          <a:bodyPr wrap="none" anchor="ctr"/>
          <a:lstStyle/>
          <a:p>
            <a:pPr eaLnBrk="1" hangingPunct="1">
              <a:defRPr/>
            </a:pPr>
            <a:endParaRPr lang="en-US" sz="1800">
              <a:latin typeface="Arial" charset="0"/>
            </a:endParaRPr>
          </a:p>
        </p:txBody>
      </p:sp>
      <p:sp>
        <p:nvSpPr>
          <p:cNvPr id="1037" name="Rectangle 13"/>
          <p:cNvSpPr>
            <a:spLocks noChangeArrowheads="1"/>
          </p:cNvSpPr>
          <p:nvPr/>
        </p:nvSpPr>
        <p:spPr bwMode="auto">
          <a:xfrm>
            <a:off x="2118" y="0"/>
            <a:ext cx="103716" cy="1843088"/>
          </a:xfrm>
          <a:prstGeom prst="rect">
            <a:avLst/>
          </a:prstGeom>
          <a:solidFill>
            <a:schemeClr val="accent2"/>
          </a:solidFill>
          <a:ln w="9525">
            <a:noFill/>
            <a:miter lim="800000"/>
            <a:headEnd/>
            <a:tailEnd/>
          </a:ln>
        </p:spPr>
        <p:txBody>
          <a:bodyPr wrap="none" anchor="ctr"/>
          <a:lstStyle/>
          <a:p>
            <a:pPr eaLnBrk="1" hangingPunct="1">
              <a:defRPr/>
            </a:pPr>
            <a:endParaRPr lang="en-US" sz="1800">
              <a:latin typeface="Arial" charset="0"/>
            </a:endParaRPr>
          </a:p>
        </p:txBody>
      </p:sp>
      <p:sp>
        <p:nvSpPr>
          <p:cNvPr id="1038" name="Rectangle 14"/>
          <p:cNvSpPr>
            <a:spLocks noChangeArrowheads="1"/>
          </p:cNvSpPr>
          <p:nvPr/>
        </p:nvSpPr>
        <p:spPr bwMode="auto">
          <a:xfrm>
            <a:off x="2321985" y="969964"/>
            <a:ext cx="2239433" cy="71437"/>
          </a:xfrm>
          <a:prstGeom prst="rect">
            <a:avLst/>
          </a:prstGeom>
          <a:gradFill rotWithShape="1">
            <a:gsLst>
              <a:gs pos="0">
                <a:srgbClr val="CEDE73"/>
              </a:gs>
              <a:gs pos="100000">
                <a:schemeClr val="accent2"/>
              </a:gs>
            </a:gsLst>
            <a:lin ang="0" scaled="1"/>
          </a:gradFill>
          <a:ln w="9525">
            <a:noFill/>
            <a:miter lim="800000"/>
            <a:headEnd/>
            <a:tailEnd/>
          </a:ln>
        </p:spPr>
        <p:txBody>
          <a:bodyPr wrap="none" anchor="ctr"/>
          <a:lstStyle/>
          <a:p>
            <a:pPr eaLnBrk="1" hangingPunct="1">
              <a:defRPr/>
            </a:pPr>
            <a:endParaRPr lang="en-US" sz="1800">
              <a:latin typeface="Arial" charset="0"/>
            </a:endParaRPr>
          </a:p>
        </p:txBody>
      </p:sp>
      <p:sp>
        <p:nvSpPr>
          <p:cNvPr id="1039" name="Rectangle 15"/>
          <p:cNvSpPr>
            <a:spLocks noChangeArrowheads="1"/>
          </p:cNvSpPr>
          <p:nvPr/>
        </p:nvSpPr>
        <p:spPr bwMode="auto">
          <a:xfrm>
            <a:off x="4548718" y="969964"/>
            <a:ext cx="2239433" cy="71437"/>
          </a:xfrm>
          <a:prstGeom prst="rect">
            <a:avLst/>
          </a:prstGeom>
          <a:gradFill rotWithShape="1">
            <a:gsLst>
              <a:gs pos="0">
                <a:schemeClr val="accent2"/>
              </a:gs>
              <a:gs pos="100000">
                <a:schemeClr val="tx2"/>
              </a:gs>
            </a:gsLst>
            <a:lin ang="0" scaled="1"/>
          </a:gradFill>
          <a:ln w="9525">
            <a:noFill/>
            <a:miter lim="800000"/>
            <a:headEnd/>
            <a:tailEnd/>
          </a:ln>
        </p:spPr>
        <p:txBody>
          <a:bodyPr wrap="none" anchor="ctr"/>
          <a:lstStyle/>
          <a:p>
            <a:pPr eaLnBrk="1" hangingPunct="1">
              <a:defRPr/>
            </a:pPr>
            <a:endParaRPr lang="en-US" sz="1800">
              <a:latin typeface="Arial" charset="0"/>
            </a:endParaRPr>
          </a:p>
        </p:txBody>
      </p:sp>
      <p:sp>
        <p:nvSpPr>
          <p:cNvPr id="1040" name="Rectangle 16"/>
          <p:cNvSpPr>
            <a:spLocks noChangeArrowheads="1"/>
          </p:cNvSpPr>
          <p:nvPr/>
        </p:nvSpPr>
        <p:spPr bwMode="auto">
          <a:xfrm>
            <a:off x="6760634" y="969964"/>
            <a:ext cx="4447117" cy="71437"/>
          </a:xfrm>
          <a:prstGeom prst="rect">
            <a:avLst/>
          </a:prstGeom>
          <a:gradFill rotWithShape="1">
            <a:gsLst>
              <a:gs pos="0">
                <a:schemeClr val="tx2"/>
              </a:gs>
              <a:gs pos="100000">
                <a:schemeClr val="bg1"/>
              </a:gs>
            </a:gsLst>
            <a:lin ang="0" scaled="1"/>
          </a:gradFill>
          <a:ln w="9525">
            <a:noFill/>
            <a:miter lim="800000"/>
            <a:headEnd/>
            <a:tailEnd/>
          </a:ln>
        </p:spPr>
        <p:txBody>
          <a:bodyPr wrap="none" anchor="ctr"/>
          <a:lstStyle/>
          <a:p>
            <a:pPr eaLnBrk="1" hangingPunct="1">
              <a:defRPr/>
            </a:pPr>
            <a:endParaRPr lang="en-US" sz="1800">
              <a:latin typeface="Arial" charset="0"/>
            </a:endParaRPr>
          </a:p>
        </p:txBody>
      </p:sp>
      <p:sp>
        <p:nvSpPr>
          <p:cNvPr id="110609" name="Rectangle 17"/>
          <p:cNvSpPr>
            <a:spLocks noChangeArrowheads="1"/>
          </p:cNvSpPr>
          <p:nvPr/>
        </p:nvSpPr>
        <p:spPr bwMode="auto">
          <a:xfrm>
            <a:off x="97368" y="917576"/>
            <a:ext cx="12069233" cy="5940425"/>
          </a:xfrm>
          <a:prstGeom prst="rect">
            <a:avLst/>
          </a:prstGeom>
          <a:gradFill rotWithShape="1">
            <a:gsLst>
              <a:gs pos="0">
                <a:schemeClr val="bg1">
                  <a:gamma/>
                  <a:tint val="0"/>
                  <a:invGamma/>
                </a:schemeClr>
              </a:gs>
              <a:gs pos="50000">
                <a:schemeClr val="bg1"/>
              </a:gs>
              <a:gs pos="100000">
                <a:schemeClr val="bg1">
                  <a:gamma/>
                  <a:tint val="0"/>
                  <a:invGamma/>
                </a:schemeClr>
              </a:gs>
            </a:gsLst>
            <a:lin ang="2700000" scaled="1"/>
          </a:gradFill>
          <a:ln w="9525">
            <a:noFill/>
            <a:miter lim="800000"/>
            <a:headEnd/>
            <a:tailEnd/>
          </a:ln>
          <a:effectLst/>
        </p:spPr>
        <p:txBody>
          <a:bodyPr wrap="none" anchor="ctr"/>
          <a:lstStyle/>
          <a:p>
            <a:pPr eaLnBrk="1" hangingPunct="1">
              <a:defRPr/>
            </a:pPr>
            <a:endParaRPr lang="en-US" sz="1800">
              <a:latin typeface="Arial" charset="0"/>
            </a:endParaRPr>
          </a:p>
        </p:txBody>
      </p:sp>
      <p:sp>
        <p:nvSpPr>
          <p:cNvPr id="110610" name="Rectangle 18"/>
          <p:cNvSpPr>
            <a:spLocks noGrp="1" noChangeArrowheads="1"/>
          </p:cNvSpPr>
          <p:nvPr>
            <p:ph type="title"/>
          </p:nvPr>
        </p:nvSpPr>
        <p:spPr bwMode="auto">
          <a:xfrm>
            <a:off x="0" y="53976"/>
            <a:ext cx="12192000" cy="9175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67" name="Rectangle 19"/>
          <p:cNvSpPr>
            <a:spLocks noGrp="1" noChangeArrowheads="1"/>
          </p:cNvSpPr>
          <p:nvPr>
            <p:ph type="body" idx="1"/>
          </p:nvPr>
        </p:nvSpPr>
        <p:spPr bwMode="auto">
          <a:xfrm>
            <a:off x="508000" y="1058864"/>
            <a:ext cx="11652251" cy="494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0612" name="Text Box 20"/>
          <p:cNvSpPr txBox="1">
            <a:spLocks noChangeArrowheads="1"/>
          </p:cNvSpPr>
          <p:nvPr userDrawn="1"/>
        </p:nvSpPr>
        <p:spPr bwMode="auto">
          <a:xfrm>
            <a:off x="203200" y="-57150"/>
            <a:ext cx="1117600" cy="336550"/>
          </a:xfrm>
          <a:prstGeom prst="rect">
            <a:avLst/>
          </a:prstGeom>
          <a:noFill/>
          <a:ln w="12700">
            <a:noFill/>
            <a:miter lim="800000"/>
            <a:headEnd/>
            <a:tailEnd/>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i="1">
                <a:solidFill>
                  <a:schemeClr val="hlink"/>
                </a:solidFill>
              </a:rPr>
              <a:t>3-</a:t>
            </a:r>
            <a:fld id="{007B23A0-43A4-421D-9141-B51C234B1567}" type="slidenum">
              <a:rPr lang="en-US" altLang="en-US" sz="1600" i="1">
                <a:solidFill>
                  <a:schemeClr val="hlink"/>
                </a:solidFill>
              </a:rPr>
              <a:pPr eaLnBrk="1" hangingPunct="1">
                <a:spcBef>
                  <a:spcPct val="50000"/>
                </a:spcBef>
              </a:pPr>
              <a:t>‹#›</a:t>
            </a:fld>
            <a:endParaRPr lang="en-US" altLang="en-US" sz="1600" b="1" i="1">
              <a:solidFill>
                <a:schemeClr val="hlink"/>
              </a:solidFill>
            </a:endParaRPr>
          </a:p>
        </p:txBody>
      </p:sp>
      <p:sp>
        <p:nvSpPr>
          <p:cNvPr id="1045" name="Text Box 21"/>
          <p:cNvSpPr txBox="1">
            <a:spLocks noChangeArrowheads="1"/>
          </p:cNvSpPr>
          <p:nvPr userDrawn="1"/>
        </p:nvSpPr>
        <p:spPr bwMode="auto">
          <a:xfrm>
            <a:off x="914400" y="-57150"/>
            <a:ext cx="10566400" cy="581025"/>
          </a:xfrm>
          <a:prstGeom prst="rect">
            <a:avLst/>
          </a:prstGeom>
          <a:noFill/>
          <a:ln w="9525">
            <a:noFill/>
            <a:miter lim="800000"/>
            <a:headEnd/>
            <a:tailEnd/>
          </a:ln>
        </p:spPr>
        <p:txBody>
          <a:bodyPr>
            <a:spAutoFit/>
          </a:bodyPr>
          <a:lstStyle/>
          <a:p>
            <a:pPr eaLnBrk="1" hangingPunct="1">
              <a:spcBef>
                <a:spcPct val="20000"/>
              </a:spcBef>
              <a:buClr>
                <a:schemeClr val="hlink"/>
              </a:buClr>
              <a:buSzPct val="70000"/>
              <a:buFont typeface="Symbol" pitchFamily="18" charset="2"/>
              <a:buNone/>
              <a:defRPr/>
            </a:pPr>
            <a:r>
              <a:rPr lang="en-US" sz="1600" i="1">
                <a:solidFill>
                  <a:schemeClr val="hlink"/>
                </a:solidFill>
                <a:latin typeface="Arial" charset="0"/>
              </a:rPr>
              <a:t>Forecasting</a:t>
            </a:r>
            <a:br>
              <a:rPr lang="en-US" sz="1600" b="1" i="1">
                <a:solidFill>
                  <a:schemeClr val="hlink"/>
                </a:solidFill>
                <a:latin typeface="Arial" charset="0"/>
              </a:rPr>
            </a:br>
            <a:endParaRPr lang="en-US" sz="1600" b="1" i="1">
              <a:solidFill>
                <a:schemeClr val="hlink"/>
              </a:solidFill>
              <a:latin typeface="Arial" charset="0"/>
            </a:endParaRPr>
          </a:p>
        </p:txBody>
      </p:sp>
    </p:spTree>
    <p:extLst>
      <p:ext uri="{BB962C8B-B14F-4D97-AF65-F5344CB8AC3E}">
        <p14:creationId xmlns:p14="http://schemas.microsoft.com/office/powerpoint/2010/main" val="21280287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2pPr>
      <a:lvl3pPr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3pPr>
      <a:lvl4pPr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4pPr>
      <a:lvl5pPr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5pPr>
      <a:lvl6pPr marL="457200" algn="ctr" rtl="0" fontAlgn="base">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6pPr>
      <a:lvl7pPr marL="914400" algn="ctr" rtl="0" fontAlgn="base">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7pPr>
      <a:lvl8pPr marL="1371600" algn="ctr" rtl="0" fontAlgn="base">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8pPr>
      <a:lvl9pPr marL="1828800" algn="ctr" rtl="0" fontAlgn="base">
        <a:spcBef>
          <a:spcPct val="0"/>
        </a:spcBef>
        <a:spcAft>
          <a:spcPct val="0"/>
        </a:spcAft>
        <a:defRPr sz="3600">
          <a:solidFill>
            <a:schemeClr val="tx2"/>
          </a:solidFill>
          <a:effectLst>
            <a:outerShdw blurRad="38100" dist="38100" dir="2700000" algn="tl">
              <a:srgbClr val="000000"/>
            </a:outerShdw>
          </a:effectLst>
          <a:latin typeface="Century Gothic" pitchFamily="34" charset="0"/>
        </a:defRPr>
      </a:lvl9pPr>
    </p:titleStyle>
    <p:bodyStyle>
      <a:lvl1pPr marL="231775" indent="-231775" algn="l" rtl="0" eaLnBrk="0" fontAlgn="base" hangingPunct="0">
        <a:spcBef>
          <a:spcPct val="20000"/>
        </a:spcBef>
        <a:spcAft>
          <a:spcPct val="0"/>
        </a:spcAft>
        <a:buClr>
          <a:schemeClr val="hlink"/>
        </a:buClr>
        <a:buSzPct val="70000"/>
        <a:buFont typeface="Symbol" panose="05050102010706020507" pitchFamily="18" charset="2"/>
        <a:buChar char="·"/>
        <a:defRPr sz="3200">
          <a:solidFill>
            <a:schemeClr val="tx1"/>
          </a:solidFill>
          <a:latin typeface="+mn-lt"/>
          <a:ea typeface="+mn-ea"/>
          <a:cs typeface="+mn-cs"/>
        </a:defRPr>
      </a:lvl1pPr>
      <a:lvl2pPr marL="566738" indent="-219075" algn="l" rtl="0" eaLnBrk="0" fontAlgn="base" hangingPunct="0">
        <a:spcBef>
          <a:spcPct val="20000"/>
        </a:spcBef>
        <a:spcAft>
          <a:spcPct val="0"/>
        </a:spcAft>
        <a:buClr>
          <a:schemeClr val="accent1"/>
        </a:buClr>
        <a:buSzPct val="70000"/>
        <a:buFont typeface="Symbol" panose="05050102010706020507" pitchFamily="18" charset="2"/>
        <a:buChar char="·"/>
        <a:defRPr sz="3000">
          <a:solidFill>
            <a:schemeClr val="tx1"/>
          </a:solidFill>
          <a:latin typeface="+mn-lt"/>
        </a:defRPr>
      </a:lvl2pPr>
      <a:lvl3pPr marL="914400" indent="-231775" algn="l" rtl="0" eaLnBrk="0" fontAlgn="base" hangingPunct="0">
        <a:spcBef>
          <a:spcPct val="20000"/>
        </a:spcBef>
        <a:spcAft>
          <a:spcPct val="0"/>
        </a:spcAft>
        <a:buClr>
          <a:schemeClr val="tx2"/>
        </a:buClr>
        <a:buSzPct val="70000"/>
        <a:buFont typeface="Symbol" panose="05050102010706020507" pitchFamily="18" charset="2"/>
        <a:buChar char="·"/>
        <a:defRPr sz="2800">
          <a:solidFill>
            <a:schemeClr val="tx1"/>
          </a:solidFill>
          <a:latin typeface="+mn-lt"/>
        </a:defRPr>
      </a:lvl3pPr>
      <a:lvl4pPr marL="1262063" indent="-231775" algn="l" rtl="0" eaLnBrk="0" fontAlgn="base" hangingPunct="0">
        <a:spcBef>
          <a:spcPct val="20000"/>
        </a:spcBef>
        <a:spcAft>
          <a:spcPct val="0"/>
        </a:spcAft>
        <a:buClr>
          <a:schemeClr val="accent2"/>
        </a:buClr>
        <a:buSzPct val="70000"/>
        <a:buFont typeface="Symbol" panose="05050102010706020507" pitchFamily="18" charset="2"/>
        <a:buChar char="·"/>
        <a:defRPr sz="2400">
          <a:solidFill>
            <a:schemeClr val="tx1"/>
          </a:solidFill>
          <a:latin typeface="+mn-lt"/>
        </a:defRPr>
      </a:lvl4pPr>
      <a:lvl5pPr marL="1597025" indent="-219075" algn="l" rtl="0" eaLnBrk="0" fontAlgn="base" hangingPunct="0">
        <a:spcBef>
          <a:spcPct val="20000"/>
        </a:spcBef>
        <a:spcAft>
          <a:spcPct val="0"/>
        </a:spcAft>
        <a:buClr>
          <a:srgbClr val="285EA6"/>
        </a:buClr>
        <a:buSzPct val="70000"/>
        <a:buFont typeface="Symbol" panose="05050102010706020507" pitchFamily="18" charset="2"/>
        <a:buChar char="·"/>
        <a:defRPr sz="2400">
          <a:solidFill>
            <a:schemeClr val="tx1"/>
          </a:solidFill>
          <a:latin typeface="+mn-lt"/>
        </a:defRPr>
      </a:lvl5pPr>
      <a:lvl6pPr marL="2054225" indent="-219075" algn="l" rtl="0" fontAlgn="base">
        <a:spcBef>
          <a:spcPct val="20000"/>
        </a:spcBef>
        <a:spcAft>
          <a:spcPct val="0"/>
        </a:spcAft>
        <a:buClr>
          <a:srgbClr val="285EA6"/>
        </a:buClr>
        <a:buSzPct val="70000"/>
        <a:buFont typeface="Symbol" pitchFamily="18" charset="2"/>
        <a:buChar char="·"/>
        <a:defRPr sz="2400">
          <a:solidFill>
            <a:schemeClr val="tx1"/>
          </a:solidFill>
          <a:latin typeface="+mn-lt"/>
        </a:defRPr>
      </a:lvl6pPr>
      <a:lvl7pPr marL="2511425" indent="-219075" algn="l" rtl="0" fontAlgn="base">
        <a:spcBef>
          <a:spcPct val="20000"/>
        </a:spcBef>
        <a:spcAft>
          <a:spcPct val="0"/>
        </a:spcAft>
        <a:buClr>
          <a:srgbClr val="285EA6"/>
        </a:buClr>
        <a:buSzPct val="70000"/>
        <a:buFont typeface="Symbol" pitchFamily="18" charset="2"/>
        <a:buChar char="·"/>
        <a:defRPr sz="2400">
          <a:solidFill>
            <a:schemeClr val="tx1"/>
          </a:solidFill>
          <a:latin typeface="+mn-lt"/>
        </a:defRPr>
      </a:lvl7pPr>
      <a:lvl8pPr marL="2968625" indent="-219075" algn="l" rtl="0" fontAlgn="base">
        <a:spcBef>
          <a:spcPct val="20000"/>
        </a:spcBef>
        <a:spcAft>
          <a:spcPct val="0"/>
        </a:spcAft>
        <a:buClr>
          <a:srgbClr val="285EA6"/>
        </a:buClr>
        <a:buSzPct val="70000"/>
        <a:buFont typeface="Symbol" pitchFamily="18" charset="2"/>
        <a:buChar char="·"/>
        <a:defRPr sz="2400">
          <a:solidFill>
            <a:schemeClr val="tx1"/>
          </a:solidFill>
          <a:latin typeface="+mn-lt"/>
        </a:defRPr>
      </a:lvl8pPr>
      <a:lvl9pPr marL="3425825" indent="-219075" algn="l" rtl="0" fontAlgn="base">
        <a:spcBef>
          <a:spcPct val="20000"/>
        </a:spcBef>
        <a:spcAft>
          <a:spcPct val="0"/>
        </a:spcAft>
        <a:buClr>
          <a:srgbClr val="285EA6"/>
        </a:buClr>
        <a:buSzPct val="70000"/>
        <a:buFont typeface="Symbol" pitchFamily="18" charset="2"/>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7.png"/><Relationship Id="rId4" Type="http://schemas.openxmlformats.org/officeDocument/2006/relationships/customXml" Target="../ink/ink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customXml" Target="../ink/ink10.xml"/><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13.xml"/><Relationship Id="rId10"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customXml" Target="../ink/ink15.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26.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31.png"/><Relationship Id="rId4" Type="http://schemas.openxmlformats.org/officeDocument/2006/relationships/customXml" Target="../ink/ink17.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customXml" Target="../ink/ink21.xml"/><Relationship Id="rId13" Type="http://schemas.openxmlformats.org/officeDocument/2006/relationships/image" Target="../media/image40.png"/><Relationship Id="rId18" Type="http://schemas.openxmlformats.org/officeDocument/2006/relationships/customXml" Target="../ink/ink28.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customXml" Target="../ink/ink23.xml"/><Relationship Id="rId17" Type="http://schemas.openxmlformats.org/officeDocument/2006/relationships/customXml" Target="../ink/ink27.xml"/><Relationship Id="rId2" Type="http://schemas.openxmlformats.org/officeDocument/2006/relationships/image" Target="../media/image35.png"/><Relationship Id="rId16" Type="http://schemas.openxmlformats.org/officeDocument/2006/relationships/customXml" Target="../ink/ink26.xml"/><Relationship Id="rId1" Type="http://schemas.openxmlformats.org/officeDocument/2006/relationships/slideLayout" Target="../slideLayouts/slideLayout2.xml"/><Relationship Id="rId6" Type="http://schemas.openxmlformats.org/officeDocument/2006/relationships/customXml" Target="../ink/ink20.xml"/><Relationship Id="rId11" Type="http://schemas.openxmlformats.org/officeDocument/2006/relationships/image" Target="../media/image39.png"/><Relationship Id="rId5" Type="http://schemas.openxmlformats.org/officeDocument/2006/relationships/image" Target="../media/image37.png"/><Relationship Id="rId15" Type="http://schemas.openxmlformats.org/officeDocument/2006/relationships/customXml" Target="../ink/ink25.xml"/><Relationship Id="rId10" Type="http://schemas.openxmlformats.org/officeDocument/2006/relationships/customXml" Target="../ink/ink22.xml"/><Relationship Id="rId4" Type="http://schemas.openxmlformats.org/officeDocument/2006/relationships/customXml" Target="../ink/ink19.xml"/><Relationship Id="rId9" Type="http://schemas.openxmlformats.org/officeDocument/2006/relationships/image" Target="../media/image13.png"/><Relationship Id="rId14" Type="http://schemas.openxmlformats.org/officeDocument/2006/relationships/customXml" Target="../ink/ink24.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bstract image">
            <a:extLst>
              <a:ext uri="{FF2B5EF4-FFF2-40B4-BE49-F238E27FC236}">
                <a16:creationId xmlns:a16="http://schemas.microsoft.com/office/drawing/2014/main" id="{6D3BA21E-E6C8-4E14-8E53-C5DF567E9DFF}"/>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27922" y="-22536"/>
            <a:ext cx="12191979" cy="6857990"/>
          </a:xfrm>
          <a:prstGeom prst="rect">
            <a:avLst/>
          </a:prstGeom>
        </p:spPr>
      </p:pic>
      <p:sp>
        <p:nvSpPr>
          <p:cNvPr id="64" name="Rectangle 59">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65" name="Rectangle 61">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103272" y="2214286"/>
            <a:ext cx="5120641" cy="1192173"/>
          </a:xfrm>
        </p:spPr>
        <p:txBody>
          <a:bodyPr>
            <a:normAutofit/>
          </a:bodyPr>
          <a:lstStyle/>
          <a:p>
            <a:pPr>
              <a:lnSpc>
                <a:spcPts val="3360"/>
              </a:lnSpc>
            </a:pPr>
            <a:r>
              <a:rPr lang="en-US" sz="2800">
                <a:solidFill>
                  <a:srgbClr val="002060"/>
                </a:solidFill>
                <a:latin typeface="Arial Rounded MT Bold" panose="020F0704030504030204" pitchFamily="34" charset="0"/>
              </a:rPr>
              <a:t>Forecasting</a:t>
            </a:r>
          </a:p>
        </p:txBody>
      </p:sp>
      <p:sp>
        <p:nvSpPr>
          <p:cNvPr id="9" name="Title 1">
            <a:extLst>
              <a:ext uri="{FF2B5EF4-FFF2-40B4-BE49-F238E27FC236}">
                <a16:creationId xmlns:a16="http://schemas.microsoft.com/office/drawing/2014/main" id="{04167F68-2106-4F78-9F78-D82ADA0A5A85}"/>
              </a:ext>
            </a:extLst>
          </p:cNvPr>
          <p:cNvSpPr txBox="1">
            <a:spLocks/>
          </p:cNvSpPr>
          <p:nvPr/>
        </p:nvSpPr>
        <p:spPr>
          <a:xfrm>
            <a:off x="4039737" y="3406459"/>
            <a:ext cx="2056264" cy="55298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b="1" kern="1200">
                <a:solidFill>
                  <a:schemeClr val="tx1"/>
                </a:solidFill>
                <a:latin typeface="+mj-lt"/>
                <a:ea typeface="+mj-ea"/>
                <a:cs typeface="+mj-cs"/>
              </a:defRPr>
            </a:lvl1pPr>
          </a:lstStyle>
          <a:p>
            <a:pPr algn="ctr"/>
            <a:r>
              <a:rPr lang="en-US" sz="2800">
                <a:solidFill>
                  <a:schemeClr val="accent4">
                    <a:lumMod val="50000"/>
                  </a:schemeClr>
                </a:solidFill>
                <a:latin typeface="Garamond" panose="02020404030301010803" pitchFamily="18" charset="0"/>
                <a:ea typeface="Arial Unicode MS" panose="020B0604020202020204" pitchFamily="34" charset="-128"/>
                <a:cs typeface="Arial Unicode MS" panose="020B0604020202020204" pitchFamily="34" charset="-128"/>
              </a:rPr>
              <a:t>Chapter # 3</a:t>
            </a:r>
            <a:endParaRPr lang="en-BD" sz="2800">
              <a:solidFill>
                <a:schemeClr val="accent4">
                  <a:lumMod val="50000"/>
                </a:schemeClr>
              </a:solidFill>
              <a:latin typeface="Garamond" panose="02020404030301010803" pitchFamily="18"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7366931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770537"/>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Forecasts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are a basic input in the decision processes of operations management because they provide information on future demand.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importance of forecasting to operations management cannot be overstated.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primary goal of operations management is to match </a:t>
            </a:r>
            <a:r>
              <a:rPr lang="en-US" sz="2400" b="1">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supply to demand</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Having a forecast of demand is essential for determining how much </a:t>
            </a:r>
            <a:r>
              <a:rPr lang="en-US" sz="24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capacity</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or </a:t>
            </a:r>
            <a:r>
              <a:rPr lang="en-US" sz="24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supply</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will be needed to meet demand.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instance, operations needs to know what capacity will be needed to make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staffing and equipment decisions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budgets must be prepared</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chemeClr val="accent1">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purchasing needs information for ordering from suppliers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US" sz="2400" b="1">
                <a:solidFill>
                  <a:srgbClr val="002060"/>
                </a:solidFill>
                <a:latin typeface="Arial Unicode MS" panose="020B0604020202020204" pitchFamily="34" charset="-128"/>
                <a:ea typeface="Arial Unicode MS" panose="020B0604020202020204" pitchFamily="34" charset="-128"/>
                <a:cs typeface="Arial Unicode MS" panose="020B0604020202020204" pitchFamily="34" charset="-128"/>
              </a:rPr>
              <a:t>supply chain partners need to make their plans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2202241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477875"/>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Businesses make plans for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future operations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based on </a:t>
            </a:r>
            <a:r>
              <a:rPr lang="en-US" sz="2400" b="1">
                <a:solidFill>
                  <a:srgbClr val="097F71"/>
                </a:solidFill>
                <a:latin typeface="Arial Unicode MS" panose="020B0604020202020204" pitchFamily="34" charset="-128"/>
                <a:ea typeface="Arial Unicode MS" panose="020B0604020202020204" pitchFamily="34" charset="-128"/>
                <a:cs typeface="Arial Unicode MS" panose="020B0604020202020204" pitchFamily="34" charset="-128"/>
              </a:rPr>
              <a:t>anticipated future demand</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Anticipated demand is derived from two possible sources, </a:t>
            </a:r>
            <a:r>
              <a:rPr lang="en-US" sz="2400" b="1">
                <a:solidFill>
                  <a:srgbClr val="AE0B54"/>
                </a:solidFill>
                <a:latin typeface="Arial Unicode MS" panose="020B0604020202020204" pitchFamily="34" charset="-128"/>
                <a:ea typeface="Arial Unicode MS" panose="020B0604020202020204" pitchFamily="34" charset="-128"/>
                <a:cs typeface="Arial Unicode MS" panose="020B0604020202020204" pitchFamily="34" charset="-128"/>
              </a:rPr>
              <a:t>actual customer orders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forecasts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businesses where customer orders make up most or all of anticipated demand, planning is straightforward, and little or no forecasting is needed.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However, for many businesses, most or all of anticipated demand is derived from forecasts.</a:t>
            </a:r>
          </a:p>
        </p:txBody>
      </p:sp>
    </p:spTree>
    <p:extLst>
      <p:ext uri="{BB962C8B-B14F-4D97-AF65-F5344CB8AC3E}">
        <p14:creationId xmlns:p14="http://schemas.microsoft.com/office/powerpoint/2010/main" val="777468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970318"/>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Forecasts are made with reference to a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specific time horizon</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time horizon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may be fairly </a:t>
            </a:r>
            <a:r>
              <a:rPr lang="en-US" sz="2400" b="1">
                <a:solidFill>
                  <a:srgbClr val="B8420E"/>
                </a:solidFill>
                <a:latin typeface="Arial Unicode MS" panose="020B0604020202020204" pitchFamily="34" charset="-128"/>
                <a:ea typeface="Arial Unicode MS" panose="020B0604020202020204" pitchFamily="34" charset="-128"/>
                <a:cs typeface="Arial Unicode MS" panose="020B0604020202020204" pitchFamily="34" charset="-128"/>
              </a:rPr>
              <a:t>short</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(e.g., an hour, day, week, or month), or somewhat </a:t>
            </a:r>
            <a:r>
              <a:rPr lang="en-US" sz="24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longer</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(e.g., the next six months, the next year, the next five years, or the life of a product or service).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b="1">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Short-term</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forecasts refers to ongoing operations.</a:t>
            </a:r>
          </a:p>
          <a:p>
            <a:pPr algn="just"/>
            <a:endParaRPr lang="en-US" sz="8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Long-range</a:t>
            </a:r>
            <a:r>
              <a:rPr lang="en-US" sz="24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forecasts can be an important strategic planning tool.</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Long- term forecasts pertain to </a:t>
            </a:r>
            <a:r>
              <a:rPr lang="en-US" sz="2400" b="1">
                <a:solidFill>
                  <a:srgbClr val="097F71"/>
                </a:solidFill>
                <a:latin typeface="Arial Unicode MS" panose="020B0604020202020204" pitchFamily="34" charset="-128"/>
                <a:ea typeface="Arial Unicode MS" panose="020B0604020202020204" pitchFamily="34" charset="-128"/>
                <a:cs typeface="Arial Unicode MS" panose="020B0604020202020204" pitchFamily="34" charset="-128"/>
              </a:rPr>
              <a:t>new products or services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new equipment</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new facilities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or </a:t>
            </a:r>
            <a:r>
              <a:rPr lang="en-US" sz="2400" b="1">
                <a:solidFill>
                  <a:srgbClr val="CC3300"/>
                </a:solidFill>
                <a:latin typeface="Arial Unicode MS" panose="020B0604020202020204" pitchFamily="34" charset="-128"/>
                <a:ea typeface="Arial Unicode MS" panose="020B0604020202020204" pitchFamily="34" charset="-128"/>
                <a:cs typeface="Arial Unicode MS" panose="020B0604020202020204" pitchFamily="34" charset="-128"/>
              </a:rPr>
              <a:t>something else that will require a somewhat long lead time to develop, construct, or otherwise implement</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243622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108543"/>
          </a:xfrm>
          <a:prstGeom prst="rect">
            <a:avLst/>
          </a:prstGeom>
        </p:spPr>
        <p:txBody>
          <a:bodyPr wrap="square">
            <a:spAutoFit/>
          </a:bodyPr>
          <a:lstStyle/>
          <a:p>
            <a:pPr algn="just"/>
            <a:r>
              <a:rPr lang="en-US" sz="32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32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Forecasts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chemeClr val="accent3">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are the basis for budgeting, planning capacity, sales, production and inventory, personnel, purchasing, and more</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Forecasts play an important role in the planning process because they enable managers to anticipate the future so they can plan accordingly.</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Forecasts affect decisions and activities throughout an organization, in accounting, finance, human resources, marketing, and management information systems (MIS), as well as in operations and other parts of an organization. </a:t>
            </a:r>
          </a:p>
        </p:txBody>
      </p:sp>
    </p:spTree>
    <p:extLst>
      <p:ext uri="{BB962C8B-B14F-4D97-AF65-F5344CB8AC3E}">
        <p14:creationId xmlns:p14="http://schemas.microsoft.com/office/powerpoint/2010/main" val="346245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093428"/>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AE0B54"/>
                </a:solidFill>
                <a:latin typeface="Arial Unicode MS" panose="020B0604020202020204" pitchFamily="34" charset="-128"/>
                <a:ea typeface="Arial Unicode MS" panose="020B0604020202020204" pitchFamily="34" charset="-128"/>
                <a:cs typeface="Arial Unicode MS" panose="020B0604020202020204" pitchFamily="34" charset="-128"/>
              </a:rPr>
              <a:t>Accounting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New product/process cost estimates, profit projections, cash management.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Finance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Equipment/equipment replacement needs, timing and amount of funding/ borrowing needs.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Human Resources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Hiring activities, including recruitment, interviewing, and training; layoff planning, including outplacement counseling.</a:t>
            </a:r>
          </a:p>
        </p:txBody>
      </p:sp>
    </p:spTree>
    <p:extLst>
      <p:ext uri="{BB962C8B-B14F-4D97-AF65-F5344CB8AC3E}">
        <p14:creationId xmlns:p14="http://schemas.microsoft.com/office/powerpoint/2010/main" val="240294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770537"/>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AE0B54"/>
                </a:solidFill>
                <a:latin typeface="Arial Unicode MS" panose="020B0604020202020204" pitchFamily="34" charset="-128"/>
                <a:ea typeface="Arial Unicode MS" panose="020B0604020202020204" pitchFamily="34" charset="-128"/>
                <a:cs typeface="Arial Unicode MS" panose="020B0604020202020204" pitchFamily="34" charset="-128"/>
              </a:rPr>
              <a:t>Marketing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Pricing and promotion, e-business strategies, global competition strategies.</a:t>
            </a:r>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MIS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New/revised information systems, internet services.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chemeClr val="accent4">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Operations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Schedules, capacity planning, work assignments and workloads, inventory planning, make-or-buy decisions, outsourcing, project management.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97F71"/>
                </a:solidFill>
                <a:latin typeface="Arial Unicode MS" panose="020B0604020202020204" pitchFamily="34" charset="-128"/>
                <a:ea typeface="Arial Unicode MS" panose="020B0604020202020204" pitchFamily="34" charset="-128"/>
                <a:cs typeface="Arial Unicode MS" panose="020B0604020202020204" pitchFamily="34" charset="-128"/>
              </a:rPr>
              <a:t>Product/service design</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Revision of current features, design of new products or services.</a:t>
            </a:r>
            <a:endParaRPr lang="en-US" sz="200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960746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2385268"/>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a:latin typeface="Arial Unicode MS" panose="020B0604020202020204" pitchFamily="34" charset="-128"/>
                <a:ea typeface="Arial Unicode MS" panose="020B0604020202020204" pitchFamily="34" charset="-128"/>
                <a:cs typeface="Arial Unicode MS" panose="020B0604020202020204" pitchFamily="34" charset="-128"/>
              </a:rPr>
              <a:t>Forecasting is also an important component of yield management, which relates to the percentage of capacity being used.</a:t>
            </a:r>
          </a:p>
          <a:p>
            <a:pPr algn="just"/>
            <a:endParaRPr lang="en-US" sz="9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a:latin typeface="Arial Unicode MS" panose="020B0604020202020204" pitchFamily="34" charset="-128"/>
                <a:ea typeface="Arial Unicode MS" panose="020B0604020202020204" pitchFamily="34" charset="-128"/>
                <a:cs typeface="Arial Unicode MS" panose="020B0604020202020204" pitchFamily="34" charset="-128"/>
              </a:rPr>
              <a:t>Accurate forecasts can help managers plan tactics (e.g., offer discounts, don’t offer discounts) to match capacity with demand, thereby achieving high-yield levels.</a:t>
            </a:r>
          </a:p>
        </p:txBody>
      </p:sp>
    </p:spTree>
    <p:extLst>
      <p:ext uri="{BB962C8B-B14F-4D97-AF65-F5344CB8AC3E}">
        <p14:creationId xmlns:p14="http://schemas.microsoft.com/office/powerpoint/2010/main" val="4135697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3446777" cy="584775"/>
          </a:xfrm>
          <a:prstGeom prst="rect">
            <a:avLst/>
          </a:prstGeom>
        </p:spPr>
        <p:txBody>
          <a:bodyPr wrap="none">
            <a:spAutoFit/>
          </a:bodyPr>
          <a:lstStyle/>
          <a:p>
            <a:r>
              <a:rPr lang="en-US" sz="3200">
                <a:solidFill>
                  <a:srgbClr val="006600"/>
                </a:solidFill>
                <a:latin typeface="Arial Rounded MT Bold" panose="020F0704030504030204" pitchFamily="34" charset="0"/>
              </a:rPr>
              <a:t>INTRODUCTION</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908762"/>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a:latin typeface="Arial Unicode MS" panose="020B0604020202020204" pitchFamily="34" charset="-128"/>
                <a:ea typeface="Arial Unicode MS" panose="020B0604020202020204" pitchFamily="34" charset="-128"/>
                <a:cs typeface="Arial Unicode MS" panose="020B0604020202020204" pitchFamily="34" charset="-128"/>
              </a:rPr>
              <a:t>There are two uses for forecasts.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One is to help managers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plan the system</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the other is to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help them plan the use of the system</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Planning the system generally involves long-range plans about the types of products and services to offer, what facilities and equipment to have, where to locate, and so on.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Planning the use of the system refers to short-range and intermediate-range planning, which involve tasks such as </a:t>
            </a:r>
            <a:r>
              <a:rPr lang="en-US" sz="2400" b="1">
                <a:solidFill>
                  <a:srgbClr val="CC3300"/>
                </a:solidFill>
                <a:latin typeface="Arial Unicode MS" panose="020B0604020202020204" pitchFamily="34" charset="-128"/>
                <a:ea typeface="Arial Unicode MS" panose="020B0604020202020204" pitchFamily="34" charset="-128"/>
                <a:cs typeface="Arial Unicode MS" panose="020B0604020202020204" pitchFamily="34" charset="-128"/>
              </a:rPr>
              <a:t>planning inventory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and </a:t>
            </a:r>
            <a:r>
              <a:rPr lang="en-US" sz="2400" b="1">
                <a:solidFill>
                  <a:srgbClr val="CC3300"/>
                </a:solidFill>
                <a:latin typeface="Arial Unicode MS" panose="020B0604020202020204" pitchFamily="34" charset="-128"/>
                <a:ea typeface="Arial Unicode MS" panose="020B0604020202020204" pitchFamily="34" charset="-128"/>
                <a:cs typeface="Arial Unicode MS" panose="020B0604020202020204" pitchFamily="34" charset="-128"/>
              </a:rPr>
              <a:t>workforce levels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rgbClr val="008080"/>
                </a:solidFill>
                <a:latin typeface="Arial Unicode MS" panose="020B0604020202020204" pitchFamily="34" charset="-128"/>
                <a:ea typeface="Arial Unicode MS" panose="020B0604020202020204" pitchFamily="34" charset="-128"/>
                <a:cs typeface="Arial Unicode MS" panose="020B0604020202020204" pitchFamily="34" charset="-128"/>
              </a:rPr>
              <a:t>planning purchasing and production</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a:solidFill>
                  <a:srgbClr val="333399"/>
                </a:solidFill>
                <a:latin typeface="Arial Unicode MS" panose="020B0604020202020204" pitchFamily="34" charset="-128"/>
                <a:ea typeface="Arial Unicode MS" panose="020B0604020202020204" pitchFamily="34" charset="-128"/>
                <a:cs typeface="Arial Unicode MS" panose="020B0604020202020204" pitchFamily="34" charset="-128"/>
              </a:rPr>
              <a:t>budgeting</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US" sz="2400" b="1">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scheduling</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69244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655126" cy="584775"/>
          </a:xfrm>
          <a:prstGeom prst="rect">
            <a:avLst/>
          </a:prstGeom>
        </p:spPr>
        <p:txBody>
          <a:bodyPr wrap="none">
            <a:spAutoFit/>
          </a:bodyPr>
          <a:lstStyle/>
          <a:p>
            <a:r>
              <a:rPr lang="en-US" sz="3200">
                <a:solidFill>
                  <a:srgbClr val="FF0000"/>
                </a:solidFill>
                <a:latin typeface="Arial Rounded MT Bold" panose="020F0704030504030204" pitchFamily="34" charset="0"/>
              </a:rPr>
              <a:t>FEATURES COMMON TO ALL FORECASTS</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108543"/>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wide variety of forecasting techniques are in use.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In many respects, they are quite different from each other, as you shall soon discover.</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Nonetheless, certain features are common to all, and it is important to recognize them.</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Forecasting techniques generally assume that the same underlying causal system that existed in the past will continue to exist in the future.</a:t>
            </a:r>
          </a:p>
        </p:txBody>
      </p:sp>
    </p:spTree>
    <p:extLst>
      <p:ext uri="{BB962C8B-B14F-4D97-AF65-F5344CB8AC3E}">
        <p14:creationId xmlns:p14="http://schemas.microsoft.com/office/powerpoint/2010/main" val="695617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655126" cy="584775"/>
          </a:xfrm>
          <a:prstGeom prst="rect">
            <a:avLst/>
          </a:prstGeom>
        </p:spPr>
        <p:txBody>
          <a:bodyPr wrap="none">
            <a:spAutoFit/>
          </a:bodyPr>
          <a:lstStyle/>
          <a:p>
            <a:r>
              <a:rPr lang="en-US" sz="3200">
                <a:solidFill>
                  <a:srgbClr val="FF0000"/>
                </a:solidFill>
                <a:latin typeface="Arial Rounded MT Bold" panose="020F0704030504030204" pitchFamily="34" charset="0"/>
              </a:rPr>
              <a:t>FEATURES COMMON TO ALL FORECASTS</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832092"/>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Forecasts are not perfect; actual results usually differ from predicted values; the presence of randomness precludes a perfect forecast. Allowances should be made for forecast errors.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Forecasts for groups of items tend to be more accurate than forecasts for individual items because forecasting errors among items in a group usually have a canceling effect. Opportunities for grouping may arise if parts or raw materials are used for multiple products or if a product or service is demanded by a number of independent sources.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 accuracy decreases as the time period covered by the forecast—the time horizon—increases. Generally speaking, short-range forecasts must contend with fewer uncertainties than longer-range forecasts, so they tend to be more accurate.</a:t>
            </a:r>
          </a:p>
        </p:txBody>
      </p:sp>
    </p:spTree>
    <p:extLst>
      <p:ext uri="{BB962C8B-B14F-4D97-AF65-F5344CB8AC3E}">
        <p14:creationId xmlns:p14="http://schemas.microsoft.com/office/powerpoint/2010/main" val="2879804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7273145" cy="584775"/>
          </a:xfrm>
          <a:prstGeom prst="rect">
            <a:avLst/>
          </a:prstGeom>
        </p:spPr>
        <p:txBody>
          <a:bodyPr wrap="none">
            <a:spAutoFit/>
          </a:bodyPr>
          <a:lstStyle/>
          <a:p>
            <a:r>
              <a:rPr lang="en-US" sz="3200">
                <a:solidFill>
                  <a:srgbClr val="9B1B97"/>
                </a:solidFill>
                <a:latin typeface="Arial Rounded MT Bold" panose="020F0704030504030204" pitchFamily="34" charset="0"/>
              </a:rPr>
              <a:t>ELEMENTS OF A GOOD FORECAST</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724096"/>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properly prepared forecast should fulfill certain requirements: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timely</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Usually, a certain amount of time is needed to respond to the information contained in a forecast. For example, capacity cannot be expanded overnight, nor can inventory levels be changed immediately. Hence, the forecasting horizon must cover the time necessary to implement possible changes.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a:t>
            </a:r>
            <a:r>
              <a:rPr lang="en-US" sz="2400" b="1">
                <a:solidFill>
                  <a:srgbClr val="CC3300"/>
                </a:solidFill>
                <a:latin typeface="Arial Unicode MS" panose="020B0604020202020204" pitchFamily="34" charset="-128"/>
                <a:ea typeface="Arial Unicode MS" panose="020B0604020202020204" pitchFamily="34" charset="-128"/>
                <a:cs typeface="Arial Unicode MS" panose="020B0604020202020204" pitchFamily="34" charset="-128"/>
              </a:rPr>
              <a:t>accurate</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the degree of accuracy should be stated. This will enable users to plan for possible errors and will provide a basis for comparing alternative forecasts.</a:t>
            </a:r>
          </a:p>
        </p:txBody>
      </p:sp>
    </p:spTree>
    <p:extLst>
      <p:ext uri="{BB962C8B-B14F-4D97-AF65-F5344CB8AC3E}">
        <p14:creationId xmlns:p14="http://schemas.microsoft.com/office/powerpoint/2010/main" val="88014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7273145" cy="584775"/>
          </a:xfrm>
          <a:prstGeom prst="rect">
            <a:avLst/>
          </a:prstGeom>
        </p:spPr>
        <p:txBody>
          <a:bodyPr wrap="none">
            <a:spAutoFit/>
          </a:bodyPr>
          <a:lstStyle/>
          <a:p>
            <a:r>
              <a:rPr lang="en-US" sz="3200">
                <a:solidFill>
                  <a:srgbClr val="9B1B97"/>
                </a:solidFill>
                <a:latin typeface="Arial Rounded MT Bold" panose="020F0704030504030204" pitchFamily="34" charset="0"/>
              </a:rPr>
              <a:t>ELEMENTS OF A GOOD FORECAST</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832092"/>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a:t>
            </a:r>
            <a:r>
              <a:rPr lang="en-US" sz="2400" b="1">
                <a:solidFill>
                  <a:schemeClr val="accent4">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reliable</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it should work consistently. A technique that sometimes provides a good forecast and sometimes a poor one will leave users with the uneasy feeling that they may get burned every time a new forecast is issued.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expressed in meaningful </a:t>
            </a:r>
            <a:r>
              <a:rPr lang="en-US" sz="2400" b="1">
                <a:solidFill>
                  <a:schemeClr val="accent1">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units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Financial planners need to know how many </a:t>
            </a:r>
            <a:r>
              <a:rPr lang="en-US" sz="2400" b="1" i="1">
                <a:latin typeface="Arial Unicode MS" panose="020B0604020202020204" pitchFamily="34" charset="-128"/>
                <a:ea typeface="Arial Unicode MS" panose="020B0604020202020204" pitchFamily="34" charset="-128"/>
                <a:cs typeface="Arial Unicode MS" panose="020B0604020202020204" pitchFamily="34" charset="-128"/>
              </a:rPr>
              <a:t>dollars</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will be needed, production planners need to know how many </a:t>
            </a:r>
            <a:r>
              <a:rPr lang="en-US" sz="2400" b="1" i="1">
                <a:latin typeface="Arial Unicode MS" panose="020B0604020202020204" pitchFamily="34" charset="-128"/>
                <a:ea typeface="Arial Unicode MS" panose="020B0604020202020204" pitchFamily="34" charset="-128"/>
                <a:cs typeface="Arial Unicode MS" panose="020B0604020202020204" pitchFamily="34" charset="-128"/>
              </a:rPr>
              <a:t>units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will be needed, and schedulers need to know what </a:t>
            </a:r>
            <a:r>
              <a:rPr lang="en-US" sz="2400" b="1" i="1">
                <a:latin typeface="Arial Unicode MS" panose="020B0604020202020204" pitchFamily="34" charset="-128"/>
                <a:ea typeface="Arial Unicode MS" panose="020B0604020202020204" pitchFamily="34" charset="-128"/>
                <a:cs typeface="Arial Unicode MS" panose="020B0604020202020204" pitchFamily="34" charset="-128"/>
              </a:rPr>
              <a:t>machines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US" sz="2400" i="1">
                <a:latin typeface="Arial Unicode MS" panose="020B0604020202020204" pitchFamily="34" charset="-128"/>
                <a:ea typeface="Arial Unicode MS" panose="020B0604020202020204" pitchFamily="34" charset="-128"/>
                <a:cs typeface="Arial Unicode MS" panose="020B0604020202020204" pitchFamily="34" charset="-128"/>
              </a:rPr>
              <a:t>skills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will be required. The choice of units depends on user needs.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in </a:t>
            </a:r>
            <a:r>
              <a:rPr lang="en-US" sz="24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writing</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Although this will not guarantee that all concerned are using the same information, it will at least increase the likelihood of it. In addition, a written forecast will permit an objective basis for evaluating the forecast once actual results are in.</a:t>
            </a:r>
          </a:p>
        </p:txBody>
      </p:sp>
    </p:spTree>
    <p:extLst>
      <p:ext uri="{BB962C8B-B14F-4D97-AF65-F5344CB8AC3E}">
        <p14:creationId xmlns:p14="http://schemas.microsoft.com/office/powerpoint/2010/main" val="588020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7273145" cy="584775"/>
          </a:xfrm>
          <a:prstGeom prst="rect">
            <a:avLst/>
          </a:prstGeom>
        </p:spPr>
        <p:txBody>
          <a:bodyPr wrap="none">
            <a:spAutoFit/>
          </a:bodyPr>
          <a:lstStyle/>
          <a:p>
            <a:r>
              <a:rPr lang="en-US" sz="3200">
                <a:solidFill>
                  <a:srgbClr val="9B1B97"/>
                </a:solidFill>
                <a:latin typeface="Arial Rounded MT Bold" panose="020F0704030504030204" pitchFamily="34" charset="0"/>
              </a:rPr>
              <a:t>ELEMENTS OF A GOOD FORECAST</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2862322"/>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forecasting technique should be </a:t>
            </a:r>
            <a:r>
              <a:rPr lang="en-US" sz="2400" b="1">
                <a:solidFill>
                  <a:srgbClr val="AE0B54"/>
                </a:solidFill>
                <a:latin typeface="Arial Unicode MS" panose="020B0604020202020204" pitchFamily="34" charset="-128"/>
                <a:ea typeface="Arial Unicode MS" panose="020B0604020202020204" pitchFamily="34" charset="-128"/>
                <a:cs typeface="Arial Unicode MS" panose="020B0604020202020204" pitchFamily="34" charset="-128"/>
              </a:rPr>
              <a:t>simple to understand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and </a:t>
            </a:r>
            <a:r>
              <a:rPr lang="en-US" sz="2400" b="1">
                <a:solidFill>
                  <a:srgbClr val="AE0B54"/>
                </a:solidFill>
                <a:latin typeface="Arial Unicode MS" panose="020B0604020202020204" pitchFamily="34" charset="-128"/>
                <a:ea typeface="Arial Unicode MS" panose="020B0604020202020204" pitchFamily="34" charset="-128"/>
                <a:cs typeface="Arial Unicode MS" panose="020B0604020202020204" pitchFamily="34" charset="-128"/>
              </a:rPr>
              <a:t>use</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Users often lack confidence in forecasts based on sophisticated techniques; they do not understand either the circumstances in which the techniques are appropriate or the limitations of the techniques. Misuse of techniques is an obvious consequence. Not surprisingly, fairly simple forecasting techniques enjoy widespread popularity because users are more comfortable working with them.</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forecast should be </a:t>
            </a:r>
            <a:r>
              <a:rPr lang="en-US" sz="24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cost-effective</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The benefits should outweigh the costs.</a:t>
            </a:r>
          </a:p>
        </p:txBody>
      </p:sp>
    </p:spTree>
    <p:extLst>
      <p:ext uri="{BB962C8B-B14F-4D97-AF65-F5344CB8AC3E}">
        <p14:creationId xmlns:p14="http://schemas.microsoft.com/office/powerpoint/2010/main" val="3793747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903685" cy="584775"/>
          </a:xfrm>
          <a:prstGeom prst="rect">
            <a:avLst/>
          </a:prstGeom>
        </p:spPr>
        <p:txBody>
          <a:bodyPr wrap="none">
            <a:spAutoFit/>
          </a:bodyPr>
          <a:lstStyle/>
          <a:p>
            <a:r>
              <a:rPr lang="en-US" sz="3200">
                <a:solidFill>
                  <a:srgbClr val="0070C0"/>
                </a:solidFill>
                <a:latin typeface="Arial Rounded MT Bold" panose="020F0704030504030204" pitchFamily="34" charset="0"/>
              </a:rPr>
              <a:t>APPROACHES TO FORECASTING</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832092"/>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There are two general approaches to forecasting: qualitative and quantitative.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Qualitative methods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consist mainly of subjective inputs, which often confront precise numerical description.</a:t>
            </a:r>
          </a:p>
          <a:p>
            <a:pPr algn="just"/>
            <a:endParaRPr lang="en-US" sz="80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Quantitative methods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involve either the projection of historical data or the development of associative models that attempt to utilize causal (explanatory) variables to make a forecast.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Qualitative techniques permit inclusion of soft information (e.g., human factors, personal opinions) in the forecasting process.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Those factors are often omitted or downplayed when quantitative techniques are used because they are difficult or impossible to quantify.</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Quantitative techniques consist mainly of analyzing objective, or hard, data.</a:t>
            </a:r>
          </a:p>
        </p:txBody>
      </p:sp>
    </p:spTree>
    <p:extLst>
      <p:ext uri="{BB962C8B-B14F-4D97-AF65-F5344CB8AC3E}">
        <p14:creationId xmlns:p14="http://schemas.microsoft.com/office/powerpoint/2010/main" val="1179841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903685" cy="584775"/>
          </a:xfrm>
          <a:prstGeom prst="rect">
            <a:avLst/>
          </a:prstGeom>
        </p:spPr>
        <p:txBody>
          <a:bodyPr wrap="none">
            <a:spAutoFit/>
          </a:bodyPr>
          <a:lstStyle/>
          <a:p>
            <a:r>
              <a:rPr lang="en-US" sz="3200">
                <a:solidFill>
                  <a:srgbClr val="0070C0"/>
                </a:solidFill>
                <a:latin typeface="Arial Rounded MT Bold" panose="020F0704030504030204" pitchFamily="34" charset="0"/>
              </a:rPr>
              <a:t>APPROACHES TO FORECASTING</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2677656"/>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following pages present a variety of forecasting techniques that are classified as judgmental, time-series, or associative.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Judgmental forecasts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rely on analysis of subjective inputs obtained from various sources, such as consumer surveys, the sales staff, managers and executives, and panels of experts.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Quite frequently, these sources provide insights that are not otherwise available.</a:t>
            </a:r>
          </a:p>
        </p:txBody>
      </p:sp>
    </p:spTree>
    <p:extLst>
      <p:ext uri="{BB962C8B-B14F-4D97-AF65-F5344CB8AC3E}">
        <p14:creationId xmlns:p14="http://schemas.microsoft.com/office/powerpoint/2010/main" val="2666104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903685" cy="584775"/>
          </a:xfrm>
          <a:prstGeom prst="rect">
            <a:avLst/>
          </a:prstGeom>
        </p:spPr>
        <p:txBody>
          <a:bodyPr wrap="none">
            <a:spAutoFit/>
          </a:bodyPr>
          <a:lstStyle/>
          <a:p>
            <a:r>
              <a:rPr lang="en-US" sz="3200">
                <a:solidFill>
                  <a:srgbClr val="0070C0"/>
                </a:solidFill>
                <a:latin typeface="Arial Rounded MT Bold" panose="020F0704030504030204" pitchFamily="34" charset="0"/>
              </a:rPr>
              <a:t>APPROACHES TO FORECASTING</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2985433"/>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Time-series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forecasts simply attempt to project past experience into the future.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These techniques use historical data with the assumption that the future will be like the past.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Some models merely attempt to smooth out random variations in historical data; others attempt to identify specific patterns in the data and project or extrapolate those patterns into the future, without trying to identify causes of the patterns.</a:t>
            </a:r>
          </a:p>
        </p:txBody>
      </p:sp>
    </p:spTree>
    <p:extLst>
      <p:ext uri="{BB962C8B-B14F-4D97-AF65-F5344CB8AC3E}">
        <p14:creationId xmlns:p14="http://schemas.microsoft.com/office/powerpoint/2010/main" val="1364145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903685" cy="584775"/>
          </a:xfrm>
          <a:prstGeom prst="rect">
            <a:avLst/>
          </a:prstGeom>
        </p:spPr>
        <p:txBody>
          <a:bodyPr wrap="none">
            <a:spAutoFit/>
          </a:bodyPr>
          <a:lstStyle/>
          <a:p>
            <a:r>
              <a:rPr lang="en-US" sz="3200">
                <a:solidFill>
                  <a:srgbClr val="0070C0"/>
                </a:solidFill>
                <a:latin typeface="Arial Rounded MT Bold" panose="020F0704030504030204" pitchFamily="34" charset="0"/>
              </a:rPr>
              <a:t>APPROACHES TO FORECASTING</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2123658"/>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Associative models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use equations that consist of one or more explanatory variables that can be used to predict demand.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example, demand for paint might be related to variables such as the price per gallon and the amount spent on advertising, as well as to specific characteristics of the paint (e.g., drying time, ease of cleanup).</a:t>
            </a:r>
          </a:p>
        </p:txBody>
      </p:sp>
    </p:spTree>
    <p:extLst>
      <p:ext uri="{BB962C8B-B14F-4D97-AF65-F5344CB8AC3E}">
        <p14:creationId xmlns:p14="http://schemas.microsoft.com/office/powerpoint/2010/main" val="236368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02209" y="320457"/>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904131"/>
            <a:ext cx="11138814" cy="5632311"/>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a:t>
            </a:r>
            <a:r>
              <a:rPr lang="en-US" sz="2800" b="1">
                <a:solidFill>
                  <a:srgbClr val="097F71"/>
                </a:solidFill>
                <a:latin typeface="Arial Unicode MS" panose="020B0604020202020204" pitchFamily="34" charset="-128"/>
                <a:ea typeface="Arial Unicode MS" panose="020B0604020202020204" pitchFamily="34" charset="-128"/>
                <a:cs typeface="Arial Unicode MS" panose="020B0604020202020204" pitchFamily="34" charset="-128"/>
              </a:rPr>
              <a:t>time series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is a time-ordered sequence of observations taken at regular intervals (e.g., hourly, daily, weekly, monthly, quarterly, annually).</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data may be measurements of demand, sales, earnings, profits, shipments, accidents, output, precipitation, productivity, or the consumer price index.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Forecasting techniques based on time-series data are made on the assumption that future values of the series can be estimated from past values.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Analysis of time-series data requires the analyst to identify the underlying behavior of the series.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This can often be accomplished by merely plotting the data and visually examining the plot.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One or more patterns might appear: trends, seasonal variations, cycles, or variations around an average. </a:t>
            </a:r>
          </a:p>
        </p:txBody>
      </p:sp>
    </p:spTree>
    <p:extLst>
      <p:ext uri="{BB962C8B-B14F-4D97-AF65-F5344CB8AC3E}">
        <p14:creationId xmlns:p14="http://schemas.microsoft.com/office/powerpoint/2010/main" val="1194912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4585871"/>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1. </a:t>
            </a:r>
            <a:r>
              <a:rPr lang="en-US" sz="2800" b="1">
                <a:solidFill>
                  <a:srgbClr val="097F71"/>
                </a:solidFill>
                <a:latin typeface="Arial Unicode MS" panose="020B0604020202020204" pitchFamily="34" charset="-128"/>
                <a:ea typeface="Arial Unicode MS" panose="020B0604020202020204" pitchFamily="34" charset="-128"/>
                <a:cs typeface="Arial Unicode MS" panose="020B0604020202020204" pitchFamily="34" charset="-128"/>
              </a:rPr>
              <a:t>Trend</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refers to a long-term upward or downward movement in the data.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Population shifts, changing incomes, and cultural changes often account for such movements.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2. </a:t>
            </a:r>
            <a:r>
              <a:rPr lang="en-US" sz="2800" b="1">
                <a:solidFill>
                  <a:srgbClr val="CC3300"/>
                </a:solidFill>
                <a:latin typeface="Arial Unicode MS" panose="020B0604020202020204" pitchFamily="34" charset="-128"/>
                <a:ea typeface="Arial Unicode MS" panose="020B0604020202020204" pitchFamily="34" charset="-128"/>
                <a:cs typeface="Arial Unicode MS" panose="020B0604020202020204" pitchFamily="34" charset="-128"/>
              </a:rPr>
              <a:t>Seasonality</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refers to short-term, fairly regular variations generally related to factors such as the calendar or time of day.</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Restaurants, supermarkets, and theaters experience weekly and even daily “seasonal” variations.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3. </a:t>
            </a:r>
            <a:r>
              <a:rPr lang="en-US" sz="28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Cycles</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are wavelike variations of more than one year’s duration.</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These are often related to a variety of economic, political, and even agricultural conditions.</a:t>
            </a:r>
          </a:p>
        </p:txBody>
      </p:sp>
    </p:spTree>
    <p:extLst>
      <p:ext uri="{BB962C8B-B14F-4D97-AF65-F5344CB8AC3E}">
        <p14:creationId xmlns:p14="http://schemas.microsoft.com/office/powerpoint/2010/main" val="686821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5" name="Rectangle 4">
            <a:extLst>
              <a:ext uri="{FF2B5EF4-FFF2-40B4-BE49-F238E27FC236}">
                <a16:creationId xmlns:a16="http://schemas.microsoft.com/office/drawing/2014/main" id="{3FB79BCC-DB39-4648-B736-510F3A04E7E0}"/>
              </a:ext>
            </a:extLst>
          </p:cNvPr>
          <p:cNvSpPr/>
          <p:nvPr/>
        </p:nvSpPr>
        <p:spPr>
          <a:xfrm>
            <a:off x="502209" y="1256931"/>
            <a:ext cx="11138814" cy="3170099"/>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4. </a:t>
            </a:r>
            <a:r>
              <a:rPr lang="en-US" sz="28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Irregular variations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are due to unusual circumstances such as severe weather conditions, strikes, or a major change in a product or service.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They do not reflect typical behavior, and their inclusion in the series can distort the overall picture.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Whenever possible, these should be identified and removed from the data.</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5. </a:t>
            </a:r>
            <a:r>
              <a:rPr lang="en-US" sz="2800" b="1">
                <a:solidFill>
                  <a:schemeClr val="accent4">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Random variations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are residual variations that remain after all other behaviors have been accounted for.</a:t>
            </a:r>
          </a:p>
        </p:txBody>
      </p:sp>
    </p:spTree>
    <p:extLst>
      <p:ext uri="{BB962C8B-B14F-4D97-AF65-F5344CB8AC3E}">
        <p14:creationId xmlns:p14="http://schemas.microsoft.com/office/powerpoint/2010/main" val="2384276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pic>
        <p:nvPicPr>
          <p:cNvPr id="3" name="Picture 2" descr="Diagram&#10;&#10;Description automatically generated with medium confidence">
            <a:extLst>
              <a:ext uri="{FF2B5EF4-FFF2-40B4-BE49-F238E27FC236}">
                <a16:creationId xmlns:a16="http://schemas.microsoft.com/office/drawing/2014/main" id="{5B29250C-BE11-92E4-2B96-6728A568A19E}"/>
              </a:ext>
            </a:extLst>
          </p:cNvPr>
          <p:cNvPicPr>
            <a:picLocks noChangeAspect="1"/>
          </p:cNvPicPr>
          <p:nvPr/>
        </p:nvPicPr>
        <p:blipFill>
          <a:blip r:embed="rId2"/>
          <a:stretch>
            <a:fillRect/>
          </a:stretch>
        </p:blipFill>
        <p:spPr>
          <a:xfrm>
            <a:off x="259080" y="1395888"/>
            <a:ext cx="5623014" cy="2442576"/>
          </a:xfrm>
          <a:prstGeom prst="rect">
            <a:avLst/>
          </a:prstGeom>
        </p:spPr>
      </p:pic>
      <p:pic>
        <p:nvPicPr>
          <p:cNvPr id="14" name="Picture 13" descr="A picture containing map&#10;&#10;Description automatically generated">
            <a:extLst>
              <a:ext uri="{FF2B5EF4-FFF2-40B4-BE49-F238E27FC236}">
                <a16:creationId xmlns:a16="http://schemas.microsoft.com/office/drawing/2014/main" id="{5BBC1517-EF4A-2009-FB53-36719E142EE1}"/>
              </a:ext>
            </a:extLst>
          </p:cNvPr>
          <p:cNvPicPr>
            <a:picLocks noChangeAspect="1"/>
          </p:cNvPicPr>
          <p:nvPr/>
        </p:nvPicPr>
        <p:blipFill>
          <a:blip r:embed="rId3"/>
          <a:stretch>
            <a:fillRect/>
          </a:stretch>
        </p:blipFill>
        <p:spPr>
          <a:xfrm>
            <a:off x="5882094" y="1449655"/>
            <a:ext cx="6018008" cy="2335041"/>
          </a:xfrm>
          <a:prstGeom prst="rect">
            <a:avLst/>
          </a:prstGeom>
        </p:spPr>
      </p:pic>
      <p:pic>
        <p:nvPicPr>
          <p:cNvPr id="17" name="Picture 16" descr="Chart, line chart&#10;&#10;Description automatically generated">
            <a:extLst>
              <a:ext uri="{FF2B5EF4-FFF2-40B4-BE49-F238E27FC236}">
                <a16:creationId xmlns:a16="http://schemas.microsoft.com/office/drawing/2014/main" id="{AF91C960-5ABE-B445-D8A2-805EE5FC61E7}"/>
              </a:ext>
            </a:extLst>
          </p:cNvPr>
          <p:cNvPicPr>
            <a:picLocks noChangeAspect="1"/>
          </p:cNvPicPr>
          <p:nvPr/>
        </p:nvPicPr>
        <p:blipFill>
          <a:blip r:embed="rId4"/>
          <a:stretch>
            <a:fillRect/>
          </a:stretch>
        </p:blipFill>
        <p:spPr>
          <a:xfrm>
            <a:off x="5367671" y="3917533"/>
            <a:ext cx="5124841" cy="2603002"/>
          </a:xfrm>
          <a:prstGeom prst="rect">
            <a:avLst/>
          </a:prstGeom>
        </p:spPr>
      </p:pic>
    </p:spTree>
    <p:extLst>
      <p:ext uri="{BB962C8B-B14F-4D97-AF65-F5344CB8AC3E}">
        <p14:creationId xmlns:p14="http://schemas.microsoft.com/office/powerpoint/2010/main" val="2094272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256931"/>
            <a:ext cx="11138814" cy="4093428"/>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Naive Methods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simple but widely used approach to forecasting is the naive approach.</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naive forecast uses a single previous value of a time series as the basis of a forecast.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naive approach can be used with a stable series (variations around an average), with seasonal variations, or with trend.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With a stable series, the last data point becomes the forecast for the next period.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Thus, if demand for a product last week was 20 cases, the forecast for this week is 20 cases.</a:t>
            </a:r>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2" name="Ink 1">
                <a:extLst>
                  <a:ext uri="{FF2B5EF4-FFF2-40B4-BE49-F238E27FC236}">
                    <a16:creationId xmlns:a16="http://schemas.microsoft.com/office/drawing/2014/main" id="{7BF401A0-2D83-37E9-6135-88D35F51C93D}"/>
                  </a:ext>
                </a:extLst>
              </p14:cNvPr>
              <p14:cNvContentPartPr/>
              <p14:nvPr/>
            </p14:nvContentPartPr>
            <p14:xfrm>
              <a:off x="2887276" y="2518181"/>
              <a:ext cx="360" cy="360"/>
            </p14:xfrm>
          </p:contentPart>
        </mc:Choice>
        <mc:Fallback>
          <p:pic>
            <p:nvPicPr>
              <p:cNvPr id="2" name="Ink 1">
                <a:extLst>
                  <a:ext uri="{FF2B5EF4-FFF2-40B4-BE49-F238E27FC236}">
                    <a16:creationId xmlns:a16="http://schemas.microsoft.com/office/drawing/2014/main" id="{7BF401A0-2D83-37E9-6135-88D35F51C93D}"/>
                  </a:ext>
                </a:extLst>
              </p:cNvPr>
              <p:cNvPicPr/>
              <p:nvPr/>
            </p:nvPicPr>
            <p:blipFill>
              <a:blip r:embed="rId3"/>
              <a:stretch>
                <a:fillRect/>
              </a:stretch>
            </p:blipFill>
            <p:spPr>
              <a:xfrm>
                <a:off x="2869276" y="2500181"/>
                <a:ext cx="36000" cy="36000"/>
              </a:xfrm>
              <a:prstGeom prst="rect">
                <a:avLst/>
              </a:prstGeom>
            </p:spPr>
          </p:pic>
        </mc:Fallback>
      </mc:AlternateContent>
      <p:grpSp>
        <p:nvGrpSpPr>
          <p:cNvPr id="12" name="Group 11">
            <a:extLst>
              <a:ext uri="{FF2B5EF4-FFF2-40B4-BE49-F238E27FC236}">
                <a16:creationId xmlns:a16="http://schemas.microsoft.com/office/drawing/2014/main" id="{1D93524F-1804-F1CD-5E36-BE463D416ED4}"/>
              </a:ext>
            </a:extLst>
          </p:cNvPr>
          <p:cNvGrpSpPr/>
          <p:nvPr/>
        </p:nvGrpSpPr>
        <p:grpSpPr>
          <a:xfrm>
            <a:off x="1203196" y="2534381"/>
            <a:ext cx="360" cy="360"/>
            <a:chOff x="1203196" y="2534381"/>
            <a:chExt cx="360" cy="360"/>
          </a:xfrm>
        </p:grpSpPr>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35279D97-A30D-B90A-ECB8-AD68CFFA69A2}"/>
                    </a:ext>
                  </a:extLst>
                </p14:cNvPr>
                <p14:cNvContentPartPr/>
                <p14:nvPr/>
              </p14:nvContentPartPr>
              <p14:xfrm>
                <a:off x="1203196" y="2534381"/>
                <a:ext cx="360" cy="360"/>
              </p14:xfrm>
            </p:contentPart>
          </mc:Choice>
          <mc:Fallback>
            <p:pic>
              <p:nvPicPr>
                <p:cNvPr id="3" name="Ink 2">
                  <a:extLst>
                    <a:ext uri="{FF2B5EF4-FFF2-40B4-BE49-F238E27FC236}">
                      <a16:creationId xmlns:a16="http://schemas.microsoft.com/office/drawing/2014/main" id="{35279D97-A30D-B90A-ECB8-AD68CFFA69A2}"/>
                    </a:ext>
                  </a:extLst>
                </p:cNvPr>
                <p:cNvPicPr/>
                <p:nvPr/>
              </p:nvPicPr>
              <p:blipFill>
                <a:blip r:embed="rId5"/>
                <a:stretch>
                  <a:fillRect/>
                </a:stretch>
              </p:blipFill>
              <p:spPr>
                <a:xfrm>
                  <a:off x="1185196" y="2516381"/>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5" name="Ink 4">
                  <a:extLst>
                    <a:ext uri="{FF2B5EF4-FFF2-40B4-BE49-F238E27FC236}">
                      <a16:creationId xmlns:a16="http://schemas.microsoft.com/office/drawing/2014/main" id="{B30E6A2B-6E8C-CAD2-72F4-70809D2D2666}"/>
                    </a:ext>
                  </a:extLst>
                </p14:cNvPr>
                <p14:cNvContentPartPr/>
                <p14:nvPr/>
              </p14:nvContentPartPr>
              <p14:xfrm>
                <a:off x="1203196" y="2534381"/>
                <a:ext cx="360" cy="360"/>
              </p14:xfrm>
            </p:contentPart>
          </mc:Choice>
          <mc:Fallback>
            <p:pic>
              <p:nvPicPr>
                <p:cNvPr id="5" name="Ink 4">
                  <a:extLst>
                    <a:ext uri="{FF2B5EF4-FFF2-40B4-BE49-F238E27FC236}">
                      <a16:creationId xmlns:a16="http://schemas.microsoft.com/office/drawing/2014/main" id="{B30E6A2B-6E8C-CAD2-72F4-70809D2D2666}"/>
                    </a:ext>
                  </a:extLst>
                </p:cNvPr>
                <p:cNvPicPr/>
                <p:nvPr/>
              </p:nvPicPr>
              <p:blipFill>
                <a:blip r:embed="rId5"/>
                <a:stretch>
                  <a:fillRect/>
                </a:stretch>
              </p:blipFill>
              <p:spPr>
                <a:xfrm>
                  <a:off x="1185196" y="2516381"/>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7">
              <p14:nvContentPartPr>
                <p14:cNvPr id="6" name="Ink 5">
                  <a:extLst>
                    <a:ext uri="{FF2B5EF4-FFF2-40B4-BE49-F238E27FC236}">
                      <a16:creationId xmlns:a16="http://schemas.microsoft.com/office/drawing/2014/main" id="{033963CD-D836-BADE-FE29-077D901F490C}"/>
                    </a:ext>
                  </a:extLst>
                </p14:cNvPr>
                <p14:cNvContentPartPr/>
                <p14:nvPr/>
              </p14:nvContentPartPr>
              <p14:xfrm>
                <a:off x="1203196" y="2534381"/>
                <a:ext cx="360" cy="360"/>
              </p14:xfrm>
            </p:contentPart>
          </mc:Choice>
          <mc:Fallback>
            <p:pic>
              <p:nvPicPr>
                <p:cNvPr id="6" name="Ink 5">
                  <a:extLst>
                    <a:ext uri="{FF2B5EF4-FFF2-40B4-BE49-F238E27FC236}">
                      <a16:creationId xmlns:a16="http://schemas.microsoft.com/office/drawing/2014/main" id="{033963CD-D836-BADE-FE29-077D901F490C}"/>
                    </a:ext>
                  </a:extLst>
                </p:cNvPr>
                <p:cNvPicPr/>
                <p:nvPr/>
              </p:nvPicPr>
              <p:blipFill>
                <a:blip r:embed="rId5"/>
                <a:stretch>
                  <a:fillRect/>
                </a:stretch>
              </p:blipFill>
              <p:spPr>
                <a:xfrm>
                  <a:off x="1185196" y="2516381"/>
                  <a:ext cx="36000" cy="36000"/>
                </a:xfrm>
                <a:prstGeom prst="rect">
                  <a:avLst/>
                </a:prstGeom>
              </p:spPr>
            </p:pic>
          </mc:Fallback>
        </mc:AlternateContent>
      </p:grpSp>
    </p:spTree>
    <p:extLst>
      <p:ext uri="{BB962C8B-B14F-4D97-AF65-F5344CB8AC3E}">
        <p14:creationId xmlns:p14="http://schemas.microsoft.com/office/powerpoint/2010/main" val="247974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256931"/>
            <a:ext cx="11138814" cy="3662541"/>
          </a:xfrm>
          <a:prstGeom prst="rect">
            <a:avLst/>
          </a:prstGeom>
        </p:spPr>
        <p:txBody>
          <a:bodyPr wrap="square">
            <a:spAutoFit/>
          </a:bodyPr>
          <a:lstStyle/>
          <a:p>
            <a:pPr algn="just"/>
            <a:r>
              <a:rPr lang="en-US" sz="28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Naive Methods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example, suppose the last two values were 50 and 53.</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next forecast would be 56:</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ct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Change from:</a:t>
            </a:r>
          </a:p>
          <a:p>
            <a:pPr algn="just"/>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Period</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Actual</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Previous Value</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Forecast</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1 		   50 			---</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2		   53 			+3</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3 							</a:t>
            </a:r>
            <a:r>
              <a:rPr lang="en-US"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53+3=56</a:t>
            </a:r>
          </a:p>
        </p:txBody>
      </p:sp>
    </p:spTree>
    <p:extLst>
      <p:ext uri="{BB962C8B-B14F-4D97-AF65-F5344CB8AC3E}">
        <p14:creationId xmlns:p14="http://schemas.microsoft.com/office/powerpoint/2010/main" val="112929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8936805"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FORECASTS BASED ON TIME-SERIES DATA</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256931"/>
            <a:ext cx="11138814" cy="4478149"/>
          </a:xfrm>
          <a:prstGeom prst="rect">
            <a:avLst/>
          </a:prstGeom>
        </p:spPr>
        <p:txBody>
          <a:bodyPr wrap="square">
            <a:spAutoFit/>
          </a:bodyPr>
          <a:lstStyle/>
          <a:p>
            <a:pPr algn="just"/>
            <a:r>
              <a:rPr lang="en-US" sz="2800" b="1">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Naive Methods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ct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Change from:</a:t>
            </a:r>
          </a:p>
          <a:p>
            <a:pPr algn="just"/>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Period</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b="1" u="sng">
                <a:latin typeface="Arial Unicode MS" panose="020B0604020202020204" pitchFamily="34" charset="-128"/>
                <a:ea typeface="Arial Unicode MS" panose="020B0604020202020204" pitchFamily="34" charset="-128"/>
                <a:cs typeface="Arial Unicode MS" panose="020B0604020202020204" pitchFamily="34" charset="-128"/>
              </a:rPr>
              <a:t>Sales</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1 		   50 		      	</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2		   53 			</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3		   55</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4		   58</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5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100">
                <a:latin typeface="Arial Unicode MS" panose="020B0604020202020204" pitchFamily="34" charset="-128"/>
                <a:ea typeface="Arial Unicode MS" panose="020B0604020202020204" pitchFamily="34" charset="-128"/>
                <a:cs typeface="Arial Unicode MS" panose="020B0604020202020204" pitchFamily="34" charset="-128"/>
              </a:rPr>
              <a:t>Forecast for </a:t>
            </a:r>
            <a:r>
              <a:rPr lang="en-GB" sz="21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1600">
                <a:latin typeface="Arial Unicode MS" panose="020B0604020202020204" pitchFamily="34" charset="-128"/>
                <a:ea typeface="Arial Unicode MS" panose="020B0604020202020204" pitchFamily="34" charset="-128"/>
                <a:cs typeface="Arial Unicode MS" panose="020B0604020202020204" pitchFamily="34" charset="-128"/>
              </a:rPr>
              <a:t>5</a:t>
            </a:r>
            <a:r>
              <a:rPr lang="en-GB" sz="20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1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58</a:t>
            </a:r>
            <a:r>
              <a:rPr lang="en-US" sz="2100">
                <a:latin typeface="Arial Unicode MS" panose="020B0604020202020204" pitchFamily="34" charset="-128"/>
                <a:ea typeface="Arial Unicode MS" panose="020B0604020202020204" pitchFamily="34" charset="-128"/>
                <a:cs typeface="Arial Unicode MS" panose="020B0604020202020204" pitchFamily="34" charset="-128"/>
              </a:rPr>
              <a:t>, as the interval is not consistent, therefore have to take the most recent value.</a:t>
            </a:r>
          </a:p>
          <a:p>
            <a:pPr algn="just"/>
            <a:endParaRPr lang="en-US" sz="20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298391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256931"/>
            <a:ext cx="11138814" cy="4154984"/>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Averaging techniques generate forecasts that reflect recent values of a time series (e.g., the average value over the last several periods).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These techniques work best when a series tends to vary around an average, although they also can handle step changes or gradual changes in the level of the series.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Three techniques for averaging are described in this section:</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1. Moving average</a:t>
            </a:r>
          </a:p>
          <a:p>
            <a:pPr algn="just"/>
            <a:r>
              <a:rPr lang="en-US"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2. Weighted moving average</a:t>
            </a:r>
          </a:p>
          <a:p>
            <a:pPr algn="just"/>
            <a:r>
              <a:rPr lang="en-US"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3. Exponential smoothing</a:t>
            </a:r>
          </a:p>
          <a:p>
            <a:pPr algn="just"/>
            <a:r>
              <a:rPr lang="en-US"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a:t>
            </a:r>
            <a:endParaRPr lang="en-US" sz="240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2" name="Ink 1">
                <a:extLst>
                  <a:ext uri="{FF2B5EF4-FFF2-40B4-BE49-F238E27FC236}">
                    <a16:creationId xmlns:a16="http://schemas.microsoft.com/office/drawing/2014/main" id="{AE84026A-6734-FAC2-B16F-CE5FFF28F819}"/>
                  </a:ext>
                </a:extLst>
              </p14:cNvPr>
              <p14:cNvContentPartPr/>
              <p14:nvPr/>
            </p14:nvContentPartPr>
            <p14:xfrm>
              <a:off x="2438520" y="4053480"/>
              <a:ext cx="360" cy="360"/>
            </p14:xfrm>
          </p:contentPart>
        </mc:Choice>
        <mc:Fallback>
          <p:pic>
            <p:nvPicPr>
              <p:cNvPr id="2" name="Ink 1">
                <a:extLst>
                  <a:ext uri="{FF2B5EF4-FFF2-40B4-BE49-F238E27FC236}">
                    <a16:creationId xmlns:a16="http://schemas.microsoft.com/office/drawing/2014/main" id="{AE84026A-6734-FAC2-B16F-CE5FFF28F819}"/>
                  </a:ext>
                </a:extLst>
              </p:cNvPr>
              <p:cNvPicPr/>
              <p:nvPr/>
            </p:nvPicPr>
            <p:blipFill>
              <a:blip r:embed="rId3"/>
              <a:stretch>
                <a:fillRect/>
              </a:stretch>
            </p:blipFill>
            <p:spPr>
              <a:xfrm>
                <a:off x="2420520" y="403548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C2DFACF2-B20E-EF46-C65A-4935DAD6D955}"/>
                  </a:ext>
                </a:extLst>
              </p14:cNvPr>
              <p14:cNvContentPartPr/>
              <p14:nvPr/>
            </p14:nvContentPartPr>
            <p14:xfrm>
              <a:off x="2514120" y="4389000"/>
              <a:ext cx="360" cy="360"/>
            </p14:xfrm>
          </p:contentPart>
        </mc:Choice>
        <mc:Fallback>
          <p:pic>
            <p:nvPicPr>
              <p:cNvPr id="3" name="Ink 2">
                <a:extLst>
                  <a:ext uri="{FF2B5EF4-FFF2-40B4-BE49-F238E27FC236}">
                    <a16:creationId xmlns:a16="http://schemas.microsoft.com/office/drawing/2014/main" id="{C2DFACF2-B20E-EF46-C65A-4935DAD6D955}"/>
                  </a:ext>
                </a:extLst>
              </p:cNvPr>
              <p:cNvPicPr/>
              <p:nvPr/>
            </p:nvPicPr>
            <p:blipFill>
              <a:blip r:embed="rId5"/>
              <a:stretch>
                <a:fillRect/>
              </a:stretch>
            </p:blipFill>
            <p:spPr>
              <a:xfrm>
                <a:off x="2496120" y="437100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5" name="Ink 4">
                <a:extLst>
                  <a:ext uri="{FF2B5EF4-FFF2-40B4-BE49-F238E27FC236}">
                    <a16:creationId xmlns:a16="http://schemas.microsoft.com/office/drawing/2014/main" id="{76679D55-7FF9-43F5-FBE0-F56906D77548}"/>
                  </a:ext>
                </a:extLst>
              </p14:cNvPr>
              <p14:cNvContentPartPr/>
              <p14:nvPr/>
            </p14:nvContentPartPr>
            <p14:xfrm>
              <a:off x="2331240" y="4800120"/>
              <a:ext cx="360" cy="360"/>
            </p14:xfrm>
          </p:contentPart>
        </mc:Choice>
        <mc:Fallback>
          <p:pic>
            <p:nvPicPr>
              <p:cNvPr id="5" name="Ink 4">
                <a:extLst>
                  <a:ext uri="{FF2B5EF4-FFF2-40B4-BE49-F238E27FC236}">
                    <a16:creationId xmlns:a16="http://schemas.microsoft.com/office/drawing/2014/main" id="{76679D55-7FF9-43F5-FBE0-F56906D77548}"/>
                  </a:ext>
                </a:extLst>
              </p:cNvPr>
              <p:cNvPicPr/>
              <p:nvPr/>
            </p:nvPicPr>
            <p:blipFill>
              <a:blip r:embed="rId7"/>
              <a:stretch>
                <a:fillRect/>
              </a:stretch>
            </p:blipFill>
            <p:spPr>
              <a:xfrm>
                <a:off x="2313240" y="478212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6" name="Ink 5">
                <a:extLst>
                  <a:ext uri="{FF2B5EF4-FFF2-40B4-BE49-F238E27FC236}">
                    <a16:creationId xmlns:a16="http://schemas.microsoft.com/office/drawing/2014/main" id="{1C3B5E7B-3C0D-4C05-0353-36F41947D557}"/>
                  </a:ext>
                </a:extLst>
              </p14:cNvPr>
              <p14:cNvContentPartPr/>
              <p14:nvPr/>
            </p14:nvContentPartPr>
            <p14:xfrm>
              <a:off x="8016360" y="5165880"/>
              <a:ext cx="360" cy="360"/>
            </p14:xfrm>
          </p:contentPart>
        </mc:Choice>
        <mc:Fallback>
          <p:pic>
            <p:nvPicPr>
              <p:cNvPr id="6" name="Ink 5">
                <a:extLst>
                  <a:ext uri="{FF2B5EF4-FFF2-40B4-BE49-F238E27FC236}">
                    <a16:creationId xmlns:a16="http://schemas.microsoft.com/office/drawing/2014/main" id="{1C3B5E7B-3C0D-4C05-0353-36F41947D557}"/>
                  </a:ext>
                </a:extLst>
              </p:cNvPr>
              <p:cNvPicPr/>
              <p:nvPr/>
            </p:nvPicPr>
            <p:blipFill>
              <a:blip r:embed="rId9"/>
              <a:stretch>
                <a:fillRect/>
              </a:stretch>
            </p:blipFill>
            <p:spPr>
              <a:xfrm>
                <a:off x="7998360" y="5147880"/>
                <a:ext cx="36000" cy="36000"/>
              </a:xfrm>
              <a:prstGeom prst="rect">
                <a:avLst/>
              </a:prstGeom>
            </p:spPr>
          </p:pic>
        </mc:Fallback>
      </mc:AlternateContent>
      <p:grpSp>
        <p:nvGrpSpPr>
          <p:cNvPr id="12" name="Group 11">
            <a:extLst>
              <a:ext uri="{FF2B5EF4-FFF2-40B4-BE49-F238E27FC236}">
                <a16:creationId xmlns:a16="http://schemas.microsoft.com/office/drawing/2014/main" id="{CB24E3A6-BDB3-CCA7-6174-FFE30237337C}"/>
              </a:ext>
            </a:extLst>
          </p:cNvPr>
          <p:cNvGrpSpPr/>
          <p:nvPr/>
        </p:nvGrpSpPr>
        <p:grpSpPr>
          <a:xfrm>
            <a:off x="8091960" y="5150760"/>
            <a:ext cx="360" cy="360"/>
            <a:chOff x="8091960" y="5150760"/>
            <a:chExt cx="360" cy="360"/>
          </a:xfrm>
        </p:grpSpPr>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7" name="Ink 6">
                  <a:extLst>
                    <a:ext uri="{FF2B5EF4-FFF2-40B4-BE49-F238E27FC236}">
                      <a16:creationId xmlns:a16="http://schemas.microsoft.com/office/drawing/2014/main" id="{EB8E950F-BA52-E8D4-DD32-9724C39ED7E4}"/>
                    </a:ext>
                  </a:extLst>
                </p14:cNvPr>
                <p14:cNvContentPartPr/>
                <p14:nvPr/>
              </p14:nvContentPartPr>
              <p14:xfrm>
                <a:off x="8091960" y="5150760"/>
                <a:ext cx="360" cy="360"/>
              </p14:xfrm>
            </p:contentPart>
          </mc:Choice>
          <mc:Fallback>
            <p:pic>
              <p:nvPicPr>
                <p:cNvPr id="7" name="Ink 6">
                  <a:extLst>
                    <a:ext uri="{FF2B5EF4-FFF2-40B4-BE49-F238E27FC236}">
                      <a16:creationId xmlns:a16="http://schemas.microsoft.com/office/drawing/2014/main" id="{EB8E950F-BA52-E8D4-DD32-9724C39ED7E4}"/>
                    </a:ext>
                  </a:extLst>
                </p:cNvPr>
                <p:cNvPicPr/>
                <p:nvPr/>
              </p:nvPicPr>
              <p:blipFill>
                <a:blip r:embed="rId11"/>
                <a:stretch>
                  <a:fillRect/>
                </a:stretch>
              </p:blipFill>
              <p:spPr>
                <a:xfrm>
                  <a:off x="8073960" y="513276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1" name="Ink 10">
                  <a:extLst>
                    <a:ext uri="{FF2B5EF4-FFF2-40B4-BE49-F238E27FC236}">
                      <a16:creationId xmlns:a16="http://schemas.microsoft.com/office/drawing/2014/main" id="{CE58FB30-2864-3369-65FD-AD3E8903957E}"/>
                    </a:ext>
                  </a:extLst>
                </p14:cNvPr>
                <p14:cNvContentPartPr/>
                <p14:nvPr/>
              </p14:nvContentPartPr>
              <p14:xfrm>
                <a:off x="8091960" y="5150760"/>
                <a:ext cx="360" cy="360"/>
              </p14:xfrm>
            </p:contentPart>
          </mc:Choice>
          <mc:Fallback>
            <p:pic>
              <p:nvPicPr>
                <p:cNvPr id="11" name="Ink 10">
                  <a:extLst>
                    <a:ext uri="{FF2B5EF4-FFF2-40B4-BE49-F238E27FC236}">
                      <a16:creationId xmlns:a16="http://schemas.microsoft.com/office/drawing/2014/main" id="{CE58FB30-2864-3369-65FD-AD3E8903957E}"/>
                    </a:ext>
                  </a:extLst>
                </p:cNvPr>
                <p:cNvPicPr/>
                <p:nvPr/>
              </p:nvPicPr>
              <p:blipFill>
                <a:blip r:embed="rId11"/>
                <a:stretch>
                  <a:fillRect/>
                </a:stretch>
              </p:blipFill>
              <p:spPr>
                <a:xfrm>
                  <a:off x="8073960" y="5132760"/>
                  <a:ext cx="36000" cy="36000"/>
                </a:xfrm>
                <a:prstGeom prst="rect">
                  <a:avLst/>
                </a:prstGeom>
              </p:spPr>
            </p:pic>
          </mc:Fallback>
        </mc:AlternateContent>
      </p:grpSp>
    </p:spTree>
    <p:extLst>
      <p:ext uri="{BB962C8B-B14F-4D97-AF65-F5344CB8AC3E}">
        <p14:creationId xmlns:p14="http://schemas.microsoft.com/office/powerpoint/2010/main" val="2688854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256931"/>
            <a:ext cx="11138814" cy="3108543"/>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Moving Average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One weakness of the naive method is that the forecast just traces the actual data, with a lag of one period; it does not smooth at all.</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But by expanding the amount of historical data a forecast is based on, this difficulty can be overcome.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moving average forecast uses a number of the most recent actual data values in generating a forecast.</a:t>
            </a:r>
          </a:p>
        </p:txBody>
      </p:sp>
      <mc:AlternateContent xmlns:mc="http://schemas.openxmlformats.org/markup-compatibility/2006">
        <mc:Choice xmlns:p14="http://schemas.microsoft.com/office/powerpoint/2010/main" Requires="p14">
          <p:contentPart p14:bwMode="auto" r:id="rId2">
            <p14:nvContentPartPr>
              <p14:cNvPr id="21" name="Ink 20">
                <a:extLst>
                  <a:ext uri="{FF2B5EF4-FFF2-40B4-BE49-F238E27FC236}">
                    <a16:creationId xmlns:a16="http://schemas.microsoft.com/office/drawing/2014/main" id="{0950DD27-21C8-04B5-013C-62835039958D}"/>
                  </a:ext>
                </a:extLst>
              </p14:cNvPr>
              <p14:cNvContentPartPr/>
              <p14:nvPr/>
            </p14:nvContentPartPr>
            <p14:xfrm>
              <a:off x="9544756" y="4924781"/>
              <a:ext cx="360" cy="360"/>
            </p14:xfrm>
          </p:contentPart>
        </mc:Choice>
        <mc:Fallback>
          <p:pic>
            <p:nvPicPr>
              <p:cNvPr id="21" name="Ink 20">
                <a:extLst>
                  <a:ext uri="{FF2B5EF4-FFF2-40B4-BE49-F238E27FC236}">
                    <a16:creationId xmlns:a16="http://schemas.microsoft.com/office/drawing/2014/main" id="{0950DD27-21C8-04B5-013C-62835039958D}"/>
                  </a:ext>
                </a:extLst>
              </p:cNvPr>
              <p:cNvPicPr/>
              <p:nvPr/>
            </p:nvPicPr>
            <p:blipFill>
              <a:blip r:embed="rId3"/>
              <a:stretch>
                <a:fillRect/>
              </a:stretch>
            </p:blipFill>
            <p:spPr>
              <a:xfrm>
                <a:off x="9535756" y="4915781"/>
                <a:ext cx="18000" cy="18000"/>
              </a:xfrm>
              <a:prstGeom prst="rect">
                <a:avLst/>
              </a:prstGeom>
            </p:spPr>
          </p:pic>
        </mc:Fallback>
      </mc:AlternateContent>
    </p:spTree>
    <p:extLst>
      <p:ext uri="{BB962C8B-B14F-4D97-AF65-F5344CB8AC3E}">
        <p14:creationId xmlns:p14="http://schemas.microsoft.com/office/powerpoint/2010/main" val="2730675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A0BBE89A-BC9A-136C-B504-005805BD3330}"/>
              </a:ext>
            </a:extLst>
          </p:cNvPr>
          <p:cNvSpPr/>
          <p:nvPr/>
        </p:nvSpPr>
        <p:spPr>
          <a:xfrm>
            <a:off x="502209" y="1123112"/>
            <a:ext cx="11138814" cy="461665"/>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moving average forecast can be computed using the following equation:</a:t>
            </a:r>
          </a:p>
        </p:txBody>
      </p:sp>
      <p:sp>
        <p:nvSpPr>
          <p:cNvPr id="7" name="Rectangle 6">
            <a:extLst>
              <a:ext uri="{FF2B5EF4-FFF2-40B4-BE49-F238E27FC236}">
                <a16:creationId xmlns:a16="http://schemas.microsoft.com/office/drawing/2014/main" id="{ED9C80F0-6355-1510-F268-102DA2B350D2}"/>
              </a:ext>
            </a:extLst>
          </p:cNvPr>
          <p:cNvSpPr/>
          <p:nvPr/>
        </p:nvSpPr>
        <p:spPr>
          <a:xfrm>
            <a:off x="573480" y="5058041"/>
            <a:ext cx="10836047" cy="1077218"/>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For example, </a:t>
            </a:r>
            <a:r>
              <a:rPr lang="en-GB" sz="320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MA</a:t>
            </a:r>
            <a:r>
              <a:rPr lang="en-GB" sz="110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3</a:t>
            </a:r>
            <a:r>
              <a:rPr lang="en-GB" sz="10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would refer to a three-period moving average forecast, and </a:t>
            </a:r>
            <a:r>
              <a:rPr lang="en-GB" sz="3200" b="1">
                <a:solidFill>
                  <a:srgbClr val="B8420E"/>
                </a:solidFill>
                <a:latin typeface="Arial Unicode MS" panose="020B0604020202020204" pitchFamily="34" charset="-128"/>
                <a:ea typeface="Arial Unicode MS" panose="020B0604020202020204" pitchFamily="34" charset="-128"/>
                <a:cs typeface="Arial Unicode MS" panose="020B0604020202020204" pitchFamily="34" charset="-128"/>
              </a:rPr>
              <a:t>MA</a:t>
            </a:r>
            <a:r>
              <a:rPr lang="en-GB" sz="1100" b="1">
                <a:solidFill>
                  <a:srgbClr val="B8420E"/>
                </a:solidFill>
                <a:latin typeface="Arial Unicode MS" panose="020B0604020202020204" pitchFamily="34" charset="-128"/>
                <a:ea typeface="Arial Unicode MS" panose="020B0604020202020204" pitchFamily="34" charset="-128"/>
                <a:cs typeface="Arial Unicode MS" panose="020B0604020202020204" pitchFamily="34" charset="-128"/>
              </a:rPr>
              <a:t>5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would refer to a five-period moving average forecast. </a:t>
            </a:r>
          </a:p>
        </p:txBody>
      </p:sp>
      <p:sp>
        <p:nvSpPr>
          <p:cNvPr id="11" name="Rectangle 3">
            <a:extLst>
              <a:ext uri="{FF2B5EF4-FFF2-40B4-BE49-F238E27FC236}">
                <a16:creationId xmlns:a16="http://schemas.microsoft.com/office/drawing/2014/main" id="{F09CF74B-4DDB-47AE-E96A-D581DB9785F5}"/>
              </a:ext>
            </a:extLst>
          </p:cNvPr>
          <p:cNvSpPr txBox="1">
            <a:spLocks/>
          </p:cNvSpPr>
          <p:nvPr/>
        </p:nvSpPr>
        <p:spPr bwMode="auto">
          <a:xfrm>
            <a:off x="573481" y="3090298"/>
            <a:ext cx="11138814" cy="210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tx1"/>
              </a:buClr>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Font typeface="Wingdings" pitchFamily="2" charset="2"/>
              <a:buChar char="§"/>
              <a:defRPr sz="2000">
                <a:solidFill>
                  <a:schemeClr val="tx1"/>
                </a:solidFill>
                <a:latin typeface="+mn-lt"/>
              </a:defRPr>
            </a:lvl9pPr>
          </a:lstStyle>
          <a:p>
            <a:pPr marL="0" indent="0">
              <a:buFont typeface="Wingdings" pitchFamily="2" charset="2"/>
              <a:buNone/>
              <a:defRPr/>
            </a:pP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alt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 </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 Forecast for time period t</a:t>
            </a:r>
          </a:p>
          <a:p>
            <a:pPr marL="0" indent="0">
              <a:buFont typeface="Wingdings" pitchFamily="2" charset="2"/>
              <a:buNone/>
              <a:defRPr/>
            </a:pPr>
            <a:r>
              <a:rPr lang="en-US" altLang="en-US" sz="2400" err="1">
                <a:latin typeface="Arial Unicode MS" panose="020B0604020202020204" pitchFamily="34" charset="-128"/>
                <a:ea typeface="Arial Unicode MS" panose="020B0604020202020204" pitchFamily="34" charset="-128"/>
                <a:cs typeface="Arial Unicode MS" panose="020B0604020202020204" pitchFamily="34" charset="-128"/>
              </a:rPr>
              <a:t>MA</a:t>
            </a:r>
            <a:r>
              <a:rPr lang="en-US" altLang="en-US" sz="2400" baseline="-25000" err="1">
                <a:latin typeface="Arial Unicode MS" panose="020B0604020202020204" pitchFamily="34" charset="-128"/>
                <a:ea typeface="Arial Unicode MS" panose="020B0604020202020204" pitchFamily="34" charset="-128"/>
                <a:cs typeface="Arial Unicode MS" panose="020B0604020202020204" pitchFamily="34" charset="-128"/>
              </a:rPr>
              <a:t>n</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 = n period moving average</a:t>
            </a:r>
          </a:p>
          <a:p>
            <a:pPr marL="0" indent="0">
              <a:buFont typeface="Wingdings" pitchFamily="2" charset="2"/>
              <a:buNone/>
              <a:defRPr/>
            </a:pP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alt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t-1</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 = Actual value in period t-1</a:t>
            </a:r>
          </a:p>
          <a:p>
            <a:pPr marL="0" indent="0">
              <a:buNone/>
              <a:defRPr/>
            </a:pPr>
            <a:endParaRPr lang="en-US" altLang="en-US" sz="800" baseline="-2500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buNone/>
              <a:defRPr/>
            </a:pP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More recent values in a series are given more weight in computing the forecast.</a:t>
            </a:r>
          </a:p>
        </p:txBody>
      </p:sp>
      <p:sp>
        <p:nvSpPr>
          <p:cNvPr id="12" name="Rectangle 7">
            <a:extLst>
              <a:ext uri="{FF2B5EF4-FFF2-40B4-BE49-F238E27FC236}">
                <a16:creationId xmlns:a16="http://schemas.microsoft.com/office/drawing/2014/main" id="{0950A364-92A2-75D1-869D-F1183267BCA1}"/>
              </a:ext>
            </a:extLst>
          </p:cNvPr>
          <p:cNvSpPr>
            <a:spLocks noChangeArrowheads="1"/>
          </p:cNvSpPr>
          <p:nvPr/>
        </p:nvSpPr>
        <p:spPr bwMode="auto">
          <a:xfrm>
            <a:off x="4351361" y="2121686"/>
            <a:ext cx="12001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err="1">
                <a:solidFill>
                  <a:srgbClr val="CE2700"/>
                </a:solidFill>
              </a:rPr>
              <a:t>MA</a:t>
            </a:r>
            <a:r>
              <a:rPr lang="en-US" altLang="en-US" sz="3900" baseline="-25000" err="1">
                <a:solidFill>
                  <a:srgbClr val="CE2700"/>
                </a:solidFill>
              </a:rPr>
              <a:t>n</a:t>
            </a:r>
            <a:r>
              <a:rPr lang="en-US" altLang="en-US" sz="3900" baseline="-25000">
                <a:solidFill>
                  <a:srgbClr val="CE2700"/>
                </a:solidFill>
              </a:rPr>
              <a:t> </a:t>
            </a:r>
          </a:p>
        </p:txBody>
      </p:sp>
      <p:sp>
        <p:nvSpPr>
          <p:cNvPr id="13" name="Rectangle 10">
            <a:extLst>
              <a:ext uri="{FF2B5EF4-FFF2-40B4-BE49-F238E27FC236}">
                <a16:creationId xmlns:a16="http://schemas.microsoft.com/office/drawing/2014/main" id="{93B31948-B732-5F61-8CA0-48B18179525F}"/>
              </a:ext>
            </a:extLst>
          </p:cNvPr>
          <p:cNvSpPr>
            <a:spLocks noChangeArrowheads="1"/>
          </p:cNvSpPr>
          <p:nvPr/>
        </p:nvSpPr>
        <p:spPr bwMode="auto">
          <a:xfrm>
            <a:off x="6870724" y="2480461"/>
            <a:ext cx="4572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rPr>
              <a:t>n</a:t>
            </a:r>
          </a:p>
        </p:txBody>
      </p:sp>
      <p:grpSp>
        <p:nvGrpSpPr>
          <p:cNvPr id="14" name="Group 11">
            <a:extLst>
              <a:ext uri="{FF2B5EF4-FFF2-40B4-BE49-F238E27FC236}">
                <a16:creationId xmlns:a16="http://schemas.microsoft.com/office/drawing/2014/main" id="{584786A1-8D4D-3B88-19BE-0B1C5BF0E1D4}"/>
              </a:ext>
            </a:extLst>
          </p:cNvPr>
          <p:cNvGrpSpPr>
            <a:grpSpLocks/>
          </p:cNvGrpSpPr>
          <p:nvPr/>
        </p:nvGrpSpPr>
        <p:grpSpPr bwMode="auto">
          <a:xfrm>
            <a:off x="6488136" y="1462873"/>
            <a:ext cx="1365250" cy="1057275"/>
            <a:chOff x="2966" y="3036"/>
            <a:chExt cx="860" cy="666"/>
          </a:xfrm>
        </p:grpSpPr>
        <p:sp>
          <p:nvSpPr>
            <p:cNvPr id="15" name="Rectangle 12">
              <a:extLst>
                <a:ext uri="{FF2B5EF4-FFF2-40B4-BE49-F238E27FC236}">
                  <a16:creationId xmlns:a16="http://schemas.microsoft.com/office/drawing/2014/main" id="{197930FE-03C3-8B8A-6545-9CE74E395D47}"/>
                </a:ext>
              </a:extLst>
            </p:cNvPr>
            <p:cNvSpPr>
              <a:spLocks noChangeArrowheads="1"/>
            </p:cNvSpPr>
            <p:nvPr/>
          </p:nvSpPr>
          <p:spPr bwMode="auto">
            <a:xfrm>
              <a:off x="3314" y="3152"/>
              <a:ext cx="51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rPr>
                <a:t>A</a:t>
              </a:r>
              <a:r>
                <a:rPr lang="en-US" altLang="en-US" sz="3900" baseline="-25000">
                  <a:solidFill>
                    <a:srgbClr val="CE2700"/>
                  </a:solidFill>
                </a:rPr>
                <a:t>t-i</a:t>
              </a:r>
            </a:p>
          </p:txBody>
        </p:sp>
        <p:grpSp>
          <p:nvGrpSpPr>
            <p:cNvPr id="16" name="Group 13">
              <a:extLst>
                <a:ext uri="{FF2B5EF4-FFF2-40B4-BE49-F238E27FC236}">
                  <a16:creationId xmlns:a16="http://schemas.microsoft.com/office/drawing/2014/main" id="{A46A1947-9FC4-97AC-1C87-A6AF2144960C}"/>
                </a:ext>
              </a:extLst>
            </p:cNvPr>
            <p:cNvGrpSpPr>
              <a:grpSpLocks/>
            </p:cNvGrpSpPr>
            <p:nvPr/>
          </p:nvGrpSpPr>
          <p:grpSpPr bwMode="auto">
            <a:xfrm>
              <a:off x="2966" y="3036"/>
              <a:ext cx="387" cy="666"/>
              <a:chOff x="2966" y="3036"/>
              <a:chExt cx="387" cy="666"/>
            </a:xfrm>
          </p:grpSpPr>
          <p:sp>
            <p:nvSpPr>
              <p:cNvPr id="17" name="Rectangle 14">
                <a:extLst>
                  <a:ext uri="{FF2B5EF4-FFF2-40B4-BE49-F238E27FC236}">
                    <a16:creationId xmlns:a16="http://schemas.microsoft.com/office/drawing/2014/main" id="{10E07A88-798F-A974-3C44-34F9E15FC7A5}"/>
                  </a:ext>
                </a:extLst>
              </p:cNvPr>
              <p:cNvSpPr>
                <a:spLocks noChangeArrowheads="1"/>
              </p:cNvSpPr>
              <p:nvPr/>
            </p:nvSpPr>
            <p:spPr bwMode="auto">
              <a:xfrm>
                <a:off x="3003" y="3492"/>
                <a:ext cx="35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1600">
                    <a:solidFill>
                      <a:srgbClr val="CE2700"/>
                    </a:solidFill>
                  </a:rPr>
                  <a:t>i = 1</a:t>
                </a:r>
              </a:p>
            </p:txBody>
          </p:sp>
          <p:grpSp>
            <p:nvGrpSpPr>
              <p:cNvPr id="18" name="Group 15">
                <a:extLst>
                  <a:ext uri="{FF2B5EF4-FFF2-40B4-BE49-F238E27FC236}">
                    <a16:creationId xmlns:a16="http://schemas.microsoft.com/office/drawing/2014/main" id="{54994536-CB82-9482-FE92-E2E6541B5442}"/>
                  </a:ext>
                </a:extLst>
              </p:cNvPr>
              <p:cNvGrpSpPr>
                <a:grpSpLocks/>
              </p:cNvGrpSpPr>
              <p:nvPr/>
            </p:nvGrpSpPr>
            <p:grpSpPr bwMode="auto">
              <a:xfrm>
                <a:off x="2966" y="3036"/>
                <a:ext cx="336" cy="554"/>
                <a:chOff x="2966" y="3036"/>
                <a:chExt cx="336" cy="554"/>
              </a:xfrm>
            </p:grpSpPr>
            <p:sp>
              <p:nvSpPr>
                <p:cNvPr id="19" name="Rectangle 16">
                  <a:extLst>
                    <a:ext uri="{FF2B5EF4-FFF2-40B4-BE49-F238E27FC236}">
                      <a16:creationId xmlns:a16="http://schemas.microsoft.com/office/drawing/2014/main" id="{8CF852B2-A747-A12B-8F3E-4F1592CB97A6}"/>
                    </a:ext>
                  </a:extLst>
                </p:cNvPr>
                <p:cNvSpPr>
                  <a:spLocks noChangeArrowheads="1"/>
                </p:cNvSpPr>
                <p:nvPr/>
              </p:nvSpPr>
              <p:spPr bwMode="auto">
                <a:xfrm>
                  <a:off x="2966" y="3160"/>
                  <a:ext cx="336"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latin typeface="Symbol" pitchFamily="2" charset="2"/>
                    </a:rPr>
                    <a:t></a:t>
                  </a:r>
                </a:p>
              </p:txBody>
            </p:sp>
            <p:sp>
              <p:nvSpPr>
                <p:cNvPr id="20" name="Rectangle 17">
                  <a:extLst>
                    <a:ext uri="{FF2B5EF4-FFF2-40B4-BE49-F238E27FC236}">
                      <a16:creationId xmlns:a16="http://schemas.microsoft.com/office/drawing/2014/main" id="{976B01EC-16A5-86D9-1455-3EEDEEAC7C02}"/>
                    </a:ext>
                  </a:extLst>
                </p:cNvPr>
                <p:cNvSpPr>
                  <a:spLocks noChangeArrowheads="1"/>
                </p:cNvSpPr>
                <p:nvPr/>
              </p:nvSpPr>
              <p:spPr bwMode="auto">
                <a:xfrm>
                  <a:off x="3027" y="3036"/>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1600">
                      <a:solidFill>
                        <a:srgbClr val="CE2700"/>
                      </a:solidFill>
                    </a:rPr>
                    <a:t>n</a:t>
                  </a:r>
                </a:p>
              </p:txBody>
            </p:sp>
          </p:grpSp>
        </p:grpSp>
      </p:grpSp>
      <p:sp>
        <p:nvSpPr>
          <p:cNvPr id="21" name="Rectangle 7">
            <a:extLst>
              <a:ext uri="{FF2B5EF4-FFF2-40B4-BE49-F238E27FC236}">
                <a16:creationId xmlns:a16="http://schemas.microsoft.com/office/drawing/2014/main" id="{ACC280D9-D70F-C147-9A76-D027F4E40E00}"/>
              </a:ext>
            </a:extLst>
          </p:cNvPr>
          <p:cNvSpPr>
            <a:spLocks noChangeArrowheads="1"/>
          </p:cNvSpPr>
          <p:nvPr/>
        </p:nvSpPr>
        <p:spPr bwMode="auto">
          <a:xfrm>
            <a:off x="3084536" y="2075648"/>
            <a:ext cx="674688"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rPr>
              <a:t>F</a:t>
            </a:r>
            <a:r>
              <a:rPr lang="en-US" altLang="en-US" sz="3900" baseline="-25000">
                <a:solidFill>
                  <a:srgbClr val="CE2700"/>
                </a:solidFill>
              </a:rPr>
              <a:t>t </a:t>
            </a:r>
          </a:p>
        </p:txBody>
      </p:sp>
      <p:sp>
        <p:nvSpPr>
          <p:cNvPr id="22" name="Rectangle 8">
            <a:extLst>
              <a:ext uri="{FF2B5EF4-FFF2-40B4-BE49-F238E27FC236}">
                <a16:creationId xmlns:a16="http://schemas.microsoft.com/office/drawing/2014/main" id="{DC01FD8C-D478-9FE6-B668-332789B91CB6}"/>
              </a:ext>
            </a:extLst>
          </p:cNvPr>
          <p:cNvSpPr>
            <a:spLocks noChangeArrowheads="1"/>
          </p:cNvSpPr>
          <p:nvPr/>
        </p:nvSpPr>
        <p:spPr bwMode="auto">
          <a:xfrm>
            <a:off x="3741761" y="2072473"/>
            <a:ext cx="4603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rPr>
              <a:t>=</a:t>
            </a:r>
          </a:p>
        </p:txBody>
      </p:sp>
      <p:sp>
        <p:nvSpPr>
          <p:cNvPr id="23" name="Rectangle 8">
            <a:extLst>
              <a:ext uri="{FF2B5EF4-FFF2-40B4-BE49-F238E27FC236}">
                <a16:creationId xmlns:a16="http://schemas.microsoft.com/office/drawing/2014/main" id="{55455B77-6BB7-756B-580C-8F934197F251}"/>
              </a:ext>
            </a:extLst>
          </p:cNvPr>
          <p:cNvSpPr>
            <a:spLocks noChangeArrowheads="1"/>
          </p:cNvSpPr>
          <p:nvPr/>
        </p:nvSpPr>
        <p:spPr bwMode="auto">
          <a:xfrm>
            <a:off x="5684861" y="2121686"/>
            <a:ext cx="4603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itchFamily="2" charset="2"/>
              <a:buChar char="§"/>
              <a:defRPr sz="3200">
                <a:solidFill>
                  <a:schemeClr val="tx1"/>
                </a:solidFill>
                <a:latin typeface="Arial" panose="020B0604020202020204" pitchFamily="34" charset="0"/>
              </a:defRPr>
            </a:lvl1pPr>
            <a:lvl2pPr marL="742950" indent="-285750">
              <a:spcBef>
                <a:spcPct val="20000"/>
              </a:spcBef>
              <a:buClr>
                <a:schemeClr val="tx1"/>
              </a:buClr>
              <a:buFont typeface="Wingdings"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Font typeface="Wingdings" pitchFamily="2" charset="2"/>
              <a:buChar char="§"/>
              <a:defRPr sz="2400">
                <a:solidFill>
                  <a:schemeClr val="tx1"/>
                </a:solidFill>
                <a:latin typeface="Arial" panose="020B0604020202020204" pitchFamily="34" charset="0"/>
              </a:defRPr>
            </a:lvl3pPr>
            <a:lvl4pPr marL="16002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tx1"/>
              </a:buClr>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Wingdings"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3900">
                <a:solidFill>
                  <a:srgbClr val="CE2700"/>
                </a:solidFill>
              </a:rPr>
              <a:t>=</a:t>
            </a:r>
          </a:p>
        </p:txBody>
      </p:sp>
      <p:sp>
        <p:nvSpPr>
          <p:cNvPr id="24" name="Line 6">
            <a:extLst>
              <a:ext uri="{FF2B5EF4-FFF2-40B4-BE49-F238E27FC236}">
                <a16:creationId xmlns:a16="http://schemas.microsoft.com/office/drawing/2014/main" id="{517BA407-76AF-B3CF-3F01-C96E331C31CE}"/>
              </a:ext>
            </a:extLst>
          </p:cNvPr>
          <p:cNvSpPr>
            <a:spLocks noChangeShapeType="1"/>
          </p:cNvSpPr>
          <p:nvPr/>
        </p:nvSpPr>
        <p:spPr bwMode="auto">
          <a:xfrm>
            <a:off x="6516877" y="2555443"/>
            <a:ext cx="1284287" cy="31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Tree>
    <p:extLst>
      <p:ext uri="{BB962C8B-B14F-4D97-AF65-F5344CB8AC3E}">
        <p14:creationId xmlns:p14="http://schemas.microsoft.com/office/powerpoint/2010/main" val="3027822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2" name="Rectangle 1">
            <a:extLst>
              <a:ext uri="{FF2B5EF4-FFF2-40B4-BE49-F238E27FC236}">
                <a16:creationId xmlns:a16="http://schemas.microsoft.com/office/drawing/2014/main" id="{104AE3CF-216F-55FD-F9A3-35B5FB9B153D}"/>
              </a:ext>
            </a:extLst>
          </p:cNvPr>
          <p:cNvSpPr/>
          <p:nvPr/>
        </p:nvSpPr>
        <p:spPr>
          <a:xfrm>
            <a:off x="517566" y="1103664"/>
            <a:ext cx="11156867" cy="1323439"/>
          </a:xfrm>
          <a:prstGeom prst="rect">
            <a:avLst/>
          </a:prstGeom>
        </p:spPr>
        <p:txBody>
          <a:bodyPr wrap="square">
            <a:spAutoFit/>
          </a:bodyPr>
          <a:lstStyle/>
          <a:p>
            <a:pPr algn="ctr"/>
            <a:r>
              <a:rPr lang="en-GB" sz="3200" b="1">
                <a:solidFill>
                  <a:srgbClr val="0054CE"/>
                </a:solidFill>
                <a:latin typeface="Arial Unicode MS" panose="020B0604020202020204" pitchFamily="34" charset="-128"/>
                <a:ea typeface="Arial Unicode MS" panose="020B0604020202020204" pitchFamily="34" charset="-128"/>
                <a:cs typeface="Arial Unicode MS" panose="020B0604020202020204" pitchFamily="34" charset="-128"/>
              </a:rPr>
              <a:t>Computing a Moving Average </a:t>
            </a:r>
            <a:endParaRPr lang="en-GB" sz="24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Compute a </a:t>
            </a:r>
            <a:r>
              <a:rPr lang="en-GB" sz="2400">
                <a:highlight>
                  <a:srgbClr val="FFFF00"/>
                </a:highlight>
                <a:latin typeface="Arial Unicode MS" panose="020B0604020202020204" pitchFamily="34" charset="-128"/>
                <a:ea typeface="Arial Unicode MS" panose="020B0604020202020204" pitchFamily="34" charset="-128"/>
                <a:cs typeface="Arial Unicode MS" panose="020B0604020202020204" pitchFamily="34" charset="-128"/>
              </a:rPr>
              <a:t>three-period moving average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forecast given demand for shopping carts for the last five periods. </a:t>
            </a:r>
          </a:p>
        </p:txBody>
      </p:sp>
      <p:pic>
        <p:nvPicPr>
          <p:cNvPr id="13" name="Picture 12" descr="Text&#10;&#10;Description automatically generated">
            <a:extLst>
              <a:ext uri="{FF2B5EF4-FFF2-40B4-BE49-F238E27FC236}">
                <a16:creationId xmlns:a16="http://schemas.microsoft.com/office/drawing/2014/main" id="{1E5FE741-8434-0774-E575-1A0A6697FC50}"/>
              </a:ext>
            </a:extLst>
          </p:cNvPr>
          <p:cNvPicPr>
            <a:picLocks noChangeAspect="1"/>
          </p:cNvPicPr>
          <p:nvPr/>
        </p:nvPicPr>
        <p:blipFill>
          <a:blip r:embed="rId2"/>
          <a:stretch>
            <a:fillRect/>
          </a:stretch>
        </p:blipFill>
        <p:spPr>
          <a:xfrm>
            <a:off x="517566" y="3978770"/>
            <a:ext cx="10756900" cy="2501900"/>
          </a:xfrm>
          <a:prstGeom prst="rect">
            <a:avLst/>
          </a:prstGeom>
        </p:spPr>
      </p:pic>
      <p:pic>
        <p:nvPicPr>
          <p:cNvPr id="11" name="Picture 10" descr="Table&#10;&#10;Description automatically generated">
            <a:extLst>
              <a:ext uri="{FF2B5EF4-FFF2-40B4-BE49-F238E27FC236}">
                <a16:creationId xmlns:a16="http://schemas.microsoft.com/office/drawing/2014/main" id="{25C7B02C-F75D-F0F5-F1F0-E0CC3A73EC29}"/>
              </a:ext>
            </a:extLst>
          </p:cNvPr>
          <p:cNvPicPr>
            <a:picLocks noChangeAspect="1"/>
          </p:cNvPicPr>
          <p:nvPr/>
        </p:nvPicPr>
        <p:blipFill>
          <a:blip r:embed="rId3"/>
          <a:stretch>
            <a:fillRect/>
          </a:stretch>
        </p:blipFill>
        <p:spPr>
          <a:xfrm>
            <a:off x="5403466" y="2154271"/>
            <a:ext cx="5219700" cy="2527300"/>
          </a:xfrm>
          <a:prstGeom prst="rect">
            <a:avLst/>
          </a:prstGeom>
        </p:spPr>
      </p:pic>
    </p:spTree>
    <p:extLst>
      <p:ext uri="{BB962C8B-B14F-4D97-AF65-F5344CB8AC3E}">
        <p14:creationId xmlns:p14="http://schemas.microsoft.com/office/powerpoint/2010/main" val="3617175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3477875"/>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Weighted Moving Average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 weighted average is similar to a moving average, except that it typically assigns more weight to the most recent values in a time series.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instance, the most recent value might be assigned a weight of .40, the next most recent value a weight of .30, the next after that a weight of .20, and the next after that a weight of .10.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Note that the weights must sum to 1.00, and that the heaviest weights are assigned to the most recent values.</a:t>
            </a:r>
          </a:p>
        </p:txBody>
      </p:sp>
      <p:pic>
        <p:nvPicPr>
          <p:cNvPr id="5" name="Picture 4">
            <a:extLst>
              <a:ext uri="{FF2B5EF4-FFF2-40B4-BE49-F238E27FC236}">
                <a16:creationId xmlns:a16="http://schemas.microsoft.com/office/drawing/2014/main" id="{DFCA0B54-F617-FC67-A1C6-1A92CE8047D3}"/>
              </a:ext>
            </a:extLst>
          </p:cNvPr>
          <p:cNvPicPr>
            <a:picLocks noChangeAspect="1"/>
          </p:cNvPicPr>
          <p:nvPr/>
        </p:nvPicPr>
        <p:blipFill>
          <a:blip r:embed="rId2"/>
          <a:stretch>
            <a:fillRect/>
          </a:stretch>
        </p:blipFill>
        <p:spPr>
          <a:xfrm>
            <a:off x="4671753" y="4705509"/>
            <a:ext cx="7018038" cy="1633601"/>
          </a:xfrm>
          <a:prstGeom prst="rect">
            <a:avLst/>
          </a:prstGeom>
        </p:spPr>
      </p:pic>
    </p:spTree>
    <p:extLst>
      <p:ext uri="{BB962C8B-B14F-4D97-AF65-F5344CB8AC3E}">
        <p14:creationId xmlns:p14="http://schemas.microsoft.com/office/powerpoint/2010/main" val="982539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523220"/>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Weighted Moving Average</a:t>
            </a:r>
          </a:p>
        </p:txBody>
      </p:sp>
      <p:sp>
        <p:nvSpPr>
          <p:cNvPr id="7" name="Rectangle 6">
            <a:extLst>
              <a:ext uri="{FF2B5EF4-FFF2-40B4-BE49-F238E27FC236}">
                <a16:creationId xmlns:a16="http://schemas.microsoft.com/office/drawing/2014/main" id="{576EF2DE-D7DD-28AA-850E-C1A48867FAC8}"/>
              </a:ext>
            </a:extLst>
          </p:cNvPr>
          <p:cNvSpPr/>
          <p:nvPr/>
        </p:nvSpPr>
        <p:spPr>
          <a:xfrm>
            <a:off x="484156" y="1780151"/>
            <a:ext cx="11156867" cy="4893647"/>
          </a:xfrm>
          <a:prstGeom prst="rect">
            <a:avLst/>
          </a:prstGeom>
        </p:spPr>
        <p:txBody>
          <a:bodyPr wrap="square">
            <a:spAutoFit/>
          </a:bodyPr>
          <a:lstStyle/>
          <a:p>
            <a:pPr algn="ctr"/>
            <a:r>
              <a:rPr lang="en-GB" sz="2800" b="1">
                <a:solidFill>
                  <a:srgbClr val="0054CE"/>
                </a:solidFill>
                <a:latin typeface="Arial Unicode MS" panose="020B0604020202020204" pitchFamily="34" charset="-128"/>
                <a:ea typeface="Arial Unicode MS" panose="020B0604020202020204" pitchFamily="34" charset="-128"/>
                <a:cs typeface="Arial Unicode MS" panose="020B0604020202020204" pitchFamily="34" charset="-128"/>
              </a:rPr>
              <a:t>Computing a Weighted Moving Average </a:t>
            </a:r>
            <a:endParaRPr lang="en-GB" sz="2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Given the following demand data:</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u="sng">
                <a:latin typeface="Arial Unicode MS" panose="020B0604020202020204" pitchFamily="34" charset="-128"/>
                <a:ea typeface="Arial Unicode MS" panose="020B0604020202020204" pitchFamily="34" charset="-128"/>
                <a:cs typeface="Arial Unicode MS" panose="020B0604020202020204" pitchFamily="34" charset="-128"/>
              </a:rPr>
              <a:t>Period</a:t>
            </a:r>
            <a:r>
              <a:rPr lang="en-GB" sz="24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u="sng">
                <a:latin typeface="Arial Unicode MS" panose="020B0604020202020204" pitchFamily="34" charset="-128"/>
                <a:ea typeface="Arial Unicode MS" panose="020B0604020202020204" pitchFamily="34" charset="-128"/>
                <a:cs typeface="Arial Unicode MS" panose="020B0604020202020204" pitchFamily="34" charset="-128"/>
              </a:rPr>
              <a:t>Demand</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1 		    42</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2 		    40</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3 		    43</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4		    40</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5 		    41</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a. Compute a weighted average forecast using a weight of .40 for the most recent period, .30 for the next most recent, .20 for the next, and .10 for the next.</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b. If the actual demand for period 6 is 39, forecast demand for period 7 using the same weights as in part a.</a:t>
            </a:r>
          </a:p>
        </p:txBody>
      </p:sp>
    </p:spTree>
    <p:extLst>
      <p:ext uri="{BB962C8B-B14F-4D97-AF65-F5344CB8AC3E}">
        <p14:creationId xmlns:p14="http://schemas.microsoft.com/office/powerpoint/2010/main" val="2068212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523220"/>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Weighted Moving Average</a:t>
            </a:r>
          </a:p>
        </p:txBody>
      </p:sp>
      <p:sp>
        <p:nvSpPr>
          <p:cNvPr id="7" name="Rectangle 6">
            <a:extLst>
              <a:ext uri="{FF2B5EF4-FFF2-40B4-BE49-F238E27FC236}">
                <a16:creationId xmlns:a16="http://schemas.microsoft.com/office/drawing/2014/main" id="{576EF2DE-D7DD-28AA-850E-C1A48867FAC8}"/>
              </a:ext>
            </a:extLst>
          </p:cNvPr>
          <p:cNvSpPr/>
          <p:nvPr/>
        </p:nvSpPr>
        <p:spPr>
          <a:xfrm>
            <a:off x="484156" y="1780151"/>
            <a:ext cx="11156867" cy="3662541"/>
          </a:xfrm>
          <a:prstGeom prst="rect">
            <a:avLst/>
          </a:prstGeom>
        </p:spPr>
        <p:txBody>
          <a:bodyPr wrap="square">
            <a:spAutoFit/>
          </a:bodyPr>
          <a:lstStyle/>
          <a:p>
            <a:pPr algn="ctr"/>
            <a:r>
              <a:rPr lang="en-GB" sz="2800" b="1">
                <a:solidFill>
                  <a:srgbClr val="0054CE"/>
                </a:solidFill>
                <a:latin typeface="Arial Unicode MS" panose="020B0604020202020204" pitchFamily="34" charset="-128"/>
                <a:ea typeface="Arial Unicode MS" panose="020B0604020202020204" pitchFamily="34" charset="-128"/>
                <a:cs typeface="Arial Unicode MS" panose="020B0604020202020204" pitchFamily="34" charset="-128"/>
              </a:rPr>
              <a:t>Computing a Weighted Moving Average </a:t>
            </a:r>
            <a:endParaRPr lang="en-GB" sz="2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GB" sz="2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GB" sz="2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GB" sz="2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a. Compute a weighted average forecast using a weight of .40 for the most recent period, .30 for the next most recent, .20 for the next, and .10 for the next.</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1600">
                <a:latin typeface="Arial Unicode MS" panose="020B0604020202020204" pitchFamily="34" charset="-128"/>
                <a:ea typeface="Arial Unicode MS" panose="020B0604020202020204" pitchFamily="34" charset="-128"/>
                <a:cs typeface="Arial Unicode MS" panose="020B0604020202020204" pitchFamily="34" charset="-128"/>
              </a:rPr>
              <a:t>6</a:t>
            </a:r>
            <a:r>
              <a:rPr lang="en-GB" sz="2000">
                <a:latin typeface="Arial Unicode MS" panose="020B0604020202020204" pitchFamily="34" charset="-128"/>
                <a:ea typeface="Arial Unicode MS" panose="020B0604020202020204" pitchFamily="34" charset="-128"/>
                <a:cs typeface="Arial Unicode MS" panose="020B0604020202020204" pitchFamily="34" charset="-128"/>
              </a:rPr>
              <a:t> = .10(40) + .20(43) + .30(40) + .40(41) = 41.0</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b. If the actual demand for period 6 is 39, forecast demand for period 7 using the same weights as in part a.</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1600">
                <a:latin typeface="Arial Unicode MS" panose="020B0604020202020204" pitchFamily="34" charset="-128"/>
                <a:ea typeface="Arial Unicode MS" panose="020B0604020202020204" pitchFamily="34" charset="-128"/>
                <a:cs typeface="Arial Unicode MS" panose="020B0604020202020204" pitchFamily="34" charset="-128"/>
              </a:rPr>
              <a:t>7</a:t>
            </a:r>
            <a:r>
              <a:rPr lang="en-GB" sz="2000">
                <a:latin typeface="Arial Unicode MS" panose="020B0604020202020204" pitchFamily="34" charset="-128"/>
                <a:ea typeface="Arial Unicode MS" panose="020B0604020202020204" pitchFamily="34" charset="-128"/>
                <a:cs typeface="Arial Unicode MS" panose="020B0604020202020204" pitchFamily="34" charset="-128"/>
              </a:rPr>
              <a:t> = .10(43) + .20(40) + .30(41) + .40(39) = 40.2</a:t>
            </a:r>
          </a:p>
        </p:txBody>
      </p:sp>
      <p:pic>
        <p:nvPicPr>
          <p:cNvPr id="3" name="Picture 2" descr="Table&#10;&#10;Description automatically generated">
            <a:extLst>
              <a:ext uri="{FF2B5EF4-FFF2-40B4-BE49-F238E27FC236}">
                <a16:creationId xmlns:a16="http://schemas.microsoft.com/office/drawing/2014/main" id="{852BD118-6245-CFCD-7E6F-8F41A25181F0}"/>
              </a:ext>
            </a:extLst>
          </p:cNvPr>
          <p:cNvPicPr>
            <a:picLocks noChangeAspect="1"/>
          </p:cNvPicPr>
          <p:nvPr/>
        </p:nvPicPr>
        <p:blipFill>
          <a:blip r:embed="rId2"/>
          <a:stretch>
            <a:fillRect/>
          </a:stretch>
        </p:blipFill>
        <p:spPr>
          <a:xfrm>
            <a:off x="9634423" y="1633144"/>
            <a:ext cx="2006600" cy="1460500"/>
          </a:xfrm>
          <a:prstGeom prst="rect">
            <a:avLst/>
          </a:prstGeom>
        </p:spPr>
      </p:pic>
    </p:spTree>
    <p:extLst>
      <p:ext uri="{BB962C8B-B14F-4D97-AF65-F5344CB8AC3E}">
        <p14:creationId xmlns:p14="http://schemas.microsoft.com/office/powerpoint/2010/main" val="989649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2308324"/>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800" b="1">
                <a:solidFill>
                  <a:srgbClr val="7030A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is a sophisticated weighted averaging method that is still relatively easy to use and understand.</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Each new forecast is based on the previous forecast plus a percentage of the difference between that forecast and the actual value of the series at that point</a:t>
            </a:r>
          </a:p>
        </p:txBody>
      </p:sp>
    </p:spTree>
    <p:extLst>
      <p:ext uri="{BB962C8B-B14F-4D97-AF65-F5344CB8AC3E}">
        <p14:creationId xmlns:p14="http://schemas.microsoft.com/office/powerpoint/2010/main" val="2568112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4955203"/>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Next forecast = Previous forecast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Actual − Previous forecast)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where (Actual − Previous forecast) represents the forecast error and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is a percentage of the error.</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More concisely,</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ct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1" baseline="-25000">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t</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 = F</a:t>
            </a:r>
            <a:r>
              <a:rPr lang="en-US" sz="2400" b="1" baseline="-25000">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t−1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l-GR"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1" baseline="-25000">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t−1</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 − F</a:t>
            </a:r>
            <a:r>
              <a:rPr lang="en-US" sz="2400" b="1" baseline="-25000">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t−1</a:t>
            </a:r>
            <a:r>
              <a:rPr lang="en-US" sz="2400" b="1">
                <a:solidFill>
                  <a:srgbClr val="FF0066"/>
                </a:solidFill>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Where,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Forecast for period t</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t−1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Forecast for the previous period (i.e., period t − 1)</a:t>
            </a:r>
          </a:p>
          <a:p>
            <a:pPr algn="just"/>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Smoothing constant (percentage, usually less than 50%)</a:t>
            </a: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t−1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Actual demand or sales for the previous period</a:t>
            </a:r>
          </a:p>
        </p:txBody>
      </p:sp>
    </p:spTree>
    <p:extLst>
      <p:ext uri="{BB962C8B-B14F-4D97-AF65-F5344CB8AC3E}">
        <p14:creationId xmlns:p14="http://schemas.microsoft.com/office/powerpoint/2010/main" val="3875900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35619" y="1103664"/>
            <a:ext cx="11138814" cy="5324535"/>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smoothing constant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represents a percentage of the forecast error.</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Each new forecast is equal to the previous forecast plus a percentage of the previous error. </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15% = 0.15</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r>
              <a:rPr lang="en-US" sz="20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000" b="1" u="sng">
                <a:latin typeface="Arial Unicode MS" panose="020B0604020202020204" pitchFamily="34" charset="-128"/>
                <a:ea typeface="Arial Unicode MS" panose="020B0604020202020204" pitchFamily="34" charset="-128"/>
                <a:cs typeface="Arial Unicode MS" panose="020B0604020202020204" pitchFamily="34" charset="-128"/>
              </a:rPr>
              <a:t>Period</a:t>
            </a:r>
            <a:r>
              <a:rPr lang="en-US" sz="20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000" b="1" u="sng">
                <a:latin typeface="Arial Unicode MS" panose="020B0604020202020204" pitchFamily="34" charset="-128"/>
                <a:ea typeface="Arial Unicode MS" panose="020B0604020202020204" pitchFamily="34" charset="-128"/>
                <a:cs typeface="Arial Unicode MS" panose="020B0604020202020204" pitchFamily="34" charset="-128"/>
              </a:rPr>
              <a:t>Data</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1			 10</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2			 14</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3			 12</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4			 19</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5			  8</a:t>
            </a:r>
          </a:p>
          <a:p>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Calculate the Forecasted Value of Period 6?</a:t>
            </a:r>
          </a:p>
          <a:p>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Therefore,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(6)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sz="2400" b="1">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746157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26593" y="493101"/>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26593" y="1077876"/>
            <a:ext cx="11138814" cy="4844916"/>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r>
              <a:rPr lang="en-US" sz="20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000" b="1" u="sng">
                <a:latin typeface="Arial Unicode MS" panose="020B0604020202020204" pitchFamily="34" charset="-128"/>
                <a:ea typeface="Arial Unicode MS" panose="020B0604020202020204" pitchFamily="34" charset="-128"/>
                <a:cs typeface="Arial Unicode MS" panose="020B0604020202020204" pitchFamily="34" charset="-128"/>
              </a:rPr>
              <a:t>Period</a:t>
            </a:r>
            <a:r>
              <a:rPr lang="en-US" sz="2000" b="1">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000" b="1" u="sng">
                <a:latin typeface="Arial Unicode MS" panose="020B0604020202020204" pitchFamily="34" charset="-128"/>
                <a:ea typeface="Arial Unicode MS" panose="020B0604020202020204" pitchFamily="34" charset="-128"/>
                <a:cs typeface="Arial Unicode MS" panose="020B0604020202020204" pitchFamily="34" charset="-128"/>
              </a:rPr>
              <a:t>Data</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1			 10</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2			 14</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3			 12</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4			 19</a:t>
            </a:r>
          </a:p>
          <a:p>
            <a:r>
              <a:rPr lang="en-US" sz="2000">
                <a:latin typeface="Arial Unicode MS" panose="020B0604020202020204" pitchFamily="34" charset="-128"/>
                <a:ea typeface="Arial Unicode MS" panose="020B0604020202020204" pitchFamily="34" charset="-128"/>
                <a:cs typeface="Arial Unicode MS" panose="020B0604020202020204" pitchFamily="34" charset="-128"/>
              </a:rPr>
              <a:t>		    5			  8</a:t>
            </a:r>
          </a:p>
          <a:p>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(1)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Not Applicable</a:t>
            </a:r>
          </a:p>
          <a:p>
            <a:pPr>
              <a:lnSpc>
                <a:spcPts val="120"/>
              </a:lnSpc>
            </a:pP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a:t>
            </a: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(2) =  </a:t>
            </a:r>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1</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10</a:t>
            </a: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(3)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(2)</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2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2</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10 + 0.15 (14-10) = 10.60 </a:t>
            </a:r>
            <a:endParaRPr lang="en-US" sz="800" b="1">
              <a:latin typeface="Arial Unicode MS" panose="020B0604020202020204" pitchFamily="34" charset="-128"/>
              <a:ea typeface="Arial Unicode MS" panose="020B0604020202020204" pitchFamily="34" charset="-128"/>
              <a:cs typeface="Arial Unicode MS" panose="020B0604020202020204" pitchFamily="34" charset="-128"/>
            </a:endParaRPr>
          </a:p>
          <a:p>
            <a:pPr lvl="2"/>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(4)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(3)</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3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3</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10.60 + 0.15 (12-10.60) = 10.81 </a:t>
            </a: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(5)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(4)</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4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4</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10.81 + 0.15 (19-10.81) = 12.03</a:t>
            </a:r>
          </a:p>
          <a:p>
            <a:r>
              <a:rPr lang="en-US" sz="2400" b="1">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1" baseline="-25000">
                <a:latin typeface="Arial Unicode MS" panose="020B0604020202020204" pitchFamily="34" charset="-128"/>
                <a:ea typeface="Arial Unicode MS" panose="020B0604020202020204" pitchFamily="34" charset="-128"/>
                <a:cs typeface="Arial Unicode MS" panose="020B0604020202020204" pitchFamily="34" charset="-128"/>
              </a:rPr>
              <a:t>(6) =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 </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5</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12.03 + 0.15 (8-12.03) = </a:t>
            </a:r>
            <a:r>
              <a:rPr lang="en-US"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11.43</a:t>
            </a:r>
          </a:p>
        </p:txBody>
      </p:sp>
    </p:spTree>
    <p:extLst>
      <p:ext uri="{BB962C8B-B14F-4D97-AF65-F5344CB8AC3E}">
        <p14:creationId xmlns:p14="http://schemas.microsoft.com/office/powerpoint/2010/main" val="874237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11138814" cy="3354765"/>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For example, suppose the previous forecast was 42 units, actual demand was 40 units, and </a:t>
            </a:r>
            <a:r>
              <a:rPr lang="el-GR" sz="2400">
                <a:latin typeface="Arial Unicode MS" panose="020B0604020202020204" pitchFamily="34" charset="-128"/>
                <a:ea typeface="Arial Unicode MS" panose="020B0604020202020204" pitchFamily="34" charset="-128"/>
                <a:cs typeface="Arial Unicode MS" panose="020B0604020202020204" pitchFamily="34" charset="-128"/>
              </a:rPr>
              <a:t>α = .10.</a:t>
            </a:r>
            <a:endParaRPr lang="en-US" sz="24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 new forecast would be computed as follows:</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42 + .10(40 − 42 ) = 41.8</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Then, if the actual demand turns out to be 43, the next forecast would be</a:t>
            </a:r>
          </a:p>
          <a:p>
            <a:pPr algn="just"/>
            <a:endParaRPr lang="en-US"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US" sz="2400" baseline="-25000">
                <a:latin typeface="Arial Unicode MS" panose="020B0604020202020204" pitchFamily="34" charset="-128"/>
                <a:ea typeface="Arial Unicode MS" panose="020B0604020202020204" pitchFamily="34" charset="-128"/>
                <a:cs typeface="Arial Unicode MS" panose="020B0604020202020204" pitchFamily="34" charset="-128"/>
              </a:rPr>
              <a:t>t</a:t>
            </a:r>
            <a:r>
              <a:rPr lang="en-US" sz="2400">
                <a:latin typeface="Arial Unicode MS" panose="020B0604020202020204" pitchFamily="34" charset="-128"/>
                <a:ea typeface="Arial Unicode MS" panose="020B0604020202020204" pitchFamily="34" charset="-128"/>
                <a:cs typeface="Arial Unicode MS" panose="020B0604020202020204" pitchFamily="34" charset="-128"/>
              </a:rPr>
              <a:t> = 41.8 + .10(43 − 41.8)= 41.92</a:t>
            </a:r>
          </a:p>
        </p:txBody>
      </p:sp>
    </p:spTree>
    <p:extLst>
      <p:ext uri="{BB962C8B-B14F-4D97-AF65-F5344CB8AC3E}">
        <p14:creationId xmlns:p14="http://schemas.microsoft.com/office/powerpoint/2010/main" val="2887459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sp>
        <p:nvSpPr>
          <p:cNvPr id="9" name="Rectangle 8">
            <a:extLst>
              <a:ext uri="{FF2B5EF4-FFF2-40B4-BE49-F238E27FC236}">
                <a16:creationId xmlns:a16="http://schemas.microsoft.com/office/drawing/2014/main" id="{0A6E6387-E57D-8862-B8B7-45411F08F761}"/>
              </a:ext>
            </a:extLst>
          </p:cNvPr>
          <p:cNvSpPr/>
          <p:nvPr/>
        </p:nvSpPr>
        <p:spPr>
          <a:xfrm>
            <a:off x="502209" y="1256931"/>
            <a:ext cx="2655011" cy="954107"/>
          </a:xfrm>
          <a:prstGeom prst="rect">
            <a:avLst/>
          </a:prstGeom>
        </p:spPr>
        <p:txBody>
          <a:bodyPr wrap="square">
            <a:spAutoFit/>
          </a:bodyPr>
          <a:lstStyle/>
          <a:p>
            <a:pPr algn="just"/>
            <a:r>
              <a:rPr lang="en-US" sz="28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US" sz="28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Exponential Smoothing</a:t>
            </a:r>
          </a:p>
        </p:txBody>
      </p:sp>
      <p:pic>
        <p:nvPicPr>
          <p:cNvPr id="2" name="Picture 1">
            <a:extLst>
              <a:ext uri="{FF2B5EF4-FFF2-40B4-BE49-F238E27FC236}">
                <a16:creationId xmlns:a16="http://schemas.microsoft.com/office/drawing/2014/main" id="{3720D785-DAE4-3D14-0090-7AF28A4063F1}"/>
              </a:ext>
            </a:extLst>
          </p:cNvPr>
          <p:cNvPicPr>
            <a:picLocks noChangeAspect="1"/>
          </p:cNvPicPr>
          <p:nvPr/>
        </p:nvPicPr>
        <p:blipFill>
          <a:blip r:embed="rId2"/>
          <a:stretch>
            <a:fillRect/>
          </a:stretch>
        </p:blipFill>
        <p:spPr>
          <a:xfrm>
            <a:off x="3157220" y="1103664"/>
            <a:ext cx="8775700" cy="5372100"/>
          </a:xfrm>
          <a:prstGeom prst="rect">
            <a:avLst/>
          </a:prstGeom>
        </p:spPr>
      </p:pic>
      <mc:AlternateContent xmlns:mc="http://schemas.openxmlformats.org/markup-compatibility/2006">
        <mc:Choice xmlns:p14="http://schemas.microsoft.com/office/powerpoint/2010/main" Requires="p14">
          <p:contentPart p14:bwMode="auto" r:id="rId3">
            <p14:nvContentPartPr>
              <p14:cNvPr id="19" name="Ink 18">
                <a:extLst>
                  <a:ext uri="{FF2B5EF4-FFF2-40B4-BE49-F238E27FC236}">
                    <a16:creationId xmlns:a16="http://schemas.microsoft.com/office/drawing/2014/main" id="{AD005292-4E79-7685-1699-5D2D91AA0DC5}"/>
                  </a:ext>
                </a:extLst>
              </p14:cNvPr>
              <p14:cNvContentPartPr/>
              <p14:nvPr/>
            </p14:nvContentPartPr>
            <p14:xfrm>
              <a:off x="1866400" y="5384100"/>
              <a:ext cx="15120" cy="129240"/>
            </p14:xfrm>
          </p:contentPart>
        </mc:Choice>
        <mc:Fallback>
          <p:pic>
            <p:nvPicPr>
              <p:cNvPr id="19" name="Ink 18">
                <a:extLst>
                  <a:ext uri="{FF2B5EF4-FFF2-40B4-BE49-F238E27FC236}">
                    <a16:creationId xmlns:a16="http://schemas.microsoft.com/office/drawing/2014/main" id="{AD005292-4E79-7685-1699-5D2D91AA0DC5}"/>
                  </a:ext>
                </a:extLst>
              </p:cNvPr>
              <p:cNvPicPr/>
              <p:nvPr/>
            </p:nvPicPr>
            <p:blipFill>
              <a:blip r:embed="rId4"/>
              <a:stretch>
                <a:fillRect/>
              </a:stretch>
            </p:blipFill>
            <p:spPr>
              <a:xfrm>
                <a:off x="1857400" y="5375100"/>
                <a:ext cx="32760" cy="146880"/>
              </a:xfrm>
              <a:prstGeom prst="rect">
                <a:avLst/>
              </a:prstGeom>
            </p:spPr>
          </p:pic>
        </mc:Fallback>
      </mc:AlternateContent>
      <p:sp>
        <p:nvSpPr>
          <p:cNvPr id="23" name="TextBox 22">
            <a:extLst>
              <a:ext uri="{FF2B5EF4-FFF2-40B4-BE49-F238E27FC236}">
                <a16:creationId xmlns:a16="http://schemas.microsoft.com/office/drawing/2014/main" id="{CBDA4CA8-3B66-4F6F-35BB-1ECD7C25BF44}"/>
              </a:ext>
            </a:extLst>
          </p:cNvPr>
          <p:cNvSpPr txBox="1"/>
          <p:nvPr/>
        </p:nvSpPr>
        <p:spPr>
          <a:xfrm>
            <a:off x="517567" y="2933700"/>
            <a:ext cx="2859553" cy="2585323"/>
          </a:xfrm>
          <a:prstGeom prst="rect">
            <a:avLst/>
          </a:prstGeom>
          <a:noFill/>
        </p:spPr>
        <p:txBody>
          <a:bodyPr wrap="square" rtlCol="0">
            <a:spAutoFit/>
          </a:bodyPr>
          <a:lstStyle/>
          <a:p>
            <a:r>
              <a:rPr lang="en-US">
                <a:highlight>
                  <a:srgbClr val="FFFF00"/>
                </a:highlight>
              </a:rPr>
              <a:t>F12= F11+ </a:t>
            </a:r>
            <a:r>
              <a:rPr lang="el-GR">
                <a:highlight>
                  <a:srgbClr val="FFFF00"/>
                </a:highlight>
                <a:latin typeface="Times New Roman" panose="02020603050405020304" pitchFamily="18" charset="0"/>
                <a:cs typeface="Times New Roman" panose="02020603050405020304" pitchFamily="18" charset="0"/>
              </a:rPr>
              <a:t>α</a:t>
            </a:r>
            <a:r>
              <a:rPr lang="en-US">
                <a:highlight>
                  <a:srgbClr val="FFFF00"/>
                </a:highlight>
              </a:rPr>
              <a:t> (A11-F11)</a:t>
            </a:r>
          </a:p>
          <a:p>
            <a:endParaRPr lang="en-US"/>
          </a:p>
          <a:p>
            <a:r>
              <a:rPr lang="en-US"/>
              <a:t>   = 41.92+ 0.1(40-41.92)</a:t>
            </a:r>
          </a:p>
          <a:p>
            <a:r>
              <a:rPr lang="en-US"/>
              <a:t>   = 41.73</a:t>
            </a:r>
          </a:p>
          <a:p>
            <a:endParaRPr lang="en-US"/>
          </a:p>
          <a:p>
            <a:r>
              <a:rPr lang="en-US">
                <a:solidFill>
                  <a:srgbClr val="00B050"/>
                </a:solidFill>
              </a:rPr>
              <a:t>F3= F2+ </a:t>
            </a:r>
            <a:r>
              <a:rPr lang="el-GR">
                <a:solidFill>
                  <a:srgbClr val="00B050"/>
                </a:solidFill>
                <a:latin typeface="Times New Roman" panose="02020603050405020304" pitchFamily="18" charset="0"/>
                <a:cs typeface="Times New Roman" panose="02020603050405020304" pitchFamily="18" charset="0"/>
              </a:rPr>
              <a:t>α</a:t>
            </a:r>
            <a:r>
              <a:rPr lang="en-US">
                <a:solidFill>
                  <a:srgbClr val="00B050"/>
                </a:solidFill>
              </a:rPr>
              <a:t>(A2-F2)</a:t>
            </a:r>
          </a:p>
          <a:p>
            <a:r>
              <a:rPr lang="en-US">
                <a:solidFill>
                  <a:srgbClr val="00B050"/>
                </a:solidFill>
              </a:rPr>
              <a:t>     = 42+ 0.1 (40-42)</a:t>
            </a:r>
          </a:p>
          <a:p>
            <a:r>
              <a:rPr lang="en-US">
                <a:solidFill>
                  <a:srgbClr val="00B050"/>
                </a:solidFill>
              </a:rPr>
              <a:t>     = 41.8</a:t>
            </a:r>
          </a:p>
          <a:p>
            <a:r>
              <a:rPr lang="en-US"/>
              <a:t>  </a:t>
            </a:r>
          </a:p>
        </p:txBody>
      </p:sp>
      <mc:AlternateContent xmlns:mc="http://schemas.openxmlformats.org/markup-compatibility/2006">
        <mc:Choice xmlns:p14="http://schemas.microsoft.com/office/powerpoint/2010/main" xmlns:aink="http://schemas.microsoft.com/office/drawing/2016/ink" Requires="p14 aink">
          <p:contentPart p14:bwMode="auto" r:id="rId5">
            <p14:nvContentPartPr>
              <p14:cNvPr id="27" name="Ink 26">
                <a:extLst>
                  <a:ext uri="{FF2B5EF4-FFF2-40B4-BE49-F238E27FC236}">
                    <a16:creationId xmlns:a16="http://schemas.microsoft.com/office/drawing/2014/main" id="{EF04EE7D-1745-045C-AABF-625DE0D91522}"/>
                  </a:ext>
                </a:extLst>
              </p14:cNvPr>
              <p14:cNvContentPartPr/>
              <p14:nvPr/>
            </p14:nvContentPartPr>
            <p14:xfrm>
              <a:off x="2882320" y="6451140"/>
              <a:ext cx="360" cy="360"/>
            </p14:xfrm>
          </p:contentPart>
        </mc:Choice>
        <mc:Fallback>
          <p:pic>
            <p:nvPicPr>
              <p:cNvPr id="27" name="Ink 26">
                <a:extLst>
                  <a:ext uri="{FF2B5EF4-FFF2-40B4-BE49-F238E27FC236}">
                    <a16:creationId xmlns:a16="http://schemas.microsoft.com/office/drawing/2014/main" id="{EF04EE7D-1745-045C-AABF-625DE0D91522}"/>
                  </a:ext>
                </a:extLst>
              </p:cNvPr>
              <p:cNvPicPr/>
              <p:nvPr/>
            </p:nvPicPr>
            <p:blipFill>
              <a:blip r:embed="rId6"/>
              <a:stretch>
                <a:fillRect/>
              </a:stretch>
            </p:blipFill>
            <p:spPr>
              <a:xfrm>
                <a:off x="2864320" y="643314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7">
            <p14:nvContentPartPr>
              <p14:cNvPr id="29" name="Ink 28">
                <a:extLst>
                  <a:ext uri="{FF2B5EF4-FFF2-40B4-BE49-F238E27FC236}">
                    <a16:creationId xmlns:a16="http://schemas.microsoft.com/office/drawing/2014/main" id="{F8629C6E-B4AA-3C72-C75E-2F65A434760C}"/>
                  </a:ext>
                </a:extLst>
              </p14:cNvPr>
              <p14:cNvContentPartPr/>
              <p14:nvPr/>
            </p14:nvContentPartPr>
            <p14:xfrm>
              <a:off x="2908240" y="3149220"/>
              <a:ext cx="360" cy="360"/>
            </p14:xfrm>
          </p:contentPart>
        </mc:Choice>
        <mc:Fallback>
          <p:pic>
            <p:nvPicPr>
              <p:cNvPr id="29" name="Ink 28">
                <a:extLst>
                  <a:ext uri="{FF2B5EF4-FFF2-40B4-BE49-F238E27FC236}">
                    <a16:creationId xmlns:a16="http://schemas.microsoft.com/office/drawing/2014/main" id="{F8629C6E-B4AA-3C72-C75E-2F65A434760C}"/>
                  </a:ext>
                </a:extLst>
              </p:cNvPr>
              <p:cNvPicPr/>
              <p:nvPr/>
            </p:nvPicPr>
            <p:blipFill>
              <a:blip r:embed="rId8"/>
              <a:stretch>
                <a:fillRect/>
              </a:stretch>
            </p:blipFill>
            <p:spPr>
              <a:xfrm>
                <a:off x="2890240" y="3131220"/>
                <a:ext cx="36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9">
            <p14:nvContentPartPr>
              <p14:cNvPr id="35" name="Ink 34">
                <a:extLst>
                  <a:ext uri="{FF2B5EF4-FFF2-40B4-BE49-F238E27FC236}">
                    <a16:creationId xmlns:a16="http://schemas.microsoft.com/office/drawing/2014/main" id="{42D3F394-4770-2C2A-3289-4D5F6687A052}"/>
                  </a:ext>
                </a:extLst>
              </p14:cNvPr>
              <p14:cNvContentPartPr/>
              <p14:nvPr/>
            </p14:nvContentPartPr>
            <p14:xfrm>
              <a:off x="1676320" y="4127340"/>
              <a:ext cx="360" cy="360"/>
            </p14:xfrm>
          </p:contentPart>
        </mc:Choice>
        <mc:Fallback>
          <p:pic>
            <p:nvPicPr>
              <p:cNvPr id="35" name="Ink 34">
                <a:extLst>
                  <a:ext uri="{FF2B5EF4-FFF2-40B4-BE49-F238E27FC236}">
                    <a16:creationId xmlns:a16="http://schemas.microsoft.com/office/drawing/2014/main" id="{42D3F394-4770-2C2A-3289-4D5F6687A052}"/>
                  </a:ext>
                </a:extLst>
              </p:cNvPr>
              <p:cNvPicPr/>
              <p:nvPr/>
            </p:nvPicPr>
            <p:blipFill>
              <a:blip r:embed="rId10"/>
              <a:stretch>
                <a:fillRect/>
              </a:stretch>
            </p:blipFill>
            <p:spPr>
              <a:xfrm>
                <a:off x="1658320" y="4109340"/>
                <a:ext cx="36000" cy="36000"/>
              </a:xfrm>
              <a:prstGeom prst="rect">
                <a:avLst/>
              </a:prstGeom>
            </p:spPr>
          </p:pic>
        </mc:Fallback>
      </mc:AlternateContent>
      <p:sp>
        <p:nvSpPr>
          <p:cNvPr id="38" name="TextBox 37">
            <a:extLst>
              <a:ext uri="{FF2B5EF4-FFF2-40B4-BE49-F238E27FC236}">
                <a16:creationId xmlns:a16="http://schemas.microsoft.com/office/drawing/2014/main" id="{D84A9992-FAF4-19C0-4565-D6BDEAD82732}"/>
              </a:ext>
            </a:extLst>
          </p:cNvPr>
          <p:cNvSpPr txBox="1"/>
          <p:nvPr/>
        </p:nvSpPr>
        <p:spPr>
          <a:xfrm>
            <a:off x="502209" y="2387600"/>
            <a:ext cx="1379311" cy="369332"/>
          </a:xfrm>
          <a:prstGeom prst="rect">
            <a:avLst/>
          </a:prstGeom>
          <a:noFill/>
        </p:spPr>
        <p:txBody>
          <a:bodyPr wrap="square" rtlCol="0">
            <a:spAutoFit/>
          </a:bodyPr>
          <a:lstStyle/>
          <a:p>
            <a:r>
              <a:rPr lang="en-US">
                <a:solidFill>
                  <a:srgbClr val="FF0000"/>
                </a:solidFill>
              </a:rPr>
              <a:t>F12=???</a:t>
            </a:r>
          </a:p>
        </p:txBody>
      </p:sp>
      <p:sp>
        <p:nvSpPr>
          <p:cNvPr id="40" name="TextBox 39">
            <a:extLst>
              <a:ext uri="{FF2B5EF4-FFF2-40B4-BE49-F238E27FC236}">
                <a16:creationId xmlns:a16="http://schemas.microsoft.com/office/drawing/2014/main" id="{8B1F417C-0B95-A0C9-D5CF-3507B9F880FB}"/>
              </a:ext>
            </a:extLst>
          </p:cNvPr>
          <p:cNvSpPr txBox="1"/>
          <p:nvPr/>
        </p:nvSpPr>
        <p:spPr>
          <a:xfrm>
            <a:off x="8919101" y="2211038"/>
            <a:ext cx="875140" cy="369332"/>
          </a:xfrm>
          <a:prstGeom prst="rect">
            <a:avLst/>
          </a:prstGeom>
          <a:noFill/>
        </p:spPr>
        <p:txBody>
          <a:bodyPr wrap="square" rtlCol="0">
            <a:spAutoFit/>
          </a:bodyPr>
          <a:lstStyle/>
          <a:p>
            <a:r>
              <a:rPr lang="en-US"/>
              <a:t>F2</a:t>
            </a:r>
          </a:p>
        </p:txBody>
      </p:sp>
    </p:spTree>
    <p:extLst>
      <p:ext uri="{BB962C8B-B14F-4D97-AF65-F5344CB8AC3E}">
        <p14:creationId xmlns:p14="http://schemas.microsoft.com/office/powerpoint/2010/main" val="1298115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7" y="518889"/>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pic>
        <p:nvPicPr>
          <p:cNvPr id="5" name="Picture 4">
            <a:extLst>
              <a:ext uri="{FF2B5EF4-FFF2-40B4-BE49-F238E27FC236}">
                <a16:creationId xmlns:a16="http://schemas.microsoft.com/office/drawing/2014/main" id="{D522C91C-2780-09B5-99B5-0D3A7E457F26}"/>
              </a:ext>
            </a:extLst>
          </p:cNvPr>
          <p:cNvPicPr>
            <a:picLocks noChangeAspect="1"/>
          </p:cNvPicPr>
          <p:nvPr/>
        </p:nvPicPr>
        <p:blipFill>
          <a:blip r:embed="rId2"/>
          <a:stretch>
            <a:fillRect/>
          </a:stretch>
        </p:blipFill>
        <p:spPr>
          <a:xfrm>
            <a:off x="2142903" y="1103664"/>
            <a:ext cx="8153400" cy="5461000"/>
          </a:xfrm>
          <a:prstGeom prst="rect">
            <a:avLst/>
          </a:prstGeom>
        </p:spPr>
      </p:pic>
    </p:spTree>
    <p:extLst>
      <p:ext uri="{BB962C8B-B14F-4D97-AF65-F5344CB8AC3E}">
        <p14:creationId xmlns:p14="http://schemas.microsoft.com/office/powerpoint/2010/main" val="1008880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5" y="270066"/>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pic>
        <p:nvPicPr>
          <p:cNvPr id="3" name="Picture 2">
            <a:extLst>
              <a:ext uri="{FF2B5EF4-FFF2-40B4-BE49-F238E27FC236}">
                <a16:creationId xmlns:a16="http://schemas.microsoft.com/office/drawing/2014/main" id="{6BF33766-B1C0-6952-13AE-9F24573B5264}"/>
              </a:ext>
            </a:extLst>
          </p:cNvPr>
          <p:cNvPicPr>
            <a:picLocks noChangeAspect="1"/>
          </p:cNvPicPr>
          <p:nvPr/>
        </p:nvPicPr>
        <p:blipFill>
          <a:blip r:embed="rId2"/>
          <a:stretch>
            <a:fillRect/>
          </a:stretch>
        </p:blipFill>
        <p:spPr>
          <a:xfrm>
            <a:off x="779789" y="4761602"/>
            <a:ext cx="4219535" cy="996399"/>
          </a:xfrm>
          <a:prstGeom prst="rect">
            <a:avLst/>
          </a:prstGeom>
        </p:spPr>
      </p:pic>
      <p:pic>
        <p:nvPicPr>
          <p:cNvPr id="6" name="Picture 5">
            <a:extLst>
              <a:ext uri="{FF2B5EF4-FFF2-40B4-BE49-F238E27FC236}">
                <a16:creationId xmlns:a16="http://schemas.microsoft.com/office/drawing/2014/main" id="{7E36767A-AC6A-9054-0DD7-E3F2444FE922}"/>
              </a:ext>
            </a:extLst>
          </p:cNvPr>
          <p:cNvPicPr>
            <a:picLocks noChangeAspect="1"/>
          </p:cNvPicPr>
          <p:nvPr/>
        </p:nvPicPr>
        <p:blipFill rotWithShape="1">
          <a:blip r:embed="rId3"/>
          <a:srcRect l="7378" r="46350" b="44047"/>
          <a:stretch/>
        </p:blipFill>
        <p:spPr>
          <a:xfrm>
            <a:off x="388024" y="854841"/>
            <a:ext cx="3772709" cy="3055586"/>
          </a:xfrm>
          <a:prstGeom prst="rect">
            <a:avLst/>
          </a:prstGeom>
        </p:spPr>
      </p:pic>
      <p:pic>
        <p:nvPicPr>
          <p:cNvPr id="5" name="Picture 4">
            <a:extLst>
              <a:ext uri="{FF2B5EF4-FFF2-40B4-BE49-F238E27FC236}">
                <a16:creationId xmlns:a16="http://schemas.microsoft.com/office/drawing/2014/main" id="{DE21FE8E-E0B5-5444-38F9-5B075E30F65A}"/>
              </a:ext>
            </a:extLst>
          </p:cNvPr>
          <p:cNvPicPr>
            <a:picLocks noChangeAspect="1"/>
          </p:cNvPicPr>
          <p:nvPr/>
        </p:nvPicPr>
        <p:blipFill>
          <a:blip r:embed="rId4"/>
          <a:stretch>
            <a:fillRect/>
          </a:stretch>
        </p:blipFill>
        <p:spPr>
          <a:xfrm>
            <a:off x="779789" y="4137092"/>
            <a:ext cx="10042048" cy="425121"/>
          </a:xfrm>
          <a:prstGeom prst="rect">
            <a:avLst/>
          </a:prstGeom>
        </p:spPr>
      </p:pic>
      <p:sp>
        <p:nvSpPr>
          <p:cNvPr id="9" name="Rectangle 8">
            <a:extLst>
              <a:ext uri="{FF2B5EF4-FFF2-40B4-BE49-F238E27FC236}">
                <a16:creationId xmlns:a16="http://schemas.microsoft.com/office/drawing/2014/main" id="{90100AF6-B799-663A-6DF9-30BA5DC25D70}"/>
              </a:ext>
            </a:extLst>
          </p:cNvPr>
          <p:cNvSpPr/>
          <p:nvPr/>
        </p:nvSpPr>
        <p:spPr>
          <a:xfrm>
            <a:off x="433078" y="4100548"/>
            <a:ext cx="483110" cy="461665"/>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a.</a:t>
            </a:r>
          </a:p>
        </p:txBody>
      </p:sp>
      <p:sp>
        <p:nvSpPr>
          <p:cNvPr id="11" name="Rectangle 10">
            <a:extLst>
              <a:ext uri="{FF2B5EF4-FFF2-40B4-BE49-F238E27FC236}">
                <a16:creationId xmlns:a16="http://schemas.microsoft.com/office/drawing/2014/main" id="{162D97C6-8F03-772B-1A69-EF5D3D53893E}"/>
              </a:ext>
            </a:extLst>
          </p:cNvPr>
          <p:cNvSpPr/>
          <p:nvPr/>
        </p:nvSpPr>
        <p:spPr>
          <a:xfrm>
            <a:off x="433078" y="5028968"/>
            <a:ext cx="483110" cy="461665"/>
          </a:xfrm>
          <a:prstGeom prst="rect">
            <a:avLst/>
          </a:prstGeom>
        </p:spPr>
        <p:txBody>
          <a:bodyPr wrap="square">
            <a:spAutoFit/>
          </a:bodyPr>
          <a:lstStyle/>
          <a:p>
            <a:pPr algn="just"/>
            <a:r>
              <a:rPr lang="en-US" sz="2400">
                <a:latin typeface="Arial Unicode MS" panose="020B0604020202020204" pitchFamily="34" charset="-128"/>
                <a:ea typeface="Arial Unicode MS" panose="020B0604020202020204" pitchFamily="34" charset="-128"/>
                <a:cs typeface="Arial Unicode MS" panose="020B0604020202020204" pitchFamily="34" charset="-128"/>
              </a:rPr>
              <a:t>b.</a:t>
            </a:r>
          </a:p>
        </p:txBody>
      </p:sp>
      <p:pic>
        <p:nvPicPr>
          <p:cNvPr id="12" name="Picture 11">
            <a:extLst>
              <a:ext uri="{FF2B5EF4-FFF2-40B4-BE49-F238E27FC236}">
                <a16:creationId xmlns:a16="http://schemas.microsoft.com/office/drawing/2014/main" id="{95FD5B49-0746-4894-F6C9-7AF632C0443F}"/>
              </a:ext>
            </a:extLst>
          </p:cNvPr>
          <p:cNvPicPr>
            <a:picLocks noChangeAspect="1"/>
          </p:cNvPicPr>
          <p:nvPr/>
        </p:nvPicPr>
        <p:blipFill>
          <a:blip r:embed="rId5"/>
          <a:stretch>
            <a:fillRect/>
          </a:stretch>
        </p:blipFill>
        <p:spPr>
          <a:xfrm>
            <a:off x="433078" y="5761518"/>
            <a:ext cx="6619674" cy="445469"/>
          </a:xfrm>
          <a:prstGeom prst="rect">
            <a:avLst/>
          </a:prstGeom>
        </p:spPr>
      </p:pic>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0C37F6AC-B1FF-6632-0509-CBDC04A0B77B}"/>
                  </a:ext>
                </a:extLst>
              </p14:cNvPr>
              <p14:cNvContentPartPr/>
              <p14:nvPr/>
            </p14:nvContentPartPr>
            <p14:xfrm>
              <a:off x="3513316" y="2630501"/>
              <a:ext cx="360" cy="1297800"/>
            </p14:xfrm>
          </p:contentPart>
        </mc:Choice>
        <mc:Fallback>
          <p:pic>
            <p:nvPicPr>
              <p:cNvPr id="7" name="Ink 6">
                <a:extLst>
                  <a:ext uri="{FF2B5EF4-FFF2-40B4-BE49-F238E27FC236}">
                    <a16:creationId xmlns:a16="http://schemas.microsoft.com/office/drawing/2014/main" id="{0C37F6AC-B1FF-6632-0509-CBDC04A0B77B}"/>
                  </a:ext>
                </a:extLst>
              </p:cNvPr>
              <p:cNvPicPr/>
              <p:nvPr/>
            </p:nvPicPr>
            <p:blipFill>
              <a:blip r:embed="rId7"/>
              <a:stretch>
                <a:fillRect/>
              </a:stretch>
            </p:blipFill>
            <p:spPr>
              <a:xfrm>
                <a:off x="3504316" y="2621503"/>
                <a:ext cx="18000" cy="1315435"/>
              </a:xfrm>
              <a:prstGeom prst="rect">
                <a:avLst/>
              </a:prstGeom>
            </p:spPr>
          </p:pic>
        </mc:Fallback>
      </mc:AlternateContent>
    </p:spTree>
    <p:extLst>
      <p:ext uri="{BB962C8B-B14F-4D97-AF65-F5344CB8AC3E}">
        <p14:creationId xmlns:p14="http://schemas.microsoft.com/office/powerpoint/2010/main" val="1644041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17565" y="270066"/>
            <a:ext cx="6535187" cy="584775"/>
          </a:xfrm>
          <a:prstGeom prst="rect">
            <a:avLst/>
          </a:prstGeom>
        </p:spPr>
        <p:txBody>
          <a:bodyPr wrap="none">
            <a:spAutoFit/>
          </a:bodyPr>
          <a:lstStyle/>
          <a:p>
            <a:r>
              <a:rPr lang="en-US" sz="3200">
                <a:solidFill>
                  <a:schemeClr val="accent1">
                    <a:lumMod val="50000"/>
                  </a:schemeClr>
                </a:solidFill>
                <a:latin typeface="Arial Rounded MT Bold" panose="020F0704030504030204" pitchFamily="34" charset="0"/>
              </a:rPr>
              <a:t>TECHNIQUES FOR AVERAGING</a:t>
            </a:r>
          </a:p>
        </p:txBody>
      </p:sp>
      <p:pic>
        <p:nvPicPr>
          <p:cNvPr id="13" name="Picture 12">
            <a:extLst>
              <a:ext uri="{FF2B5EF4-FFF2-40B4-BE49-F238E27FC236}">
                <a16:creationId xmlns:a16="http://schemas.microsoft.com/office/drawing/2014/main" id="{D592441C-38B7-8F37-3ACF-FD2F4BA0AAC6}"/>
              </a:ext>
            </a:extLst>
          </p:cNvPr>
          <p:cNvPicPr>
            <a:picLocks noChangeAspect="1"/>
          </p:cNvPicPr>
          <p:nvPr/>
        </p:nvPicPr>
        <p:blipFill>
          <a:blip r:embed="rId2"/>
          <a:stretch>
            <a:fillRect/>
          </a:stretch>
        </p:blipFill>
        <p:spPr>
          <a:xfrm>
            <a:off x="447635" y="1081506"/>
            <a:ext cx="11226800" cy="4127500"/>
          </a:xfrm>
          <a:prstGeom prst="rect">
            <a:avLst/>
          </a:prstGeom>
        </p:spPr>
      </p:pic>
    </p:spTree>
    <p:extLst>
      <p:ext uri="{BB962C8B-B14F-4D97-AF65-F5344CB8AC3E}">
        <p14:creationId xmlns:p14="http://schemas.microsoft.com/office/powerpoint/2010/main" val="2566879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8028608" cy="584775"/>
          </a:xfrm>
          <a:prstGeom prst="rect">
            <a:avLst/>
          </a:prstGeom>
        </p:spPr>
        <p:txBody>
          <a:bodyPr wrap="none">
            <a:spAutoFit/>
          </a:bodyPr>
          <a:lstStyle/>
          <a:p>
            <a:r>
              <a:rPr lang="en-US" sz="3200">
                <a:solidFill>
                  <a:srgbClr val="006600"/>
                </a:solidFill>
                <a:latin typeface="Arial Rounded MT Bold" panose="020F0704030504030204" pitchFamily="34" charset="0"/>
              </a:rPr>
              <a:t>SUMMARIZING FORECAST ACCURACY</a:t>
            </a:r>
          </a:p>
        </p:txBody>
      </p:sp>
      <p:sp>
        <p:nvSpPr>
          <p:cNvPr id="2" name="Rectangle 1">
            <a:extLst>
              <a:ext uri="{FF2B5EF4-FFF2-40B4-BE49-F238E27FC236}">
                <a16:creationId xmlns:a16="http://schemas.microsoft.com/office/drawing/2014/main" id="{6955ECE8-38F0-8789-82B5-45E4AEBAD303}"/>
              </a:ext>
            </a:extLst>
          </p:cNvPr>
          <p:cNvSpPr/>
          <p:nvPr/>
        </p:nvSpPr>
        <p:spPr>
          <a:xfrm>
            <a:off x="546139" y="1183992"/>
            <a:ext cx="11083885" cy="3477875"/>
          </a:xfrm>
          <a:prstGeom prst="rect">
            <a:avLst/>
          </a:prstGeom>
        </p:spPr>
        <p:txBody>
          <a:bodyPr wrap="square">
            <a:spAutoFit/>
          </a:bodyPr>
          <a:lstStyle/>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Forecast accuracy is a significant factor when deciding among forecasting alternatives.</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Accuracy is based on the historical error performance of a forecast. </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Three commonly used measures for summarizing historical errors are the </a:t>
            </a:r>
            <a:r>
              <a:rPr lang="en-GB" sz="2400" b="1">
                <a:solidFill>
                  <a:srgbClr val="0068FF"/>
                </a:solidFill>
                <a:latin typeface="Arial Unicode MS" panose="020B0604020202020204" pitchFamily="34" charset="-128"/>
                <a:ea typeface="Arial Unicode MS" panose="020B0604020202020204" pitchFamily="34" charset="-128"/>
                <a:cs typeface="Arial Unicode MS" panose="020B0604020202020204" pitchFamily="34" charset="-128"/>
              </a:rPr>
              <a:t>mean absolute deviation (MAD)</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the </a:t>
            </a:r>
            <a:r>
              <a:rPr lang="en-GB" sz="2400" b="1">
                <a:solidFill>
                  <a:srgbClr val="0068FF"/>
                </a:solidFill>
                <a:latin typeface="Arial Unicode MS" panose="020B0604020202020204" pitchFamily="34" charset="-128"/>
                <a:ea typeface="Arial Unicode MS" panose="020B0604020202020204" pitchFamily="34" charset="-128"/>
                <a:cs typeface="Arial Unicode MS" panose="020B0604020202020204" pitchFamily="34" charset="-128"/>
              </a:rPr>
              <a:t>mean squared error (MSE)</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and the </a:t>
            </a:r>
            <a:r>
              <a:rPr lang="en-GB" sz="2400" b="1">
                <a:solidFill>
                  <a:srgbClr val="0068FF"/>
                </a:solidFill>
                <a:latin typeface="Arial Unicode MS" panose="020B0604020202020204" pitchFamily="34" charset="-128"/>
                <a:ea typeface="Arial Unicode MS" panose="020B0604020202020204" pitchFamily="34" charset="-128"/>
                <a:cs typeface="Arial Unicode MS" panose="020B0604020202020204" pitchFamily="34" charset="-128"/>
              </a:rPr>
              <a:t>mean absolute percent error (MAPE)</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400" b="1">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Wingdings 2" panose="05020102010507070707" pitchFamily="18" charset="2"/>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MAD is the average absolute error, MSE is the average of squared errors, and MAPE is the average absolute percent error.</a:t>
            </a:r>
          </a:p>
        </p:txBody>
      </p:sp>
    </p:spTree>
    <p:extLst>
      <p:ext uri="{BB962C8B-B14F-4D97-AF65-F5344CB8AC3E}">
        <p14:creationId xmlns:p14="http://schemas.microsoft.com/office/powerpoint/2010/main" val="246321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8028608" cy="584775"/>
          </a:xfrm>
          <a:prstGeom prst="rect">
            <a:avLst/>
          </a:prstGeom>
        </p:spPr>
        <p:txBody>
          <a:bodyPr wrap="none">
            <a:spAutoFit/>
          </a:bodyPr>
          <a:lstStyle/>
          <a:p>
            <a:r>
              <a:rPr lang="en-US" sz="3200">
                <a:solidFill>
                  <a:srgbClr val="006600"/>
                </a:solidFill>
                <a:latin typeface="Arial Rounded MT Bold" panose="020F0704030504030204" pitchFamily="34" charset="0"/>
              </a:rPr>
              <a:t>SUMMARIZING FORECAST ACCURACY</a:t>
            </a:r>
          </a:p>
        </p:txBody>
      </p:sp>
      <p:sp>
        <p:nvSpPr>
          <p:cNvPr id="2" name="Rectangle 1">
            <a:extLst>
              <a:ext uri="{FF2B5EF4-FFF2-40B4-BE49-F238E27FC236}">
                <a16:creationId xmlns:a16="http://schemas.microsoft.com/office/drawing/2014/main" id="{6955ECE8-38F0-8789-82B5-45E4AEBAD303}"/>
              </a:ext>
            </a:extLst>
          </p:cNvPr>
          <p:cNvSpPr/>
          <p:nvPr/>
        </p:nvSpPr>
        <p:spPr>
          <a:xfrm>
            <a:off x="546139" y="1183992"/>
            <a:ext cx="11083885" cy="461665"/>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The formulas used to compute MAD, MSE, and MAPE are as follows: </a:t>
            </a:r>
          </a:p>
        </p:txBody>
      </p:sp>
      <p:pic>
        <p:nvPicPr>
          <p:cNvPr id="11" name="Picture 10" descr="Table&#10;&#10;Description automatically generated with low confidence">
            <a:extLst>
              <a:ext uri="{FF2B5EF4-FFF2-40B4-BE49-F238E27FC236}">
                <a16:creationId xmlns:a16="http://schemas.microsoft.com/office/drawing/2014/main" id="{1E808EB3-1A9E-7074-6D4E-319CAFE46EAE}"/>
              </a:ext>
            </a:extLst>
          </p:cNvPr>
          <p:cNvPicPr>
            <a:picLocks noChangeAspect="1"/>
          </p:cNvPicPr>
          <p:nvPr/>
        </p:nvPicPr>
        <p:blipFill>
          <a:blip r:embed="rId2"/>
          <a:stretch>
            <a:fillRect/>
          </a:stretch>
        </p:blipFill>
        <p:spPr>
          <a:xfrm>
            <a:off x="1995054" y="1955043"/>
            <a:ext cx="7861185" cy="4191320"/>
          </a:xfrm>
          <a:prstGeom prst="rect">
            <a:avLst/>
          </a:prstGeom>
        </p:spPr>
      </p:pic>
    </p:spTree>
    <p:extLst>
      <p:ext uri="{BB962C8B-B14F-4D97-AF65-F5344CB8AC3E}">
        <p14:creationId xmlns:p14="http://schemas.microsoft.com/office/powerpoint/2010/main" val="3558938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061916" cy="461665"/>
          </a:xfrm>
          <a:prstGeom prst="rect">
            <a:avLst/>
          </a:prstGeom>
        </p:spPr>
        <p:txBody>
          <a:bodyPr wrap="none">
            <a:spAutoFit/>
          </a:bodyPr>
          <a:lstStyle/>
          <a:p>
            <a:r>
              <a:rPr lang="en-US" sz="2400">
                <a:solidFill>
                  <a:srgbClr val="006600"/>
                </a:solidFill>
                <a:latin typeface="Arial Rounded MT Bold" panose="020F0704030504030204" pitchFamily="34" charset="0"/>
              </a:rPr>
              <a:t>SUMMARIZING FORECAST ACCURACY</a:t>
            </a:r>
          </a:p>
        </p:txBody>
      </p:sp>
      <p:pic>
        <p:nvPicPr>
          <p:cNvPr id="5" name="Picture 4" descr="Table&#10;&#10;Description automatically generated">
            <a:extLst>
              <a:ext uri="{FF2B5EF4-FFF2-40B4-BE49-F238E27FC236}">
                <a16:creationId xmlns:a16="http://schemas.microsoft.com/office/drawing/2014/main" id="{594F2F10-A2E5-25D1-A4BC-3EB06E2C2992}"/>
              </a:ext>
            </a:extLst>
          </p:cNvPr>
          <p:cNvPicPr>
            <a:picLocks noChangeAspect="1"/>
          </p:cNvPicPr>
          <p:nvPr/>
        </p:nvPicPr>
        <p:blipFill>
          <a:blip r:embed="rId2"/>
          <a:stretch>
            <a:fillRect/>
          </a:stretch>
        </p:blipFill>
        <p:spPr>
          <a:xfrm>
            <a:off x="3577098" y="830541"/>
            <a:ext cx="8233950" cy="5614518"/>
          </a:xfrm>
          <a:prstGeom prst="rect">
            <a:avLst/>
          </a:prstGeom>
        </p:spPr>
      </p:pic>
      <p:pic>
        <p:nvPicPr>
          <p:cNvPr id="9" name="Picture 8" descr="Table&#10;&#10;Description automatically generated with low confidence">
            <a:extLst>
              <a:ext uri="{FF2B5EF4-FFF2-40B4-BE49-F238E27FC236}">
                <a16:creationId xmlns:a16="http://schemas.microsoft.com/office/drawing/2014/main" id="{4F72282E-D130-69C9-BC63-9E4A100C8664}"/>
              </a:ext>
            </a:extLst>
          </p:cNvPr>
          <p:cNvPicPr>
            <a:picLocks noChangeAspect="1"/>
          </p:cNvPicPr>
          <p:nvPr/>
        </p:nvPicPr>
        <p:blipFill>
          <a:blip r:embed="rId3"/>
          <a:stretch>
            <a:fillRect/>
          </a:stretch>
        </p:blipFill>
        <p:spPr>
          <a:xfrm>
            <a:off x="380952" y="1339902"/>
            <a:ext cx="3099745" cy="1652680"/>
          </a:xfrm>
          <a:prstGeom prst="rect">
            <a:avLst/>
          </a:prstGeom>
        </p:spPr>
      </p:pic>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2EC906C7-E3A3-3C6D-78D5-680FE76AABD6}"/>
                  </a:ext>
                </a:extLst>
              </p14:cNvPr>
              <p14:cNvContentPartPr/>
              <p14:nvPr/>
            </p14:nvContentPartPr>
            <p14:xfrm>
              <a:off x="9189520" y="5562020"/>
              <a:ext cx="5400" cy="18360"/>
            </p14:xfrm>
          </p:contentPart>
        </mc:Choice>
        <mc:Fallback>
          <p:pic>
            <p:nvPicPr>
              <p:cNvPr id="25" name="Ink 24">
                <a:extLst>
                  <a:ext uri="{FF2B5EF4-FFF2-40B4-BE49-F238E27FC236}">
                    <a16:creationId xmlns:a16="http://schemas.microsoft.com/office/drawing/2014/main" id="{2EC906C7-E3A3-3C6D-78D5-680FE76AABD6}"/>
                  </a:ext>
                </a:extLst>
              </p:cNvPr>
              <p:cNvPicPr/>
              <p:nvPr/>
            </p:nvPicPr>
            <p:blipFill>
              <a:blip r:embed="rId5"/>
              <a:stretch>
                <a:fillRect/>
              </a:stretch>
            </p:blipFill>
            <p:spPr>
              <a:xfrm>
                <a:off x="9179877" y="5552840"/>
                <a:ext cx="24300" cy="36353"/>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8" name="Ink 37">
                <a:extLst>
                  <a:ext uri="{FF2B5EF4-FFF2-40B4-BE49-F238E27FC236}">
                    <a16:creationId xmlns:a16="http://schemas.microsoft.com/office/drawing/2014/main" id="{01AC1275-089B-08F5-96F1-67D421C94519}"/>
                  </a:ext>
                </a:extLst>
              </p14:cNvPr>
              <p14:cNvContentPartPr/>
              <p14:nvPr/>
            </p14:nvContentPartPr>
            <p14:xfrm>
              <a:off x="1955320" y="4571300"/>
              <a:ext cx="360" cy="360"/>
            </p14:xfrm>
          </p:contentPart>
        </mc:Choice>
        <mc:Fallback>
          <p:pic>
            <p:nvPicPr>
              <p:cNvPr id="38" name="Ink 37">
                <a:extLst>
                  <a:ext uri="{FF2B5EF4-FFF2-40B4-BE49-F238E27FC236}">
                    <a16:creationId xmlns:a16="http://schemas.microsoft.com/office/drawing/2014/main" id="{01AC1275-089B-08F5-96F1-67D421C94519}"/>
                  </a:ext>
                </a:extLst>
              </p:cNvPr>
              <p:cNvPicPr/>
              <p:nvPr/>
            </p:nvPicPr>
            <p:blipFill>
              <a:blip r:embed="rId7"/>
              <a:stretch>
                <a:fillRect/>
              </a:stretch>
            </p:blipFill>
            <p:spPr>
              <a:xfrm>
                <a:off x="1946320" y="4562300"/>
                <a:ext cx="18000" cy="18000"/>
              </a:xfrm>
              <a:prstGeom prst="rect">
                <a:avLst/>
              </a:prstGeom>
            </p:spPr>
          </p:pic>
        </mc:Fallback>
      </mc:AlternateContent>
      <p:sp>
        <p:nvSpPr>
          <p:cNvPr id="39" name="TextBox 38">
            <a:extLst>
              <a:ext uri="{FF2B5EF4-FFF2-40B4-BE49-F238E27FC236}">
                <a16:creationId xmlns:a16="http://schemas.microsoft.com/office/drawing/2014/main" id="{0B0EADEE-5D90-CA35-A3FC-3DC560157F2F}"/>
              </a:ext>
            </a:extLst>
          </p:cNvPr>
          <p:cNvSpPr txBox="1"/>
          <p:nvPr/>
        </p:nvSpPr>
        <p:spPr>
          <a:xfrm>
            <a:off x="546140" y="3606800"/>
            <a:ext cx="2908726" cy="923330"/>
          </a:xfrm>
          <a:prstGeom prst="rect">
            <a:avLst/>
          </a:prstGeom>
          <a:noFill/>
        </p:spPr>
        <p:txBody>
          <a:bodyPr wrap="square" rtlCol="0">
            <a:spAutoFit/>
          </a:bodyPr>
          <a:lstStyle/>
          <a:p>
            <a:r>
              <a:rPr lang="en-US"/>
              <a:t>+8, +2, +1, -1, -3, -7 = 0</a:t>
            </a:r>
          </a:p>
          <a:p>
            <a:endParaRPr lang="en-US"/>
          </a:p>
          <a:p>
            <a:r>
              <a:rPr lang="en-US"/>
              <a:t>E= 0, </a:t>
            </a:r>
          </a:p>
        </p:txBody>
      </p:sp>
    </p:spTree>
    <p:extLst>
      <p:ext uri="{BB962C8B-B14F-4D97-AF65-F5344CB8AC3E}">
        <p14:creationId xmlns:p14="http://schemas.microsoft.com/office/powerpoint/2010/main" val="1828947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061916" cy="461665"/>
          </a:xfrm>
          <a:prstGeom prst="rect">
            <a:avLst/>
          </a:prstGeom>
        </p:spPr>
        <p:txBody>
          <a:bodyPr wrap="none">
            <a:spAutoFit/>
          </a:bodyPr>
          <a:lstStyle/>
          <a:p>
            <a:r>
              <a:rPr lang="en-US" sz="2400">
                <a:solidFill>
                  <a:srgbClr val="006600"/>
                </a:solidFill>
                <a:latin typeface="Arial Rounded MT Bold" panose="020F0704030504030204" pitchFamily="34" charset="0"/>
              </a:rPr>
              <a:t>SUMMARIZING FORECAST ACCURACY</a:t>
            </a:r>
          </a:p>
        </p:txBody>
      </p:sp>
      <p:pic>
        <p:nvPicPr>
          <p:cNvPr id="3" name="Picture 2" descr="A picture containing text, receipt, screenshot&#10;&#10;Description automatically generated">
            <a:extLst>
              <a:ext uri="{FF2B5EF4-FFF2-40B4-BE49-F238E27FC236}">
                <a16:creationId xmlns:a16="http://schemas.microsoft.com/office/drawing/2014/main" id="{45E4D501-4B87-E736-CEE5-7A56E18BB978}"/>
              </a:ext>
            </a:extLst>
          </p:cNvPr>
          <p:cNvPicPr>
            <a:picLocks noChangeAspect="1"/>
          </p:cNvPicPr>
          <p:nvPr/>
        </p:nvPicPr>
        <p:blipFill>
          <a:blip r:embed="rId2"/>
          <a:stretch>
            <a:fillRect/>
          </a:stretch>
        </p:blipFill>
        <p:spPr>
          <a:xfrm>
            <a:off x="1826682" y="1101271"/>
            <a:ext cx="8788400" cy="4889500"/>
          </a:xfrm>
          <a:prstGeom prst="rect">
            <a:avLst/>
          </a:prstGeom>
        </p:spPr>
      </p:pic>
    </p:spTree>
    <p:extLst>
      <p:ext uri="{BB962C8B-B14F-4D97-AF65-F5344CB8AC3E}">
        <p14:creationId xmlns:p14="http://schemas.microsoft.com/office/powerpoint/2010/main" val="50071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061916" cy="461665"/>
          </a:xfrm>
          <a:prstGeom prst="rect">
            <a:avLst/>
          </a:prstGeom>
        </p:spPr>
        <p:txBody>
          <a:bodyPr wrap="none">
            <a:spAutoFit/>
          </a:bodyPr>
          <a:lstStyle/>
          <a:p>
            <a:r>
              <a:rPr lang="en-US" sz="2400">
                <a:solidFill>
                  <a:srgbClr val="006600"/>
                </a:solidFill>
                <a:latin typeface="Arial Rounded MT Bold" panose="020F0704030504030204" pitchFamily="34" charset="0"/>
              </a:rPr>
              <a:t>SUMMARIZING FORECAST ACCURACY</a:t>
            </a:r>
          </a:p>
        </p:txBody>
      </p:sp>
      <p:graphicFrame>
        <p:nvGraphicFramePr>
          <p:cNvPr id="2" name="Table 4">
            <a:extLst>
              <a:ext uri="{FF2B5EF4-FFF2-40B4-BE49-F238E27FC236}">
                <a16:creationId xmlns:a16="http://schemas.microsoft.com/office/drawing/2014/main" id="{C79DD51B-44C6-43E7-3D3F-79189490AAF3}"/>
              </a:ext>
            </a:extLst>
          </p:cNvPr>
          <p:cNvGraphicFramePr>
            <a:graphicFrameLocks noGrp="1"/>
          </p:cNvGraphicFramePr>
          <p:nvPr>
            <p:extLst>
              <p:ext uri="{D42A27DB-BD31-4B8C-83A1-F6EECF244321}">
                <p14:modId xmlns:p14="http://schemas.microsoft.com/office/powerpoint/2010/main" val="3584351882"/>
              </p:ext>
            </p:extLst>
          </p:nvPr>
        </p:nvGraphicFramePr>
        <p:xfrm>
          <a:off x="546140" y="1674446"/>
          <a:ext cx="11067419" cy="2961640"/>
        </p:xfrm>
        <a:graphic>
          <a:graphicData uri="http://schemas.openxmlformats.org/drawingml/2006/table">
            <a:tbl>
              <a:tblPr firstRow="1" bandRow="1">
                <a:tableStyleId>{5C22544A-7EE6-4342-B048-85BDC9FD1C3A}</a:tableStyleId>
              </a:tblPr>
              <a:tblGrid>
                <a:gridCol w="1271126">
                  <a:extLst>
                    <a:ext uri="{9D8B030D-6E8A-4147-A177-3AD203B41FA5}">
                      <a16:colId xmlns:a16="http://schemas.microsoft.com/office/drawing/2014/main" val="1438044835"/>
                    </a:ext>
                  </a:extLst>
                </a:gridCol>
                <a:gridCol w="1890994">
                  <a:extLst>
                    <a:ext uri="{9D8B030D-6E8A-4147-A177-3AD203B41FA5}">
                      <a16:colId xmlns:a16="http://schemas.microsoft.com/office/drawing/2014/main" val="3163068677"/>
                    </a:ext>
                  </a:extLst>
                </a:gridCol>
                <a:gridCol w="2093276">
                  <a:extLst>
                    <a:ext uri="{9D8B030D-6E8A-4147-A177-3AD203B41FA5}">
                      <a16:colId xmlns:a16="http://schemas.microsoft.com/office/drawing/2014/main" val="3403660961"/>
                    </a:ext>
                  </a:extLst>
                </a:gridCol>
                <a:gridCol w="1068843">
                  <a:extLst>
                    <a:ext uri="{9D8B030D-6E8A-4147-A177-3AD203B41FA5}">
                      <a16:colId xmlns:a16="http://schemas.microsoft.com/office/drawing/2014/main" val="670536069"/>
                    </a:ext>
                  </a:extLst>
                </a:gridCol>
                <a:gridCol w="1192966">
                  <a:extLst>
                    <a:ext uri="{9D8B030D-6E8A-4147-A177-3AD203B41FA5}">
                      <a16:colId xmlns:a16="http://schemas.microsoft.com/office/drawing/2014/main" val="798587480"/>
                    </a:ext>
                  </a:extLst>
                </a:gridCol>
                <a:gridCol w="1330037">
                  <a:extLst>
                    <a:ext uri="{9D8B030D-6E8A-4147-A177-3AD203B41FA5}">
                      <a16:colId xmlns:a16="http://schemas.microsoft.com/office/drawing/2014/main" val="4229994758"/>
                    </a:ext>
                  </a:extLst>
                </a:gridCol>
                <a:gridCol w="2220177">
                  <a:extLst>
                    <a:ext uri="{9D8B030D-6E8A-4147-A177-3AD203B41FA5}">
                      <a16:colId xmlns:a16="http://schemas.microsoft.com/office/drawing/2014/main" val="220136494"/>
                    </a:ext>
                  </a:extLst>
                </a:gridCol>
              </a:tblGrid>
              <a:tr h="370840">
                <a:tc>
                  <a:txBody>
                    <a:bodyPr/>
                    <a:lstStyle/>
                    <a:p>
                      <a:pPr algn="ctr"/>
                      <a:r>
                        <a:rPr lang="en-BD"/>
                        <a:t>Period</a:t>
                      </a:r>
                    </a:p>
                  </a:txBody>
                  <a:tcPr/>
                </a:tc>
                <a:tc>
                  <a:txBody>
                    <a:bodyPr/>
                    <a:lstStyle/>
                    <a:p>
                      <a:pPr algn="ctr"/>
                      <a:r>
                        <a:rPr lang="en-BD"/>
                        <a:t>Actual (A)</a:t>
                      </a:r>
                    </a:p>
                  </a:txBody>
                  <a:tcPr/>
                </a:tc>
                <a:tc>
                  <a:txBody>
                    <a:bodyPr/>
                    <a:lstStyle/>
                    <a:p>
                      <a:pPr algn="ctr"/>
                      <a:r>
                        <a:rPr lang="en-BD"/>
                        <a:t>Forecast (F)</a:t>
                      </a:r>
                    </a:p>
                  </a:txBody>
                  <a:tcPr/>
                </a:tc>
                <a:tc>
                  <a:txBody>
                    <a:bodyPr/>
                    <a:lstStyle/>
                    <a:p>
                      <a:pPr algn="ctr"/>
                      <a:r>
                        <a:rPr lang="en-BD"/>
                        <a:t>A-F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a:t>|A-F|</a:t>
                      </a:r>
                    </a:p>
                  </a:txBody>
                  <a:tcPr/>
                </a:tc>
                <a:tc>
                  <a:txBody>
                    <a:bodyPr/>
                    <a:lstStyle/>
                    <a:p>
                      <a:pPr algn="ctr"/>
                      <a:r>
                        <a:rPr lang="en-BD"/>
                        <a:t>(|A-F|)</a:t>
                      </a:r>
                      <a:r>
                        <a:rPr lang="en-BD" baseline="30000"/>
                        <a:t>2</a:t>
                      </a:r>
                    </a:p>
                  </a:txBody>
                  <a:tcPr/>
                </a:tc>
                <a:tc>
                  <a:txBody>
                    <a:bodyPr/>
                    <a:lstStyle/>
                    <a:p>
                      <a:pPr algn="ctr"/>
                      <a:r>
                        <a:rPr lang="en-BD"/>
                        <a:t>(|A-F|/A) </a:t>
                      </a:r>
                      <a:r>
                        <a:rPr lang="en-US" sz="1800" b="1" kern="1200">
                          <a:solidFill>
                            <a:schemeClr val="lt1"/>
                          </a:solidFill>
                          <a:effectLst/>
                          <a:latin typeface="+mn-lt"/>
                          <a:ea typeface="+mn-ea"/>
                          <a:cs typeface="+mn-cs"/>
                        </a:rPr>
                        <a:t>×</a:t>
                      </a:r>
                      <a:r>
                        <a:rPr lang="en-BD">
                          <a:effectLst/>
                        </a:rPr>
                        <a:t> 100</a:t>
                      </a:r>
                      <a:endParaRPr lang="en-BD"/>
                    </a:p>
                  </a:txBody>
                  <a:tcPr/>
                </a:tc>
                <a:extLst>
                  <a:ext uri="{0D108BD9-81ED-4DB2-BD59-A6C34878D82A}">
                    <a16:rowId xmlns:a16="http://schemas.microsoft.com/office/drawing/2014/main" val="1655433993"/>
                  </a:ext>
                </a:extLst>
              </a:tr>
              <a:tr h="370840">
                <a:tc>
                  <a:txBody>
                    <a:bodyPr/>
                    <a:lstStyle/>
                    <a:p>
                      <a:pPr algn="ctr"/>
                      <a:r>
                        <a:rPr lang="en-BD"/>
                        <a:t>1</a:t>
                      </a:r>
                    </a:p>
                  </a:txBody>
                  <a:tcPr/>
                </a:tc>
                <a:tc>
                  <a:txBody>
                    <a:bodyPr/>
                    <a:lstStyle/>
                    <a:p>
                      <a:pPr algn="ctr"/>
                      <a:r>
                        <a:rPr lang="en-BD"/>
                        <a:t>492</a:t>
                      </a:r>
                    </a:p>
                  </a:txBody>
                  <a:tcPr/>
                </a:tc>
                <a:tc>
                  <a:txBody>
                    <a:bodyPr/>
                    <a:lstStyle/>
                    <a:p>
                      <a:pPr algn="ctr"/>
                      <a:r>
                        <a:rPr lang="en-BD"/>
                        <a:t>488</a:t>
                      </a:r>
                    </a:p>
                  </a:txBody>
                  <a:tcPr/>
                </a:tc>
                <a:tc>
                  <a:txBody>
                    <a:bodyPr/>
                    <a:lstStyle/>
                    <a:p>
                      <a:pPr algn="ctr"/>
                      <a:r>
                        <a:rPr lang="en-BD"/>
                        <a:t>4</a:t>
                      </a:r>
                    </a:p>
                  </a:txBody>
                  <a:tcPr/>
                </a:tc>
                <a:tc>
                  <a:txBody>
                    <a:bodyPr/>
                    <a:lstStyle/>
                    <a:p>
                      <a:pPr algn="ctr"/>
                      <a:r>
                        <a:rPr lang="en-BD"/>
                        <a:t>4</a:t>
                      </a:r>
                    </a:p>
                  </a:txBody>
                  <a:tcPr/>
                </a:tc>
                <a:tc>
                  <a:txBody>
                    <a:bodyPr/>
                    <a:lstStyle/>
                    <a:p>
                      <a:pPr algn="ctr"/>
                      <a:r>
                        <a:rPr lang="en-BD"/>
                        <a:t>16</a:t>
                      </a:r>
                    </a:p>
                  </a:txBody>
                  <a:tcPr/>
                </a:tc>
                <a:tc>
                  <a:txBody>
                    <a:bodyPr/>
                    <a:lstStyle/>
                    <a:p>
                      <a:pPr algn="ctr"/>
                      <a:r>
                        <a:rPr lang="en-BD"/>
                        <a:t>0.81</a:t>
                      </a:r>
                    </a:p>
                  </a:txBody>
                  <a:tcPr/>
                </a:tc>
                <a:extLst>
                  <a:ext uri="{0D108BD9-81ED-4DB2-BD59-A6C34878D82A}">
                    <a16:rowId xmlns:a16="http://schemas.microsoft.com/office/drawing/2014/main" val="20404638"/>
                  </a:ext>
                </a:extLst>
              </a:tr>
              <a:tr h="370840">
                <a:tc>
                  <a:txBody>
                    <a:bodyPr/>
                    <a:lstStyle/>
                    <a:p>
                      <a:pPr algn="ctr"/>
                      <a:r>
                        <a:rPr lang="en-BD"/>
                        <a:t>2</a:t>
                      </a:r>
                    </a:p>
                  </a:txBody>
                  <a:tcPr/>
                </a:tc>
                <a:tc>
                  <a:txBody>
                    <a:bodyPr/>
                    <a:lstStyle/>
                    <a:p>
                      <a:pPr algn="ctr"/>
                      <a:r>
                        <a:rPr lang="en-BD"/>
                        <a:t>470</a:t>
                      </a:r>
                    </a:p>
                  </a:txBody>
                  <a:tcPr/>
                </a:tc>
                <a:tc>
                  <a:txBody>
                    <a:bodyPr/>
                    <a:lstStyle/>
                    <a:p>
                      <a:pPr algn="ctr"/>
                      <a:r>
                        <a:rPr lang="en-BD"/>
                        <a:t>484</a:t>
                      </a:r>
                    </a:p>
                  </a:txBody>
                  <a:tcPr/>
                </a:tc>
                <a:tc>
                  <a:txBody>
                    <a:bodyPr/>
                    <a:lstStyle/>
                    <a:p>
                      <a:pPr algn="ctr"/>
                      <a:r>
                        <a:rPr lang="en-BD"/>
                        <a:t>-14</a:t>
                      </a:r>
                    </a:p>
                  </a:txBody>
                  <a:tcPr/>
                </a:tc>
                <a:tc>
                  <a:txBody>
                    <a:bodyPr/>
                    <a:lstStyle/>
                    <a:p>
                      <a:pPr algn="ctr"/>
                      <a:r>
                        <a:rPr lang="en-BD"/>
                        <a:t>14</a:t>
                      </a:r>
                    </a:p>
                  </a:txBody>
                  <a:tcPr/>
                </a:tc>
                <a:tc>
                  <a:txBody>
                    <a:bodyPr/>
                    <a:lstStyle/>
                    <a:p>
                      <a:pPr algn="ctr"/>
                      <a:r>
                        <a:rPr lang="en-BD"/>
                        <a:t>196</a:t>
                      </a:r>
                    </a:p>
                  </a:txBody>
                  <a:tcPr/>
                </a:tc>
                <a:tc>
                  <a:txBody>
                    <a:bodyPr/>
                    <a:lstStyle/>
                    <a:p>
                      <a:pPr algn="ctr"/>
                      <a:r>
                        <a:rPr lang="en-BD"/>
                        <a:t>2.9</a:t>
                      </a:r>
                      <a:r>
                        <a:rPr lang="en-US"/>
                        <a:t>8</a:t>
                      </a:r>
                      <a:endParaRPr lang="en-BD"/>
                    </a:p>
                  </a:txBody>
                  <a:tcPr/>
                </a:tc>
                <a:extLst>
                  <a:ext uri="{0D108BD9-81ED-4DB2-BD59-A6C34878D82A}">
                    <a16:rowId xmlns:a16="http://schemas.microsoft.com/office/drawing/2014/main" val="2083746758"/>
                  </a:ext>
                </a:extLst>
              </a:tr>
              <a:tr h="370840">
                <a:tc>
                  <a:txBody>
                    <a:bodyPr/>
                    <a:lstStyle/>
                    <a:p>
                      <a:pPr algn="ctr"/>
                      <a:r>
                        <a:rPr lang="en-BD"/>
                        <a:t>3</a:t>
                      </a:r>
                    </a:p>
                  </a:txBody>
                  <a:tcPr/>
                </a:tc>
                <a:tc>
                  <a:txBody>
                    <a:bodyPr/>
                    <a:lstStyle/>
                    <a:p>
                      <a:pPr algn="ctr"/>
                      <a:r>
                        <a:rPr lang="en-BD"/>
                        <a:t>485</a:t>
                      </a:r>
                    </a:p>
                  </a:txBody>
                  <a:tcPr/>
                </a:tc>
                <a:tc>
                  <a:txBody>
                    <a:bodyPr/>
                    <a:lstStyle/>
                    <a:p>
                      <a:pPr algn="ctr"/>
                      <a:r>
                        <a:rPr lang="en-BD"/>
                        <a:t>480</a:t>
                      </a:r>
                    </a:p>
                  </a:txBody>
                  <a:tcPr/>
                </a:tc>
                <a:tc>
                  <a:txBody>
                    <a:bodyPr/>
                    <a:lstStyle/>
                    <a:p>
                      <a:pPr algn="ctr"/>
                      <a:r>
                        <a:rPr lang="en-BD"/>
                        <a:t>5</a:t>
                      </a:r>
                    </a:p>
                  </a:txBody>
                  <a:tcPr/>
                </a:tc>
                <a:tc>
                  <a:txBody>
                    <a:bodyPr/>
                    <a:lstStyle/>
                    <a:p>
                      <a:pPr algn="ctr"/>
                      <a:r>
                        <a:rPr lang="en-BD"/>
                        <a:t>5</a:t>
                      </a:r>
                    </a:p>
                  </a:txBody>
                  <a:tcPr/>
                </a:tc>
                <a:tc>
                  <a:txBody>
                    <a:bodyPr/>
                    <a:lstStyle/>
                    <a:p>
                      <a:pPr algn="ctr"/>
                      <a:r>
                        <a:rPr lang="en-BD"/>
                        <a:t>25</a:t>
                      </a:r>
                    </a:p>
                  </a:txBody>
                  <a:tcPr/>
                </a:tc>
                <a:tc>
                  <a:txBody>
                    <a:bodyPr/>
                    <a:lstStyle/>
                    <a:p>
                      <a:pPr algn="ctr"/>
                      <a:r>
                        <a:rPr lang="en-BD"/>
                        <a:t>1.03</a:t>
                      </a:r>
                    </a:p>
                  </a:txBody>
                  <a:tcPr/>
                </a:tc>
                <a:extLst>
                  <a:ext uri="{0D108BD9-81ED-4DB2-BD59-A6C34878D82A}">
                    <a16:rowId xmlns:a16="http://schemas.microsoft.com/office/drawing/2014/main" val="1581839724"/>
                  </a:ext>
                </a:extLst>
              </a:tr>
              <a:tr h="370840">
                <a:tc>
                  <a:txBody>
                    <a:bodyPr/>
                    <a:lstStyle/>
                    <a:p>
                      <a:pPr algn="ctr"/>
                      <a:r>
                        <a:rPr lang="en-BD"/>
                        <a:t>4</a:t>
                      </a:r>
                    </a:p>
                  </a:txBody>
                  <a:tcPr/>
                </a:tc>
                <a:tc>
                  <a:txBody>
                    <a:bodyPr/>
                    <a:lstStyle/>
                    <a:p>
                      <a:pPr algn="ctr"/>
                      <a:r>
                        <a:rPr lang="en-BD"/>
                        <a:t>493</a:t>
                      </a:r>
                    </a:p>
                  </a:txBody>
                  <a:tcPr/>
                </a:tc>
                <a:tc>
                  <a:txBody>
                    <a:bodyPr/>
                    <a:lstStyle/>
                    <a:p>
                      <a:pPr algn="ctr"/>
                      <a:r>
                        <a:rPr lang="en-BD"/>
                        <a:t>490</a:t>
                      </a:r>
                    </a:p>
                  </a:txBody>
                  <a:tcPr/>
                </a:tc>
                <a:tc>
                  <a:txBody>
                    <a:bodyPr/>
                    <a:lstStyle/>
                    <a:p>
                      <a:pPr algn="ctr"/>
                      <a:r>
                        <a:rPr lang="en-BD"/>
                        <a:t>3</a:t>
                      </a:r>
                    </a:p>
                  </a:txBody>
                  <a:tcPr/>
                </a:tc>
                <a:tc>
                  <a:txBody>
                    <a:bodyPr/>
                    <a:lstStyle/>
                    <a:p>
                      <a:pPr algn="ctr"/>
                      <a:r>
                        <a:rPr lang="en-BD"/>
                        <a:t>3</a:t>
                      </a:r>
                    </a:p>
                  </a:txBody>
                  <a:tcPr/>
                </a:tc>
                <a:tc>
                  <a:txBody>
                    <a:bodyPr/>
                    <a:lstStyle/>
                    <a:p>
                      <a:pPr algn="ctr"/>
                      <a:r>
                        <a:rPr lang="en-BD"/>
                        <a:t>9</a:t>
                      </a:r>
                    </a:p>
                  </a:txBody>
                  <a:tcPr/>
                </a:tc>
                <a:tc>
                  <a:txBody>
                    <a:bodyPr/>
                    <a:lstStyle/>
                    <a:p>
                      <a:pPr algn="ctr"/>
                      <a:r>
                        <a:rPr lang="en-BD"/>
                        <a:t>0.6</a:t>
                      </a:r>
                      <a:r>
                        <a:rPr lang="en-US"/>
                        <a:t>1</a:t>
                      </a:r>
                      <a:endParaRPr lang="en-BD"/>
                    </a:p>
                  </a:txBody>
                  <a:tcPr/>
                </a:tc>
                <a:extLst>
                  <a:ext uri="{0D108BD9-81ED-4DB2-BD59-A6C34878D82A}">
                    <a16:rowId xmlns:a16="http://schemas.microsoft.com/office/drawing/2014/main" val="2106404824"/>
                  </a:ext>
                </a:extLst>
              </a:tr>
              <a:tr h="370840">
                <a:tc>
                  <a:txBody>
                    <a:bodyPr/>
                    <a:lstStyle/>
                    <a:p>
                      <a:pPr algn="ctr"/>
                      <a:r>
                        <a:rPr lang="en-BD"/>
                        <a:t>5</a:t>
                      </a:r>
                    </a:p>
                  </a:txBody>
                  <a:tcPr/>
                </a:tc>
                <a:tc>
                  <a:txBody>
                    <a:bodyPr/>
                    <a:lstStyle/>
                    <a:p>
                      <a:pPr algn="ctr"/>
                      <a:r>
                        <a:rPr lang="en-BD"/>
                        <a:t>498</a:t>
                      </a:r>
                    </a:p>
                  </a:txBody>
                  <a:tcPr/>
                </a:tc>
                <a:tc>
                  <a:txBody>
                    <a:bodyPr/>
                    <a:lstStyle/>
                    <a:p>
                      <a:pPr algn="ctr"/>
                      <a:r>
                        <a:rPr lang="en-BD"/>
                        <a:t>497</a:t>
                      </a:r>
                    </a:p>
                  </a:txBody>
                  <a:tcPr/>
                </a:tc>
                <a:tc>
                  <a:txBody>
                    <a:bodyPr/>
                    <a:lstStyle/>
                    <a:p>
                      <a:pPr algn="ctr"/>
                      <a:r>
                        <a:rPr lang="en-BD"/>
                        <a:t>1</a:t>
                      </a:r>
                    </a:p>
                  </a:txBody>
                  <a:tcPr/>
                </a:tc>
                <a:tc>
                  <a:txBody>
                    <a:bodyPr/>
                    <a:lstStyle/>
                    <a:p>
                      <a:pPr algn="ctr"/>
                      <a:r>
                        <a:rPr lang="en-BD"/>
                        <a:t>1</a:t>
                      </a:r>
                    </a:p>
                  </a:txBody>
                  <a:tcPr/>
                </a:tc>
                <a:tc>
                  <a:txBody>
                    <a:bodyPr/>
                    <a:lstStyle/>
                    <a:p>
                      <a:pPr algn="ctr"/>
                      <a:r>
                        <a:rPr lang="en-BD"/>
                        <a:t>1</a:t>
                      </a:r>
                    </a:p>
                  </a:txBody>
                  <a:tcPr/>
                </a:tc>
                <a:tc>
                  <a:txBody>
                    <a:bodyPr/>
                    <a:lstStyle/>
                    <a:p>
                      <a:pPr algn="ctr"/>
                      <a:r>
                        <a:rPr lang="en-BD"/>
                        <a:t>0.20</a:t>
                      </a:r>
                    </a:p>
                  </a:txBody>
                  <a:tcPr/>
                </a:tc>
                <a:extLst>
                  <a:ext uri="{0D108BD9-81ED-4DB2-BD59-A6C34878D82A}">
                    <a16:rowId xmlns:a16="http://schemas.microsoft.com/office/drawing/2014/main" val="2001982080"/>
                  </a:ext>
                </a:extLst>
              </a:tr>
              <a:tr h="370840">
                <a:tc>
                  <a:txBody>
                    <a:bodyPr/>
                    <a:lstStyle/>
                    <a:p>
                      <a:pPr algn="ctr"/>
                      <a:r>
                        <a:rPr lang="en-BD"/>
                        <a:t>6</a:t>
                      </a:r>
                    </a:p>
                  </a:txBody>
                  <a:tcPr/>
                </a:tc>
                <a:tc>
                  <a:txBody>
                    <a:bodyPr/>
                    <a:lstStyle/>
                    <a:p>
                      <a:pPr algn="ctr"/>
                      <a:r>
                        <a:rPr lang="en-BD"/>
                        <a:t>492</a:t>
                      </a:r>
                    </a:p>
                  </a:txBody>
                  <a:tcPr/>
                </a:tc>
                <a:tc>
                  <a:txBody>
                    <a:bodyPr/>
                    <a:lstStyle/>
                    <a:p>
                      <a:pPr algn="ctr"/>
                      <a:r>
                        <a:rPr lang="en-BD"/>
                        <a:t>493</a:t>
                      </a:r>
                    </a:p>
                  </a:txBody>
                  <a:tcPr/>
                </a:tc>
                <a:tc>
                  <a:txBody>
                    <a:bodyPr/>
                    <a:lstStyle/>
                    <a:p>
                      <a:pPr algn="ctr"/>
                      <a:r>
                        <a:rPr lang="en-BD"/>
                        <a:t>-1</a:t>
                      </a:r>
                    </a:p>
                  </a:txBody>
                  <a:tcPr/>
                </a:tc>
                <a:tc>
                  <a:txBody>
                    <a:bodyPr/>
                    <a:lstStyle/>
                    <a:p>
                      <a:pPr algn="ctr"/>
                      <a:r>
                        <a:rPr lang="en-BD"/>
                        <a:t>1</a:t>
                      </a:r>
                    </a:p>
                  </a:txBody>
                  <a:tcPr/>
                </a:tc>
                <a:tc>
                  <a:txBody>
                    <a:bodyPr/>
                    <a:lstStyle/>
                    <a:p>
                      <a:pPr algn="ctr"/>
                      <a:r>
                        <a:rPr lang="en-BD"/>
                        <a:t>1</a:t>
                      </a:r>
                    </a:p>
                  </a:txBody>
                  <a:tcPr/>
                </a:tc>
                <a:tc>
                  <a:txBody>
                    <a:bodyPr/>
                    <a:lstStyle/>
                    <a:p>
                      <a:pPr algn="ctr"/>
                      <a:r>
                        <a:rPr lang="en-BD"/>
                        <a:t>0.20</a:t>
                      </a:r>
                    </a:p>
                  </a:txBody>
                  <a:tcPr/>
                </a:tc>
                <a:extLst>
                  <a:ext uri="{0D108BD9-81ED-4DB2-BD59-A6C34878D82A}">
                    <a16:rowId xmlns:a16="http://schemas.microsoft.com/office/drawing/2014/main" val="1246722172"/>
                  </a:ext>
                </a:extLst>
              </a:tr>
              <a:tr h="218547">
                <a:tc gridSpan="4">
                  <a:txBody>
                    <a:bodyPr/>
                    <a:lstStyle/>
                    <a:p>
                      <a:pPr algn="ctr"/>
                      <a:r>
                        <a:rPr lang="en-BD" b="1"/>
                        <a:t>TOTAL</a:t>
                      </a:r>
                    </a:p>
                  </a:txBody>
                  <a:tcPr/>
                </a:tc>
                <a:tc hMerge="1">
                  <a:txBody>
                    <a:bodyPr/>
                    <a:lstStyle/>
                    <a:p>
                      <a:pPr algn="ctr"/>
                      <a:endParaRPr lang="en-BD"/>
                    </a:p>
                  </a:txBody>
                  <a:tcPr/>
                </a:tc>
                <a:tc hMerge="1">
                  <a:txBody>
                    <a:bodyPr/>
                    <a:lstStyle/>
                    <a:p>
                      <a:pPr algn="ctr"/>
                      <a:endParaRPr lang="en-BD"/>
                    </a:p>
                  </a:txBody>
                  <a:tcPr/>
                </a:tc>
                <a:tc hMerge="1">
                  <a:txBody>
                    <a:bodyPr/>
                    <a:lstStyle/>
                    <a:p>
                      <a:pPr algn="ctr"/>
                      <a:endParaRPr lang="en-BD"/>
                    </a:p>
                  </a:txBody>
                  <a:tcPr/>
                </a:tc>
                <a:tc>
                  <a:txBody>
                    <a:bodyPr/>
                    <a:lstStyle/>
                    <a:p>
                      <a:pPr algn="ctr"/>
                      <a:r>
                        <a:rPr lang="en-BD" b="1"/>
                        <a:t>28</a:t>
                      </a:r>
                    </a:p>
                  </a:txBody>
                  <a:tcPr/>
                </a:tc>
                <a:tc>
                  <a:txBody>
                    <a:bodyPr/>
                    <a:lstStyle/>
                    <a:p>
                      <a:pPr algn="ctr"/>
                      <a:r>
                        <a:rPr lang="en-BD" b="1"/>
                        <a:t>248</a:t>
                      </a:r>
                    </a:p>
                  </a:txBody>
                  <a:tcPr/>
                </a:tc>
                <a:tc>
                  <a:txBody>
                    <a:bodyPr/>
                    <a:lstStyle/>
                    <a:p>
                      <a:pPr algn="ctr"/>
                      <a:r>
                        <a:rPr lang="en-BD" b="1"/>
                        <a:t>5.8</a:t>
                      </a:r>
                      <a:r>
                        <a:rPr lang="en-US" b="1"/>
                        <a:t>3%</a:t>
                      </a:r>
                      <a:endParaRPr lang="en-BD" b="1"/>
                    </a:p>
                  </a:txBody>
                  <a:tcPr/>
                </a:tc>
                <a:extLst>
                  <a:ext uri="{0D108BD9-81ED-4DB2-BD59-A6C34878D82A}">
                    <a16:rowId xmlns:a16="http://schemas.microsoft.com/office/drawing/2014/main" val="2483118047"/>
                  </a:ext>
                </a:extLst>
              </a:tr>
            </a:tbl>
          </a:graphicData>
        </a:graphic>
      </p:graphicFrame>
      <p:sp>
        <p:nvSpPr>
          <p:cNvPr id="7" name="Rectangle 6">
            <a:extLst>
              <a:ext uri="{FF2B5EF4-FFF2-40B4-BE49-F238E27FC236}">
                <a16:creationId xmlns:a16="http://schemas.microsoft.com/office/drawing/2014/main" id="{FAAC289D-1BE6-49AF-5734-82E82C185125}"/>
              </a:ext>
            </a:extLst>
          </p:cNvPr>
          <p:cNvSpPr/>
          <p:nvPr/>
        </p:nvSpPr>
        <p:spPr>
          <a:xfrm>
            <a:off x="529673" y="924561"/>
            <a:ext cx="11083885" cy="523220"/>
          </a:xfrm>
          <a:prstGeom prst="rect">
            <a:avLst/>
          </a:prstGeom>
        </p:spPr>
        <p:txBody>
          <a:bodyPr wrap="square">
            <a:spAutoFit/>
          </a:bodyPr>
          <a:lstStyle/>
          <a:p>
            <a:pPr algn="just"/>
            <a:r>
              <a:rPr lang="en-GB" sz="2800" b="1">
                <a:solidFill>
                  <a:srgbClr val="002060"/>
                </a:solidFill>
                <a:latin typeface="Arial Unicode MS" panose="020B0604020202020204" pitchFamily="34" charset="-128"/>
                <a:ea typeface="Arial Unicode MS" panose="020B0604020202020204" pitchFamily="34" charset="-128"/>
                <a:cs typeface="Arial Unicode MS" panose="020B0604020202020204" pitchFamily="34" charset="-128"/>
              </a:rPr>
              <a:t>Solution: Technique 1</a:t>
            </a:r>
          </a:p>
        </p:txBody>
      </p:sp>
      <p:sp>
        <p:nvSpPr>
          <p:cNvPr id="9" name="Rectangle 8">
            <a:extLst>
              <a:ext uri="{FF2B5EF4-FFF2-40B4-BE49-F238E27FC236}">
                <a16:creationId xmlns:a16="http://schemas.microsoft.com/office/drawing/2014/main" id="{CD979662-61FE-93F7-2A5E-ABC22094CAB5}"/>
              </a:ext>
            </a:extLst>
          </p:cNvPr>
          <p:cNvSpPr/>
          <p:nvPr/>
        </p:nvSpPr>
        <p:spPr>
          <a:xfrm>
            <a:off x="529673" y="4791634"/>
            <a:ext cx="10958675" cy="1569660"/>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Absolute Deviation (MAD) = 28/6 =  4.67</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Squared Error (MSE) = 248/ (6-1) = 248/5 = 49.6</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Absolute Percent Error (MAPE) = 5.83/6 = 0.97%</a:t>
            </a:r>
          </a:p>
          <a:p>
            <a:pPr algn="just"/>
            <a:endParaRPr lang="en-GB" sz="240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943988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061916" cy="461665"/>
          </a:xfrm>
          <a:prstGeom prst="rect">
            <a:avLst/>
          </a:prstGeom>
        </p:spPr>
        <p:txBody>
          <a:bodyPr wrap="none">
            <a:spAutoFit/>
          </a:bodyPr>
          <a:lstStyle/>
          <a:p>
            <a:r>
              <a:rPr lang="en-US" sz="2400">
                <a:solidFill>
                  <a:srgbClr val="006600"/>
                </a:solidFill>
                <a:latin typeface="Arial Rounded MT Bold" panose="020F0704030504030204" pitchFamily="34" charset="0"/>
              </a:rPr>
              <a:t>SUMMARIZING FORECAST ACCURACY</a:t>
            </a:r>
          </a:p>
        </p:txBody>
      </p:sp>
      <p:graphicFrame>
        <p:nvGraphicFramePr>
          <p:cNvPr id="2" name="Table 4">
            <a:extLst>
              <a:ext uri="{FF2B5EF4-FFF2-40B4-BE49-F238E27FC236}">
                <a16:creationId xmlns:a16="http://schemas.microsoft.com/office/drawing/2014/main" id="{C79DD51B-44C6-43E7-3D3F-79189490AAF3}"/>
              </a:ext>
            </a:extLst>
          </p:cNvPr>
          <p:cNvGraphicFramePr>
            <a:graphicFrameLocks noGrp="1"/>
          </p:cNvGraphicFramePr>
          <p:nvPr>
            <p:extLst>
              <p:ext uri="{D42A27DB-BD31-4B8C-83A1-F6EECF244321}">
                <p14:modId xmlns:p14="http://schemas.microsoft.com/office/powerpoint/2010/main" val="1729887269"/>
              </p:ext>
            </p:extLst>
          </p:nvPr>
        </p:nvGraphicFramePr>
        <p:xfrm>
          <a:off x="546140" y="1674446"/>
          <a:ext cx="11067419" cy="3056466"/>
        </p:xfrm>
        <a:graphic>
          <a:graphicData uri="http://schemas.openxmlformats.org/drawingml/2006/table">
            <a:tbl>
              <a:tblPr firstRow="1" bandRow="1">
                <a:tableStyleId>{5C22544A-7EE6-4342-B048-85BDC9FD1C3A}</a:tableStyleId>
              </a:tblPr>
              <a:tblGrid>
                <a:gridCol w="1271126">
                  <a:extLst>
                    <a:ext uri="{9D8B030D-6E8A-4147-A177-3AD203B41FA5}">
                      <a16:colId xmlns:a16="http://schemas.microsoft.com/office/drawing/2014/main" val="1438044835"/>
                    </a:ext>
                  </a:extLst>
                </a:gridCol>
                <a:gridCol w="1890994">
                  <a:extLst>
                    <a:ext uri="{9D8B030D-6E8A-4147-A177-3AD203B41FA5}">
                      <a16:colId xmlns:a16="http://schemas.microsoft.com/office/drawing/2014/main" val="3163068677"/>
                    </a:ext>
                  </a:extLst>
                </a:gridCol>
                <a:gridCol w="2093276">
                  <a:extLst>
                    <a:ext uri="{9D8B030D-6E8A-4147-A177-3AD203B41FA5}">
                      <a16:colId xmlns:a16="http://schemas.microsoft.com/office/drawing/2014/main" val="3403660961"/>
                    </a:ext>
                  </a:extLst>
                </a:gridCol>
                <a:gridCol w="1068843">
                  <a:extLst>
                    <a:ext uri="{9D8B030D-6E8A-4147-A177-3AD203B41FA5}">
                      <a16:colId xmlns:a16="http://schemas.microsoft.com/office/drawing/2014/main" val="670536069"/>
                    </a:ext>
                  </a:extLst>
                </a:gridCol>
                <a:gridCol w="1192966">
                  <a:extLst>
                    <a:ext uri="{9D8B030D-6E8A-4147-A177-3AD203B41FA5}">
                      <a16:colId xmlns:a16="http://schemas.microsoft.com/office/drawing/2014/main" val="798587480"/>
                    </a:ext>
                  </a:extLst>
                </a:gridCol>
                <a:gridCol w="1330037">
                  <a:extLst>
                    <a:ext uri="{9D8B030D-6E8A-4147-A177-3AD203B41FA5}">
                      <a16:colId xmlns:a16="http://schemas.microsoft.com/office/drawing/2014/main" val="4229994758"/>
                    </a:ext>
                  </a:extLst>
                </a:gridCol>
                <a:gridCol w="2220177">
                  <a:extLst>
                    <a:ext uri="{9D8B030D-6E8A-4147-A177-3AD203B41FA5}">
                      <a16:colId xmlns:a16="http://schemas.microsoft.com/office/drawing/2014/main" val="220136494"/>
                    </a:ext>
                  </a:extLst>
                </a:gridCol>
              </a:tblGrid>
              <a:tr h="465666">
                <a:tc>
                  <a:txBody>
                    <a:bodyPr/>
                    <a:lstStyle/>
                    <a:p>
                      <a:pPr algn="ctr"/>
                      <a:r>
                        <a:rPr lang="en-BD"/>
                        <a:t>Period</a:t>
                      </a:r>
                    </a:p>
                  </a:txBody>
                  <a:tcPr/>
                </a:tc>
                <a:tc>
                  <a:txBody>
                    <a:bodyPr/>
                    <a:lstStyle/>
                    <a:p>
                      <a:pPr algn="ctr"/>
                      <a:r>
                        <a:rPr lang="en-BD"/>
                        <a:t>Actual (A)</a:t>
                      </a:r>
                    </a:p>
                  </a:txBody>
                  <a:tcPr/>
                </a:tc>
                <a:tc>
                  <a:txBody>
                    <a:bodyPr/>
                    <a:lstStyle/>
                    <a:p>
                      <a:pPr algn="ctr"/>
                      <a:r>
                        <a:rPr lang="en-BD"/>
                        <a:t>Forecast (F)</a:t>
                      </a:r>
                    </a:p>
                  </a:txBody>
                  <a:tcPr/>
                </a:tc>
                <a:tc>
                  <a:txBody>
                    <a:bodyPr/>
                    <a:lstStyle/>
                    <a:p>
                      <a:pPr algn="ctr"/>
                      <a:r>
                        <a:rPr lang="en-BD"/>
                        <a:t>A-F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a:t>|A-F|</a:t>
                      </a:r>
                    </a:p>
                  </a:txBody>
                  <a:tcPr/>
                </a:tc>
                <a:tc>
                  <a:txBody>
                    <a:bodyPr/>
                    <a:lstStyle/>
                    <a:p>
                      <a:pPr algn="ctr"/>
                      <a:r>
                        <a:rPr lang="en-BD"/>
                        <a:t>(|A-F|)</a:t>
                      </a:r>
                      <a:r>
                        <a:rPr lang="en-BD" baseline="30000"/>
                        <a:t>2</a:t>
                      </a:r>
                    </a:p>
                  </a:txBody>
                  <a:tcPr/>
                </a:tc>
                <a:tc>
                  <a:txBody>
                    <a:bodyPr/>
                    <a:lstStyle/>
                    <a:p>
                      <a:pPr algn="ctr"/>
                      <a:r>
                        <a:rPr lang="en-BD"/>
                        <a:t>(|A-F|/A) </a:t>
                      </a:r>
                      <a:r>
                        <a:rPr lang="en-US" sz="1800" b="1" kern="1200">
                          <a:solidFill>
                            <a:schemeClr val="lt1"/>
                          </a:solidFill>
                          <a:effectLst/>
                          <a:latin typeface="+mn-lt"/>
                          <a:ea typeface="+mn-ea"/>
                          <a:cs typeface="+mn-cs"/>
                        </a:rPr>
                        <a:t>×</a:t>
                      </a:r>
                      <a:r>
                        <a:rPr lang="en-BD">
                          <a:effectLst/>
                        </a:rPr>
                        <a:t> 100</a:t>
                      </a:r>
                      <a:endParaRPr lang="en-BD"/>
                    </a:p>
                  </a:txBody>
                  <a:tcPr/>
                </a:tc>
                <a:extLst>
                  <a:ext uri="{0D108BD9-81ED-4DB2-BD59-A6C34878D82A}">
                    <a16:rowId xmlns:a16="http://schemas.microsoft.com/office/drawing/2014/main" val="1655433993"/>
                  </a:ext>
                </a:extLst>
              </a:tr>
              <a:tr h="370840">
                <a:tc>
                  <a:txBody>
                    <a:bodyPr/>
                    <a:lstStyle/>
                    <a:p>
                      <a:pPr algn="ctr"/>
                      <a:r>
                        <a:rPr lang="en-BD"/>
                        <a:t>1</a:t>
                      </a:r>
                    </a:p>
                  </a:txBody>
                  <a:tcPr/>
                </a:tc>
                <a:tc>
                  <a:txBody>
                    <a:bodyPr/>
                    <a:lstStyle/>
                    <a:p>
                      <a:pPr algn="ctr"/>
                      <a:r>
                        <a:rPr lang="en-BD"/>
                        <a:t>492</a:t>
                      </a:r>
                    </a:p>
                  </a:txBody>
                  <a:tcPr/>
                </a:tc>
                <a:tc>
                  <a:txBody>
                    <a:bodyPr/>
                    <a:lstStyle/>
                    <a:p>
                      <a:pPr algn="ctr"/>
                      <a:r>
                        <a:rPr lang="en-BD"/>
                        <a:t>4</a:t>
                      </a:r>
                      <a:r>
                        <a:rPr lang="en-US"/>
                        <a:t>95</a:t>
                      </a:r>
                      <a:endParaRPr lang="en-BD"/>
                    </a:p>
                  </a:txBody>
                  <a:tcPr/>
                </a:tc>
                <a:tc>
                  <a:txBody>
                    <a:bodyPr/>
                    <a:lstStyle/>
                    <a:p>
                      <a:pPr algn="ctr"/>
                      <a:r>
                        <a:rPr lang="en-US"/>
                        <a:t>-3</a:t>
                      </a:r>
                      <a:endParaRPr lang="en-BD"/>
                    </a:p>
                  </a:txBody>
                  <a:tcPr/>
                </a:tc>
                <a:tc>
                  <a:txBody>
                    <a:bodyPr/>
                    <a:lstStyle/>
                    <a:p>
                      <a:pPr algn="ctr"/>
                      <a:r>
                        <a:rPr lang="en-US"/>
                        <a:t>3</a:t>
                      </a:r>
                      <a:endParaRPr lang="en-BD"/>
                    </a:p>
                  </a:txBody>
                  <a:tcPr/>
                </a:tc>
                <a:tc>
                  <a:txBody>
                    <a:bodyPr/>
                    <a:lstStyle/>
                    <a:p>
                      <a:pPr algn="ctr"/>
                      <a:r>
                        <a:rPr lang="en-US"/>
                        <a:t>9</a:t>
                      </a:r>
                      <a:endParaRPr lang="en-BD"/>
                    </a:p>
                  </a:txBody>
                  <a:tcPr/>
                </a:tc>
                <a:tc>
                  <a:txBody>
                    <a:bodyPr/>
                    <a:lstStyle/>
                    <a:p>
                      <a:pPr algn="ctr"/>
                      <a:r>
                        <a:rPr lang="en-US"/>
                        <a:t>0.61</a:t>
                      </a:r>
                      <a:endParaRPr lang="en-BD"/>
                    </a:p>
                  </a:txBody>
                  <a:tcPr/>
                </a:tc>
                <a:extLst>
                  <a:ext uri="{0D108BD9-81ED-4DB2-BD59-A6C34878D82A}">
                    <a16:rowId xmlns:a16="http://schemas.microsoft.com/office/drawing/2014/main" val="20404638"/>
                  </a:ext>
                </a:extLst>
              </a:tr>
              <a:tr h="370840">
                <a:tc>
                  <a:txBody>
                    <a:bodyPr/>
                    <a:lstStyle/>
                    <a:p>
                      <a:pPr algn="ctr"/>
                      <a:r>
                        <a:rPr lang="en-BD"/>
                        <a:t>2</a:t>
                      </a:r>
                    </a:p>
                  </a:txBody>
                  <a:tcPr/>
                </a:tc>
                <a:tc>
                  <a:txBody>
                    <a:bodyPr/>
                    <a:lstStyle/>
                    <a:p>
                      <a:pPr algn="ctr"/>
                      <a:r>
                        <a:rPr lang="en-BD"/>
                        <a:t>470</a:t>
                      </a:r>
                    </a:p>
                  </a:txBody>
                  <a:tcPr/>
                </a:tc>
                <a:tc>
                  <a:txBody>
                    <a:bodyPr/>
                    <a:lstStyle/>
                    <a:p>
                      <a:pPr algn="ctr"/>
                      <a:r>
                        <a:rPr lang="en-BD"/>
                        <a:t>48</a:t>
                      </a:r>
                      <a:r>
                        <a:rPr lang="en-US"/>
                        <a:t>2</a:t>
                      </a:r>
                      <a:endParaRPr lang="en-BD"/>
                    </a:p>
                  </a:txBody>
                  <a:tcPr/>
                </a:tc>
                <a:tc>
                  <a:txBody>
                    <a:bodyPr/>
                    <a:lstStyle/>
                    <a:p>
                      <a:pPr algn="ctr"/>
                      <a:r>
                        <a:rPr lang="en-BD"/>
                        <a:t>-1</a:t>
                      </a:r>
                      <a:r>
                        <a:rPr lang="en-US"/>
                        <a:t>2</a:t>
                      </a:r>
                      <a:endParaRPr lang="en-BD"/>
                    </a:p>
                  </a:txBody>
                  <a:tcPr/>
                </a:tc>
                <a:tc>
                  <a:txBody>
                    <a:bodyPr/>
                    <a:lstStyle/>
                    <a:p>
                      <a:pPr algn="ctr"/>
                      <a:r>
                        <a:rPr lang="en-BD"/>
                        <a:t>1</a:t>
                      </a:r>
                      <a:r>
                        <a:rPr lang="en-US"/>
                        <a:t>2</a:t>
                      </a:r>
                      <a:endParaRPr lang="en-BD"/>
                    </a:p>
                  </a:txBody>
                  <a:tcPr/>
                </a:tc>
                <a:tc>
                  <a:txBody>
                    <a:bodyPr/>
                    <a:lstStyle/>
                    <a:p>
                      <a:pPr algn="ctr"/>
                      <a:r>
                        <a:rPr lang="en-BD"/>
                        <a:t>1</a:t>
                      </a:r>
                      <a:r>
                        <a:rPr lang="en-US"/>
                        <a:t>44</a:t>
                      </a:r>
                      <a:endParaRPr lang="en-BD"/>
                    </a:p>
                  </a:txBody>
                  <a:tcPr/>
                </a:tc>
                <a:tc>
                  <a:txBody>
                    <a:bodyPr/>
                    <a:lstStyle/>
                    <a:p>
                      <a:pPr algn="ctr"/>
                      <a:r>
                        <a:rPr lang="en-US"/>
                        <a:t>2.55</a:t>
                      </a:r>
                      <a:endParaRPr lang="en-BD"/>
                    </a:p>
                  </a:txBody>
                  <a:tcPr/>
                </a:tc>
                <a:extLst>
                  <a:ext uri="{0D108BD9-81ED-4DB2-BD59-A6C34878D82A}">
                    <a16:rowId xmlns:a16="http://schemas.microsoft.com/office/drawing/2014/main" val="2083746758"/>
                  </a:ext>
                </a:extLst>
              </a:tr>
              <a:tr h="370840">
                <a:tc>
                  <a:txBody>
                    <a:bodyPr/>
                    <a:lstStyle/>
                    <a:p>
                      <a:pPr algn="ctr"/>
                      <a:r>
                        <a:rPr lang="en-BD"/>
                        <a:t>3</a:t>
                      </a:r>
                    </a:p>
                  </a:txBody>
                  <a:tcPr/>
                </a:tc>
                <a:tc>
                  <a:txBody>
                    <a:bodyPr/>
                    <a:lstStyle/>
                    <a:p>
                      <a:pPr algn="ctr"/>
                      <a:r>
                        <a:rPr lang="en-BD"/>
                        <a:t>485</a:t>
                      </a:r>
                    </a:p>
                  </a:txBody>
                  <a:tcPr/>
                </a:tc>
                <a:tc>
                  <a:txBody>
                    <a:bodyPr/>
                    <a:lstStyle/>
                    <a:p>
                      <a:pPr algn="ctr"/>
                      <a:r>
                        <a:rPr lang="en-BD"/>
                        <a:t>4</a:t>
                      </a:r>
                      <a:r>
                        <a:rPr lang="en-US"/>
                        <a:t>78</a:t>
                      </a:r>
                      <a:endParaRPr lang="en-BD"/>
                    </a:p>
                  </a:txBody>
                  <a:tcPr/>
                </a:tc>
                <a:tc>
                  <a:txBody>
                    <a:bodyPr/>
                    <a:lstStyle/>
                    <a:p>
                      <a:pPr algn="ctr"/>
                      <a:r>
                        <a:rPr lang="en-US"/>
                        <a:t>7</a:t>
                      </a:r>
                      <a:endParaRPr lang="en-BD"/>
                    </a:p>
                  </a:txBody>
                  <a:tcPr/>
                </a:tc>
                <a:tc>
                  <a:txBody>
                    <a:bodyPr/>
                    <a:lstStyle/>
                    <a:p>
                      <a:pPr algn="ctr"/>
                      <a:r>
                        <a:rPr lang="en-US"/>
                        <a:t>7</a:t>
                      </a:r>
                      <a:endParaRPr lang="en-BD"/>
                    </a:p>
                  </a:txBody>
                  <a:tcPr/>
                </a:tc>
                <a:tc>
                  <a:txBody>
                    <a:bodyPr/>
                    <a:lstStyle/>
                    <a:p>
                      <a:pPr algn="ctr"/>
                      <a:r>
                        <a:rPr lang="en-US"/>
                        <a:t>49</a:t>
                      </a:r>
                      <a:endParaRPr lang="en-BD"/>
                    </a:p>
                  </a:txBody>
                  <a:tcPr/>
                </a:tc>
                <a:tc>
                  <a:txBody>
                    <a:bodyPr/>
                    <a:lstStyle/>
                    <a:p>
                      <a:pPr algn="ctr"/>
                      <a:r>
                        <a:rPr lang="en-US"/>
                        <a:t>1.44</a:t>
                      </a:r>
                      <a:endParaRPr lang="en-BD"/>
                    </a:p>
                  </a:txBody>
                  <a:tcPr/>
                </a:tc>
                <a:extLst>
                  <a:ext uri="{0D108BD9-81ED-4DB2-BD59-A6C34878D82A}">
                    <a16:rowId xmlns:a16="http://schemas.microsoft.com/office/drawing/2014/main" val="1581839724"/>
                  </a:ext>
                </a:extLst>
              </a:tr>
              <a:tr h="370840">
                <a:tc>
                  <a:txBody>
                    <a:bodyPr/>
                    <a:lstStyle/>
                    <a:p>
                      <a:pPr algn="ctr"/>
                      <a:r>
                        <a:rPr lang="en-BD"/>
                        <a:t>4</a:t>
                      </a:r>
                    </a:p>
                  </a:txBody>
                  <a:tcPr/>
                </a:tc>
                <a:tc>
                  <a:txBody>
                    <a:bodyPr/>
                    <a:lstStyle/>
                    <a:p>
                      <a:pPr algn="ctr"/>
                      <a:r>
                        <a:rPr lang="en-BD"/>
                        <a:t>493</a:t>
                      </a:r>
                    </a:p>
                  </a:txBody>
                  <a:tcPr/>
                </a:tc>
                <a:tc>
                  <a:txBody>
                    <a:bodyPr/>
                    <a:lstStyle/>
                    <a:p>
                      <a:pPr algn="ctr"/>
                      <a:r>
                        <a:rPr lang="en-BD"/>
                        <a:t>4</a:t>
                      </a:r>
                      <a:r>
                        <a:rPr lang="en-US"/>
                        <a:t>88</a:t>
                      </a:r>
                      <a:endParaRPr lang="en-BD"/>
                    </a:p>
                  </a:txBody>
                  <a:tcPr/>
                </a:tc>
                <a:tc>
                  <a:txBody>
                    <a:bodyPr/>
                    <a:lstStyle/>
                    <a:p>
                      <a:pPr algn="ctr"/>
                      <a:r>
                        <a:rPr lang="en-US"/>
                        <a:t>5</a:t>
                      </a:r>
                      <a:endParaRPr lang="en-BD"/>
                    </a:p>
                  </a:txBody>
                  <a:tcPr/>
                </a:tc>
                <a:tc>
                  <a:txBody>
                    <a:bodyPr/>
                    <a:lstStyle/>
                    <a:p>
                      <a:pPr algn="ctr"/>
                      <a:r>
                        <a:rPr lang="en-US"/>
                        <a:t>5</a:t>
                      </a:r>
                      <a:endParaRPr lang="en-BD"/>
                    </a:p>
                  </a:txBody>
                  <a:tcPr/>
                </a:tc>
                <a:tc>
                  <a:txBody>
                    <a:bodyPr/>
                    <a:lstStyle/>
                    <a:p>
                      <a:pPr algn="ctr"/>
                      <a:r>
                        <a:rPr lang="en-US"/>
                        <a:t>25</a:t>
                      </a:r>
                      <a:endParaRPr lang="en-BD"/>
                    </a:p>
                  </a:txBody>
                  <a:tcPr/>
                </a:tc>
                <a:tc>
                  <a:txBody>
                    <a:bodyPr/>
                    <a:lstStyle/>
                    <a:p>
                      <a:pPr algn="ctr"/>
                      <a:r>
                        <a:rPr lang="en-US"/>
                        <a:t>1.01</a:t>
                      </a:r>
                      <a:endParaRPr lang="en-BD"/>
                    </a:p>
                  </a:txBody>
                  <a:tcPr/>
                </a:tc>
                <a:extLst>
                  <a:ext uri="{0D108BD9-81ED-4DB2-BD59-A6C34878D82A}">
                    <a16:rowId xmlns:a16="http://schemas.microsoft.com/office/drawing/2014/main" val="2106404824"/>
                  </a:ext>
                </a:extLst>
              </a:tr>
              <a:tr h="370840">
                <a:tc>
                  <a:txBody>
                    <a:bodyPr/>
                    <a:lstStyle/>
                    <a:p>
                      <a:pPr algn="ctr"/>
                      <a:r>
                        <a:rPr lang="en-BD"/>
                        <a:t>5</a:t>
                      </a:r>
                    </a:p>
                  </a:txBody>
                  <a:tcPr/>
                </a:tc>
                <a:tc>
                  <a:txBody>
                    <a:bodyPr/>
                    <a:lstStyle/>
                    <a:p>
                      <a:pPr algn="ctr"/>
                      <a:r>
                        <a:rPr lang="en-BD"/>
                        <a:t>498</a:t>
                      </a:r>
                    </a:p>
                  </a:txBody>
                  <a:tcPr/>
                </a:tc>
                <a:tc>
                  <a:txBody>
                    <a:bodyPr/>
                    <a:lstStyle/>
                    <a:p>
                      <a:pPr algn="ctr"/>
                      <a:r>
                        <a:rPr lang="en-BD"/>
                        <a:t>49</a:t>
                      </a:r>
                      <a:r>
                        <a:rPr lang="en-US"/>
                        <a:t>2</a:t>
                      </a:r>
                      <a:endParaRPr lang="en-BD"/>
                    </a:p>
                  </a:txBody>
                  <a:tcPr/>
                </a:tc>
                <a:tc>
                  <a:txBody>
                    <a:bodyPr/>
                    <a:lstStyle/>
                    <a:p>
                      <a:pPr algn="ctr"/>
                      <a:r>
                        <a:rPr lang="en-US"/>
                        <a:t>6</a:t>
                      </a:r>
                      <a:endParaRPr lang="en-BD"/>
                    </a:p>
                  </a:txBody>
                  <a:tcPr/>
                </a:tc>
                <a:tc>
                  <a:txBody>
                    <a:bodyPr/>
                    <a:lstStyle/>
                    <a:p>
                      <a:pPr algn="ctr"/>
                      <a:r>
                        <a:rPr lang="en-US"/>
                        <a:t>6</a:t>
                      </a:r>
                      <a:endParaRPr lang="en-BD"/>
                    </a:p>
                  </a:txBody>
                  <a:tcPr/>
                </a:tc>
                <a:tc>
                  <a:txBody>
                    <a:bodyPr/>
                    <a:lstStyle/>
                    <a:p>
                      <a:pPr algn="ctr"/>
                      <a:r>
                        <a:rPr lang="en-US"/>
                        <a:t>36</a:t>
                      </a:r>
                      <a:endParaRPr lang="en-BD"/>
                    </a:p>
                  </a:txBody>
                  <a:tcPr/>
                </a:tc>
                <a:tc>
                  <a:txBody>
                    <a:bodyPr/>
                    <a:lstStyle/>
                    <a:p>
                      <a:pPr algn="ctr"/>
                      <a:r>
                        <a:rPr lang="en-US"/>
                        <a:t>1.20</a:t>
                      </a:r>
                      <a:endParaRPr lang="en-BD"/>
                    </a:p>
                  </a:txBody>
                  <a:tcPr/>
                </a:tc>
                <a:extLst>
                  <a:ext uri="{0D108BD9-81ED-4DB2-BD59-A6C34878D82A}">
                    <a16:rowId xmlns:a16="http://schemas.microsoft.com/office/drawing/2014/main" val="2001982080"/>
                  </a:ext>
                </a:extLst>
              </a:tr>
              <a:tr h="370840">
                <a:tc>
                  <a:txBody>
                    <a:bodyPr/>
                    <a:lstStyle/>
                    <a:p>
                      <a:pPr algn="ctr"/>
                      <a:r>
                        <a:rPr lang="en-BD"/>
                        <a:t>6</a:t>
                      </a:r>
                    </a:p>
                  </a:txBody>
                  <a:tcPr/>
                </a:tc>
                <a:tc>
                  <a:txBody>
                    <a:bodyPr/>
                    <a:lstStyle/>
                    <a:p>
                      <a:pPr algn="ctr"/>
                      <a:r>
                        <a:rPr lang="en-BD"/>
                        <a:t>492</a:t>
                      </a:r>
                    </a:p>
                  </a:txBody>
                  <a:tcPr/>
                </a:tc>
                <a:tc>
                  <a:txBody>
                    <a:bodyPr/>
                    <a:lstStyle/>
                    <a:p>
                      <a:pPr algn="ctr"/>
                      <a:r>
                        <a:rPr lang="en-BD"/>
                        <a:t>493</a:t>
                      </a:r>
                    </a:p>
                  </a:txBody>
                  <a:tcPr/>
                </a:tc>
                <a:tc>
                  <a:txBody>
                    <a:bodyPr/>
                    <a:lstStyle/>
                    <a:p>
                      <a:pPr algn="ctr"/>
                      <a:r>
                        <a:rPr lang="en-BD"/>
                        <a:t>-1</a:t>
                      </a:r>
                    </a:p>
                  </a:txBody>
                  <a:tcPr/>
                </a:tc>
                <a:tc>
                  <a:txBody>
                    <a:bodyPr/>
                    <a:lstStyle/>
                    <a:p>
                      <a:pPr algn="ctr"/>
                      <a:r>
                        <a:rPr lang="en-BD"/>
                        <a:t>1</a:t>
                      </a:r>
                    </a:p>
                  </a:txBody>
                  <a:tcPr/>
                </a:tc>
                <a:tc>
                  <a:txBody>
                    <a:bodyPr/>
                    <a:lstStyle/>
                    <a:p>
                      <a:pPr algn="ctr"/>
                      <a:r>
                        <a:rPr lang="en-BD"/>
                        <a:t>1</a:t>
                      </a:r>
                    </a:p>
                  </a:txBody>
                  <a:tcPr/>
                </a:tc>
                <a:tc>
                  <a:txBody>
                    <a:bodyPr/>
                    <a:lstStyle/>
                    <a:p>
                      <a:pPr algn="ctr"/>
                      <a:r>
                        <a:rPr lang="en-US"/>
                        <a:t>0.20</a:t>
                      </a:r>
                      <a:endParaRPr lang="en-BD"/>
                    </a:p>
                  </a:txBody>
                  <a:tcPr/>
                </a:tc>
                <a:extLst>
                  <a:ext uri="{0D108BD9-81ED-4DB2-BD59-A6C34878D82A}">
                    <a16:rowId xmlns:a16="http://schemas.microsoft.com/office/drawing/2014/main" val="1246722172"/>
                  </a:ext>
                </a:extLst>
              </a:tr>
              <a:tr h="218547">
                <a:tc gridSpan="4">
                  <a:txBody>
                    <a:bodyPr/>
                    <a:lstStyle/>
                    <a:p>
                      <a:pPr algn="ctr"/>
                      <a:r>
                        <a:rPr lang="en-BD" b="1"/>
                        <a:t>TOTAL</a:t>
                      </a:r>
                    </a:p>
                  </a:txBody>
                  <a:tcPr/>
                </a:tc>
                <a:tc hMerge="1">
                  <a:txBody>
                    <a:bodyPr/>
                    <a:lstStyle/>
                    <a:p>
                      <a:pPr algn="ctr"/>
                      <a:endParaRPr lang="en-BD"/>
                    </a:p>
                  </a:txBody>
                  <a:tcPr/>
                </a:tc>
                <a:tc hMerge="1">
                  <a:txBody>
                    <a:bodyPr/>
                    <a:lstStyle/>
                    <a:p>
                      <a:pPr algn="ctr"/>
                      <a:endParaRPr lang="en-BD"/>
                    </a:p>
                  </a:txBody>
                  <a:tcPr/>
                </a:tc>
                <a:tc hMerge="1">
                  <a:txBody>
                    <a:bodyPr/>
                    <a:lstStyle/>
                    <a:p>
                      <a:pPr algn="ctr"/>
                      <a:endParaRPr lang="en-BD"/>
                    </a:p>
                  </a:txBody>
                  <a:tcPr/>
                </a:tc>
                <a:tc>
                  <a:txBody>
                    <a:bodyPr/>
                    <a:lstStyle/>
                    <a:p>
                      <a:pPr algn="ctr"/>
                      <a:r>
                        <a:rPr lang="en-US" b="1"/>
                        <a:t>34</a:t>
                      </a:r>
                      <a:endParaRPr lang="en-BD" b="1"/>
                    </a:p>
                  </a:txBody>
                  <a:tcPr/>
                </a:tc>
                <a:tc>
                  <a:txBody>
                    <a:bodyPr/>
                    <a:lstStyle/>
                    <a:p>
                      <a:pPr algn="ctr"/>
                      <a:r>
                        <a:rPr lang="en-US" b="1"/>
                        <a:t>264</a:t>
                      </a:r>
                      <a:endParaRPr lang="en-BD" b="1"/>
                    </a:p>
                  </a:txBody>
                  <a:tcPr/>
                </a:tc>
                <a:tc>
                  <a:txBody>
                    <a:bodyPr/>
                    <a:lstStyle/>
                    <a:p>
                      <a:pPr algn="ctr"/>
                      <a:r>
                        <a:rPr lang="en-US" b="1"/>
                        <a:t>7.01%</a:t>
                      </a:r>
                      <a:endParaRPr lang="en-BD" b="1"/>
                    </a:p>
                  </a:txBody>
                  <a:tcPr/>
                </a:tc>
                <a:extLst>
                  <a:ext uri="{0D108BD9-81ED-4DB2-BD59-A6C34878D82A}">
                    <a16:rowId xmlns:a16="http://schemas.microsoft.com/office/drawing/2014/main" val="2483118047"/>
                  </a:ext>
                </a:extLst>
              </a:tr>
            </a:tbl>
          </a:graphicData>
        </a:graphic>
      </p:graphicFrame>
      <p:sp>
        <p:nvSpPr>
          <p:cNvPr id="7" name="Rectangle 6">
            <a:extLst>
              <a:ext uri="{FF2B5EF4-FFF2-40B4-BE49-F238E27FC236}">
                <a16:creationId xmlns:a16="http://schemas.microsoft.com/office/drawing/2014/main" id="{FAAC289D-1BE6-49AF-5734-82E82C185125}"/>
              </a:ext>
            </a:extLst>
          </p:cNvPr>
          <p:cNvSpPr/>
          <p:nvPr/>
        </p:nvSpPr>
        <p:spPr>
          <a:xfrm>
            <a:off x="529673" y="924561"/>
            <a:ext cx="11083885" cy="523220"/>
          </a:xfrm>
          <a:prstGeom prst="rect">
            <a:avLst/>
          </a:prstGeom>
        </p:spPr>
        <p:txBody>
          <a:bodyPr wrap="square">
            <a:spAutoFit/>
          </a:bodyPr>
          <a:lstStyle/>
          <a:p>
            <a:pPr algn="just"/>
            <a:r>
              <a:rPr lang="en-GB" sz="2800" b="1">
                <a:solidFill>
                  <a:srgbClr val="002060"/>
                </a:solidFill>
                <a:latin typeface="Arial Unicode MS" panose="020B0604020202020204" pitchFamily="34" charset="-128"/>
                <a:ea typeface="Arial Unicode MS" panose="020B0604020202020204" pitchFamily="34" charset="-128"/>
                <a:cs typeface="Arial Unicode MS" panose="020B0604020202020204" pitchFamily="34" charset="-128"/>
              </a:rPr>
              <a:t>Solution: Technique 2</a:t>
            </a:r>
          </a:p>
        </p:txBody>
      </p:sp>
      <p:sp>
        <p:nvSpPr>
          <p:cNvPr id="9" name="Rectangle 8">
            <a:extLst>
              <a:ext uri="{FF2B5EF4-FFF2-40B4-BE49-F238E27FC236}">
                <a16:creationId xmlns:a16="http://schemas.microsoft.com/office/drawing/2014/main" id="{F2EF5A2D-E8CA-4D67-982A-FA37A8A11B6C}"/>
              </a:ext>
            </a:extLst>
          </p:cNvPr>
          <p:cNvSpPr/>
          <p:nvPr/>
        </p:nvSpPr>
        <p:spPr>
          <a:xfrm>
            <a:off x="529673" y="4791634"/>
            <a:ext cx="10958675" cy="1569660"/>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Absolute Deviation (MAD) = 34/6 =  6.67</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Squared Error (MSE) = 264/ (6-1) = 264/5 = 52.8</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Mean Absolute Percent Error (MAPE) = 7.01/6 = 1.17%</a:t>
            </a:r>
          </a:p>
          <a:p>
            <a:pPr algn="just"/>
            <a:endParaRPr lang="en-GB" sz="240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987352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061916" cy="461665"/>
          </a:xfrm>
          <a:prstGeom prst="rect">
            <a:avLst/>
          </a:prstGeom>
        </p:spPr>
        <p:txBody>
          <a:bodyPr wrap="none">
            <a:spAutoFit/>
          </a:bodyPr>
          <a:lstStyle/>
          <a:p>
            <a:r>
              <a:rPr lang="en-US" sz="2400">
                <a:solidFill>
                  <a:srgbClr val="006600"/>
                </a:solidFill>
                <a:latin typeface="Arial Rounded MT Bold" panose="020F0704030504030204" pitchFamily="34" charset="0"/>
              </a:rPr>
              <a:t>SUMMARIZING FORECAST ACCURACY</a:t>
            </a:r>
          </a:p>
        </p:txBody>
      </p:sp>
      <p:sp>
        <p:nvSpPr>
          <p:cNvPr id="7" name="Rectangle 6">
            <a:extLst>
              <a:ext uri="{FF2B5EF4-FFF2-40B4-BE49-F238E27FC236}">
                <a16:creationId xmlns:a16="http://schemas.microsoft.com/office/drawing/2014/main" id="{FAAC289D-1BE6-49AF-5734-82E82C185125}"/>
              </a:ext>
            </a:extLst>
          </p:cNvPr>
          <p:cNvSpPr/>
          <p:nvPr/>
        </p:nvSpPr>
        <p:spPr>
          <a:xfrm>
            <a:off x="529673" y="924561"/>
            <a:ext cx="11083885" cy="523220"/>
          </a:xfrm>
          <a:prstGeom prst="rect">
            <a:avLst/>
          </a:prstGeom>
        </p:spPr>
        <p:txBody>
          <a:bodyPr wrap="square">
            <a:spAutoFit/>
          </a:bodyPr>
          <a:lstStyle/>
          <a:p>
            <a:pPr algn="just"/>
            <a:r>
              <a:rPr lang="en-GB" sz="2800" b="1">
                <a:solidFill>
                  <a:srgbClr val="002060"/>
                </a:solidFill>
                <a:latin typeface="Arial Unicode MS" panose="020B0604020202020204" pitchFamily="34" charset="-128"/>
                <a:ea typeface="Arial Unicode MS" panose="020B0604020202020204" pitchFamily="34" charset="-128"/>
                <a:cs typeface="Arial Unicode MS" panose="020B0604020202020204" pitchFamily="34" charset="-128"/>
              </a:rPr>
              <a:t>Solution: Technique 1</a:t>
            </a:r>
          </a:p>
        </p:txBody>
      </p:sp>
      <p:sp>
        <p:nvSpPr>
          <p:cNvPr id="9" name="Rectangle 8">
            <a:extLst>
              <a:ext uri="{FF2B5EF4-FFF2-40B4-BE49-F238E27FC236}">
                <a16:creationId xmlns:a16="http://schemas.microsoft.com/office/drawing/2014/main" id="{F2EF5A2D-E8CA-4D67-982A-FA37A8A11B6C}"/>
              </a:ext>
            </a:extLst>
          </p:cNvPr>
          <p:cNvSpPr/>
          <p:nvPr/>
        </p:nvSpPr>
        <p:spPr>
          <a:xfrm>
            <a:off x="546140" y="3019313"/>
            <a:ext cx="10958675" cy="1015663"/>
          </a:xfrm>
          <a:prstGeom prst="rect">
            <a:avLst/>
          </a:prstGeom>
        </p:spPr>
        <p:txBody>
          <a:bodyPr wrap="square">
            <a:spAutoFit/>
          </a:bodyPr>
          <a:lstStyle/>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Absolute Deviation (MAD) = 34/6 =  6.67</a:t>
            </a: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Squared Error (MSE) = 264/ (6-1) = 264/5 = 52.8</a:t>
            </a: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Absolute Percent Error (MAPE) = 7.01/6 = 1.17%</a:t>
            </a:r>
          </a:p>
        </p:txBody>
      </p:sp>
      <p:sp>
        <p:nvSpPr>
          <p:cNvPr id="11" name="Rectangle 10">
            <a:extLst>
              <a:ext uri="{FF2B5EF4-FFF2-40B4-BE49-F238E27FC236}">
                <a16:creationId xmlns:a16="http://schemas.microsoft.com/office/drawing/2014/main" id="{E328C2CA-EA72-0EF0-A5B7-061C7253C9EC}"/>
              </a:ext>
            </a:extLst>
          </p:cNvPr>
          <p:cNvSpPr/>
          <p:nvPr/>
        </p:nvSpPr>
        <p:spPr>
          <a:xfrm>
            <a:off x="546140" y="1425166"/>
            <a:ext cx="10958675" cy="1015663"/>
          </a:xfrm>
          <a:prstGeom prst="rect">
            <a:avLst/>
          </a:prstGeom>
        </p:spPr>
        <p:txBody>
          <a:bodyPr wrap="square">
            <a:spAutoFit/>
          </a:bodyPr>
          <a:lstStyle/>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Absolute Deviation (MAD) = 28/6 =  4.67</a:t>
            </a: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Squared Error (MSE) = 248/ (6-1) = 248/5 = 49.6</a:t>
            </a:r>
          </a:p>
          <a:p>
            <a:pPr algn="just"/>
            <a:r>
              <a:rPr lang="en-GB" sz="2000">
                <a:latin typeface="Arial Unicode MS" panose="020B0604020202020204" pitchFamily="34" charset="-128"/>
                <a:ea typeface="Arial Unicode MS" panose="020B0604020202020204" pitchFamily="34" charset="-128"/>
                <a:cs typeface="Arial Unicode MS" panose="020B0604020202020204" pitchFamily="34" charset="-128"/>
              </a:rPr>
              <a:t>Mean Absolute Percent Error (MAPE) = 5.83/6 = 0.97%</a:t>
            </a:r>
          </a:p>
        </p:txBody>
      </p:sp>
      <p:sp>
        <p:nvSpPr>
          <p:cNvPr id="12" name="Rectangle 11">
            <a:extLst>
              <a:ext uri="{FF2B5EF4-FFF2-40B4-BE49-F238E27FC236}">
                <a16:creationId xmlns:a16="http://schemas.microsoft.com/office/drawing/2014/main" id="{BC9A1E9F-2C13-5ECF-1BBA-AADFF0509704}"/>
              </a:ext>
            </a:extLst>
          </p:cNvPr>
          <p:cNvSpPr/>
          <p:nvPr/>
        </p:nvSpPr>
        <p:spPr>
          <a:xfrm>
            <a:off x="521755" y="2548420"/>
            <a:ext cx="11083885" cy="523220"/>
          </a:xfrm>
          <a:prstGeom prst="rect">
            <a:avLst/>
          </a:prstGeom>
        </p:spPr>
        <p:txBody>
          <a:bodyPr wrap="square">
            <a:spAutoFit/>
          </a:bodyPr>
          <a:lstStyle/>
          <a:p>
            <a:pPr algn="just"/>
            <a:r>
              <a:rPr lang="en-GB" sz="2800" b="1">
                <a:solidFill>
                  <a:srgbClr val="002060"/>
                </a:solidFill>
                <a:latin typeface="Arial Unicode MS" panose="020B0604020202020204" pitchFamily="34" charset="-128"/>
                <a:ea typeface="Arial Unicode MS" panose="020B0604020202020204" pitchFamily="34" charset="-128"/>
                <a:cs typeface="Arial Unicode MS" panose="020B0604020202020204" pitchFamily="34" charset="-128"/>
              </a:rPr>
              <a:t>Solution: Technique 2</a:t>
            </a:r>
          </a:p>
        </p:txBody>
      </p:sp>
      <p:sp>
        <p:nvSpPr>
          <p:cNvPr id="13" name="Rectangle 12">
            <a:extLst>
              <a:ext uri="{FF2B5EF4-FFF2-40B4-BE49-F238E27FC236}">
                <a16:creationId xmlns:a16="http://schemas.microsoft.com/office/drawing/2014/main" id="{DC5857E6-63E3-D60A-93FD-5E6B4318D2F7}"/>
              </a:ext>
            </a:extLst>
          </p:cNvPr>
          <p:cNvSpPr/>
          <p:nvPr/>
        </p:nvSpPr>
        <p:spPr>
          <a:xfrm>
            <a:off x="521755" y="4085936"/>
            <a:ext cx="11236858" cy="2062103"/>
          </a:xfrm>
          <a:prstGeom prst="rect">
            <a:avLst/>
          </a:prstGeom>
        </p:spPr>
        <p:txBody>
          <a:bodyPr wrap="square">
            <a:spAutoFit/>
          </a:bodyPr>
          <a:lstStyle/>
          <a:p>
            <a:pPr algn="just"/>
            <a:r>
              <a:rPr lang="en-GB"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As we got,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MAD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1 </a:t>
            </a:r>
            <a:r>
              <a:rPr lang="en-GB"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&lt;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MAD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2</a:t>
            </a:r>
            <a:r>
              <a:rPr lang="en-GB"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which indicates that Technique # 1 will be more accurate than Technique # 2. </a:t>
            </a:r>
          </a:p>
          <a:p>
            <a:pPr algn="just"/>
            <a:endParaRPr lang="en-GB" sz="8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b="1">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Similarly we can compare,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MSE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1 </a:t>
            </a:r>
            <a:r>
              <a:rPr lang="en-GB"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and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MSE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2</a:t>
            </a:r>
            <a:r>
              <a:rPr lang="en-GB"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and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MAPE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1 </a:t>
            </a:r>
            <a:r>
              <a:rPr lang="en-GB"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and  </a:t>
            </a:r>
            <a:r>
              <a:rPr lang="en-GB" sz="2400" b="1">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MAPE </a:t>
            </a:r>
            <a:r>
              <a:rPr lang="en-GB" sz="2400" b="1" baseline="-25000">
                <a:solidFill>
                  <a:srgbClr val="006600"/>
                </a:solidFill>
                <a:latin typeface="Arial Unicode MS" panose="020B0604020202020204" pitchFamily="34" charset="-128"/>
                <a:ea typeface="Arial Unicode MS" panose="020B0604020202020204" pitchFamily="34" charset="-128"/>
                <a:cs typeface="Arial Unicode MS" panose="020B0604020202020204" pitchFamily="34" charset="-128"/>
              </a:rPr>
              <a:t>Technique 2</a:t>
            </a:r>
            <a:r>
              <a:rPr lang="en-GB" sz="2400">
                <a:solidFill>
                  <a:srgbClr val="9B1B97"/>
                </a:solidFill>
                <a:latin typeface="Arial Unicode MS" panose="020B0604020202020204" pitchFamily="34" charset="-128"/>
                <a:ea typeface="Arial Unicode MS" panose="020B0604020202020204" pitchFamily="34" charset="-128"/>
                <a:cs typeface="Arial Unicode MS" panose="020B0604020202020204" pitchFamily="34" charset="-128"/>
              </a:rPr>
              <a:t>, which eventually indicates that, the lesser deviated value will indicate more Accuracy.</a:t>
            </a:r>
            <a:endParaRPr lang="en-GB" sz="2400" b="1">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591671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128601" cy="646331"/>
          </a:xfrm>
          <a:prstGeom prst="rect">
            <a:avLst/>
          </a:prstGeom>
        </p:spPr>
        <p:txBody>
          <a:bodyPr wrap="none">
            <a:spAutoFit/>
          </a:bodyPr>
          <a:lstStyle/>
          <a:p>
            <a:r>
              <a:rPr lang="en-US" sz="3600">
                <a:solidFill>
                  <a:srgbClr val="7030A0"/>
                </a:solidFill>
                <a:latin typeface="Arial Rounded MT Bold" panose="020F0704030504030204" pitchFamily="34" charset="0"/>
              </a:rPr>
              <a:t>TECHNIQUES FOR TREND</a:t>
            </a:r>
          </a:p>
        </p:txBody>
      </p:sp>
      <p:sp>
        <p:nvSpPr>
          <p:cNvPr id="3" name="Rectangle 2">
            <a:extLst>
              <a:ext uri="{FF2B5EF4-FFF2-40B4-BE49-F238E27FC236}">
                <a16:creationId xmlns:a16="http://schemas.microsoft.com/office/drawing/2014/main" id="{99EA3257-23B1-5467-9A08-02A41D55FC75}"/>
              </a:ext>
            </a:extLst>
          </p:cNvPr>
          <p:cNvSpPr/>
          <p:nvPr/>
        </p:nvSpPr>
        <p:spPr>
          <a:xfrm>
            <a:off x="546139" y="1245548"/>
            <a:ext cx="10958675" cy="1323439"/>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Analysis of trend involves developing an equation that will suitably describe trend (assuming that trend is present in the data).</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Trend Equation A linear trend equation has the form</a:t>
            </a:r>
          </a:p>
        </p:txBody>
      </p:sp>
      <p:pic>
        <p:nvPicPr>
          <p:cNvPr id="13" name="Picture 12" descr="Text&#10;&#10;Description automatically generated">
            <a:extLst>
              <a:ext uri="{FF2B5EF4-FFF2-40B4-BE49-F238E27FC236}">
                <a16:creationId xmlns:a16="http://schemas.microsoft.com/office/drawing/2014/main" id="{D9E97306-5B6F-436F-302C-0FCC8A1595BD}"/>
              </a:ext>
            </a:extLst>
          </p:cNvPr>
          <p:cNvPicPr>
            <a:picLocks noChangeAspect="1"/>
          </p:cNvPicPr>
          <p:nvPr/>
        </p:nvPicPr>
        <p:blipFill>
          <a:blip r:embed="rId2"/>
          <a:stretch>
            <a:fillRect/>
          </a:stretch>
        </p:blipFill>
        <p:spPr>
          <a:xfrm>
            <a:off x="411710" y="2590800"/>
            <a:ext cx="3022600" cy="838200"/>
          </a:xfrm>
          <a:prstGeom prst="rect">
            <a:avLst/>
          </a:prstGeom>
        </p:spPr>
      </p:pic>
      <p:pic>
        <p:nvPicPr>
          <p:cNvPr id="15" name="Picture 14" descr="Text&#10;&#10;Description automatically generated">
            <a:extLst>
              <a:ext uri="{FF2B5EF4-FFF2-40B4-BE49-F238E27FC236}">
                <a16:creationId xmlns:a16="http://schemas.microsoft.com/office/drawing/2014/main" id="{2B10B930-8228-7E02-5482-04ABF4E38FCE}"/>
              </a:ext>
            </a:extLst>
          </p:cNvPr>
          <p:cNvPicPr>
            <a:picLocks noChangeAspect="1"/>
          </p:cNvPicPr>
          <p:nvPr/>
        </p:nvPicPr>
        <p:blipFill>
          <a:blip r:embed="rId3"/>
          <a:stretch>
            <a:fillRect/>
          </a:stretch>
        </p:blipFill>
        <p:spPr>
          <a:xfrm>
            <a:off x="546139" y="3655665"/>
            <a:ext cx="9736700" cy="2358580"/>
          </a:xfrm>
          <a:prstGeom prst="rect">
            <a:avLst/>
          </a:prstGeom>
        </p:spPr>
      </p:pic>
      <p:sp>
        <p:nvSpPr>
          <p:cNvPr id="27" name="TextBox 26">
            <a:extLst>
              <a:ext uri="{FF2B5EF4-FFF2-40B4-BE49-F238E27FC236}">
                <a16:creationId xmlns:a16="http://schemas.microsoft.com/office/drawing/2014/main" id="{EE654155-3A43-E099-3B3D-B7C1376CA2DB}"/>
              </a:ext>
            </a:extLst>
          </p:cNvPr>
          <p:cNvSpPr txBox="1"/>
          <p:nvPr/>
        </p:nvSpPr>
        <p:spPr>
          <a:xfrm>
            <a:off x="8046720" y="2697000"/>
            <a:ext cx="4067640" cy="523220"/>
          </a:xfrm>
          <a:prstGeom prst="rect">
            <a:avLst/>
          </a:prstGeom>
          <a:noFill/>
        </p:spPr>
        <p:txBody>
          <a:bodyPr wrap="square" rtlCol="0">
            <a:spAutoFit/>
          </a:bodyPr>
          <a:lstStyle/>
          <a:p>
            <a:r>
              <a:rPr lang="en-US" sz="2800" b="1">
                <a:solidFill>
                  <a:srgbClr val="00B050"/>
                </a:solidFill>
              </a:rPr>
              <a:t>Regression analysis</a:t>
            </a:r>
          </a:p>
        </p:txBody>
      </p:sp>
    </p:spTree>
    <p:extLst>
      <p:ext uri="{BB962C8B-B14F-4D97-AF65-F5344CB8AC3E}">
        <p14:creationId xmlns:p14="http://schemas.microsoft.com/office/powerpoint/2010/main" val="33221917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128601" cy="646331"/>
          </a:xfrm>
          <a:prstGeom prst="rect">
            <a:avLst/>
          </a:prstGeom>
        </p:spPr>
        <p:txBody>
          <a:bodyPr wrap="none">
            <a:spAutoFit/>
          </a:bodyPr>
          <a:lstStyle/>
          <a:p>
            <a:r>
              <a:rPr lang="en-US" sz="3600">
                <a:solidFill>
                  <a:srgbClr val="7030A0"/>
                </a:solidFill>
                <a:latin typeface="Arial Rounded MT Bold" panose="020F0704030504030204" pitchFamily="34" charset="0"/>
              </a:rPr>
              <a:t>TECHNIQUES FOR TREND</a:t>
            </a:r>
          </a:p>
        </p:txBody>
      </p:sp>
      <p:pic>
        <p:nvPicPr>
          <p:cNvPr id="6" name="Picture 5">
            <a:extLst>
              <a:ext uri="{FF2B5EF4-FFF2-40B4-BE49-F238E27FC236}">
                <a16:creationId xmlns:a16="http://schemas.microsoft.com/office/drawing/2014/main" id="{B2DD8AAF-BF38-713F-B116-5462E7EF0D73}"/>
              </a:ext>
            </a:extLst>
          </p:cNvPr>
          <p:cNvPicPr>
            <a:picLocks noChangeAspect="1"/>
          </p:cNvPicPr>
          <p:nvPr/>
        </p:nvPicPr>
        <p:blipFill>
          <a:blip r:embed="rId2"/>
          <a:stretch>
            <a:fillRect/>
          </a:stretch>
        </p:blipFill>
        <p:spPr>
          <a:xfrm>
            <a:off x="546140" y="1059272"/>
            <a:ext cx="2717800" cy="4064000"/>
          </a:xfrm>
          <a:prstGeom prst="rect">
            <a:avLst/>
          </a:prstGeom>
        </p:spPr>
      </p:pic>
      <p:pic>
        <p:nvPicPr>
          <p:cNvPr id="5" name="Picture 4" descr="Chart, scatter chart&#10;&#10;Description automatically generated">
            <a:extLst>
              <a:ext uri="{FF2B5EF4-FFF2-40B4-BE49-F238E27FC236}">
                <a16:creationId xmlns:a16="http://schemas.microsoft.com/office/drawing/2014/main" id="{8B4F6D50-7E4F-4FF6-A729-7EC916C3E276}"/>
              </a:ext>
            </a:extLst>
          </p:cNvPr>
          <p:cNvPicPr>
            <a:picLocks noChangeAspect="1"/>
          </p:cNvPicPr>
          <p:nvPr/>
        </p:nvPicPr>
        <p:blipFill>
          <a:blip r:embed="rId3"/>
          <a:stretch>
            <a:fillRect/>
          </a:stretch>
        </p:blipFill>
        <p:spPr>
          <a:xfrm>
            <a:off x="3263940" y="1255339"/>
            <a:ext cx="8668512" cy="5288643"/>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6C26CC7B-E215-446C-9322-FDFA07E47AD9}"/>
                  </a:ext>
                </a:extLst>
              </p14:cNvPr>
              <p14:cNvContentPartPr/>
              <p14:nvPr/>
            </p14:nvContentPartPr>
            <p14:xfrm>
              <a:off x="6324360" y="4796880"/>
              <a:ext cx="360" cy="262440"/>
            </p14:xfrm>
          </p:contentPart>
        </mc:Choice>
        <mc:Fallback>
          <p:pic>
            <p:nvPicPr>
              <p:cNvPr id="3" name="Ink 2">
                <a:extLst>
                  <a:ext uri="{FF2B5EF4-FFF2-40B4-BE49-F238E27FC236}">
                    <a16:creationId xmlns:a16="http://schemas.microsoft.com/office/drawing/2014/main" id="{6C26CC7B-E215-446C-9322-FDFA07E47AD9}"/>
                  </a:ext>
                </a:extLst>
              </p:cNvPr>
              <p:cNvPicPr/>
              <p:nvPr/>
            </p:nvPicPr>
            <p:blipFill>
              <a:blip r:embed="rId5"/>
              <a:stretch>
                <a:fillRect/>
              </a:stretch>
            </p:blipFill>
            <p:spPr>
              <a:xfrm>
                <a:off x="6315360" y="4787880"/>
                <a:ext cx="1800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89ABA27F-E4EB-7A0D-BA48-97B83837F764}"/>
                  </a:ext>
                </a:extLst>
              </p14:cNvPr>
              <p14:cNvContentPartPr/>
              <p14:nvPr/>
            </p14:nvContentPartPr>
            <p14:xfrm>
              <a:off x="7802520" y="3840360"/>
              <a:ext cx="9720" cy="56520"/>
            </p14:xfrm>
          </p:contentPart>
        </mc:Choice>
        <mc:Fallback>
          <p:pic>
            <p:nvPicPr>
              <p:cNvPr id="7" name="Ink 6">
                <a:extLst>
                  <a:ext uri="{FF2B5EF4-FFF2-40B4-BE49-F238E27FC236}">
                    <a16:creationId xmlns:a16="http://schemas.microsoft.com/office/drawing/2014/main" id="{89ABA27F-E4EB-7A0D-BA48-97B83837F764}"/>
                  </a:ext>
                </a:extLst>
              </p:cNvPr>
              <p:cNvPicPr/>
              <p:nvPr/>
            </p:nvPicPr>
            <p:blipFill>
              <a:blip r:embed="rId7"/>
              <a:stretch>
                <a:fillRect/>
              </a:stretch>
            </p:blipFill>
            <p:spPr>
              <a:xfrm>
                <a:off x="7793174" y="3831360"/>
                <a:ext cx="28038"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701F3868-83D3-D2B2-6D78-69EA23C65BFD}"/>
                  </a:ext>
                </a:extLst>
              </p14:cNvPr>
              <p14:cNvContentPartPr/>
              <p14:nvPr/>
            </p14:nvContentPartPr>
            <p14:xfrm>
              <a:off x="9737880" y="2986440"/>
              <a:ext cx="360" cy="360"/>
            </p14:xfrm>
          </p:contentPart>
        </mc:Choice>
        <mc:Fallback>
          <p:pic>
            <p:nvPicPr>
              <p:cNvPr id="12" name="Ink 11">
                <a:extLst>
                  <a:ext uri="{FF2B5EF4-FFF2-40B4-BE49-F238E27FC236}">
                    <a16:creationId xmlns:a16="http://schemas.microsoft.com/office/drawing/2014/main" id="{701F3868-83D3-D2B2-6D78-69EA23C65BFD}"/>
                  </a:ext>
                </a:extLst>
              </p:cNvPr>
              <p:cNvPicPr/>
              <p:nvPr/>
            </p:nvPicPr>
            <p:blipFill>
              <a:blip r:embed="rId9"/>
              <a:stretch>
                <a:fillRect/>
              </a:stretch>
            </p:blipFill>
            <p:spPr>
              <a:xfrm>
                <a:off x="9728880" y="297744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 name="Ink 19">
                <a:extLst>
                  <a:ext uri="{FF2B5EF4-FFF2-40B4-BE49-F238E27FC236}">
                    <a16:creationId xmlns:a16="http://schemas.microsoft.com/office/drawing/2014/main" id="{7C222045-FA2C-71EA-66EC-E8771E85C3C1}"/>
                  </a:ext>
                </a:extLst>
              </p14:cNvPr>
              <p14:cNvContentPartPr/>
              <p14:nvPr/>
            </p14:nvContentPartPr>
            <p14:xfrm>
              <a:off x="3108840" y="5196120"/>
              <a:ext cx="360" cy="15840"/>
            </p14:xfrm>
          </p:contentPart>
        </mc:Choice>
        <mc:Fallback>
          <p:pic>
            <p:nvPicPr>
              <p:cNvPr id="20" name="Ink 19">
                <a:extLst>
                  <a:ext uri="{FF2B5EF4-FFF2-40B4-BE49-F238E27FC236}">
                    <a16:creationId xmlns:a16="http://schemas.microsoft.com/office/drawing/2014/main" id="{7C222045-FA2C-71EA-66EC-E8771E85C3C1}"/>
                  </a:ext>
                </a:extLst>
              </p:cNvPr>
              <p:cNvPicPr/>
              <p:nvPr/>
            </p:nvPicPr>
            <p:blipFill>
              <a:blip r:embed="rId11"/>
              <a:stretch>
                <a:fillRect/>
              </a:stretch>
            </p:blipFill>
            <p:spPr>
              <a:xfrm>
                <a:off x="3099840" y="5187120"/>
                <a:ext cx="180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1" name="Ink 30">
                <a:extLst>
                  <a:ext uri="{FF2B5EF4-FFF2-40B4-BE49-F238E27FC236}">
                    <a16:creationId xmlns:a16="http://schemas.microsoft.com/office/drawing/2014/main" id="{6F4A9465-FA2C-535C-6E61-CFB218476335}"/>
                  </a:ext>
                </a:extLst>
              </p14:cNvPr>
              <p14:cNvContentPartPr/>
              <p14:nvPr/>
            </p14:nvContentPartPr>
            <p14:xfrm>
              <a:off x="7269000" y="4373880"/>
              <a:ext cx="360" cy="360"/>
            </p14:xfrm>
          </p:contentPart>
        </mc:Choice>
        <mc:Fallback>
          <p:pic>
            <p:nvPicPr>
              <p:cNvPr id="31" name="Ink 30">
                <a:extLst>
                  <a:ext uri="{FF2B5EF4-FFF2-40B4-BE49-F238E27FC236}">
                    <a16:creationId xmlns:a16="http://schemas.microsoft.com/office/drawing/2014/main" id="{6F4A9465-FA2C-535C-6E61-CFB218476335}"/>
                  </a:ext>
                </a:extLst>
              </p:cNvPr>
              <p:cNvPicPr/>
              <p:nvPr/>
            </p:nvPicPr>
            <p:blipFill>
              <a:blip r:embed="rId13"/>
              <a:stretch>
                <a:fillRect/>
              </a:stretch>
            </p:blipFill>
            <p:spPr>
              <a:xfrm>
                <a:off x="7260000" y="436488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2" name="Ink 31">
                <a:extLst>
                  <a:ext uri="{FF2B5EF4-FFF2-40B4-BE49-F238E27FC236}">
                    <a16:creationId xmlns:a16="http://schemas.microsoft.com/office/drawing/2014/main" id="{9BD0929A-12AF-F920-71D2-4CD31E988E55}"/>
                  </a:ext>
                </a:extLst>
              </p14:cNvPr>
              <p14:cNvContentPartPr/>
              <p14:nvPr/>
            </p14:nvContentPartPr>
            <p14:xfrm>
              <a:off x="7787400" y="3855480"/>
              <a:ext cx="360" cy="360"/>
            </p14:xfrm>
          </p:contentPart>
        </mc:Choice>
        <mc:Fallback>
          <p:pic>
            <p:nvPicPr>
              <p:cNvPr id="32" name="Ink 31">
                <a:extLst>
                  <a:ext uri="{FF2B5EF4-FFF2-40B4-BE49-F238E27FC236}">
                    <a16:creationId xmlns:a16="http://schemas.microsoft.com/office/drawing/2014/main" id="{9BD0929A-12AF-F920-71D2-4CD31E988E55}"/>
                  </a:ext>
                </a:extLst>
              </p:cNvPr>
              <p:cNvPicPr/>
              <p:nvPr/>
            </p:nvPicPr>
            <p:blipFill>
              <a:blip r:embed="rId13"/>
              <a:stretch>
                <a:fillRect/>
              </a:stretch>
            </p:blipFill>
            <p:spPr>
              <a:xfrm>
                <a:off x="7778400" y="384648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7" name="Ink 36">
                <a:extLst>
                  <a:ext uri="{FF2B5EF4-FFF2-40B4-BE49-F238E27FC236}">
                    <a16:creationId xmlns:a16="http://schemas.microsoft.com/office/drawing/2014/main" id="{799DF03C-21FB-FB6F-F184-7C611F0D6A5A}"/>
                  </a:ext>
                </a:extLst>
              </p14:cNvPr>
              <p14:cNvContentPartPr/>
              <p14:nvPr/>
            </p14:nvContentPartPr>
            <p14:xfrm>
              <a:off x="6781560" y="4556760"/>
              <a:ext cx="360" cy="360"/>
            </p14:xfrm>
          </p:contentPart>
        </mc:Choice>
        <mc:Fallback>
          <p:pic>
            <p:nvPicPr>
              <p:cNvPr id="37" name="Ink 36">
                <a:extLst>
                  <a:ext uri="{FF2B5EF4-FFF2-40B4-BE49-F238E27FC236}">
                    <a16:creationId xmlns:a16="http://schemas.microsoft.com/office/drawing/2014/main" id="{799DF03C-21FB-FB6F-F184-7C611F0D6A5A}"/>
                  </a:ext>
                </a:extLst>
              </p:cNvPr>
              <p:cNvPicPr/>
              <p:nvPr/>
            </p:nvPicPr>
            <p:blipFill>
              <a:blip r:embed="rId13"/>
              <a:stretch>
                <a:fillRect/>
              </a:stretch>
            </p:blipFill>
            <p:spPr>
              <a:xfrm>
                <a:off x="6772560" y="454776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8" name="Ink 37">
                <a:extLst>
                  <a:ext uri="{FF2B5EF4-FFF2-40B4-BE49-F238E27FC236}">
                    <a16:creationId xmlns:a16="http://schemas.microsoft.com/office/drawing/2014/main" id="{2C67B132-E35C-60BF-9524-C100D4BA971B}"/>
                  </a:ext>
                </a:extLst>
              </p14:cNvPr>
              <p14:cNvContentPartPr/>
              <p14:nvPr/>
            </p14:nvContentPartPr>
            <p14:xfrm>
              <a:off x="7223640" y="4312680"/>
              <a:ext cx="360" cy="360"/>
            </p14:xfrm>
          </p:contentPart>
        </mc:Choice>
        <mc:Fallback>
          <p:pic>
            <p:nvPicPr>
              <p:cNvPr id="38" name="Ink 37">
                <a:extLst>
                  <a:ext uri="{FF2B5EF4-FFF2-40B4-BE49-F238E27FC236}">
                    <a16:creationId xmlns:a16="http://schemas.microsoft.com/office/drawing/2014/main" id="{2C67B132-E35C-60BF-9524-C100D4BA971B}"/>
                  </a:ext>
                </a:extLst>
              </p:cNvPr>
              <p:cNvPicPr/>
              <p:nvPr/>
            </p:nvPicPr>
            <p:blipFill>
              <a:blip r:embed="rId13"/>
              <a:stretch>
                <a:fillRect/>
              </a:stretch>
            </p:blipFill>
            <p:spPr>
              <a:xfrm>
                <a:off x="7214640" y="430368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9" name="Ink 38">
                <a:extLst>
                  <a:ext uri="{FF2B5EF4-FFF2-40B4-BE49-F238E27FC236}">
                    <a16:creationId xmlns:a16="http://schemas.microsoft.com/office/drawing/2014/main" id="{7769B667-996E-AC1F-C396-A5534281F9A0}"/>
                  </a:ext>
                </a:extLst>
              </p14:cNvPr>
              <p14:cNvContentPartPr/>
              <p14:nvPr/>
            </p14:nvContentPartPr>
            <p14:xfrm>
              <a:off x="7680840" y="4053480"/>
              <a:ext cx="360" cy="360"/>
            </p14:xfrm>
          </p:contentPart>
        </mc:Choice>
        <mc:Fallback>
          <p:pic>
            <p:nvPicPr>
              <p:cNvPr id="39" name="Ink 38">
                <a:extLst>
                  <a:ext uri="{FF2B5EF4-FFF2-40B4-BE49-F238E27FC236}">
                    <a16:creationId xmlns:a16="http://schemas.microsoft.com/office/drawing/2014/main" id="{7769B667-996E-AC1F-C396-A5534281F9A0}"/>
                  </a:ext>
                </a:extLst>
              </p:cNvPr>
              <p:cNvPicPr/>
              <p:nvPr/>
            </p:nvPicPr>
            <p:blipFill>
              <a:blip r:embed="rId13"/>
              <a:stretch>
                <a:fillRect/>
              </a:stretch>
            </p:blipFill>
            <p:spPr>
              <a:xfrm>
                <a:off x="7671840" y="404448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0" name="Ink 39">
                <a:extLst>
                  <a:ext uri="{FF2B5EF4-FFF2-40B4-BE49-F238E27FC236}">
                    <a16:creationId xmlns:a16="http://schemas.microsoft.com/office/drawing/2014/main" id="{DFF4AC48-7DA4-850D-2FAD-E5F56BA83EB7}"/>
                  </a:ext>
                </a:extLst>
              </p14:cNvPr>
              <p14:cNvContentPartPr/>
              <p14:nvPr/>
            </p14:nvContentPartPr>
            <p14:xfrm>
              <a:off x="8091960" y="3840360"/>
              <a:ext cx="360" cy="360"/>
            </p14:xfrm>
          </p:contentPart>
        </mc:Choice>
        <mc:Fallback>
          <p:pic>
            <p:nvPicPr>
              <p:cNvPr id="40" name="Ink 39">
                <a:extLst>
                  <a:ext uri="{FF2B5EF4-FFF2-40B4-BE49-F238E27FC236}">
                    <a16:creationId xmlns:a16="http://schemas.microsoft.com/office/drawing/2014/main" id="{DFF4AC48-7DA4-850D-2FAD-E5F56BA83EB7}"/>
                  </a:ext>
                </a:extLst>
              </p:cNvPr>
              <p:cNvPicPr/>
              <p:nvPr/>
            </p:nvPicPr>
            <p:blipFill>
              <a:blip r:embed="rId13"/>
              <a:stretch>
                <a:fillRect/>
              </a:stretch>
            </p:blipFill>
            <p:spPr>
              <a:xfrm>
                <a:off x="8082960" y="3831360"/>
                <a:ext cx="18000" cy="18000"/>
              </a:xfrm>
              <a:prstGeom prst="rect">
                <a:avLst/>
              </a:prstGeom>
            </p:spPr>
          </p:pic>
        </mc:Fallback>
      </mc:AlternateContent>
      <p:sp>
        <p:nvSpPr>
          <p:cNvPr id="41" name="TextBox 40">
            <a:extLst>
              <a:ext uri="{FF2B5EF4-FFF2-40B4-BE49-F238E27FC236}">
                <a16:creationId xmlns:a16="http://schemas.microsoft.com/office/drawing/2014/main" id="{E115F422-D865-6894-3CD0-7F6789A5D8DE}"/>
              </a:ext>
            </a:extLst>
          </p:cNvPr>
          <p:cNvSpPr txBox="1"/>
          <p:nvPr/>
        </p:nvSpPr>
        <p:spPr>
          <a:xfrm>
            <a:off x="10071660" y="2080744"/>
            <a:ext cx="993600" cy="369332"/>
          </a:xfrm>
          <a:prstGeom prst="rect">
            <a:avLst/>
          </a:prstGeom>
          <a:noFill/>
        </p:spPr>
        <p:txBody>
          <a:bodyPr wrap="square" rtlCol="0">
            <a:spAutoFit/>
          </a:bodyPr>
          <a:lstStyle/>
          <a:p>
            <a:r>
              <a:rPr lang="en-US"/>
              <a:t>62.97</a:t>
            </a:r>
          </a:p>
        </p:txBody>
      </p:sp>
      <p:sp>
        <p:nvSpPr>
          <p:cNvPr id="42" name="TextBox 41">
            <a:extLst>
              <a:ext uri="{FF2B5EF4-FFF2-40B4-BE49-F238E27FC236}">
                <a16:creationId xmlns:a16="http://schemas.microsoft.com/office/drawing/2014/main" id="{9A80A855-1F3E-C60E-8EFA-A019797FD5CF}"/>
              </a:ext>
            </a:extLst>
          </p:cNvPr>
          <p:cNvSpPr txBox="1"/>
          <p:nvPr/>
        </p:nvSpPr>
        <p:spPr>
          <a:xfrm>
            <a:off x="10778680" y="2402809"/>
            <a:ext cx="993600" cy="369332"/>
          </a:xfrm>
          <a:prstGeom prst="rect">
            <a:avLst/>
          </a:prstGeom>
          <a:noFill/>
        </p:spPr>
        <p:txBody>
          <a:bodyPr wrap="square" rtlCol="0">
            <a:spAutoFit/>
          </a:bodyPr>
          <a:lstStyle/>
          <a:p>
            <a:r>
              <a:rPr lang="en-US"/>
              <a:t>64.72</a:t>
            </a:r>
          </a:p>
        </p:txBody>
      </p:sp>
    </p:spTree>
    <p:extLst>
      <p:ext uri="{BB962C8B-B14F-4D97-AF65-F5344CB8AC3E}">
        <p14:creationId xmlns:p14="http://schemas.microsoft.com/office/powerpoint/2010/main" val="595993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128601" cy="646331"/>
          </a:xfrm>
          <a:prstGeom prst="rect">
            <a:avLst/>
          </a:prstGeom>
        </p:spPr>
        <p:txBody>
          <a:bodyPr wrap="none">
            <a:spAutoFit/>
          </a:bodyPr>
          <a:lstStyle/>
          <a:p>
            <a:r>
              <a:rPr lang="en-US" sz="3600">
                <a:solidFill>
                  <a:srgbClr val="7030A0"/>
                </a:solidFill>
                <a:latin typeface="Arial Rounded MT Bold" panose="020F0704030504030204" pitchFamily="34" charset="0"/>
              </a:rPr>
              <a:t>TECHNIQUES FOR TREND</a:t>
            </a:r>
          </a:p>
        </p:txBody>
      </p:sp>
      <p:pic>
        <p:nvPicPr>
          <p:cNvPr id="6" name="Picture 5">
            <a:extLst>
              <a:ext uri="{FF2B5EF4-FFF2-40B4-BE49-F238E27FC236}">
                <a16:creationId xmlns:a16="http://schemas.microsoft.com/office/drawing/2014/main" id="{B2DD8AAF-BF38-713F-B116-5462E7EF0D73}"/>
              </a:ext>
            </a:extLst>
          </p:cNvPr>
          <p:cNvPicPr>
            <a:picLocks noChangeAspect="1"/>
          </p:cNvPicPr>
          <p:nvPr/>
        </p:nvPicPr>
        <p:blipFill>
          <a:blip r:embed="rId2"/>
          <a:stretch>
            <a:fillRect/>
          </a:stretch>
        </p:blipFill>
        <p:spPr>
          <a:xfrm>
            <a:off x="546140" y="1059272"/>
            <a:ext cx="2717800" cy="4064000"/>
          </a:xfrm>
          <a:prstGeom prst="rect">
            <a:avLst/>
          </a:prstGeom>
        </p:spPr>
      </p:pic>
      <p:pic>
        <p:nvPicPr>
          <p:cNvPr id="3" name="Picture 2" descr="Table&#10;&#10;Description automatically generated">
            <a:extLst>
              <a:ext uri="{FF2B5EF4-FFF2-40B4-BE49-F238E27FC236}">
                <a16:creationId xmlns:a16="http://schemas.microsoft.com/office/drawing/2014/main" id="{6B60043C-3848-B562-D4D8-85C0E049AC8F}"/>
              </a:ext>
            </a:extLst>
          </p:cNvPr>
          <p:cNvPicPr>
            <a:picLocks noChangeAspect="1"/>
          </p:cNvPicPr>
          <p:nvPr/>
        </p:nvPicPr>
        <p:blipFill>
          <a:blip r:embed="rId3"/>
          <a:stretch>
            <a:fillRect/>
          </a:stretch>
        </p:blipFill>
        <p:spPr>
          <a:xfrm>
            <a:off x="3213060" y="1644459"/>
            <a:ext cx="8432800" cy="4800600"/>
          </a:xfrm>
          <a:prstGeom prst="rect">
            <a:avLst/>
          </a:prstGeom>
        </p:spPr>
      </p:pic>
    </p:spTree>
    <p:extLst>
      <p:ext uri="{BB962C8B-B14F-4D97-AF65-F5344CB8AC3E}">
        <p14:creationId xmlns:p14="http://schemas.microsoft.com/office/powerpoint/2010/main" val="2432483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6128601" cy="646331"/>
          </a:xfrm>
          <a:prstGeom prst="rect">
            <a:avLst/>
          </a:prstGeom>
        </p:spPr>
        <p:txBody>
          <a:bodyPr wrap="none">
            <a:spAutoFit/>
          </a:bodyPr>
          <a:lstStyle/>
          <a:p>
            <a:r>
              <a:rPr lang="en-US" sz="3600">
                <a:solidFill>
                  <a:srgbClr val="7030A0"/>
                </a:solidFill>
                <a:latin typeface="Arial Rounded MT Bold" panose="020F0704030504030204" pitchFamily="34" charset="0"/>
              </a:rPr>
              <a:t>TECHNIQUES FOR TREND</a:t>
            </a:r>
          </a:p>
        </p:txBody>
      </p:sp>
      <p:pic>
        <p:nvPicPr>
          <p:cNvPr id="3" name="Picture 2" descr="A picture containing text&#10;&#10;Description automatically generated">
            <a:extLst>
              <a:ext uri="{FF2B5EF4-FFF2-40B4-BE49-F238E27FC236}">
                <a16:creationId xmlns:a16="http://schemas.microsoft.com/office/drawing/2014/main" id="{6D5A124E-EDAD-159F-BB7F-8511742E49A5}"/>
              </a:ext>
            </a:extLst>
          </p:cNvPr>
          <p:cNvPicPr>
            <a:picLocks noChangeAspect="1"/>
          </p:cNvPicPr>
          <p:nvPr/>
        </p:nvPicPr>
        <p:blipFill>
          <a:blip r:embed="rId2"/>
          <a:stretch>
            <a:fillRect/>
          </a:stretch>
        </p:blipFill>
        <p:spPr>
          <a:xfrm>
            <a:off x="565150" y="1257300"/>
            <a:ext cx="11061700" cy="4343400"/>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D472DE3B-F694-994F-F18E-39E03A2EC2E5}"/>
                  </a:ext>
                </a:extLst>
              </p14:cNvPr>
              <p14:cNvContentPartPr/>
              <p14:nvPr/>
            </p14:nvContentPartPr>
            <p14:xfrm>
              <a:off x="8640600" y="1386600"/>
              <a:ext cx="360" cy="360"/>
            </p14:xfrm>
          </p:contentPart>
        </mc:Choice>
        <mc:Fallback>
          <p:pic>
            <p:nvPicPr>
              <p:cNvPr id="7" name="Ink 6">
                <a:extLst>
                  <a:ext uri="{FF2B5EF4-FFF2-40B4-BE49-F238E27FC236}">
                    <a16:creationId xmlns:a16="http://schemas.microsoft.com/office/drawing/2014/main" id="{D472DE3B-F694-994F-F18E-39E03A2EC2E5}"/>
                  </a:ext>
                </a:extLst>
              </p:cNvPr>
              <p:cNvPicPr/>
              <p:nvPr/>
            </p:nvPicPr>
            <p:blipFill>
              <a:blip r:embed="rId4"/>
              <a:stretch>
                <a:fillRect/>
              </a:stretch>
            </p:blipFill>
            <p:spPr>
              <a:xfrm>
                <a:off x="8631600" y="1377600"/>
                <a:ext cx="18000" cy="18000"/>
              </a:xfrm>
              <a:prstGeom prst="rect">
                <a:avLst/>
              </a:prstGeom>
            </p:spPr>
          </p:pic>
        </mc:Fallback>
      </mc:AlternateContent>
      <p:sp>
        <p:nvSpPr>
          <p:cNvPr id="12" name="TextBox 11">
            <a:extLst>
              <a:ext uri="{FF2B5EF4-FFF2-40B4-BE49-F238E27FC236}">
                <a16:creationId xmlns:a16="http://schemas.microsoft.com/office/drawing/2014/main" id="{F6F0941A-3E2B-950A-8B57-D4FFF3EB371C}"/>
              </a:ext>
            </a:extLst>
          </p:cNvPr>
          <p:cNvSpPr txBox="1"/>
          <p:nvPr/>
        </p:nvSpPr>
        <p:spPr>
          <a:xfrm>
            <a:off x="7863840" y="2409000"/>
            <a:ext cx="3763010" cy="523220"/>
          </a:xfrm>
          <a:prstGeom prst="rect">
            <a:avLst/>
          </a:prstGeom>
          <a:noFill/>
        </p:spPr>
        <p:txBody>
          <a:bodyPr wrap="square" rtlCol="0">
            <a:spAutoFit/>
          </a:bodyPr>
          <a:lstStyle/>
          <a:p>
            <a:r>
              <a:rPr lang="en-US" sz="2800" b="1">
                <a:solidFill>
                  <a:srgbClr val="FF0000"/>
                </a:solidFill>
              </a:rPr>
              <a:t>Regression analysis</a:t>
            </a:r>
          </a:p>
        </p:txBody>
      </p:sp>
    </p:spTree>
    <p:extLst>
      <p:ext uri="{BB962C8B-B14F-4D97-AF65-F5344CB8AC3E}">
        <p14:creationId xmlns:p14="http://schemas.microsoft.com/office/powerpoint/2010/main" val="1932656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414697" y="362741"/>
            <a:ext cx="2827762" cy="646331"/>
          </a:xfrm>
          <a:prstGeom prst="rect">
            <a:avLst/>
          </a:prstGeom>
        </p:spPr>
        <p:txBody>
          <a:bodyPr wrap="none">
            <a:spAutoFit/>
          </a:bodyPr>
          <a:lstStyle/>
          <a:p>
            <a:r>
              <a:rPr lang="en-US" sz="3600">
                <a:solidFill>
                  <a:srgbClr val="7030A0"/>
                </a:solidFill>
                <a:latin typeface="Arial Rounded MT Bold" panose="020F0704030504030204" pitchFamily="34" charset="0"/>
              </a:rPr>
              <a:t>Practice # 1</a:t>
            </a:r>
          </a:p>
        </p:txBody>
      </p:sp>
      <p:graphicFrame>
        <p:nvGraphicFramePr>
          <p:cNvPr id="2" name="Table 1">
            <a:extLst>
              <a:ext uri="{FF2B5EF4-FFF2-40B4-BE49-F238E27FC236}">
                <a16:creationId xmlns:a16="http://schemas.microsoft.com/office/drawing/2014/main" id="{9CBE5CA1-435B-5553-98A4-C9B315A462BE}"/>
              </a:ext>
            </a:extLst>
          </p:cNvPr>
          <p:cNvGraphicFramePr>
            <a:graphicFrameLocks noGrp="1"/>
          </p:cNvGraphicFramePr>
          <p:nvPr>
            <p:extLst>
              <p:ext uri="{D42A27DB-BD31-4B8C-83A1-F6EECF244321}">
                <p14:modId xmlns:p14="http://schemas.microsoft.com/office/powerpoint/2010/main" val="3784231076"/>
              </p:ext>
            </p:extLst>
          </p:nvPr>
        </p:nvGraphicFramePr>
        <p:xfrm>
          <a:off x="3446843" y="498190"/>
          <a:ext cx="5249545" cy="2726122"/>
        </p:xfrm>
        <a:graphic>
          <a:graphicData uri="http://schemas.openxmlformats.org/drawingml/2006/table">
            <a:tbl>
              <a:tblPr firstRow="1" firstCol="1" bandRow="1">
                <a:tableStyleId>{5C22544A-7EE6-4342-B048-85BDC9FD1C3A}</a:tableStyleId>
              </a:tblPr>
              <a:tblGrid>
                <a:gridCol w="1513348">
                  <a:extLst>
                    <a:ext uri="{9D8B030D-6E8A-4147-A177-3AD203B41FA5}">
                      <a16:colId xmlns:a16="http://schemas.microsoft.com/office/drawing/2014/main" val="126557775"/>
                    </a:ext>
                  </a:extLst>
                </a:gridCol>
                <a:gridCol w="3736197">
                  <a:extLst>
                    <a:ext uri="{9D8B030D-6E8A-4147-A177-3AD203B41FA5}">
                      <a16:colId xmlns:a16="http://schemas.microsoft.com/office/drawing/2014/main" val="2617044795"/>
                    </a:ext>
                  </a:extLst>
                </a:gridCol>
              </a:tblGrid>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Week</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Passengers Travelled</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4215248513"/>
                  </a:ext>
                </a:extLst>
              </a:tr>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1000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1374584119"/>
                  </a:ext>
                </a:extLst>
              </a:tr>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2</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1200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490300170"/>
                  </a:ext>
                </a:extLst>
              </a:tr>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3</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1500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98953552"/>
                  </a:ext>
                </a:extLst>
              </a:tr>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4</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2000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324712146"/>
                  </a:ext>
                </a:extLst>
              </a:tr>
              <a:tr h="19050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5</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1700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57010568"/>
                  </a:ext>
                </a:extLst>
              </a:tr>
              <a:tr h="0">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6</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lnSpc>
                          <a:spcPct val="115000"/>
                        </a:lnSpc>
                        <a:spcAft>
                          <a:spcPts val="1000"/>
                        </a:spcAft>
                      </a:pPr>
                      <a:r>
                        <a:rPr lang="en-US" sz="2400">
                          <a:latin typeface="Arial Unicode MS" panose="020B0604020202020204" pitchFamily="34" charset="-128"/>
                          <a:ea typeface="Arial Unicode MS" panose="020B0604020202020204" pitchFamily="34" charset="-128"/>
                          <a:cs typeface="Arial Unicode MS" panose="020B0604020202020204" pitchFamily="34" charset="-128"/>
                        </a:rPr>
                        <a:t>1800</a:t>
                      </a:r>
                      <a:endParaRPr lang="en-BD" sz="24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extLst>
                  <a:ext uri="{0D108BD9-81ED-4DB2-BD59-A6C34878D82A}">
                    <a16:rowId xmlns:a16="http://schemas.microsoft.com/office/drawing/2014/main" val="405724504"/>
                  </a:ext>
                </a:extLst>
              </a:tr>
            </a:tbl>
          </a:graphicData>
        </a:graphic>
      </p:graphicFrame>
      <p:graphicFrame>
        <p:nvGraphicFramePr>
          <p:cNvPr id="5" name="Table 5">
            <a:extLst>
              <a:ext uri="{FF2B5EF4-FFF2-40B4-BE49-F238E27FC236}">
                <a16:creationId xmlns:a16="http://schemas.microsoft.com/office/drawing/2014/main" id="{A1068A9C-DA44-55CB-BEAA-869C3D14A3A2}"/>
              </a:ext>
            </a:extLst>
          </p:cNvPr>
          <p:cNvGraphicFramePr>
            <a:graphicFrameLocks noGrp="1"/>
          </p:cNvGraphicFramePr>
          <p:nvPr>
            <p:extLst>
              <p:ext uri="{D42A27DB-BD31-4B8C-83A1-F6EECF244321}">
                <p14:modId xmlns:p14="http://schemas.microsoft.com/office/powerpoint/2010/main" val="2391515404"/>
              </p:ext>
            </p:extLst>
          </p:nvPr>
        </p:nvGraphicFramePr>
        <p:xfrm>
          <a:off x="2032000" y="3325339"/>
          <a:ext cx="8128000" cy="3169920"/>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556394760"/>
                    </a:ext>
                  </a:extLst>
                </a:gridCol>
                <a:gridCol w="2032000">
                  <a:extLst>
                    <a:ext uri="{9D8B030D-6E8A-4147-A177-3AD203B41FA5}">
                      <a16:colId xmlns:a16="http://schemas.microsoft.com/office/drawing/2014/main" val="3541842089"/>
                    </a:ext>
                  </a:extLst>
                </a:gridCol>
                <a:gridCol w="2032000">
                  <a:extLst>
                    <a:ext uri="{9D8B030D-6E8A-4147-A177-3AD203B41FA5}">
                      <a16:colId xmlns:a16="http://schemas.microsoft.com/office/drawing/2014/main" val="2027123812"/>
                    </a:ext>
                  </a:extLst>
                </a:gridCol>
                <a:gridCol w="2032000">
                  <a:extLst>
                    <a:ext uri="{9D8B030D-6E8A-4147-A177-3AD203B41FA5}">
                      <a16:colId xmlns:a16="http://schemas.microsoft.com/office/drawing/2014/main" val="833620203"/>
                    </a:ext>
                  </a:extLst>
                </a:gridCol>
              </a:tblGrid>
              <a:tr h="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Week (t)</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t</a:t>
                      </a:r>
                      <a:r>
                        <a:rPr lang="en-BD" sz="2000" baseline="30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Passengers (y)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sz="2000" baseline="0">
                          <a:latin typeface="Arial Unicode MS" panose="020B0604020202020204" pitchFamily="34" charset="-128"/>
                          <a:ea typeface="Arial Unicode MS" panose="020B0604020202020204" pitchFamily="34" charset="-128"/>
                          <a:cs typeface="Arial Unicode MS" panose="020B0604020202020204" pitchFamily="34" charset="-128"/>
                        </a:rPr>
                        <a:t>ty</a:t>
                      </a:r>
                    </a:p>
                  </a:txBody>
                  <a:tcPr/>
                </a:tc>
                <a:extLst>
                  <a:ext uri="{0D108BD9-81ED-4DB2-BD59-A6C34878D82A}">
                    <a16:rowId xmlns:a16="http://schemas.microsoft.com/office/drawing/2014/main" val="399253797"/>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1000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1000</a:t>
                      </a:r>
                    </a:p>
                  </a:txBody>
                  <a:tcPr/>
                </a:tc>
                <a:extLst>
                  <a:ext uri="{0D108BD9-81ED-4DB2-BD59-A6C34878D82A}">
                    <a16:rowId xmlns:a16="http://schemas.microsoft.com/office/drawing/2014/main" val="2394493793"/>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1200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2400</a:t>
                      </a:r>
                    </a:p>
                  </a:txBody>
                  <a:tcPr/>
                </a:tc>
                <a:extLst>
                  <a:ext uri="{0D108BD9-81ED-4DB2-BD59-A6C34878D82A}">
                    <a16:rowId xmlns:a16="http://schemas.microsoft.com/office/drawing/2014/main" val="147756758"/>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3</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1500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4500</a:t>
                      </a:r>
                    </a:p>
                  </a:txBody>
                  <a:tcPr/>
                </a:tc>
                <a:extLst>
                  <a:ext uri="{0D108BD9-81ED-4DB2-BD59-A6C34878D82A}">
                    <a16:rowId xmlns:a16="http://schemas.microsoft.com/office/drawing/2014/main" val="2874001840"/>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16</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2000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8000</a:t>
                      </a:r>
                    </a:p>
                  </a:txBody>
                  <a:tcPr/>
                </a:tc>
                <a:extLst>
                  <a:ext uri="{0D108BD9-81ED-4DB2-BD59-A6C34878D82A}">
                    <a16:rowId xmlns:a16="http://schemas.microsoft.com/office/drawing/2014/main" val="2393305539"/>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5</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25</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1700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8500</a:t>
                      </a:r>
                    </a:p>
                  </a:txBody>
                  <a:tcPr/>
                </a:tc>
                <a:extLst>
                  <a:ext uri="{0D108BD9-81ED-4DB2-BD59-A6C34878D82A}">
                    <a16:rowId xmlns:a16="http://schemas.microsoft.com/office/drawing/2014/main" val="3529592143"/>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6</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36</a:t>
                      </a:r>
                    </a:p>
                  </a:txBody>
                  <a:tcPr/>
                </a:tc>
                <a:tc>
                  <a:txBody>
                    <a:bodyPr/>
                    <a:lstStyle/>
                    <a:p>
                      <a:pPr algn="ctr">
                        <a:lnSpc>
                          <a:spcPct val="115000"/>
                        </a:lnSpc>
                        <a:spcAft>
                          <a:spcPts val="1000"/>
                        </a:spcAft>
                      </a:pP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1800</a:t>
                      </a:r>
                      <a:endParaRPr lang="en-BD" sz="20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10800</a:t>
                      </a:r>
                    </a:p>
                  </a:txBody>
                  <a:tcPr/>
                </a:tc>
                <a:extLst>
                  <a:ext uri="{0D108BD9-81ED-4DB2-BD59-A6C34878D82A}">
                    <a16:rowId xmlns:a16="http://schemas.microsoft.com/office/drawing/2014/main" val="4256941137"/>
                  </a:ext>
                </a:extLst>
              </a:tr>
              <a:tr h="370840">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21</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91</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9200</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35200</a:t>
                      </a:r>
                    </a:p>
                  </a:txBody>
                  <a:tcPr/>
                </a:tc>
                <a:extLst>
                  <a:ext uri="{0D108BD9-81ED-4DB2-BD59-A6C34878D82A}">
                    <a16:rowId xmlns:a16="http://schemas.microsoft.com/office/drawing/2014/main" val="3912359842"/>
                  </a:ext>
                </a:extLst>
              </a:tr>
            </a:tbl>
          </a:graphicData>
        </a:graphic>
      </p:graphicFrame>
    </p:spTree>
    <p:extLst>
      <p:ext uri="{BB962C8B-B14F-4D97-AF65-F5344CB8AC3E}">
        <p14:creationId xmlns:p14="http://schemas.microsoft.com/office/powerpoint/2010/main" val="27847881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60428" y="412941"/>
            <a:ext cx="2827762" cy="646331"/>
          </a:xfrm>
          <a:prstGeom prst="rect">
            <a:avLst/>
          </a:prstGeom>
        </p:spPr>
        <p:txBody>
          <a:bodyPr wrap="none">
            <a:spAutoFit/>
          </a:bodyPr>
          <a:lstStyle/>
          <a:p>
            <a:r>
              <a:rPr lang="en-US" sz="3600">
                <a:solidFill>
                  <a:srgbClr val="7030A0"/>
                </a:solidFill>
                <a:latin typeface="Arial Rounded MT Bold" panose="020F0704030504030204" pitchFamily="34" charset="0"/>
              </a:rPr>
              <a:t>Practice # 1</a:t>
            </a:r>
          </a:p>
        </p:txBody>
      </p:sp>
      <p:sp>
        <p:nvSpPr>
          <p:cNvPr id="7" name="Rectangle 6">
            <a:extLst>
              <a:ext uri="{FF2B5EF4-FFF2-40B4-BE49-F238E27FC236}">
                <a16:creationId xmlns:a16="http://schemas.microsoft.com/office/drawing/2014/main" id="{4AC30E11-D172-CB71-558C-9B6ED7E61182}"/>
              </a:ext>
            </a:extLst>
          </p:cNvPr>
          <p:cNvSpPr/>
          <p:nvPr/>
        </p:nvSpPr>
        <p:spPr>
          <a:xfrm>
            <a:off x="259081" y="3513900"/>
            <a:ext cx="11378862" cy="2923877"/>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b 	= 6(35200)- 21(9200)/ 6(91) – (21)</a:t>
            </a:r>
            <a:r>
              <a:rPr lang="en-GB" sz="2400" baseline="30000">
                <a:latin typeface="Arial Unicode MS" panose="020B0604020202020204" pitchFamily="34" charset="-128"/>
                <a:ea typeface="Arial Unicode MS" panose="020B0604020202020204" pitchFamily="34" charset="-128"/>
                <a:cs typeface="Arial Unicode MS" panose="020B0604020202020204" pitchFamily="34" charset="-128"/>
              </a:rPr>
              <a:t>2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a 	= 9200 – 171.43 (21)/ 6</a:t>
            </a:r>
            <a:endParaRPr lang="en-GB" sz="2400" baseline="300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baseline="300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211200 – 193200 / 546 – 441			= 9200 – 3600.03 / 6</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18000/ 105						= 5599.97/ 6</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171.43						= 933.33</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Thus, the trend equation is 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t</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n-GB" sz="2400" i="1">
                <a:latin typeface="Arial Unicode MS" panose="020B0604020202020204" pitchFamily="34" charset="-128"/>
                <a:ea typeface="Arial Unicode MS" panose="020B0604020202020204" pitchFamily="34" charset="-128"/>
                <a:cs typeface="Arial Unicode MS" panose="020B0604020202020204" pitchFamily="34" charset="-128"/>
              </a:rPr>
              <a:t>a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i="1">
                <a:latin typeface="Arial Unicode MS" panose="020B0604020202020204" pitchFamily="34" charset="-128"/>
                <a:ea typeface="Arial Unicode MS" panose="020B0604020202020204" pitchFamily="34" charset="-128"/>
                <a:cs typeface="Arial Unicode MS" panose="020B0604020202020204" pitchFamily="34" charset="-128"/>
              </a:rPr>
              <a:t>b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t = 933.33 + 171.43t</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7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933.33+ 171.43(7) = 933.33 + 1200.01 = 2133.34</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8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933.33+ 171.43(8) = 933.33 + 1371.44 = 2304.77</a:t>
            </a:r>
          </a:p>
        </p:txBody>
      </p:sp>
      <p:graphicFrame>
        <p:nvGraphicFramePr>
          <p:cNvPr id="11" name="Table 5">
            <a:extLst>
              <a:ext uri="{FF2B5EF4-FFF2-40B4-BE49-F238E27FC236}">
                <a16:creationId xmlns:a16="http://schemas.microsoft.com/office/drawing/2014/main" id="{C8908171-AD1D-780E-4DE9-E0141E12DC34}"/>
              </a:ext>
            </a:extLst>
          </p:cNvPr>
          <p:cNvGraphicFramePr>
            <a:graphicFrameLocks noGrp="1"/>
          </p:cNvGraphicFramePr>
          <p:nvPr>
            <p:extLst>
              <p:ext uri="{D42A27DB-BD31-4B8C-83A1-F6EECF244321}">
                <p14:modId xmlns:p14="http://schemas.microsoft.com/office/powerpoint/2010/main" val="852229815"/>
              </p:ext>
            </p:extLst>
          </p:nvPr>
        </p:nvGraphicFramePr>
        <p:xfrm>
          <a:off x="3677286" y="341503"/>
          <a:ext cx="8128000" cy="2870200"/>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556394760"/>
                    </a:ext>
                  </a:extLst>
                </a:gridCol>
                <a:gridCol w="2032000">
                  <a:extLst>
                    <a:ext uri="{9D8B030D-6E8A-4147-A177-3AD203B41FA5}">
                      <a16:colId xmlns:a16="http://schemas.microsoft.com/office/drawing/2014/main" val="3541842089"/>
                    </a:ext>
                  </a:extLst>
                </a:gridCol>
                <a:gridCol w="2032000">
                  <a:extLst>
                    <a:ext uri="{9D8B030D-6E8A-4147-A177-3AD203B41FA5}">
                      <a16:colId xmlns:a16="http://schemas.microsoft.com/office/drawing/2014/main" val="2027123812"/>
                    </a:ext>
                  </a:extLst>
                </a:gridCol>
                <a:gridCol w="2032000">
                  <a:extLst>
                    <a:ext uri="{9D8B030D-6E8A-4147-A177-3AD203B41FA5}">
                      <a16:colId xmlns:a16="http://schemas.microsoft.com/office/drawing/2014/main" val="833620203"/>
                    </a:ext>
                  </a:extLst>
                </a:gridCol>
              </a:tblGrid>
              <a:tr h="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Week (t)</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t</a:t>
                      </a:r>
                      <a:r>
                        <a:rPr lang="en-BD" sz="1200" baseline="30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Passengers (y)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sz="1200" baseline="0">
                          <a:latin typeface="Arial Unicode MS" panose="020B0604020202020204" pitchFamily="34" charset="-128"/>
                          <a:ea typeface="Arial Unicode MS" panose="020B0604020202020204" pitchFamily="34" charset="-128"/>
                          <a:cs typeface="Arial Unicode MS" panose="020B0604020202020204" pitchFamily="34" charset="-128"/>
                        </a:rPr>
                        <a:t>ty</a:t>
                      </a:r>
                    </a:p>
                  </a:txBody>
                  <a:tcPr/>
                </a:tc>
                <a:extLst>
                  <a:ext uri="{0D108BD9-81ED-4DB2-BD59-A6C34878D82A}">
                    <a16:rowId xmlns:a16="http://schemas.microsoft.com/office/drawing/2014/main" val="399253797"/>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1000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1000</a:t>
                      </a:r>
                    </a:p>
                  </a:txBody>
                  <a:tcPr/>
                </a:tc>
                <a:extLst>
                  <a:ext uri="{0D108BD9-81ED-4DB2-BD59-A6C34878D82A}">
                    <a16:rowId xmlns:a16="http://schemas.microsoft.com/office/drawing/2014/main" val="2394493793"/>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1200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2400</a:t>
                      </a:r>
                    </a:p>
                  </a:txBody>
                  <a:tcPr/>
                </a:tc>
                <a:extLst>
                  <a:ext uri="{0D108BD9-81ED-4DB2-BD59-A6C34878D82A}">
                    <a16:rowId xmlns:a16="http://schemas.microsoft.com/office/drawing/2014/main" val="147756758"/>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3</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1500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4500</a:t>
                      </a:r>
                    </a:p>
                  </a:txBody>
                  <a:tcPr/>
                </a:tc>
                <a:extLst>
                  <a:ext uri="{0D108BD9-81ED-4DB2-BD59-A6C34878D82A}">
                    <a16:rowId xmlns:a16="http://schemas.microsoft.com/office/drawing/2014/main" val="2874001840"/>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16</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2000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8000</a:t>
                      </a:r>
                    </a:p>
                  </a:txBody>
                  <a:tcPr/>
                </a:tc>
                <a:extLst>
                  <a:ext uri="{0D108BD9-81ED-4DB2-BD59-A6C34878D82A}">
                    <a16:rowId xmlns:a16="http://schemas.microsoft.com/office/drawing/2014/main" val="2393305539"/>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5</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25</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1700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8500</a:t>
                      </a:r>
                    </a:p>
                  </a:txBody>
                  <a:tcPr/>
                </a:tc>
                <a:extLst>
                  <a:ext uri="{0D108BD9-81ED-4DB2-BD59-A6C34878D82A}">
                    <a16:rowId xmlns:a16="http://schemas.microsoft.com/office/drawing/2014/main" val="3529592143"/>
                  </a:ext>
                </a:extLst>
              </a:tr>
              <a:tr h="370840">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6</a:t>
                      </a:r>
                    </a:p>
                  </a:txBody>
                  <a:tcP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36</a:t>
                      </a:r>
                    </a:p>
                  </a:txBody>
                  <a:tcPr/>
                </a:tc>
                <a:tc>
                  <a:txBody>
                    <a:bodyPr/>
                    <a:lstStyle/>
                    <a:p>
                      <a:pPr algn="ctr">
                        <a:lnSpc>
                          <a:spcPct val="115000"/>
                        </a:lnSpc>
                        <a:spcAft>
                          <a:spcPts val="1000"/>
                        </a:spcAft>
                      </a:pPr>
                      <a:r>
                        <a:rPr lang="en-US" sz="1200">
                          <a:latin typeface="Arial Unicode MS" panose="020B0604020202020204" pitchFamily="34" charset="-128"/>
                          <a:ea typeface="Arial Unicode MS" panose="020B0604020202020204" pitchFamily="34" charset="-128"/>
                          <a:cs typeface="Arial Unicode MS" panose="020B0604020202020204" pitchFamily="34" charset="-128"/>
                        </a:rPr>
                        <a:t>1800</a:t>
                      </a:r>
                      <a:endParaRPr lang="en-BD" sz="1200">
                        <a:latin typeface="Arial Unicode MS" panose="020B0604020202020204" pitchFamily="34" charset="-128"/>
                        <a:ea typeface="Arial Unicode MS" panose="020B0604020202020204" pitchFamily="34" charset="-128"/>
                        <a:cs typeface="Arial Unicode MS" panose="020B0604020202020204" pitchFamily="34" charset="-128"/>
                      </a:endParaRPr>
                    </a:p>
                  </a:txBody>
                  <a:tcPr marL="68580" marR="68580" marT="0" marB="0" anchor="ctr"/>
                </a:tc>
                <a:tc>
                  <a:txBody>
                    <a:bodyPr/>
                    <a:lstStyle/>
                    <a:p>
                      <a:pPr algn="ctr"/>
                      <a:r>
                        <a:rPr lang="en-BD" sz="1200">
                          <a:latin typeface="Arial Unicode MS" panose="020B0604020202020204" pitchFamily="34" charset="-128"/>
                          <a:ea typeface="Arial Unicode MS" panose="020B0604020202020204" pitchFamily="34" charset="-128"/>
                          <a:cs typeface="Arial Unicode MS" panose="020B0604020202020204" pitchFamily="34" charset="-128"/>
                        </a:rPr>
                        <a:t>10800</a:t>
                      </a:r>
                    </a:p>
                  </a:txBody>
                  <a:tcPr/>
                </a:tc>
                <a:extLst>
                  <a:ext uri="{0D108BD9-81ED-4DB2-BD59-A6C34878D82A}">
                    <a16:rowId xmlns:a16="http://schemas.microsoft.com/office/drawing/2014/main" val="4256941137"/>
                  </a:ext>
                </a:extLst>
              </a:tr>
              <a:tr h="370840">
                <a:tc>
                  <a:txBody>
                    <a:bodyPr/>
                    <a:lstStyle/>
                    <a:p>
                      <a:pPr algn="ctr"/>
                      <a:r>
                        <a:rPr lang="en-BD" sz="1200" b="1">
                          <a:latin typeface="Arial Unicode MS" panose="020B0604020202020204" pitchFamily="34" charset="-128"/>
                          <a:ea typeface="Arial Unicode MS" panose="020B0604020202020204" pitchFamily="34" charset="-128"/>
                          <a:cs typeface="Arial Unicode MS" panose="020B0604020202020204" pitchFamily="34" charset="-128"/>
                        </a:rPr>
                        <a:t>21</a:t>
                      </a:r>
                    </a:p>
                  </a:txBody>
                  <a:tcPr/>
                </a:tc>
                <a:tc>
                  <a:txBody>
                    <a:bodyPr/>
                    <a:lstStyle/>
                    <a:p>
                      <a:pPr algn="ctr"/>
                      <a:r>
                        <a:rPr lang="en-BD" sz="1200" b="1">
                          <a:latin typeface="Arial Unicode MS" panose="020B0604020202020204" pitchFamily="34" charset="-128"/>
                          <a:ea typeface="Arial Unicode MS" panose="020B0604020202020204" pitchFamily="34" charset="-128"/>
                          <a:cs typeface="Arial Unicode MS" panose="020B0604020202020204" pitchFamily="34" charset="-128"/>
                        </a:rPr>
                        <a:t>91</a:t>
                      </a:r>
                    </a:p>
                  </a:txBody>
                  <a:tcPr/>
                </a:tc>
                <a:tc>
                  <a:txBody>
                    <a:bodyPr/>
                    <a:lstStyle/>
                    <a:p>
                      <a:pPr algn="ctr"/>
                      <a:r>
                        <a:rPr lang="en-BD" sz="1200" b="1">
                          <a:latin typeface="Arial Unicode MS" panose="020B0604020202020204" pitchFamily="34" charset="-128"/>
                          <a:ea typeface="Arial Unicode MS" panose="020B0604020202020204" pitchFamily="34" charset="-128"/>
                          <a:cs typeface="Arial Unicode MS" panose="020B0604020202020204" pitchFamily="34" charset="-128"/>
                        </a:rPr>
                        <a:t>9200</a:t>
                      </a:r>
                    </a:p>
                  </a:txBody>
                  <a:tcPr/>
                </a:tc>
                <a:tc>
                  <a:txBody>
                    <a:bodyPr/>
                    <a:lstStyle/>
                    <a:p>
                      <a:pPr algn="ctr"/>
                      <a:r>
                        <a:rPr lang="en-BD" sz="1200" b="1">
                          <a:latin typeface="Arial Unicode MS" panose="020B0604020202020204" pitchFamily="34" charset="-128"/>
                          <a:ea typeface="Arial Unicode MS" panose="020B0604020202020204" pitchFamily="34" charset="-128"/>
                          <a:cs typeface="Arial Unicode MS" panose="020B0604020202020204" pitchFamily="34" charset="-128"/>
                        </a:rPr>
                        <a:t>35200</a:t>
                      </a:r>
                    </a:p>
                  </a:txBody>
                  <a:tcPr/>
                </a:tc>
                <a:extLst>
                  <a:ext uri="{0D108BD9-81ED-4DB2-BD59-A6C34878D82A}">
                    <a16:rowId xmlns:a16="http://schemas.microsoft.com/office/drawing/2014/main" val="3912359842"/>
                  </a:ext>
                </a:extLst>
              </a:tr>
            </a:tbl>
          </a:graphicData>
        </a:graphic>
      </p:graphicFrame>
    </p:spTree>
    <p:extLst>
      <p:ext uri="{BB962C8B-B14F-4D97-AF65-F5344CB8AC3E}">
        <p14:creationId xmlns:p14="http://schemas.microsoft.com/office/powerpoint/2010/main" val="2546598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411163" y="410945"/>
            <a:ext cx="2827762" cy="646331"/>
          </a:xfrm>
          <a:prstGeom prst="rect">
            <a:avLst/>
          </a:prstGeom>
        </p:spPr>
        <p:txBody>
          <a:bodyPr wrap="none">
            <a:spAutoFit/>
          </a:bodyPr>
          <a:lstStyle/>
          <a:p>
            <a:r>
              <a:rPr lang="en-US" sz="3600">
                <a:solidFill>
                  <a:srgbClr val="7030A0"/>
                </a:solidFill>
                <a:latin typeface="Arial Rounded MT Bold" panose="020F0704030504030204" pitchFamily="34" charset="0"/>
              </a:rPr>
              <a:t>Practice # 2</a:t>
            </a:r>
          </a:p>
        </p:txBody>
      </p:sp>
      <p:sp>
        <p:nvSpPr>
          <p:cNvPr id="9" name="Content Placeholder 2">
            <a:extLst>
              <a:ext uri="{FF2B5EF4-FFF2-40B4-BE49-F238E27FC236}">
                <a16:creationId xmlns:a16="http://schemas.microsoft.com/office/drawing/2014/main" id="{82E8F701-D1EE-40BC-9852-D09DBEEDE6CF}"/>
              </a:ext>
            </a:extLst>
          </p:cNvPr>
          <p:cNvSpPr>
            <a:spLocks noGrp="1"/>
          </p:cNvSpPr>
          <p:nvPr>
            <p:ph idx="1"/>
          </p:nvPr>
        </p:nvSpPr>
        <p:spPr>
          <a:xfrm>
            <a:off x="411163" y="1057276"/>
            <a:ext cx="11234697" cy="2243138"/>
          </a:xfrm>
        </p:spPr>
        <p:txBody>
          <a:bodyPr rtlCol="0">
            <a:normAutofit/>
          </a:bodyPr>
          <a:lstStyle/>
          <a:p>
            <a:pPr marL="0" indent="0" algn="just" defTabSz="617220" eaLnBrk="1" fontAlgn="auto" hangingPunct="1">
              <a:spcAft>
                <a:spcPts val="0"/>
              </a:spcAft>
              <a:buNone/>
              <a:defRPr/>
            </a:pPr>
            <a:r>
              <a:rPr lang="en-US" altLang="en-US" sz="3000">
                <a:latin typeface="Arial Unicode MS" panose="020B0604020202020204" pitchFamily="34" charset="-128"/>
                <a:ea typeface="Arial Unicode MS" panose="020B0604020202020204" pitchFamily="34" charset="-128"/>
                <a:cs typeface="Arial Unicode MS" panose="020B0604020202020204" pitchFamily="34" charset="-128"/>
              </a:rPr>
              <a:t>Cell phone sales for a New firm is based over the last ten weeks as shown. </a:t>
            </a:r>
          </a:p>
          <a:p>
            <a:pPr marL="0" indent="0" algn="just" defTabSz="617220" eaLnBrk="1" fontAlgn="auto" hangingPunct="1">
              <a:spcAft>
                <a:spcPts val="0"/>
              </a:spcAft>
              <a:buNone/>
              <a:defRPr/>
            </a:pPr>
            <a:r>
              <a:rPr lang="en-US" altLang="en-US" sz="3000">
                <a:latin typeface="Arial Unicode MS" panose="020B0604020202020204" pitchFamily="34" charset="-128"/>
                <a:ea typeface="Arial Unicode MS" panose="020B0604020202020204" pitchFamily="34" charset="-128"/>
                <a:cs typeface="Arial Unicode MS" panose="020B0604020202020204" pitchFamily="34" charset="-128"/>
              </a:rPr>
              <a:t>Determine the linear equation and predict the sales for the weeks of 11 and 12.</a:t>
            </a:r>
            <a:r>
              <a:rPr lang="en-US" altLang="en-US" sz="240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.40+7.51t</a:t>
            </a:r>
          </a:p>
        </p:txBody>
      </p:sp>
      <p:graphicFrame>
        <p:nvGraphicFramePr>
          <p:cNvPr id="12" name="Table 11">
            <a:extLst>
              <a:ext uri="{FF2B5EF4-FFF2-40B4-BE49-F238E27FC236}">
                <a16:creationId xmlns:a16="http://schemas.microsoft.com/office/drawing/2014/main" id="{FE205DF1-B937-6BFE-578D-70AE446F6ABF}"/>
              </a:ext>
            </a:extLst>
          </p:cNvPr>
          <p:cNvGraphicFramePr>
            <a:graphicFrameLocks noGrp="1"/>
          </p:cNvGraphicFramePr>
          <p:nvPr>
            <p:extLst>
              <p:ext uri="{D42A27DB-BD31-4B8C-83A1-F6EECF244321}">
                <p14:modId xmlns:p14="http://schemas.microsoft.com/office/powerpoint/2010/main" val="940229251"/>
              </p:ext>
            </p:extLst>
          </p:nvPr>
        </p:nvGraphicFramePr>
        <p:xfrm>
          <a:off x="2299472" y="3527079"/>
          <a:ext cx="7858127" cy="1495426"/>
        </p:xfrm>
        <a:graphic>
          <a:graphicData uri="http://schemas.openxmlformats.org/drawingml/2006/table">
            <a:tbl>
              <a:tblPr firstRow="1" bandRow="1">
                <a:tableStyleId>{21E4AEA4-8DFA-4A89-87EB-49C32662AFE0}</a:tableStyleId>
              </a:tblPr>
              <a:tblGrid>
                <a:gridCol w="873127">
                  <a:extLst>
                    <a:ext uri="{9D8B030D-6E8A-4147-A177-3AD203B41FA5}">
                      <a16:colId xmlns:a16="http://schemas.microsoft.com/office/drawing/2014/main" val="20000"/>
                    </a:ext>
                  </a:extLst>
                </a:gridCol>
                <a:gridCol w="691225">
                  <a:extLst>
                    <a:ext uri="{9D8B030D-6E8A-4147-A177-3AD203B41FA5}">
                      <a16:colId xmlns:a16="http://schemas.microsoft.com/office/drawing/2014/main" val="20001"/>
                    </a:ext>
                  </a:extLst>
                </a:gridCol>
                <a:gridCol w="708176">
                  <a:extLst>
                    <a:ext uri="{9D8B030D-6E8A-4147-A177-3AD203B41FA5}">
                      <a16:colId xmlns:a16="http://schemas.microsoft.com/office/drawing/2014/main" val="20002"/>
                    </a:ext>
                  </a:extLst>
                </a:gridCol>
                <a:gridCol w="671513">
                  <a:extLst>
                    <a:ext uri="{9D8B030D-6E8A-4147-A177-3AD203B41FA5}">
                      <a16:colId xmlns:a16="http://schemas.microsoft.com/office/drawing/2014/main" val="20003"/>
                    </a:ext>
                  </a:extLst>
                </a:gridCol>
                <a:gridCol w="627836">
                  <a:extLst>
                    <a:ext uri="{9D8B030D-6E8A-4147-A177-3AD203B41FA5}">
                      <a16:colId xmlns:a16="http://schemas.microsoft.com/office/drawing/2014/main" val="20004"/>
                    </a:ext>
                  </a:extLst>
                </a:gridCol>
                <a:gridCol w="714375">
                  <a:extLst>
                    <a:ext uri="{9D8B030D-6E8A-4147-A177-3AD203B41FA5}">
                      <a16:colId xmlns:a16="http://schemas.microsoft.com/office/drawing/2014/main" val="20005"/>
                    </a:ext>
                  </a:extLst>
                </a:gridCol>
                <a:gridCol w="714375">
                  <a:extLst>
                    <a:ext uri="{9D8B030D-6E8A-4147-A177-3AD203B41FA5}">
                      <a16:colId xmlns:a16="http://schemas.microsoft.com/office/drawing/2014/main" val="20006"/>
                    </a:ext>
                  </a:extLst>
                </a:gridCol>
                <a:gridCol w="714375">
                  <a:extLst>
                    <a:ext uri="{9D8B030D-6E8A-4147-A177-3AD203B41FA5}">
                      <a16:colId xmlns:a16="http://schemas.microsoft.com/office/drawing/2014/main" val="20007"/>
                    </a:ext>
                  </a:extLst>
                </a:gridCol>
                <a:gridCol w="714375">
                  <a:extLst>
                    <a:ext uri="{9D8B030D-6E8A-4147-A177-3AD203B41FA5}">
                      <a16:colId xmlns:a16="http://schemas.microsoft.com/office/drawing/2014/main" val="20008"/>
                    </a:ext>
                  </a:extLst>
                </a:gridCol>
                <a:gridCol w="714375">
                  <a:extLst>
                    <a:ext uri="{9D8B030D-6E8A-4147-A177-3AD203B41FA5}">
                      <a16:colId xmlns:a16="http://schemas.microsoft.com/office/drawing/2014/main" val="20009"/>
                    </a:ext>
                  </a:extLst>
                </a:gridCol>
                <a:gridCol w="714375">
                  <a:extLst>
                    <a:ext uri="{9D8B030D-6E8A-4147-A177-3AD203B41FA5}">
                      <a16:colId xmlns:a16="http://schemas.microsoft.com/office/drawing/2014/main" val="20010"/>
                    </a:ext>
                  </a:extLst>
                </a:gridCol>
              </a:tblGrid>
              <a:tr h="747713">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Week</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3</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5</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6</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8</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9</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10</a:t>
                      </a:r>
                    </a:p>
                  </a:txBody>
                  <a:tcPr marT="45589" marB="45589" anchor="ctr"/>
                </a:tc>
                <a:extLst>
                  <a:ext uri="{0D108BD9-81ED-4DB2-BD59-A6C34878D82A}">
                    <a16:rowId xmlns:a16="http://schemas.microsoft.com/office/drawing/2014/main" val="10000"/>
                  </a:ext>
                </a:extLst>
              </a:tr>
              <a:tr h="747713">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Sales</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700</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724</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720</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728</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740</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742</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758</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750</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770</a:t>
                      </a:r>
                    </a:p>
                  </a:txBody>
                  <a:tcPr marT="45589" marB="45589" anchor="ctr"/>
                </a:tc>
                <a:tc>
                  <a:txBody>
                    <a:bodyPr/>
                    <a:lstStyle/>
                    <a:p>
                      <a:pPr algn="ctr"/>
                      <a:r>
                        <a:rPr lang="en-US" sz="2000">
                          <a:latin typeface="Arial Unicode MS" panose="020B0604020202020204" pitchFamily="34" charset="-128"/>
                          <a:ea typeface="Arial Unicode MS" panose="020B0604020202020204" pitchFamily="34" charset="-128"/>
                          <a:cs typeface="Arial Unicode MS" panose="020B0604020202020204" pitchFamily="34" charset="-128"/>
                        </a:rPr>
                        <a:t>775</a:t>
                      </a:r>
                    </a:p>
                  </a:txBody>
                  <a:tcPr marT="45589" marB="45589"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44326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2827762" cy="646331"/>
          </a:xfrm>
          <a:prstGeom prst="rect">
            <a:avLst/>
          </a:prstGeom>
        </p:spPr>
        <p:txBody>
          <a:bodyPr wrap="none">
            <a:spAutoFit/>
          </a:bodyPr>
          <a:lstStyle/>
          <a:p>
            <a:r>
              <a:rPr lang="en-US" sz="3600">
                <a:solidFill>
                  <a:srgbClr val="7030A0"/>
                </a:solidFill>
                <a:latin typeface="Arial Rounded MT Bold" panose="020F0704030504030204" pitchFamily="34" charset="0"/>
              </a:rPr>
              <a:t>Practice # 2</a:t>
            </a:r>
          </a:p>
        </p:txBody>
      </p:sp>
      <p:graphicFrame>
        <p:nvGraphicFramePr>
          <p:cNvPr id="11" name="Table 5">
            <a:extLst>
              <a:ext uri="{FF2B5EF4-FFF2-40B4-BE49-F238E27FC236}">
                <a16:creationId xmlns:a16="http://schemas.microsoft.com/office/drawing/2014/main" id="{60725432-A806-7451-4A0C-C159144585BB}"/>
              </a:ext>
            </a:extLst>
          </p:cNvPr>
          <p:cNvGraphicFramePr>
            <a:graphicFrameLocks noGrp="1"/>
          </p:cNvGraphicFramePr>
          <p:nvPr>
            <p:extLst>
              <p:ext uri="{D42A27DB-BD31-4B8C-83A1-F6EECF244321}">
                <p14:modId xmlns:p14="http://schemas.microsoft.com/office/powerpoint/2010/main" val="3235017383"/>
              </p:ext>
            </p:extLst>
          </p:nvPr>
        </p:nvGraphicFramePr>
        <p:xfrm>
          <a:off x="2160588" y="1090382"/>
          <a:ext cx="8128000" cy="4754880"/>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556394760"/>
                    </a:ext>
                  </a:extLst>
                </a:gridCol>
                <a:gridCol w="2032000">
                  <a:extLst>
                    <a:ext uri="{9D8B030D-6E8A-4147-A177-3AD203B41FA5}">
                      <a16:colId xmlns:a16="http://schemas.microsoft.com/office/drawing/2014/main" val="3541842089"/>
                    </a:ext>
                  </a:extLst>
                </a:gridCol>
                <a:gridCol w="2032000">
                  <a:extLst>
                    <a:ext uri="{9D8B030D-6E8A-4147-A177-3AD203B41FA5}">
                      <a16:colId xmlns:a16="http://schemas.microsoft.com/office/drawing/2014/main" val="2027123812"/>
                    </a:ext>
                  </a:extLst>
                </a:gridCol>
                <a:gridCol w="2032000">
                  <a:extLst>
                    <a:ext uri="{9D8B030D-6E8A-4147-A177-3AD203B41FA5}">
                      <a16:colId xmlns:a16="http://schemas.microsoft.com/office/drawing/2014/main" val="833620203"/>
                    </a:ext>
                  </a:extLst>
                </a:gridCol>
              </a:tblGrid>
              <a:tr h="358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Week (t)</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t</a:t>
                      </a:r>
                      <a:r>
                        <a:rPr lang="en-BD" sz="2000" baseline="30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Sales (y)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sz="2000" baseline="0">
                          <a:latin typeface="Arial Unicode MS" panose="020B0604020202020204" pitchFamily="34" charset="-128"/>
                          <a:ea typeface="Arial Unicode MS" panose="020B0604020202020204" pitchFamily="34" charset="-128"/>
                          <a:cs typeface="Arial Unicode MS" panose="020B0604020202020204" pitchFamily="34" charset="-128"/>
                        </a:rPr>
                        <a:t>ty</a:t>
                      </a:r>
                    </a:p>
                  </a:txBody>
                  <a:tcPr/>
                </a:tc>
                <a:extLst>
                  <a:ext uri="{0D108BD9-81ED-4DB2-BD59-A6C34878D82A}">
                    <a16:rowId xmlns:a16="http://schemas.microsoft.com/office/drawing/2014/main" val="399253797"/>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700</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700</a:t>
                      </a:r>
                    </a:p>
                  </a:txBody>
                  <a:tcPr/>
                </a:tc>
                <a:extLst>
                  <a:ext uri="{0D108BD9-81ED-4DB2-BD59-A6C34878D82A}">
                    <a16:rowId xmlns:a16="http://schemas.microsoft.com/office/drawing/2014/main" val="2394493793"/>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724</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1448</a:t>
                      </a:r>
                    </a:p>
                  </a:txBody>
                  <a:tcPr/>
                </a:tc>
                <a:extLst>
                  <a:ext uri="{0D108BD9-81ED-4DB2-BD59-A6C34878D82A}">
                    <a16:rowId xmlns:a16="http://schemas.microsoft.com/office/drawing/2014/main" val="147756758"/>
                  </a:ext>
                </a:extLst>
              </a:tr>
              <a:tr h="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3</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720</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2160</a:t>
                      </a:r>
                    </a:p>
                  </a:txBody>
                  <a:tcPr/>
                </a:tc>
                <a:extLst>
                  <a:ext uri="{0D108BD9-81ED-4DB2-BD59-A6C34878D82A}">
                    <a16:rowId xmlns:a16="http://schemas.microsoft.com/office/drawing/2014/main" val="2874001840"/>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16</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728</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2912</a:t>
                      </a:r>
                    </a:p>
                  </a:txBody>
                  <a:tcPr/>
                </a:tc>
                <a:extLst>
                  <a:ext uri="{0D108BD9-81ED-4DB2-BD59-A6C34878D82A}">
                    <a16:rowId xmlns:a16="http://schemas.microsoft.com/office/drawing/2014/main" val="2393305539"/>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5</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25</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740</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3700</a:t>
                      </a:r>
                    </a:p>
                  </a:txBody>
                  <a:tcPr/>
                </a:tc>
                <a:extLst>
                  <a:ext uri="{0D108BD9-81ED-4DB2-BD59-A6C34878D82A}">
                    <a16:rowId xmlns:a16="http://schemas.microsoft.com/office/drawing/2014/main" val="3529592143"/>
                  </a:ext>
                </a:extLst>
              </a:tr>
              <a:tr h="370840">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6</a:t>
                      </a:r>
                    </a:p>
                  </a:txBody>
                  <a:tcP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36</a:t>
                      </a:r>
                    </a:p>
                  </a:txBody>
                  <a:tcPr/>
                </a:tc>
                <a:tc>
                  <a:txBody>
                    <a:bodyPr/>
                    <a:lstStyle/>
                    <a:p>
                      <a:pPr algn="ctr">
                        <a:lnSpc>
                          <a:spcPct val="115000"/>
                        </a:lnSpc>
                        <a:spcAft>
                          <a:spcPts val="1000"/>
                        </a:spcAft>
                      </a:pPr>
                      <a:r>
                        <a:rPr lang="en-BD" sz="2000">
                          <a:latin typeface="Arial Unicode MS" panose="020B0604020202020204" pitchFamily="34" charset="-128"/>
                          <a:ea typeface="Arial Unicode MS" panose="020B0604020202020204" pitchFamily="34" charset="-128"/>
                          <a:cs typeface="Arial Unicode MS" panose="020B0604020202020204" pitchFamily="34" charset="-128"/>
                        </a:rPr>
                        <a:t>742</a:t>
                      </a:r>
                    </a:p>
                  </a:txBody>
                  <a:tcPr marL="68580" marR="68580" marT="0" marB="0" anchor="ctr"/>
                </a:tc>
                <a:tc>
                  <a:txBody>
                    <a:bodyPr/>
                    <a:lstStyle/>
                    <a:p>
                      <a:pPr algn="ctr"/>
                      <a:r>
                        <a:rPr lang="en-BD" sz="2000">
                          <a:latin typeface="Arial Unicode MS" panose="020B0604020202020204" pitchFamily="34" charset="-128"/>
                          <a:ea typeface="Arial Unicode MS" panose="020B0604020202020204" pitchFamily="34" charset="-128"/>
                          <a:cs typeface="Arial Unicode MS" panose="020B0604020202020204" pitchFamily="34" charset="-128"/>
                        </a:rPr>
                        <a:t>4452</a:t>
                      </a:r>
                    </a:p>
                  </a:txBody>
                  <a:tcPr/>
                </a:tc>
                <a:extLst>
                  <a:ext uri="{0D108BD9-81ED-4DB2-BD59-A6C34878D82A}">
                    <a16:rowId xmlns:a16="http://schemas.microsoft.com/office/drawing/2014/main" val="4256941137"/>
                  </a:ext>
                </a:extLst>
              </a:tr>
              <a:tr h="174605">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49</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758</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5306</a:t>
                      </a:r>
                    </a:p>
                  </a:txBody>
                  <a:tcPr/>
                </a:tc>
                <a:extLst>
                  <a:ext uri="{0D108BD9-81ED-4DB2-BD59-A6C34878D82A}">
                    <a16:rowId xmlns:a16="http://schemas.microsoft.com/office/drawing/2014/main" val="3912359842"/>
                  </a:ext>
                </a:extLst>
              </a:tr>
              <a:tr h="370840">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8</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64</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750</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6000</a:t>
                      </a:r>
                    </a:p>
                  </a:txBody>
                  <a:tcPr/>
                </a:tc>
                <a:extLst>
                  <a:ext uri="{0D108BD9-81ED-4DB2-BD59-A6C34878D82A}">
                    <a16:rowId xmlns:a16="http://schemas.microsoft.com/office/drawing/2014/main" val="2223436745"/>
                  </a:ext>
                </a:extLst>
              </a:tr>
              <a:tr h="370840">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81</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770</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6930</a:t>
                      </a:r>
                    </a:p>
                  </a:txBody>
                  <a:tcPr/>
                </a:tc>
                <a:extLst>
                  <a:ext uri="{0D108BD9-81ED-4DB2-BD59-A6C34878D82A}">
                    <a16:rowId xmlns:a16="http://schemas.microsoft.com/office/drawing/2014/main" val="3497035037"/>
                  </a:ext>
                </a:extLst>
              </a:tr>
              <a:tr h="370840">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10</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100</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775</a:t>
                      </a:r>
                    </a:p>
                  </a:txBody>
                  <a:tcPr/>
                </a:tc>
                <a:tc>
                  <a:txBody>
                    <a:bodyPr/>
                    <a:lstStyle/>
                    <a:p>
                      <a:pPr algn="ctr"/>
                      <a:r>
                        <a:rPr lang="en-BD" sz="2000" b="0">
                          <a:latin typeface="Arial Unicode MS" panose="020B0604020202020204" pitchFamily="34" charset="-128"/>
                          <a:ea typeface="Arial Unicode MS" panose="020B0604020202020204" pitchFamily="34" charset="-128"/>
                          <a:cs typeface="Arial Unicode MS" panose="020B0604020202020204" pitchFamily="34" charset="-128"/>
                        </a:rPr>
                        <a:t>7750</a:t>
                      </a:r>
                    </a:p>
                  </a:txBody>
                  <a:tcPr/>
                </a:tc>
                <a:extLst>
                  <a:ext uri="{0D108BD9-81ED-4DB2-BD59-A6C34878D82A}">
                    <a16:rowId xmlns:a16="http://schemas.microsoft.com/office/drawing/2014/main" val="2072992741"/>
                  </a:ext>
                </a:extLst>
              </a:tr>
              <a:tr h="370840">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55</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385</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7407</a:t>
                      </a:r>
                    </a:p>
                  </a:txBody>
                  <a:tcPr/>
                </a:tc>
                <a:tc>
                  <a:txBody>
                    <a:bodyPr/>
                    <a:lstStyle/>
                    <a:p>
                      <a:pPr algn="ctr"/>
                      <a:r>
                        <a:rPr lang="en-BD" sz="2000" b="1">
                          <a:latin typeface="Arial Unicode MS" panose="020B0604020202020204" pitchFamily="34" charset="-128"/>
                          <a:ea typeface="Arial Unicode MS" panose="020B0604020202020204" pitchFamily="34" charset="-128"/>
                          <a:cs typeface="Arial Unicode MS" panose="020B0604020202020204" pitchFamily="34" charset="-128"/>
                        </a:rPr>
                        <a:t>41358</a:t>
                      </a:r>
                    </a:p>
                  </a:txBody>
                  <a:tcPr/>
                </a:tc>
                <a:extLst>
                  <a:ext uri="{0D108BD9-81ED-4DB2-BD59-A6C34878D82A}">
                    <a16:rowId xmlns:a16="http://schemas.microsoft.com/office/drawing/2014/main" val="2885091559"/>
                  </a:ext>
                </a:extLst>
              </a:tr>
            </a:tbl>
          </a:graphicData>
        </a:graphic>
      </p:graphicFrame>
    </p:spTree>
    <p:extLst>
      <p:ext uri="{BB962C8B-B14F-4D97-AF65-F5344CB8AC3E}">
        <p14:creationId xmlns:p14="http://schemas.microsoft.com/office/powerpoint/2010/main" val="3285402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546140" y="412941"/>
            <a:ext cx="2827762" cy="646331"/>
          </a:xfrm>
          <a:prstGeom prst="rect">
            <a:avLst/>
          </a:prstGeom>
        </p:spPr>
        <p:txBody>
          <a:bodyPr wrap="none">
            <a:spAutoFit/>
          </a:bodyPr>
          <a:lstStyle/>
          <a:p>
            <a:r>
              <a:rPr lang="en-US" sz="3600">
                <a:solidFill>
                  <a:srgbClr val="7030A0"/>
                </a:solidFill>
                <a:latin typeface="Arial Rounded MT Bold" panose="020F0704030504030204" pitchFamily="34" charset="0"/>
              </a:rPr>
              <a:t>Practice # 2</a:t>
            </a:r>
          </a:p>
        </p:txBody>
      </p:sp>
      <p:graphicFrame>
        <p:nvGraphicFramePr>
          <p:cNvPr id="11" name="Table 5">
            <a:extLst>
              <a:ext uri="{FF2B5EF4-FFF2-40B4-BE49-F238E27FC236}">
                <a16:creationId xmlns:a16="http://schemas.microsoft.com/office/drawing/2014/main" id="{60725432-A806-7451-4A0C-C159144585BB}"/>
              </a:ext>
            </a:extLst>
          </p:cNvPr>
          <p:cNvGraphicFramePr>
            <a:graphicFrameLocks noGrp="1"/>
          </p:cNvGraphicFramePr>
          <p:nvPr>
            <p:extLst>
              <p:ext uri="{D42A27DB-BD31-4B8C-83A1-F6EECF244321}">
                <p14:modId xmlns:p14="http://schemas.microsoft.com/office/powerpoint/2010/main" val="2060593162"/>
              </p:ext>
            </p:extLst>
          </p:nvPr>
        </p:nvGraphicFramePr>
        <p:xfrm>
          <a:off x="6919236" y="411749"/>
          <a:ext cx="4939940" cy="4214560"/>
        </p:xfrm>
        <a:graphic>
          <a:graphicData uri="http://schemas.openxmlformats.org/drawingml/2006/table">
            <a:tbl>
              <a:tblPr firstRow="1" bandRow="1">
                <a:tableStyleId>{00A15C55-8517-42AA-B614-E9B94910E393}</a:tableStyleId>
              </a:tblPr>
              <a:tblGrid>
                <a:gridCol w="1234985">
                  <a:extLst>
                    <a:ext uri="{9D8B030D-6E8A-4147-A177-3AD203B41FA5}">
                      <a16:colId xmlns:a16="http://schemas.microsoft.com/office/drawing/2014/main" val="556394760"/>
                    </a:ext>
                  </a:extLst>
                </a:gridCol>
                <a:gridCol w="1234985">
                  <a:extLst>
                    <a:ext uri="{9D8B030D-6E8A-4147-A177-3AD203B41FA5}">
                      <a16:colId xmlns:a16="http://schemas.microsoft.com/office/drawing/2014/main" val="3541842089"/>
                    </a:ext>
                  </a:extLst>
                </a:gridCol>
                <a:gridCol w="1234985">
                  <a:extLst>
                    <a:ext uri="{9D8B030D-6E8A-4147-A177-3AD203B41FA5}">
                      <a16:colId xmlns:a16="http://schemas.microsoft.com/office/drawing/2014/main" val="2027123812"/>
                    </a:ext>
                  </a:extLst>
                </a:gridCol>
                <a:gridCol w="1234985">
                  <a:extLst>
                    <a:ext uri="{9D8B030D-6E8A-4147-A177-3AD203B41FA5}">
                      <a16:colId xmlns:a16="http://schemas.microsoft.com/office/drawing/2014/main" val="833620203"/>
                    </a:ext>
                  </a:extLst>
                </a:gridCol>
              </a:tblGrid>
              <a:tr h="358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Week (t)</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t</a:t>
                      </a:r>
                      <a:r>
                        <a:rPr lang="en-BD" sz="1100" baseline="300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Sales (y)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D" sz="1100" baseline="0">
                          <a:latin typeface="Arial Unicode MS" panose="020B0604020202020204" pitchFamily="34" charset="-128"/>
                          <a:ea typeface="Arial Unicode MS" panose="020B0604020202020204" pitchFamily="34" charset="-128"/>
                          <a:cs typeface="Arial Unicode MS" panose="020B0604020202020204" pitchFamily="34" charset="-128"/>
                        </a:rPr>
                        <a:t>ty</a:t>
                      </a:r>
                    </a:p>
                  </a:txBody>
                  <a:tcPr/>
                </a:tc>
                <a:extLst>
                  <a:ext uri="{0D108BD9-81ED-4DB2-BD59-A6C34878D82A}">
                    <a16:rowId xmlns:a16="http://schemas.microsoft.com/office/drawing/2014/main" val="399253797"/>
                  </a:ext>
                </a:extLst>
              </a:tr>
              <a:tr h="370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1</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700</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700</a:t>
                      </a:r>
                    </a:p>
                  </a:txBody>
                  <a:tcPr/>
                </a:tc>
                <a:extLst>
                  <a:ext uri="{0D108BD9-81ED-4DB2-BD59-A6C34878D82A}">
                    <a16:rowId xmlns:a16="http://schemas.microsoft.com/office/drawing/2014/main" val="2394493793"/>
                  </a:ext>
                </a:extLst>
              </a:tr>
              <a:tr h="370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2</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724</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1448</a:t>
                      </a:r>
                    </a:p>
                  </a:txBody>
                  <a:tcPr/>
                </a:tc>
                <a:extLst>
                  <a:ext uri="{0D108BD9-81ED-4DB2-BD59-A6C34878D82A}">
                    <a16:rowId xmlns:a16="http://schemas.microsoft.com/office/drawing/2014/main" val="147756758"/>
                  </a:ext>
                </a:extLst>
              </a:tr>
              <a:tr h="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3</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720</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2160</a:t>
                      </a:r>
                    </a:p>
                  </a:txBody>
                  <a:tcPr/>
                </a:tc>
                <a:extLst>
                  <a:ext uri="{0D108BD9-81ED-4DB2-BD59-A6C34878D82A}">
                    <a16:rowId xmlns:a16="http://schemas.microsoft.com/office/drawing/2014/main" val="2874001840"/>
                  </a:ext>
                </a:extLst>
              </a:tr>
              <a:tr h="370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4</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16</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728</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2912</a:t>
                      </a:r>
                    </a:p>
                  </a:txBody>
                  <a:tcPr/>
                </a:tc>
                <a:extLst>
                  <a:ext uri="{0D108BD9-81ED-4DB2-BD59-A6C34878D82A}">
                    <a16:rowId xmlns:a16="http://schemas.microsoft.com/office/drawing/2014/main" val="2393305539"/>
                  </a:ext>
                </a:extLst>
              </a:tr>
              <a:tr h="370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5</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25</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740</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3700</a:t>
                      </a:r>
                    </a:p>
                  </a:txBody>
                  <a:tcPr/>
                </a:tc>
                <a:extLst>
                  <a:ext uri="{0D108BD9-81ED-4DB2-BD59-A6C34878D82A}">
                    <a16:rowId xmlns:a16="http://schemas.microsoft.com/office/drawing/2014/main" val="3529592143"/>
                  </a:ext>
                </a:extLst>
              </a:tr>
              <a:tr h="370840">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6</a:t>
                      </a:r>
                    </a:p>
                  </a:txBody>
                  <a:tcP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36</a:t>
                      </a:r>
                    </a:p>
                  </a:txBody>
                  <a:tcPr/>
                </a:tc>
                <a:tc>
                  <a:txBody>
                    <a:bodyPr/>
                    <a:lstStyle/>
                    <a:p>
                      <a:pPr algn="ctr">
                        <a:lnSpc>
                          <a:spcPct val="115000"/>
                        </a:lnSpc>
                        <a:spcAft>
                          <a:spcPts val="1000"/>
                        </a:spcAft>
                      </a:pPr>
                      <a:r>
                        <a:rPr lang="en-BD" sz="1100">
                          <a:latin typeface="Arial Unicode MS" panose="020B0604020202020204" pitchFamily="34" charset="-128"/>
                          <a:ea typeface="Arial Unicode MS" panose="020B0604020202020204" pitchFamily="34" charset="-128"/>
                          <a:cs typeface="Arial Unicode MS" panose="020B0604020202020204" pitchFamily="34" charset="-128"/>
                        </a:rPr>
                        <a:t>742</a:t>
                      </a:r>
                    </a:p>
                  </a:txBody>
                  <a:tcPr marL="68580" marR="68580" marT="0" marB="0" anchor="ctr"/>
                </a:tc>
                <a:tc>
                  <a:txBody>
                    <a:bodyPr/>
                    <a:lstStyle/>
                    <a:p>
                      <a:pPr algn="ctr"/>
                      <a:r>
                        <a:rPr lang="en-BD" sz="1100">
                          <a:latin typeface="Arial Unicode MS" panose="020B0604020202020204" pitchFamily="34" charset="-128"/>
                          <a:ea typeface="Arial Unicode MS" panose="020B0604020202020204" pitchFamily="34" charset="-128"/>
                          <a:cs typeface="Arial Unicode MS" panose="020B0604020202020204" pitchFamily="34" charset="-128"/>
                        </a:rPr>
                        <a:t>4452</a:t>
                      </a:r>
                    </a:p>
                  </a:txBody>
                  <a:tcPr/>
                </a:tc>
                <a:extLst>
                  <a:ext uri="{0D108BD9-81ED-4DB2-BD59-A6C34878D82A}">
                    <a16:rowId xmlns:a16="http://schemas.microsoft.com/office/drawing/2014/main" val="4256941137"/>
                  </a:ext>
                </a:extLst>
              </a:tr>
              <a:tr h="174605">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49</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758</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5306</a:t>
                      </a:r>
                    </a:p>
                  </a:txBody>
                  <a:tcPr/>
                </a:tc>
                <a:extLst>
                  <a:ext uri="{0D108BD9-81ED-4DB2-BD59-A6C34878D82A}">
                    <a16:rowId xmlns:a16="http://schemas.microsoft.com/office/drawing/2014/main" val="3912359842"/>
                  </a:ext>
                </a:extLst>
              </a:tr>
              <a:tr h="370840">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8</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64</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750</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6000</a:t>
                      </a:r>
                    </a:p>
                  </a:txBody>
                  <a:tcPr/>
                </a:tc>
                <a:extLst>
                  <a:ext uri="{0D108BD9-81ED-4DB2-BD59-A6C34878D82A}">
                    <a16:rowId xmlns:a16="http://schemas.microsoft.com/office/drawing/2014/main" val="2223436745"/>
                  </a:ext>
                </a:extLst>
              </a:tr>
              <a:tr h="370840">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9</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81</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770</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6930</a:t>
                      </a:r>
                    </a:p>
                  </a:txBody>
                  <a:tcPr/>
                </a:tc>
                <a:extLst>
                  <a:ext uri="{0D108BD9-81ED-4DB2-BD59-A6C34878D82A}">
                    <a16:rowId xmlns:a16="http://schemas.microsoft.com/office/drawing/2014/main" val="3497035037"/>
                  </a:ext>
                </a:extLst>
              </a:tr>
              <a:tr h="370840">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10</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100</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775</a:t>
                      </a:r>
                    </a:p>
                  </a:txBody>
                  <a:tcPr/>
                </a:tc>
                <a:tc>
                  <a:txBody>
                    <a:bodyPr/>
                    <a:lstStyle/>
                    <a:p>
                      <a:pPr algn="ctr"/>
                      <a:r>
                        <a:rPr lang="en-BD" sz="1100" b="0">
                          <a:latin typeface="Arial Unicode MS" panose="020B0604020202020204" pitchFamily="34" charset="-128"/>
                          <a:ea typeface="Arial Unicode MS" panose="020B0604020202020204" pitchFamily="34" charset="-128"/>
                          <a:cs typeface="Arial Unicode MS" panose="020B0604020202020204" pitchFamily="34" charset="-128"/>
                        </a:rPr>
                        <a:t>7750</a:t>
                      </a:r>
                    </a:p>
                  </a:txBody>
                  <a:tcPr/>
                </a:tc>
                <a:extLst>
                  <a:ext uri="{0D108BD9-81ED-4DB2-BD59-A6C34878D82A}">
                    <a16:rowId xmlns:a16="http://schemas.microsoft.com/office/drawing/2014/main" val="2072992741"/>
                  </a:ext>
                </a:extLst>
              </a:tr>
              <a:tr h="370840">
                <a:tc>
                  <a:txBody>
                    <a:bodyPr/>
                    <a:lstStyle/>
                    <a:p>
                      <a:pPr algn="ctr"/>
                      <a:r>
                        <a:rPr lang="en-BD" sz="1100" b="1">
                          <a:latin typeface="Arial Unicode MS" panose="020B0604020202020204" pitchFamily="34" charset="-128"/>
                          <a:ea typeface="Arial Unicode MS" panose="020B0604020202020204" pitchFamily="34" charset="-128"/>
                          <a:cs typeface="Arial Unicode MS" panose="020B0604020202020204" pitchFamily="34" charset="-128"/>
                        </a:rPr>
                        <a:t>55</a:t>
                      </a:r>
                    </a:p>
                  </a:txBody>
                  <a:tcPr/>
                </a:tc>
                <a:tc>
                  <a:txBody>
                    <a:bodyPr/>
                    <a:lstStyle/>
                    <a:p>
                      <a:pPr algn="ctr"/>
                      <a:r>
                        <a:rPr lang="en-BD" sz="1100" b="1">
                          <a:latin typeface="Arial Unicode MS" panose="020B0604020202020204" pitchFamily="34" charset="-128"/>
                          <a:ea typeface="Arial Unicode MS" panose="020B0604020202020204" pitchFamily="34" charset="-128"/>
                          <a:cs typeface="Arial Unicode MS" panose="020B0604020202020204" pitchFamily="34" charset="-128"/>
                        </a:rPr>
                        <a:t>385</a:t>
                      </a:r>
                    </a:p>
                  </a:txBody>
                  <a:tcPr/>
                </a:tc>
                <a:tc>
                  <a:txBody>
                    <a:bodyPr/>
                    <a:lstStyle/>
                    <a:p>
                      <a:pPr algn="ctr"/>
                      <a:r>
                        <a:rPr lang="en-BD" sz="1100" b="1">
                          <a:latin typeface="Arial Unicode MS" panose="020B0604020202020204" pitchFamily="34" charset="-128"/>
                          <a:ea typeface="Arial Unicode MS" panose="020B0604020202020204" pitchFamily="34" charset="-128"/>
                          <a:cs typeface="Arial Unicode MS" panose="020B0604020202020204" pitchFamily="34" charset="-128"/>
                        </a:rPr>
                        <a:t>7407</a:t>
                      </a:r>
                    </a:p>
                  </a:txBody>
                  <a:tcPr/>
                </a:tc>
                <a:tc>
                  <a:txBody>
                    <a:bodyPr/>
                    <a:lstStyle/>
                    <a:p>
                      <a:pPr algn="ctr"/>
                      <a:r>
                        <a:rPr lang="en-BD" sz="1100" b="1">
                          <a:latin typeface="Arial Unicode MS" panose="020B0604020202020204" pitchFamily="34" charset="-128"/>
                          <a:ea typeface="Arial Unicode MS" panose="020B0604020202020204" pitchFamily="34" charset="-128"/>
                          <a:cs typeface="Arial Unicode MS" panose="020B0604020202020204" pitchFamily="34" charset="-128"/>
                        </a:rPr>
                        <a:t>41358</a:t>
                      </a:r>
                    </a:p>
                  </a:txBody>
                  <a:tcPr/>
                </a:tc>
                <a:extLst>
                  <a:ext uri="{0D108BD9-81ED-4DB2-BD59-A6C34878D82A}">
                    <a16:rowId xmlns:a16="http://schemas.microsoft.com/office/drawing/2014/main" val="2885091559"/>
                  </a:ext>
                </a:extLst>
              </a:tr>
            </a:tbl>
          </a:graphicData>
        </a:graphic>
      </p:graphicFrame>
      <p:sp>
        <p:nvSpPr>
          <p:cNvPr id="6" name="Rectangle 5">
            <a:extLst>
              <a:ext uri="{FF2B5EF4-FFF2-40B4-BE49-F238E27FC236}">
                <a16:creationId xmlns:a16="http://schemas.microsoft.com/office/drawing/2014/main" id="{03D84675-B3F6-5E22-3D11-F767C26D0543}"/>
              </a:ext>
            </a:extLst>
          </p:cNvPr>
          <p:cNvSpPr/>
          <p:nvPr/>
        </p:nvSpPr>
        <p:spPr>
          <a:xfrm>
            <a:off x="406569" y="1245548"/>
            <a:ext cx="11378862" cy="4770537"/>
          </a:xfrm>
          <a:prstGeom prst="rect">
            <a:avLst/>
          </a:prstGeom>
        </p:spPr>
        <p:txBody>
          <a:bodyPr wrap="square">
            <a:spAutoFit/>
          </a:bodyPr>
          <a:lstStyle/>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b 	= 10(41358) - 55(7407)/ 10(385) – (55)</a:t>
            </a:r>
            <a:r>
              <a:rPr lang="en-GB" sz="2400" baseline="30000">
                <a:latin typeface="Arial Unicode MS" panose="020B0604020202020204" pitchFamily="34" charset="-128"/>
                <a:ea typeface="Arial Unicode MS" panose="020B0604020202020204" pitchFamily="34" charset="-128"/>
                <a:cs typeface="Arial Unicode MS" panose="020B0604020202020204" pitchFamily="34" charset="-128"/>
              </a:rPr>
              <a:t>2	          	</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413580 – 407385 / 3850 – 3025 </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6195/825 	</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7.51	</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a 	= 7407 – 7.51(55)/10				</a:t>
            </a:r>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7407 – 413.05/10</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6993.95/10</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699.40</a:t>
            </a:r>
          </a:p>
          <a:p>
            <a:pPr algn="just"/>
            <a:endParaRPr lang="en-GB" sz="24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Thus, the trend equation is 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t</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 </a:t>
            </a:r>
            <a:r>
              <a:rPr lang="en-GB" sz="2400" i="1">
                <a:latin typeface="Arial Unicode MS" panose="020B0604020202020204" pitchFamily="34" charset="-128"/>
                <a:ea typeface="Arial Unicode MS" panose="020B0604020202020204" pitchFamily="34" charset="-128"/>
                <a:cs typeface="Arial Unicode MS" panose="020B0604020202020204" pitchFamily="34" charset="-128"/>
              </a:rPr>
              <a:t>a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i="1">
                <a:latin typeface="Arial Unicode MS" panose="020B0604020202020204" pitchFamily="34" charset="-128"/>
                <a:ea typeface="Arial Unicode MS" panose="020B0604020202020204" pitchFamily="34" charset="-128"/>
                <a:cs typeface="Arial Unicode MS" panose="020B0604020202020204" pitchFamily="34" charset="-128"/>
              </a:rPr>
              <a:t>b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t = 699.40 + 7.51t</a:t>
            </a:r>
          </a:p>
          <a:p>
            <a:pPr algn="just"/>
            <a:endParaRPr lang="en-GB" sz="80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11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699.40 + 7.51(11) = 699.40 + 82.61 = 782</a:t>
            </a:r>
          </a:p>
          <a:p>
            <a:pPr algn="just"/>
            <a:r>
              <a:rPr lang="en-GB" sz="2400">
                <a:latin typeface="Arial Unicode MS" panose="020B0604020202020204" pitchFamily="34" charset="-128"/>
                <a:ea typeface="Arial Unicode MS" panose="020B0604020202020204" pitchFamily="34" charset="-128"/>
                <a:cs typeface="Arial Unicode MS" panose="020B0604020202020204" pitchFamily="34" charset="-128"/>
              </a:rPr>
              <a:t>F</a:t>
            </a:r>
            <a:r>
              <a:rPr lang="en-GB" sz="2400" baseline="-25000">
                <a:latin typeface="Arial Unicode MS" panose="020B0604020202020204" pitchFamily="34" charset="-128"/>
                <a:ea typeface="Arial Unicode MS" panose="020B0604020202020204" pitchFamily="34" charset="-128"/>
                <a:cs typeface="Arial Unicode MS" panose="020B0604020202020204" pitchFamily="34" charset="-128"/>
              </a:rPr>
              <a:t>12 </a:t>
            </a:r>
            <a:r>
              <a:rPr lang="en-GB" sz="2400">
                <a:latin typeface="Arial Unicode MS" panose="020B0604020202020204" pitchFamily="34" charset="-128"/>
                <a:ea typeface="Arial Unicode MS" panose="020B0604020202020204" pitchFamily="34" charset="-128"/>
                <a:cs typeface="Arial Unicode MS" panose="020B0604020202020204" pitchFamily="34" charset="-128"/>
              </a:rPr>
              <a:t>= 699.40 + 7.51(12) = 699.40 + 90.12 = 790</a:t>
            </a:r>
          </a:p>
        </p:txBody>
      </p:sp>
    </p:spTree>
    <p:extLst>
      <p:ext uri="{BB962C8B-B14F-4D97-AF65-F5344CB8AC3E}">
        <p14:creationId xmlns:p14="http://schemas.microsoft.com/office/powerpoint/2010/main" val="1865781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22C91C-2780-09B5-99B5-0D3A7E457F26}"/>
              </a:ext>
            </a:extLst>
          </p:cNvPr>
          <p:cNvPicPr>
            <a:picLocks noChangeAspect="1"/>
          </p:cNvPicPr>
          <p:nvPr/>
        </p:nvPicPr>
        <p:blipFill>
          <a:blip r:embed="rId2"/>
          <a:stretch>
            <a:fillRect/>
          </a:stretch>
        </p:blipFill>
        <p:spPr>
          <a:xfrm>
            <a:off x="2667001" y="1112512"/>
            <a:ext cx="6644085" cy="4450088"/>
          </a:xfrm>
          <a:prstGeom prst="rect">
            <a:avLst/>
          </a:prstGeom>
        </p:spPr>
      </p:pic>
      <p:sp>
        <p:nvSpPr>
          <p:cNvPr id="2" name="TextBox 1">
            <a:extLst>
              <a:ext uri="{FF2B5EF4-FFF2-40B4-BE49-F238E27FC236}">
                <a16:creationId xmlns:a16="http://schemas.microsoft.com/office/drawing/2014/main" id="{805942A1-0028-70F9-148F-48134D41E0E6}"/>
              </a:ext>
            </a:extLst>
          </p:cNvPr>
          <p:cNvSpPr txBox="1"/>
          <p:nvPr/>
        </p:nvSpPr>
        <p:spPr>
          <a:xfrm>
            <a:off x="3733800" y="228601"/>
            <a:ext cx="5791200" cy="584775"/>
          </a:xfrm>
          <a:prstGeom prst="rect">
            <a:avLst/>
          </a:prstGeom>
          <a:noFill/>
        </p:spPr>
        <p:txBody>
          <a:bodyPr wrap="square" rtlCol="0">
            <a:spAutoFit/>
          </a:bodyPr>
          <a:lstStyle/>
          <a:p>
            <a:pPr eaLnBrk="0" fontAlgn="base" hangingPunct="0">
              <a:spcBef>
                <a:spcPct val="0"/>
              </a:spcBef>
              <a:spcAft>
                <a:spcPct val="0"/>
              </a:spcAft>
            </a:pPr>
            <a:r>
              <a:rPr lang="en-US" sz="3200" b="1">
                <a:solidFill>
                  <a:srgbClr val="000000"/>
                </a:solidFill>
                <a:latin typeface="Arial" panose="020B0604020202020204" pitchFamily="34" charset="0"/>
              </a:rPr>
              <a:t>Exercise-3</a:t>
            </a:r>
          </a:p>
        </p:txBody>
      </p:sp>
      <p:sp>
        <p:nvSpPr>
          <p:cNvPr id="3" name="TextBox 2">
            <a:extLst>
              <a:ext uri="{FF2B5EF4-FFF2-40B4-BE49-F238E27FC236}">
                <a16:creationId xmlns:a16="http://schemas.microsoft.com/office/drawing/2014/main" id="{EC2ADCCD-BC44-F689-6D8A-858CFA27AEAB}"/>
              </a:ext>
            </a:extLst>
          </p:cNvPr>
          <p:cNvSpPr txBox="1"/>
          <p:nvPr/>
        </p:nvSpPr>
        <p:spPr>
          <a:xfrm>
            <a:off x="2667000" y="5562601"/>
            <a:ext cx="6858000" cy="615553"/>
          </a:xfrm>
          <a:prstGeom prst="rect">
            <a:avLst/>
          </a:prstGeom>
          <a:noFill/>
        </p:spPr>
        <p:txBody>
          <a:bodyPr wrap="square" rtlCol="0">
            <a:spAutoFit/>
          </a:bodyPr>
          <a:lstStyle/>
          <a:p>
            <a:pPr eaLnBrk="0" fontAlgn="base" hangingPunct="0">
              <a:spcBef>
                <a:spcPct val="0"/>
              </a:spcBef>
              <a:spcAft>
                <a:spcPct val="0"/>
              </a:spcAft>
            </a:pPr>
            <a:r>
              <a:rPr lang="en-US">
                <a:solidFill>
                  <a:srgbClr val="FF0000"/>
                </a:solidFill>
                <a:latin typeface="Arial" panose="020B0604020202020204" pitchFamily="34" charset="0"/>
              </a:rPr>
              <a:t>e. </a:t>
            </a:r>
            <a:r>
              <a:rPr lang="en-US" sz="1600">
                <a:solidFill>
                  <a:srgbClr val="FF0000"/>
                </a:solidFill>
                <a:latin typeface="Arial" panose="020B0604020202020204" pitchFamily="34" charset="0"/>
              </a:rPr>
              <a:t>Calculate the accuracy of forecasting by measuring the parameters MAD, MSE and MAPE of the solution generated from question (d)</a:t>
            </a:r>
            <a:endParaRPr lang="en-US">
              <a:solidFill>
                <a:srgbClr val="FF0000"/>
              </a:solidFill>
              <a:latin typeface="Arial" panose="020B0604020202020204" pitchFamily="34" charset="0"/>
            </a:endParaRPr>
          </a:p>
        </p:txBody>
      </p:sp>
    </p:spTree>
    <p:extLst>
      <p:ext uri="{BB962C8B-B14F-4D97-AF65-F5344CB8AC3E}">
        <p14:creationId xmlns:p14="http://schemas.microsoft.com/office/powerpoint/2010/main" val="3294908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F33766-B1C0-6952-13AE-9F24573B5264}"/>
              </a:ext>
            </a:extLst>
          </p:cNvPr>
          <p:cNvPicPr>
            <a:picLocks noChangeAspect="1"/>
          </p:cNvPicPr>
          <p:nvPr/>
        </p:nvPicPr>
        <p:blipFill>
          <a:blip r:embed="rId2"/>
          <a:stretch>
            <a:fillRect/>
          </a:stretch>
        </p:blipFill>
        <p:spPr>
          <a:xfrm>
            <a:off x="2108843" y="4428453"/>
            <a:ext cx="3164651" cy="747299"/>
          </a:xfrm>
          <a:prstGeom prst="rect">
            <a:avLst/>
          </a:prstGeom>
        </p:spPr>
      </p:pic>
      <p:pic>
        <p:nvPicPr>
          <p:cNvPr id="6" name="Picture 5">
            <a:extLst>
              <a:ext uri="{FF2B5EF4-FFF2-40B4-BE49-F238E27FC236}">
                <a16:creationId xmlns:a16="http://schemas.microsoft.com/office/drawing/2014/main" id="{7E36767A-AC6A-9054-0DD7-E3F2444FE922}"/>
              </a:ext>
            </a:extLst>
          </p:cNvPr>
          <p:cNvPicPr>
            <a:picLocks noChangeAspect="1"/>
          </p:cNvPicPr>
          <p:nvPr/>
        </p:nvPicPr>
        <p:blipFill rotWithShape="1">
          <a:blip r:embed="rId3"/>
          <a:srcRect l="7378" r="46350" b="44047"/>
          <a:stretch/>
        </p:blipFill>
        <p:spPr>
          <a:xfrm>
            <a:off x="1815018" y="1498381"/>
            <a:ext cx="2829532" cy="2291690"/>
          </a:xfrm>
          <a:prstGeom prst="rect">
            <a:avLst/>
          </a:prstGeom>
        </p:spPr>
      </p:pic>
      <p:pic>
        <p:nvPicPr>
          <p:cNvPr id="5" name="Picture 4">
            <a:extLst>
              <a:ext uri="{FF2B5EF4-FFF2-40B4-BE49-F238E27FC236}">
                <a16:creationId xmlns:a16="http://schemas.microsoft.com/office/drawing/2014/main" id="{DE21FE8E-E0B5-5444-38F9-5B075E30F65A}"/>
              </a:ext>
            </a:extLst>
          </p:cNvPr>
          <p:cNvPicPr>
            <a:picLocks noChangeAspect="1"/>
          </p:cNvPicPr>
          <p:nvPr/>
        </p:nvPicPr>
        <p:blipFill>
          <a:blip r:embed="rId4"/>
          <a:stretch>
            <a:fillRect/>
          </a:stretch>
        </p:blipFill>
        <p:spPr>
          <a:xfrm>
            <a:off x="2108842" y="3960070"/>
            <a:ext cx="7531536" cy="318841"/>
          </a:xfrm>
          <a:prstGeom prst="rect">
            <a:avLst/>
          </a:prstGeom>
        </p:spPr>
      </p:pic>
      <p:sp>
        <p:nvSpPr>
          <p:cNvPr id="9" name="Rectangle 8">
            <a:extLst>
              <a:ext uri="{FF2B5EF4-FFF2-40B4-BE49-F238E27FC236}">
                <a16:creationId xmlns:a16="http://schemas.microsoft.com/office/drawing/2014/main" id="{90100AF6-B799-663A-6DF9-30BA5DC25D70}"/>
              </a:ext>
            </a:extLst>
          </p:cNvPr>
          <p:cNvSpPr/>
          <p:nvPr/>
        </p:nvSpPr>
        <p:spPr>
          <a:xfrm>
            <a:off x="1848809" y="3932662"/>
            <a:ext cx="362333" cy="646331"/>
          </a:xfrm>
          <a:prstGeom prst="rect">
            <a:avLst/>
          </a:prstGeom>
        </p:spPr>
        <p:txBody>
          <a:bodyPr wrap="square">
            <a:spAutoFit/>
          </a:bodyPr>
          <a:lstStyle/>
          <a:p>
            <a:pPr algn="just" eaLnBrk="0" fontAlgn="base" hangingPunct="0">
              <a:spcBef>
                <a:spcPct val="0"/>
              </a:spcBef>
              <a:spcAft>
                <a:spcPct val="0"/>
              </a:spcAft>
            </a:pPr>
            <a:r>
              <a:rPr lang="en-US">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a.</a:t>
            </a:r>
          </a:p>
        </p:txBody>
      </p:sp>
      <p:sp>
        <p:nvSpPr>
          <p:cNvPr id="11" name="Rectangle 10">
            <a:extLst>
              <a:ext uri="{FF2B5EF4-FFF2-40B4-BE49-F238E27FC236}">
                <a16:creationId xmlns:a16="http://schemas.microsoft.com/office/drawing/2014/main" id="{162D97C6-8F03-772B-1A69-EF5D3D53893E}"/>
              </a:ext>
            </a:extLst>
          </p:cNvPr>
          <p:cNvSpPr/>
          <p:nvPr/>
        </p:nvSpPr>
        <p:spPr>
          <a:xfrm>
            <a:off x="1848809" y="4628977"/>
            <a:ext cx="362333" cy="646331"/>
          </a:xfrm>
          <a:prstGeom prst="rect">
            <a:avLst/>
          </a:prstGeom>
        </p:spPr>
        <p:txBody>
          <a:bodyPr wrap="square">
            <a:spAutoFit/>
          </a:bodyPr>
          <a:lstStyle/>
          <a:p>
            <a:pPr algn="just" eaLnBrk="0" fontAlgn="base" hangingPunct="0">
              <a:spcBef>
                <a:spcPct val="0"/>
              </a:spcBef>
              <a:spcAft>
                <a:spcPct val="0"/>
              </a:spcAft>
            </a:pPr>
            <a:r>
              <a:rPr lang="en-US">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b.</a:t>
            </a:r>
          </a:p>
        </p:txBody>
      </p:sp>
      <p:pic>
        <p:nvPicPr>
          <p:cNvPr id="12" name="Picture 11">
            <a:extLst>
              <a:ext uri="{FF2B5EF4-FFF2-40B4-BE49-F238E27FC236}">
                <a16:creationId xmlns:a16="http://schemas.microsoft.com/office/drawing/2014/main" id="{95FD5B49-0746-4894-F6C9-7AF632C0443F}"/>
              </a:ext>
            </a:extLst>
          </p:cNvPr>
          <p:cNvPicPr>
            <a:picLocks noChangeAspect="1"/>
          </p:cNvPicPr>
          <p:nvPr/>
        </p:nvPicPr>
        <p:blipFill>
          <a:blip r:embed="rId5"/>
          <a:stretch>
            <a:fillRect/>
          </a:stretch>
        </p:blipFill>
        <p:spPr>
          <a:xfrm>
            <a:off x="1848808" y="5178389"/>
            <a:ext cx="4964756" cy="334102"/>
          </a:xfrm>
          <a:prstGeom prst="rect">
            <a:avLst/>
          </a:prstGeom>
        </p:spPr>
      </p:pic>
      <p:sp>
        <p:nvSpPr>
          <p:cNvPr id="13" name="TextBox 12">
            <a:extLst>
              <a:ext uri="{FF2B5EF4-FFF2-40B4-BE49-F238E27FC236}">
                <a16:creationId xmlns:a16="http://schemas.microsoft.com/office/drawing/2014/main" id="{B00155F4-438D-F2AA-6027-0B1EF4211F06}"/>
              </a:ext>
            </a:extLst>
          </p:cNvPr>
          <p:cNvSpPr txBox="1"/>
          <p:nvPr/>
        </p:nvSpPr>
        <p:spPr>
          <a:xfrm>
            <a:off x="3733800" y="228601"/>
            <a:ext cx="5791200" cy="584775"/>
          </a:xfrm>
          <a:prstGeom prst="rect">
            <a:avLst/>
          </a:prstGeom>
          <a:noFill/>
        </p:spPr>
        <p:txBody>
          <a:bodyPr wrap="square" rtlCol="0">
            <a:spAutoFit/>
          </a:bodyPr>
          <a:lstStyle/>
          <a:p>
            <a:pPr eaLnBrk="0" fontAlgn="base" hangingPunct="0">
              <a:spcBef>
                <a:spcPct val="0"/>
              </a:spcBef>
              <a:spcAft>
                <a:spcPct val="0"/>
              </a:spcAft>
            </a:pPr>
            <a:r>
              <a:rPr lang="en-US" sz="3200" b="1">
                <a:solidFill>
                  <a:srgbClr val="000000"/>
                </a:solidFill>
                <a:latin typeface="Arial" panose="020B0604020202020204" pitchFamily="34" charset="0"/>
              </a:rPr>
              <a:t>Exercise-3- Solution</a:t>
            </a:r>
          </a:p>
        </p:txBody>
      </p:sp>
    </p:spTree>
    <p:extLst>
      <p:ext uri="{BB962C8B-B14F-4D97-AF65-F5344CB8AC3E}">
        <p14:creationId xmlns:p14="http://schemas.microsoft.com/office/powerpoint/2010/main" val="13939965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592441C-38B7-8F37-3ACF-FD2F4BA0AAC6}"/>
              </a:ext>
            </a:extLst>
          </p:cNvPr>
          <p:cNvPicPr>
            <a:picLocks noChangeAspect="1"/>
          </p:cNvPicPr>
          <p:nvPr/>
        </p:nvPicPr>
        <p:blipFill>
          <a:blip r:embed="rId2"/>
          <a:stretch>
            <a:fillRect/>
          </a:stretch>
        </p:blipFill>
        <p:spPr>
          <a:xfrm>
            <a:off x="1859726" y="1668381"/>
            <a:ext cx="8420100" cy="3095625"/>
          </a:xfrm>
          <a:prstGeom prst="rect">
            <a:avLst/>
          </a:prstGeom>
        </p:spPr>
      </p:pic>
      <p:sp>
        <p:nvSpPr>
          <p:cNvPr id="2" name="TextBox 1">
            <a:extLst>
              <a:ext uri="{FF2B5EF4-FFF2-40B4-BE49-F238E27FC236}">
                <a16:creationId xmlns:a16="http://schemas.microsoft.com/office/drawing/2014/main" id="{F05E039A-23A0-7DAA-AA06-84E9962B524A}"/>
              </a:ext>
            </a:extLst>
          </p:cNvPr>
          <p:cNvSpPr txBox="1"/>
          <p:nvPr/>
        </p:nvSpPr>
        <p:spPr>
          <a:xfrm>
            <a:off x="3733800" y="228601"/>
            <a:ext cx="5791200" cy="584775"/>
          </a:xfrm>
          <a:prstGeom prst="rect">
            <a:avLst/>
          </a:prstGeom>
          <a:noFill/>
        </p:spPr>
        <p:txBody>
          <a:bodyPr wrap="square" rtlCol="0">
            <a:spAutoFit/>
          </a:bodyPr>
          <a:lstStyle/>
          <a:p>
            <a:pPr eaLnBrk="0" fontAlgn="base" hangingPunct="0">
              <a:spcBef>
                <a:spcPct val="0"/>
              </a:spcBef>
              <a:spcAft>
                <a:spcPct val="0"/>
              </a:spcAft>
            </a:pPr>
            <a:r>
              <a:rPr lang="en-US" sz="3200" b="1">
                <a:solidFill>
                  <a:srgbClr val="000000"/>
                </a:solidFill>
                <a:latin typeface="Arial" panose="020B0604020202020204" pitchFamily="34" charset="0"/>
              </a:rPr>
              <a:t>Exercise-3- Solution</a:t>
            </a:r>
          </a:p>
        </p:txBody>
      </p:sp>
    </p:spTree>
    <p:extLst>
      <p:ext uri="{BB962C8B-B14F-4D97-AF65-F5344CB8AC3E}">
        <p14:creationId xmlns:p14="http://schemas.microsoft.com/office/powerpoint/2010/main" val="17867089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5CA2B93-0963-6DFA-9302-1AB21A37FBD4}"/>
              </a:ext>
            </a:extLst>
          </p:cNvPr>
          <p:cNvPicPr>
            <a:picLocks noGrp="1" noChangeAspect="1"/>
          </p:cNvPicPr>
          <p:nvPr>
            <p:ph idx="1"/>
          </p:nvPr>
        </p:nvPicPr>
        <p:blipFill>
          <a:blip r:embed="rId2"/>
          <a:stretch>
            <a:fillRect/>
          </a:stretch>
        </p:blipFill>
        <p:spPr>
          <a:xfrm>
            <a:off x="2590800" y="1295400"/>
            <a:ext cx="7010400" cy="4486656"/>
          </a:xfrm>
        </p:spPr>
      </p:pic>
      <p:sp>
        <p:nvSpPr>
          <p:cNvPr id="4" name="Title 3">
            <a:extLst>
              <a:ext uri="{FF2B5EF4-FFF2-40B4-BE49-F238E27FC236}">
                <a16:creationId xmlns:a16="http://schemas.microsoft.com/office/drawing/2014/main" id="{E1F86083-D7C8-E93A-2916-2D245ED696A8}"/>
              </a:ext>
            </a:extLst>
          </p:cNvPr>
          <p:cNvSpPr txBox="1">
            <a:spLocks noGrp="1"/>
          </p:cNvSpPr>
          <p:nvPr>
            <p:ph type="title"/>
          </p:nvPr>
        </p:nvSpPr>
        <p:spPr>
          <a:xfrm>
            <a:off x="1524000" y="220376"/>
            <a:ext cx="9144000" cy="584775"/>
          </a:xfrm>
          <a:prstGeom prst="rect">
            <a:avLst/>
          </a:prstGeom>
          <a:noFill/>
        </p:spPr>
        <p:txBody>
          <a:bodyPr wrap="square" rtlCol="0">
            <a:spAutoFit/>
          </a:bodyPr>
          <a:lstStyle/>
          <a:p>
            <a:r>
              <a:rPr lang="en-US" sz="3200">
                <a:solidFill>
                  <a:schemeClr val="tx1"/>
                </a:solidFill>
                <a:effectLst/>
              </a:rPr>
              <a:t>Exercise-3- Solution</a:t>
            </a:r>
          </a:p>
        </p:txBody>
      </p:sp>
    </p:spTree>
    <p:extLst>
      <p:ext uri="{BB962C8B-B14F-4D97-AF65-F5344CB8AC3E}">
        <p14:creationId xmlns:p14="http://schemas.microsoft.com/office/powerpoint/2010/main" val="458980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4" name="Rectangle 3">
            <a:extLst>
              <a:ext uri="{FF2B5EF4-FFF2-40B4-BE49-F238E27FC236}">
                <a16:creationId xmlns:a16="http://schemas.microsoft.com/office/drawing/2014/main" id="{FCDAFD9B-F85A-4A41-816D-9F8E648A6ED5}"/>
              </a:ext>
            </a:extLst>
          </p:cNvPr>
          <p:cNvSpPr/>
          <p:nvPr/>
        </p:nvSpPr>
        <p:spPr>
          <a:xfrm>
            <a:off x="2825715" y="2833146"/>
            <a:ext cx="6540573" cy="769441"/>
          </a:xfrm>
          <a:prstGeom prst="rect">
            <a:avLst/>
          </a:prstGeom>
        </p:spPr>
        <p:txBody>
          <a:bodyPr wrap="none">
            <a:spAutoFit/>
          </a:bodyPr>
          <a:lstStyle/>
          <a:p>
            <a:pPr algn="ctr"/>
            <a:r>
              <a:rPr lang="en-US" sz="4400">
                <a:solidFill>
                  <a:srgbClr val="AE0B54"/>
                </a:solidFill>
                <a:latin typeface="Arial Rounded MT Bold" panose="020F0704030504030204" pitchFamily="34" charset="0"/>
              </a:rPr>
              <a:t>END OF THE CHAPTER</a:t>
            </a:r>
          </a:p>
        </p:txBody>
      </p:sp>
    </p:spTree>
    <p:extLst>
      <p:ext uri="{BB962C8B-B14F-4D97-AF65-F5344CB8AC3E}">
        <p14:creationId xmlns:p14="http://schemas.microsoft.com/office/powerpoint/2010/main" val="1777286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38">
      <a:dk1>
        <a:sysClr val="windowText" lastClr="000000"/>
      </a:dk1>
      <a:lt1>
        <a:sysClr val="window" lastClr="FFFFFF"/>
      </a:lt1>
      <a:dk2>
        <a:srgbClr val="505046"/>
      </a:dk2>
      <a:lt2>
        <a:srgbClr val="EEECE1"/>
      </a:lt2>
      <a:accent1>
        <a:srgbClr val="EE462D"/>
      </a:accent1>
      <a:accent2>
        <a:srgbClr val="595A85"/>
      </a:accent2>
      <a:accent3>
        <a:srgbClr val="8D6F5B"/>
      </a:accent3>
      <a:accent4>
        <a:srgbClr val="FABD2F"/>
      </a:accent4>
      <a:accent5>
        <a:srgbClr val="AF8073"/>
      </a:accent5>
      <a:accent6>
        <a:srgbClr val="787880"/>
      </a:accent6>
      <a:hlink>
        <a:srgbClr val="CC8D00"/>
      </a:hlink>
      <a:folHlink>
        <a:srgbClr val="82829E"/>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200312 Stevenson">
  <a:themeElements>
    <a:clrScheme name="200312 Stevenson 13">
      <a:dk1>
        <a:srgbClr val="000000"/>
      </a:dk1>
      <a:lt1>
        <a:srgbClr val="FBFCDF"/>
      </a:lt1>
      <a:dk2>
        <a:srgbClr val="F84700"/>
      </a:dk2>
      <a:lt2>
        <a:srgbClr val="808080"/>
      </a:lt2>
      <a:accent1>
        <a:srgbClr val="74B632"/>
      </a:accent1>
      <a:accent2>
        <a:srgbClr val="EFBE09"/>
      </a:accent2>
      <a:accent3>
        <a:srgbClr val="FDFDEC"/>
      </a:accent3>
      <a:accent4>
        <a:srgbClr val="000000"/>
      </a:accent4>
      <a:accent5>
        <a:srgbClr val="BCD7AD"/>
      </a:accent5>
      <a:accent6>
        <a:srgbClr val="D9AC07"/>
      </a:accent6>
      <a:hlink>
        <a:srgbClr val="148298"/>
      </a:hlink>
      <a:folHlink>
        <a:srgbClr val="F80600"/>
      </a:folHlink>
    </a:clrScheme>
    <a:fontScheme name="200312 Stevenson">
      <a:majorFont>
        <a:latin typeface="Century Gothic"/>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bg1"/>
            </a:gs>
            <a:gs pos="100000">
              <a:schemeClr val="accent1"/>
            </a:gs>
          </a:gsLst>
          <a:path path="rect">
            <a:fillToRect l="50000" t="50000" r="50000" b="50000"/>
          </a:path>
        </a:gra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bg1"/>
            </a:gs>
            <a:gs pos="100000">
              <a:schemeClr val="accent1"/>
            </a:gs>
          </a:gsLst>
          <a:path path="rect">
            <a:fillToRect l="50000" t="50000" r="50000" b="50000"/>
          </a:path>
        </a:gra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00312 Stevens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312 Stevens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312 Stevens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312 Stevens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312 Stevens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312 Stevens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312 Stevens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312 Stevens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312 Stevens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312 Stevens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312 Stevens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312 Stevens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312 Stevenson 13">
        <a:dk1>
          <a:srgbClr val="000000"/>
        </a:dk1>
        <a:lt1>
          <a:srgbClr val="FBFCDF"/>
        </a:lt1>
        <a:dk2>
          <a:srgbClr val="F84700"/>
        </a:dk2>
        <a:lt2>
          <a:srgbClr val="808080"/>
        </a:lt2>
        <a:accent1>
          <a:srgbClr val="74B632"/>
        </a:accent1>
        <a:accent2>
          <a:srgbClr val="EFBE09"/>
        </a:accent2>
        <a:accent3>
          <a:srgbClr val="FDFDEC"/>
        </a:accent3>
        <a:accent4>
          <a:srgbClr val="000000"/>
        </a:accent4>
        <a:accent5>
          <a:srgbClr val="BCD7AD"/>
        </a:accent5>
        <a:accent6>
          <a:srgbClr val="D9AC07"/>
        </a:accent6>
        <a:hlink>
          <a:srgbClr val="148298"/>
        </a:hlink>
        <a:folHlink>
          <a:srgbClr val="F80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d91af6b8c9d5d8d1e01f28d301393257">
  <xsd:schema xmlns:xsd="http://www.w3.org/2001/XMLSchema" xmlns:xs="http://www.w3.org/2001/XMLSchema" xmlns:p="http://schemas.microsoft.com/office/2006/metadata/properties" xmlns:ns2="9c9eb58d-2f4c-499b-ab9c-47c1d5de8bf8" targetNamespace="http://schemas.microsoft.com/office/2006/metadata/properties" ma:root="true" ma:fieldsID="6d831aeae7e0da9372d25ab121c015db"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9927E4-E194-47BE-91C2-B87D50CF51DB}">
  <ds:schemaRefs>
    <ds:schemaRef ds:uri="http://schemas.microsoft.com/sharepoint/v3/contenttype/forms"/>
  </ds:schemaRefs>
</ds:datastoreItem>
</file>

<file path=customXml/itemProps2.xml><?xml version="1.0" encoding="utf-8"?>
<ds:datastoreItem xmlns:ds="http://schemas.openxmlformats.org/officeDocument/2006/customXml" ds:itemID="{0E92E9E5-79AF-4029-8FCA-9C327D54FD8F}">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5EBEAF7-89C3-4449-A8D1-1ED4F55BE569}">
  <ds:schemaRefs>
    <ds:schemaRef ds:uri="9c9eb58d-2f4c-499b-ab9c-47c1d5de8bf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62</Slides>
  <Notes>5</Notes>
  <HiddenSlides>0</HiddenSlides>
  <ScaleCrop>false</ScaleCrop>
  <HeadingPairs>
    <vt:vector size="4" baseType="variant">
      <vt:variant>
        <vt:lpstr>Theme</vt:lpstr>
      </vt:variant>
      <vt:variant>
        <vt:i4>2</vt:i4>
      </vt:variant>
      <vt:variant>
        <vt:lpstr>Slide Titles</vt:lpstr>
      </vt:variant>
      <vt:variant>
        <vt:i4>62</vt:i4>
      </vt:variant>
    </vt:vector>
  </HeadingPairs>
  <TitlesOfParts>
    <vt:vector size="64" baseType="lpstr">
      <vt:lpstr>SavonVTI</vt:lpstr>
      <vt:lpstr>200312 Stevenson</vt:lpstr>
      <vt:lpstr>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Exercise-3- Solution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dc:title>
  <dc:subject>Engineering Management</dc:subject>
  <dc:creator>Stanley Rodrick</dc:creator>
  <cp:keywords>Chapter # 3</cp:keywords>
  <cp:revision>1</cp:revision>
  <cp:lastPrinted>2022-10-20T10:10:44Z</cp:lastPrinted>
  <dcterms:created xsi:type="dcterms:W3CDTF">2021-03-30T17:22:12Z</dcterms:created>
  <dcterms:modified xsi:type="dcterms:W3CDTF">2025-11-04T14:39:36Z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